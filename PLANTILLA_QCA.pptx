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3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</p:sldIdLst>
  <p:sldSz cx="9144000" cy="5145088"/>
  <p:notesSz cx="6858000" cy="9144000"/>
  <p:embeddedFontLst>
    <p:embeddedFont>
      <p:font typeface="Book Antiqua" panose="02040602050305030304" pitchFamily="18" charset="0"/>
      <p:regular r:id="rId14"/>
      <p:bold r:id="rId15"/>
      <p:italic r:id="rId16"/>
      <p:bold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iw0p73h7ldKOtk4YFiDGGUra73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DD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D94565-BB2C-456D-A28C-F0BD89234FAE}">
  <a:tblStyle styleId="{57D94565-BB2C-456D-A28C-F0BD89234FA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34" d="100"/>
          <a:sy n="134" d="100"/>
        </p:scale>
        <p:origin x="1448" y="4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51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eec28cf8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g28eec28cf8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g28eec28cf86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466b3f15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8" name="Google Shape;188;g26466b3f153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466b3f153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0" name="Google Shape;200;g26466b3f153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466b3f15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g26466b3f15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466b3f153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0" name="Google Shape;220;g26466b3f153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466b3f153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1" name="Google Shape;231;g26466b3f153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466b3f153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1" name="Google Shape;241;g26466b3f153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26466b3f153_0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a80fbcc6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3" name="Google Shape;283;gea80fbcc6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ea80fbcc6e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28eec28cf86_0_112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28eec28cf86_0_112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28eec28cf86_0_112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8eec28cf86_0_96"/>
          <p:cNvSpPr txBox="1">
            <a:spLocks noGrp="1"/>
          </p:cNvSpPr>
          <p:nvPr>
            <p:ph type="ctrTitle"/>
          </p:nvPr>
        </p:nvSpPr>
        <p:spPr>
          <a:xfrm>
            <a:off x="1116013" y="2932113"/>
            <a:ext cx="6912000" cy="1135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8eec28cf86_0_96"/>
          <p:cNvSpPr txBox="1">
            <a:spLocks noGrp="1"/>
          </p:cNvSpPr>
          <p:nvPr>
            <p:ph type="subTitle" idx="1"/>
          </p:nvPr>
        </p:nvSpPr>
        <p:spPr>
          <a:xfrm>
            <a:off x="1116013" y="4156075"/>
            <a:ext cx="6912000" cy="37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A48"/>
              </a:buClr>
              <a:buSzPts val="2000"/>
              <a:buFont typeface="Georgia"/>
              <a:buNone/>
              <a:defRPr>
                <a:solidFill>
                  <a:srgbClr val="003A48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28eec28cf86_0_99"/>
          <p:cNvSpPr txBox="1">
            <a:spLocks noGrp="1"/>
          </p:cNvSpPr>
          <p:nvPr>
            <p:ph type="title"/>
          </p:nvPr>
        </p:nvSpPr>
        <p:spPr>
          <a:xfrm>
            <a:off x="1311007" y="333257"/>
            <a:ext cx="7521293" cy="801300"/>
          </a:xfrm>
          <a:prstGeom prst="rect">
            <a:avLst/>
          </a:prstGeom>
          <a:solidFill>
            <a:srgbClr val="BADD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g28eec28cf86_0_99"/>
          <p:cNvSpPr txBox="1">
            <a:spLocks noGrp="1"/>
          </p:cNvSpPr>
          <p:nvPr>
            <p:ph type="body" idx="1"/>
          </p:nvPr>
        </p:nvSpPr>
        <p:spPr>
          <a:xfrm>
            <a:off x="1311006" y="1229051"/>
            <a:ext cx="7521294" cy="3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25;g28eec28cf86_0_99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userDrawn="1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8eec28cf86_0_103"/>
          <p:cNvSpPr txBox="1">
            <a:spLocks noGrp="1"/>
          </p:cNvSpPr>
          <p:nvPr>
            <p:ph type="title"/>
          </p:nvPr>
        </p:nvSpPr>
        <p:spPr>
          <a:xfrm>
            <a:off x="991518" y="142201"/>
            <a:ext cx="5028282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g28eec28cf86_0_103"/>
          <p:cNvSpPr txBox="1">
            <a:spLocks noGrp="1"/>
          </p:cNvSpPr>
          <p:nvPr>
            <p:ph type="body" idx="1"/>
          </p:nvPr>
        </p:nvSpPr>
        <p:spPr>
          <a:xfrm>
            <a:off x="630238" y="1260475"/>
            <a:ext cx="3868800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Arial" panose="020B0604020202020204" pitchFamily="34" charset="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29" name="Google Shape;29;g28eec28cf86_0_103"/>
          <p:cNvSpPr txBox="1">
            <a:spLocks noGrp="1"/>
          </p:cNvSpPr>
          <p:nvPr>
            <p:ph type="body" idx="2"/>
          </p:nvPr>
        </p:nvSpPr>
        <p:spPr>
          <a:xfrm>
            <a:off x="630238" y="1879600"/>
            <a:ext cx="3868800" cy="276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None/>
              <a:defRPr sz="2000" b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30;g28eec28cf86_0_103"/>
          <p:cNvSpPr txBox="1">
            <a:spLocks noGrp="1"/>
          </p:cNvSpPr>
          <p:nvPr>
            <p:ph type="body" idx="3"/>
          </p:nvPr>
        </p:nvSpPr>
        <p:spPr>
          <a:xfrm>
            <a:off x="4629150" y="1260475"/>
            <a:ext cx="3887700" cy="6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Arial" panose="020B0604020202020204" pitchFamily="34" charset="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g28eec28cf86_0_103"/>
          <p:cNvSpPr txBox="1">
            <a:spLocks noGrp="1"/>
          </p:cNvSpPr>
          <p:nvPr>
            <p:ph type="body" idx="4"/>
          </p:nvPr>
        </p:nvSpPr>
        <p:spPr>
          <a:xfrm>
            <a:off x="4629150" y="1879600"/>
            <a:ext cx="3887700" cy="276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None/>
              <a:defRPr sz="2000" b="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79" name="Google Shape;279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013" y="110170"/>
            <a:ext cx="630238" cy="7713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9CDF2D-609C-0B96-9390-20EDF4C94F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1518" y="409411"/>
            <a:ext cx="5028282" cy="378396"/>
          </a:xfrm>
        </p:spPr>
        <p:txBody>
          <a:bodyPr/>
          <a:lstStyle>
            <a:lvl1pPr algn="r">
              <a:buNone/>
              <a:defRPr sz="1400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8eec28cf86_0_116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28eec28cf86_0_116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82074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28eec28cf86_0_116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28eec28cf86_0_116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28eec28cf86_0_116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8eec28cf86_0_122"/>
          <p:cNvSpPr txBox="1">
            <a:spLocks noGrp="1"/>
          </p:cNvSpPr>
          <p:nvPr>
            <p:ph type="title"/>
          </p:nvPr>
        </p:nvSpPr>
        <p:spPr>
          <a:xfrm>
            <a:off x="623888" y="1282700"/>
            <a:ext cx="7886700" cy="21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g28eec28cf86_0_122"/>
          <p:cNvSpPr txBox="1">
            <a:spLocks noGrp="1"/>
          </p:cNvSpPr>
          <p:nvPr>
            <p:ph type="body" idx="1"/>
          </p:nvPr>
        </p:nvSpPr>
        <p:spPr>
          <a:xfrm>
            <a:off x="623888" y="3443288"/>
            <a:ext cx="7886700" cy="11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g28eec28cf86_0_122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28eec28cf86_0_122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g28eec28cf86_0_122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8eec28cf86_0_128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28eec28cf86_0_128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40275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28eec28cf86_0_128"/>
          <p:cNvSpPr txBox="1">
            <a:spLocks noGrp="1"/>
          </p:cNvSpPr>
          <p:nvPr>
            <p:ph type="body" idx="2"/>
          </p:nvPr>
        </p:nvSpPr>
        <p:spPr>
          <a:xfrm>
            <a:off x="4648200" y="1384300"/>
            <a:ext cx="40275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28eec28cf86_0_128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28eec28cf86_0_128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28eec28cf86_0_128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8eec28cf86_0_135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28eec28cf86_0_135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28eec28cf86_0_135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28eec28cf86_0_135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eec28cf86_0_140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g28eec28cf86_0_140"/>
          <p:cNvSpPr txBox="1">
            <a:spLocks noGrp="1"/>
          </p:cNvSpPr>
          <p:nvPr>
            <p:ph type="body" idx="1"/>
          </p:nvPr>
        </p:nvSpPr>
        <p:spPr>
          <a:xfrm>
            <a:off x="3887788" y="741363"/>
            <a:ext cx="4629300" cy="3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Georgi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g28eec28cf86_0_140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600" cy="2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g28eec28cf86_0_14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8eec28cf86_0_14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28eec28cf86_0_14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8eec28cf86_0_147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6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28eec28cf86_0_147"/>
          <p:cNvSpPr>
            <a:spLocks noGrp="1"/>
          </p:cNvSpPr>
          <p:nvPr>
            <p:ph type="pic" idx="2"/>
          </p:nvPr>
        </p:nvSpPr>
        <p:spPr>
          <a:xfrm>
            <a:off x="3887788" y="741363"/>
            <a:ext cx="4629300" cy="36561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g28eec28cf86_0_147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600" cy="28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g28eec28cf86_0_147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g28eec28cf86_0_147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28eec28cf86_0_147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eec28cf86_0_154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28eec28cf86_0_154"/>
          <p:cNvSpPr txBox="1">
            <a:spLocks noGrp="1"/>
          </p:cNvSpPr>
          <p:nvPr>
            <p:ph type="body" idx="1"/>
          </p:nvPr>
        </p:nvSpPr>
        <p:spPr>
          <a:xfrm rot="5400000">
            <a:off x="3113088" y="-1260500"/>
            <a:ext cx="2917800" cy="82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g28eec28cf86_0_154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g28eec28cf86_0_154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28eec28cf86_0_154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8eec28cf86_0_160"/>
          <p:cNvSpPr txBox="1">
            <a:spLocks noGrp="1"/>
          </p:cNvSpPr>
          <p:nvPr>
            <p:ph type="title"/>
          </p:nvPr>
        </p:nvSpPr>
        <p:spPr>
          <a:xfrm rot="5400000">
            <a:off x="5633238" y="1259639"/>
            <a:ext cx="4033800" cy="20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g28eec28cf86_0_160"/>
          <p:cNvSpPr txBox="1">
            <a:spLocks noGrp="1"/>
          </p:cNvSpPr>
          <p:nvPr>
            <p:ph type="body" idx="1"/>
          </p:nvPr>
        </p:nvSpPr>
        <p:spPr>
          <a:xfrm rot="5400000">
            <a:off x="1453388" y="-716762"/>
            <a:ext cx="4033800" cy="60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g28eec28cf86_0_16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28eec28cf86_0_16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28eec28cf86_0_16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4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4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4a231b89e_0_132"/>
          <p:cNvSpPr txBox="1">
            <a:spLocks noGrp="1"/>
          </p:cNvSpPr>
          <p:nvPr>
            <p:ph type="title"/>
          </p:nvPr>
        </p:nvSpPr>
        <p:spPr>
          <a:xfrm>
            <a:off x="1241854" y="86843"/>
            <a:ext cx="7590446" cy="801300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0" name="Google Shape;110;g214a231b89e_0_132"/>
          <p:cNvSpPr txBox="1">
            <a:spLocks noGrp="1"/>
          </p:cNvSpPr>
          <p:nvPr>
            <p:ph type="body" idx="1"/>
          </p:nvPr>
        </p:nvSpPr>
        <p:spPr>
          <a:xfrm>
            <a:off x="1241852" y="1229051"/>
            <a:ext cx="7590447" cy="3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11" name="Google Shape;111;g214a231b89e_0_132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5"/>
          <p:cNvSpPr txBox="1">
            <a:spLocks noGrp="1"/>
          </p:cNvSpPr>
          <p:nvPr>
            <p:ph type="ctrTitle"/>
          </p:nvPr>
        </p:nvSpPr>
        <p:spPr>
          <a:xfrm>
            <a:off x="1143000" y="841375"/>
            <a:ext cx="6858000" cy="17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5"/>
          <p:cNvSpPr txBox="1"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5" name="Google Shape;115;p45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5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5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6"/>
          <p:cNvSpPr txBox="1"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6"/>
          <p:cNvSpPr txBox="1">
            <a:spLocks noGrp="1"/>
          </p:cNvSpPr>
          <p:nvPr>
            <p:ph type="body" idx="1"/>
          </p:nvPr>
        </p:nvSpPr>
        <p:spPr>
          <a:xfrm>
            <a:off x="623888" y="3443288"/>
            <a:ext cx="788670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1" name="Google Shape;121;p46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6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6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8"/>
          <p:cNvSpPr txBox="1"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8"/>
          <p:cNvSpPr txBox="1"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p48"/>
          <p:cNvSpPr txBox="1">
            <a:spLocks noGrp="1"/>
          </p:cNvSpPr>
          <p:nvPr>
            <p:ph type="body" idx="2"/>
          </p:nvPr>
        </p:nvSpPr>
        <p:spPr>
          <a:xfrm>
            <a:off x="630238" y="1879600"/>
            <a:ext cx="3868737" cy="276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48"/>
          <p:cNvSpPr txBox="1">
            <a:spLocks noGrp="1"/>
          </p:cNvSpPr>
          <p:nvPr>
            <p:ph type="body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Georgia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9" name="Google Shape;129;p48"/>
          <p:cNvSpPr txBox="1">
            <a:spLocks noGrp="1"/>
          </p:cNvSpPr>
          <p:nvPr>
            <p:ph type="body" idx="4"/>
          </p:nvPr>
        </p:nvSpPr>
        <p:spPr>
          <a:xfrm>
            <a:off x="4629150" y="1879600"/>
            <a:ext cx="3887788" cy="276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48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8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8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9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9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49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0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0"/>
          <p:cNvSpPr txBox="1">
            <a:spLocks noGrp="1"/>
          </p:cNvSpPr>
          <p:nvPr>
            <p:ph type="body" idx="1"/>
          </p:nvPr>
        </p:nvSpPr>
        <p:spPr>
          <a:xfrm>
            <a:off x="3887788" y="741363"/>
            <a:ext cx="4629150" cy="3656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C1C1C"/>
              </a:buClr>
              <a:buSzPts val="3200"/>
              <a:buFont typeface="Georgia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C1C1C"/>
              </a:buClr>
              <a:buSzPts val="2800"/>
              <a:buFont typeface="Georgia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C1C1C"/>
              </a:buClr>
              <a:buSzPts val="2400"/>
              <a:buFont typeface="Georgia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body" idx="2"/>
          </p:nvPr>
        </p:nvSpPr>
        <p:spPr>
          <a:xfrm>
            <a:off x="630238" y="1543050"/>
            <a:ext cx="2949575" cy="286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2" name="Google Shape;142;p50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0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0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1"/>
          <p:cNvSpPr txBox="1"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51"/>
          <p:cNvSpPr>
            <a:spLocks noGrp="1"/>
          </p:cNvSpPr>
          <p:nvPr>
            <p:ph type="pic" idx="2"/>
          </p:nvPr>
        </p:nvSpPr>
        <p:spPr>
          <a:xfrm>
            <a:off x="3887788" y="741363"/>
            <a:ext cx="4629150" cy="3656012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51"/>
          <p:cNvSpPr txBox="1">
            <a:spLocks noGrp="1"/>
          </p:cNvSpPr>
          <p:nvPr>
            <p:ph type="body" idx="1"/>
          </p:nvPr>
        </p:nvSpPr>
        <p:spPr>
          <a:xfrm>
            <a:off x="630238" y="1543050"/>
            <a:ext cx="2949575" cy="286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C1C1C"/>
              </a:buClr>
              <a:buSzPts val="1600"/>
              <a:buFont typeface="Georgia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1C1C1C"/>
              </a:buClr>
              <a:buSzPts val="1400"/>
              <a:buFont typeface="Georgia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1C1C1C"/>
              </a:buClr>
              <a:buSzPts val="1200"/>
              <a:buFont typeface="Georgia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Georgia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9" name="Google Shape;149;p51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51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1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2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52"/>
          <p:cNvSpPr txBox="1">
            <a:spLocks noGrp="1"/>
          </p:cNvSpPr>
          <p:nvPr>
            <p:ph type="body" idx="1"/>
          </p:nvPr>
        </p:nvSpPr>
        <p:spPr>
          <a:xfrm rot="5400000">
            <a:off x="3311526" y="-774699"/>
            <a:ext cx="3395662" cy="735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52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2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2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3"/>
          <p:cNvSpPr txBox="1">
            <a:spLocks noGrp="1"/>
          </p:cNvSpPr>
          <p:nvPr>
            <p:ph type="title"/>
          </p:nvPr>
        </p:nvSpPr>
        <p:spPr>
          <a:xfrm rot="5400000">
            <a:off x="5568157" y="1481931"/>
            <a:ext cx="4398962" cy="183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3"/>
          <p:cNvSpPr txBox="1">
            <a:spLocks noGrp="1"/>
          </p:cNvSpPr>
          <p:nvPr>
            <p:ph type="body" idx="1"/>
          </p:nvPr>
        </p:nvSpPr>
        <p:spPr>
          <a:xfrm rot="5400000">
            <a:off x="1814513" y="-280987"/>
            <a:ext cx="4398962" cy="53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C1C1C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53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3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53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5.jp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8eec28cf86_0_90"/>
          <p:cNvSpPr txBox="1">
            <a:spLocks noGrp="1"/>
          </p:cNvSpPr>
          <p:nvPr>
            <p:ph type="title"/>
          </p:nvPr>
        </p:nvSpPr>
        <p:spPr>
          <a:xfrm>
            <a:off x="468313" y="268288"/>
            <a:ext cx="8207400" cy="8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1" name="Google Shape;11;g28eec28cf86_0_90"/>
          <p:cNvSpPr txBox="1">
            <a:spLocks noGrp="1"/>
          </p:cNvSpPr>
          <p:nvPr>
            <p:ph type="body" idx="1"/>
          </p:nvPr>
        </p:nvSpPr>
        <p:spPr>
          <a:xfrm>
            <a:off x="468313" y="1384300"/>
            <a:ext cx="82074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2" name="Google Shape;12;g28eec28cf86_0_90"/>
          <p:cNvSpPr txBox="1">
            <a:spLocks noGrp="1"/>
          </p:cNvSpPr>
          <p:nvPr>
            <p:ph type="dt" idx="10"/>
          </p:nvPr>
        </p:nvSpPr>
        <p:spPr>
          <a:xfrm>
            <a:off x="457200" y="4787900"/>
            <a:ext cx="2133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28eec28cf86_0_90"/>
          <p:cNvSpPr txBox="1">
            <a:spLocks noGrp="1"/>
          </p:cNvSpPr>
          <p:nvPr>
            <p:ph type="ftr" idx="11"/>
          </p:nvPr>
        </p:nvSpPr>
        <p:spPr>
          <a:xfrm>
            <a:off x="3124200" y="4787900"/>
            <a:ext cx="2895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28eec28cf86_0_90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>
            <a:spLocks noGrp="1"/>
          </p:cNvSpPr>
          <p:nvPr>
            <p:ph type="title"/>
          </p:nvPr>
        </p:nvSpPr>
        <p:spPr>
          <a:xfrm>
            <a:off x="1333500" y="201613"/>
            <a:ext cx="734218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body" idx="1"/>
          </p:nvPr>
        </p:nvSpPr>
        <p:spPr>
          <a:xfrm>
            <a:off x="1331913" y="1204913"/>
            <a:ext cx="7354887" cy="339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8" name="Google Shape;88;p33"/>
          <p:cNvSpPr txBox="1">
            <a:spLocks noGrp="1"/>
          </p:cNvSpPr>
          <p:nvPr>
            <p:ph type="dt" idx="10"/>
          </p:nvPr>
        </p:nvSpPr>
        <p:spPr>
          <a:xfrm>
            <a:off x="457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33"/>
          <p:cNvSpPr txBox="1">
            <a:spLocks noGrp="1"/>
          </p:cNvSpPr>
          <p:nvPr>
            <p:ph type="ftr" idx="11"/>
          </p:nvPr>
        </p:nvSpPr>
        <p:spPr>
          <a:xfrm>
            <a:off x="3124200" y="484187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ldNum" idx="12"/>
          </p:nvPr>
        </p:nvSpPr>
        <p:spPr>
          <a:xfrm>
            <a:off x="6553200" y="4841875"/>
            <a:ext cx="2133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1C1C1C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eec28cf86_0_83"/>
          <p:cNvSpPr txBox="1">
            <a:spLocks noGrp="1"/>
          </p:cNvSpPr>
          <p:nvPr>
            <p:ph type="sldNum" idx="12"/>
          </p:nvPr>
        </p:nvSpPr>
        <p:spPr>
          <a:xfrm>
            <a:off x="6553200" y="4787900"/>
            <a:ext cx="2122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  <p:pic>
        <p:nvPicPr>
          <p:cNvPr id="170" name="Google Shape;170;g28eec28cf86_0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25" y="0"/>
            <a:ext cx="9144000" cy="30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8eec28cf86_0_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075" y="3148475"/>
            <a:ext cx="5304292" cy="177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"/>
          <p:cNvSpPr txBox="1">
            <a:spLocks noGrp="1"/>
          </p:cNvSpPr>
          <p:nvPr>
            <p:ph type="ctrTitle"/>
          </p:nvPr>
        </p:nvSpPr>
        <p:spPr>
          <a:xfrm>
            <a:off x="178575" y="2823675"/>
            <a:ext cx="8779500" cy="11889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sz="2000" dirty="0"/>
              <a:t>        CURSO: {CURSO}                   ASIGNATURA: {ASIGNATURA}</a:t>
            </a:r>
            <a:endParaRPr sz="2000" dirty="0"/>
          </a:p>
        </p:txBody>
      </p:sp>
      <p:sp>
        <p:nvSpPr>
          <p:cNvPr id="177" name="Google Shape;177;p1"/>
          <p:cNvSpPr/>
          <p:nvPr/>
        </p:nvSpPr>
        <p:spPr>
          <a:xfrm>
            <a:off x="402900" y="4104575"/>
            <a:ext cx="833820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6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ROFESORA: Rolando E. Montero A.</a:t>
            </a: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DEPARTAMENTO DE CIENCIAS, TECNOLOGÍA Y AMBIENTE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003A48"/>
                </a:solidFill>
                <a:latin typeface="Arial"/>
                <a:ea typeface="Arial"/>
                <a:cs typeface="Arial"/>
                <a:sym typeface="Arial"/>
              </a:rPr>
              <a:t>COLEGIO FEDERICO  OZANAM- PUERTO MONTT</a:t>
            </a:r>
            <a:endParaRPr sz="1200" b="0" i="0" u="none" strike="noStrike" cap="none" dirty="0">
              <a:solidFill>
                <a:srgbClr val="003A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 txBox="1"/>
          <p:nvPr/>
        </p:nvSpPr>
        <p:spPr>
          <a:xfrm>
            <a:off x="3617474" y="206150"/>
            <a:ext cx="2625281" cy="492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dist="17961" dir="2700000" algn="ctr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s-419" sz="2000" b="1" i="0" u="none" strike="noStrike" cap="none" dirty="0">
                <a:solidFill>
                  <a:srgbClr val="003A48"/>
                </a:solidFill>
                <a:latin typeface="Georgia"/>
                <a:ea typeface="Georgia"/>
                <a:cs typeface="Georgia"/>
                <a:sym typeface="Georgia"/>
              </a:rPr>
              <a:t>CLASE N° {NC}</a:t>
            </a:r>
            <a:endParaRPr sz="1400" b="1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6466b3f153_0_171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sp>
        <p:nvSpPr>
          <p:cNvPr id="191" name="Google Shape;191;g26466b3f153_0_171"/>
          <p:cNvSpPr txBox="1"/>
          <p:nvPr/>
        </p:nvSpPr>
        <p:spPr>
          <a:xfrm>
            <a:off x="514413" y="1229041"/>
            <a:ext cx="2535900" cy="1522200"/>
          </a:xfrm>
          <a:prstGeom prst="rect">
            <a:avLst/>
          </a:prstGeom>
          <a:solidFill>
            <a:srgbClr val="E8F5D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se permiten celulares. Si ingresas con ellos deberás dejarlos SIEMPRE en la caja dispuesta para aquello.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26466b3f153_0_171"/>
          <p:cNvSpPr txBox="1"/>
          <p:nvPr/>
        </p:nvSpPr>
        <p:spPr>
          <a:xfrm>
            <a:off x="3304046" y="1229041"/>
            <a:ext cx="2535900" cy="1522200"/>
          </a:xfrm>
          <a:prstGeom prst="rect">
            <a:avLst/>
          </a:prstGeom>
          <a:solidFill>
            <a:srgbClr val="C4EBF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uso de audífonos y cualquier elemento tecnológico no serán admitidos en clases.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3" name="Google Shape;193;g26466b3f153_0_171"/>
          <p:cNvSpPr txBox="1"/>
          <p:nvPr/>
        </p:nvSpPr>
        <p:spPr>
          <a:xfrm>
            <a:off x="6093680" y="1229041"/>
            <a:ext cx="2535900" cy="1522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uso de maquillajes, alisadores, espejos, etc. no están autorizados en clases.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26466b3f153_0_171"/>
          <p:cNvSpPr txBox="1"/>
          <p:nvPr/>
        </p:nvSpPr>
        <p:spPr>
          <a:xfrm>
            <a:off x="514413" y="2950615"/>
            <a:ext cx="2535900" cy="152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se puede entrar con mochilas, bolsos de deporte o implementos deportivos a la sala temática.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g26466b3f153_0_171"/>
          <p:cNvSpPr txBox="1"/>
          <p:nvPr/>
        </p:nvSpPr>
        <p:spPr>
          <a:xfrm>
            <a:off x="3304046" y="2950615"/>
            <a:ext cx="2535900" cy="1522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permiten botellas con agua, pero deben ser transparentes.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26466b3f153_0_171"/>
          <p:cNvSpPr txBox="1"/>
          <p:nvPr/>
        </p:nvSpPr>
        <p:spPr>
          <a:xfrm>
            <a:off x="6093680" y="2950615"/>
            <a:ext cx="2535900" cy="1522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Nuestra sala no se puede convertir en una bodega para trabajos de otras asignaturas.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g26466b3f153_0_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466b3f153_0_182"/>
          <p:cNvSpPr txBox="1"/>
          <p:nvPr/>
        </p:nvSpPr>
        <p:spPr>
          <a:xfrm>
            <a:off x="1461925" y="1345712"/>
            <a:ext cx="2961900" cy="1461900"/>
          </a:xfrm>
          <a:prstGeom prst="rect">
            <a:avLst/>
          </a:prstGeom>
          <a:solidFill>
            <a:srgbClr val="E8F5D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Tienes 3 minutos para ingresar a ésta sala temática desde el timbre, después de eso quedará consignado el atraso en tu hoja de vida en el libro de clases en LIRMI.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g26466b3f153_0_182"/>
          <p:cNvSpPr txBox="1"/>
          <p:nvPr/>
        </p:nvSpPr>
        <p:spPr>
          <a:xfrm>
            <a:off x="4720175" y="1345712"/>
            <a:ext cx="2961900" cy="14619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mobiliario del aula se debe cuidar, si algún estudiante lo raya, rompe o destruye deberá reponerlo y además quedará registrado en su hoja de vida. 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g26466b3f153_0_182"/>
          <p:cNvSpPr txBox="1"/>
          <p:nvPr/>
        </p:nvSpPr>
        <p:spPr>
          <a:xfrm>
            <a:off x="1461925" y="3123331"/>
            <a:ext cx="2961900" cy="14619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llegará a olvidar algún material de clase, no podrá salir de ésta a buscarlo.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26466b3f153_0_182"/>
          <p:cNvSpPr txBox="1"/>
          <p:nvPr/>
        </p:nvSpPr>
        <p:spPr>
          <a:xfrm>
            <a:off x="4720175" y="3123331"/>
            <a:ext cx="2961900" cy="1461900"/>
          </a:xfrm>
          <a:prstGeom prst="rect">
            <a:avLst/>
          </a:prstGeom>
          <a:solidFill>
            <a:srgbClr val="C4EBF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Está prohibido ir al baño, se autorizará solo casos de emergencia y situaciones excepcionales, previo aviso en convivencia escolar en wsp del ciclo.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26466b3f153_0_182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pic>
        <p:nvPicPr>
          <p:cNvPr id="207" name="Google Shape;207;g26466b3f153_0_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466b3f153_0_191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dirty="0"/>
              <a:t>En esta sala…</a:t>
            </a:r>
            <a:endParaRPr dirty="0"/>
          </a:p>
        </p:txBody>
      </p:sp>
      <p:pic>
        <p:nvPicPr>
          <p:cNvPr id="213" name="Google Shape;213;g26466b3f153_0_1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26466b3f153_0_191"/>
          <p:cNvSpPr txBox="1"/>
          <p:nvPr/>
        </p:nvSpPr>
        <p:spPr>
          <a:xfrm>
            <a:off x="535076" y="1366665"/>
            <a:ext cx="2428800" cy="17778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el cuaderno se registra: nº de clase, fecha, unidad y objetivo,  las actividades y retroalimentaciones de estas y evaluaciones. (se revisan en clases).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g26466b3f153_0_191"/>
          <p:cNvSpPr txBox="1"/>
          <p:nvPr/>
        </p:nvSpPr>
        <p:spPr>
          <a:xfrm>
            <a:off x="6070375" y="1366665"/>
            <a:ext cx="2428800" cy="17778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Hacer buen uso de los contenedores de reciclaje, apoyando a los agentes de cambio.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26466b3f153_0_191"/>
          <p:cNvSpPr txBox="1"/>
          <p:nvPr/>
        </p:nvSpPr>
        <p:spPr>
          <a:xfrm>
            <a:off x="3278701" y="1366665"/>
            <a:ext cx="2586600" cy="17778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Siempre tomar apuntes en clases (la memoria es frágil, no todo está en el PPT y no usaremos Classroom)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g26466b3f153_0_191"/>
          <p:cNvSpPr txBox="1"/>
          <p:nvPr/>
        </p:nvSpPr>
        <p:spPr>
          <a:xfrm>
            <a:off x="3278701" y="3262540"/>
            <a:ext cx="2586600" cy="17778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entury Gothic"/>
              <a:buNone/>
            </a:pPr>
            <a:r>
              <a:rPr lang="es-419" sz="1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contar con sus materiales básicos de clases, quedará registrado en su hoja de vida (cuaderno, libro, lápiz, carpeta, guías, etc)</a:t>
            </a:r>
            <a:endParaRPr sz="16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6466b3f153_0_200"/>
          <p:cNvSpPr txBox="1">
            <a:spLocks noGrp="1"/>
          </p:cNvSpPr>
          <p:nvPr>
            <p:ph type="title"/>
          </p:nvPr>
        </p:nvSpPr>
        <p:spPr>
          <a:xfrm>
            <a:off x="311700" y="292940"/>
            <a:ext cx="8520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sz="4800"/>
              <a:t>¡IMPORTANTE!</a:t>
            </a:r>
            <a:endParaRPr sz="4800"/>
          </a:p>
        </p:txBody>
      </p:sp>
      <p:grpSp>
        <p:nvGrpSpPr>
          <p:cNvPr id="223" name="Google Shape;223;g26466b3f153_0_200"/>
          <p:cNvGrpSpPr/>
          <p:nvPr/>
        </p:nvGrpSpPr>
        <p:grpSpPr>
          <a:xfrm>
            <a:off x="1471620" y="1405000"/>
            <a:ext cx="7300755" cy="2258177"/>
            <a:chOff x="1732707" y="3851905"/>
            <a:chExt cx="7300755" cy="2257500"/>
          </a:xfrm>
        </p:grpSpPr>
        <p:sp>
          <p:nvSpPr>
            <p:cNvPr id="224" name="Google Shape;224;g26466b3f153_0_200"/>
            <p:cNvSpPr txBox="1"/>
            <p:nvPr/>
          </p:nvSpPr>
          <p:spPr>
            <a:xfrm>
              <a:off x="1732707" y="3851908"/>
              <a:ext cx="3515100" cy="2182500"/>
            </a:xfrm>
            <a:prstGeom prst="rect">
              <a:avLst/>
            </a:prstGeom>
            <a:solidFill>
              <a:srgbClr val="A7FFE0">
                <a:alpha val="27058"/>
              </a:srgbClr>
            </a:solidFill>
            <a:ln w="9525" cap="flat" cmpd="sng">
              <a:solidFill>
                <a:srgbClr val="003A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entury Gothic"/>
                <a:buNone/>
              </a:pPr>
              <a:r>
                <a:rPr lang="es-419" sz="15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Cualquier llamada personal no podrá ser contestada, ya que el apoderado debe informar a secretaria o convivencia escolar si acontece algo infrecuente; y éstos informarán al educando.</a:t>
              </a:r>
              <a:endParaRPr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g26466b3f153_0_200"/>
            <p:cNvSpPr txBox="1"/>
            <p:nvPr/>
          </p:nvSpPr>
          <p:spPr>
            <a:xfrm>
              <a:off x="5518362" y="3851905"/>
              <a:ext cx="3515100" cy="2257500"/>
            </a:xfrm>
            <a:prstGeom prst="rect">
              <a:avLst/>
            </a:prstGeom>
            <a:solidFill>
              <a:srgbClr val="A7FFE0">
                <a:alpha val="27058"/>
              </a:srgbClr>
            </a:solidFill>
            <a:ln w="9525" cap="flat" cmpd="sng">
              <a:solidFill>
                <a:srgbClr val="003A4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entury Gothic"/>
                <a:buNone/>
              </a:pPr>
              <a:r>
                <a:rPr lang="es-419" sz="1500" b="1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 caso de pérdida de la llave del candado, el estudiante debe informar a Convivencia Escolar e Inspectoría, quién solicitará la apertura del lockers. Por ningún motivo el estudiante debe intentar abrirlo por su cuenta y menos tratar de forzarlo.</a:t>
              </a:r>
              <a:endParaRPr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26" name="Google Shape;226;g26466b3f153_0_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6466b3f153_0_200"/>
          <p:cNvSpPr txBox="1"/>
          <p:nvPr/>
        </p:nvSpPr>
        <p:spPr>
          <a:xfrm>
            <a:off x="1471625" y="3813076"/>
            <a:ext cx="3515100" cy="1332000"/>
          </a:xfrm>
          <a:prstGeom prst="rect">
            <a:avLst/>
          </a:prstGeom>
          <a:solidFill>
            <a:srgbClr val="A7FFE0">
              <a:alpha val="27058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entury Gothic"/>
              <a:buNone/>
            </a:pPr>
            <a:r>
              <a:rPr lang="es-419"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usted tiene un inconveniente en clases, SIEMPRE AVISAR AL PROFESOR EN EL MOMENTO.</a:t>
            </a:r>
            <a:endParaRPr sz="15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8" name="Google Shape;228;g26466b3f153_0_200"/>
          <p:cNvSpPr txBox="1"/>
          <p:nvPr/>
        </p:nvSpPr>
        <p:spPr>
          <a:xfrm>
            <a:off x="5257275" y="3813076"/>
            <a:ext cx="3515100" cy="1332000"/>
          </a:xfrm>
          <a:prstGeom prst="rect">
            <a:avLst/>
          </a:prstGeom>
          <a:solidFill>
            <a:srgbClr val="A7FFE0">
              <a:alpha val="27058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entury Gothic"/>
              <a:buNone/>
            </a:pPr>
            <a:r>
              <a:rPr lang="es-419" sz="15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de su responsabilidad CUIDAR SUS MATERIALES. En esta sala no puede dejar sus materiales y trabajos.</a:t>
            </a:r>
            <a:endParaRPr sz="15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g26466b3f153_0_210"/>
          <p:cNvGrpSpPr/>
          <p:nvPr/>
        </p:nvGrpSpPr>
        <p:grpSpPr>
          <a:xfrm>
            <a:off x="653800" y="1314278"/>
            <a:ext cx="7836396" cy="3368473"/>
            <a:chOff x="0" y="-132"/>
            <a:chExt cx="8520600" cy="3867363"/>
          </a:xfrm>
        </p:grpSpPr>
        <p:sp>
          <p:nvSpPr>
            <p:cNvPr id="234" name="Google Shape;234;g26466b3f153_0_210"/>
            <p:cNvSpPr/>
            <p:nvPr/>
          </p:nvSpPr>
          <p:spPr>
            <a:xfrm>
              <a:off x="0" y="2335131"/>
              <a:ext cx="8520600" cy="1532100"/>
            </a:xfrm>
            <a:prstGeom prst="rect">
              <a:avLst/>
            </a:prstGeom>
            <a:solidFill>
              <a:srgbClr val="FFFF00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26466b3f153_0_210"/>
            <p:cNvSpPr txBox="1"/>
            <p:nvPr/>
          </p:nvSpPr>
          <p:spPr>
            <a:xfrm>
              <a:off x="0" y="2335131"/>
              <a:ext cx="8520600" cy="1532100"/>
            </a:xfrm>
            <a:prstGeom prst="rect">
              <a:avLst/>
            </a:prstGeom>
            <a:solidFill>
              <a:srgbClr val="FFFB98"/>
            </a:solidFill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Century Gothic"/>
                <a:buNone/>
              </a:pPr>
              <a:r>
                <a:rPr lang="es-419" sz="23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Cada profesor que haga uso de la sala temática podrá instaurar sus propios acuerdos, considerando las necesidades de su asignatura.</a:t>
              </a:r>
              <a:endParaRPr sz="23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6" name="Google Shape;236;g26466b3f153_0_210"/>
            <p:cNvSpPr/>
            <p:nvPr/>
          </p:nvSpPr>
          <p:spPr>
            <a:xfrm rot="10800000">
              <a:off x="0" y="-132"/>
              <a:ext cx="8520600" cy="2356500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95E2D1"/>
            </a:solidFill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26466b3f153_0_210"/>
            <p:cNvSpPr txBox="1"/>
            <p:nvPr/>
          </p:nvSpPr>
          <p:spPr>
            <a:xfrm>
              <a:off x="0" y="0"/>
              <a:ext cx="8520600" cy="153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63575" tIns="163575" rIns="163575" bIns="163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Century Gothic"/>
                <a:buNone/>
              </a:pPr>
              <a:r>
                <a:rPr lang="es-419" sz="2300" b="0" i="0" u="none" strike="noStrike" cap="non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dejará registro (observación neutra) si acontece alguna situación atípica en el quehacer cotidiano. (Por ejemplo, ir a enfermería, protocolo “tomar aire”, etc.)</a:t>
              </a:r>
              <a:endParaRPr sz="23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238" name="Google Shape;238;g26466b3f153_0_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25" y="85701"/>
            <a:ext cx="800100" cy="10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466b3f153_0_219"/>
          <p:cNvSpPr txBox="1">
            <a:spLocks noGrp="1"/>
          </p:cNvSpPr>
          <p:nvPr>
            <p:ph type="body" idx="1"/>
          </p:nvPr>
        </p:nvSpPr>
        <p:spPr>
          <a:xfrm>
            <a:off x="311700" y="1229051"/>
            <a:ext cx="8520600" cy="3341100"/>
          </a:xfrm>
          <a:prstGeom prst="rect">
            <a:avLst/>
          </a:prstGeom>
          <a:solidFill>
            <a:srgbClr val="95E2D1">
              <a:alpha val="4901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s-419" sz="2600" b="1"/>
              <a:t>Queda estrictamente prohibido ingerir alimentos en esta aula temática, ya que es laboratorio.</a:t>
            </a:r>
            <a:endParaRPr sz="2600" b="1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600" b="1"/>
          </a:p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s-419" sz="2600" b="1"/>
              <a:t>No se puede manipular el material que no corresponde a la clase impartida.</a:t>
            </a:r>
            <a:endParaRPr sz="2600" b="1"/>
          </a:p>
        </p:txBody>
      </p:sp>
      <p:sp>
        <p:nvSpPr>
          <p:cNvPr id="245" name="Google Shape;245;g26466b3f153_0_219"/>
          <p:cNvSpPr txBox="1">
            <a:spLocks noGrp="1"/>
          </p:cNvSpPr>
          <p:nvPr>
            <p:ph type="sldNum" idx="12"/>
          </p:nvPr>
        </p:nvSpPr>
        <p:spPr>
          <a:xfrm>
            <a:off x="8472458" y="466464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 w="9525" cap="flat" cmpd="sng">
            <a:solidFill>
              <a:srgbClr val="1C1C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419" sz="2000" b="1" dirty="0"/>
              <a:t>CLASE N°: {NC}</a:t>
            </a:r>
            <a:endParaRPr sz="1500" b="1" dirty="0"/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BE08EA-8FE3-9968-869A-4A22B21D4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914807"/>
            <a:ext cx="3868800" cy="2851098"/>
          </a:xfrm>
          <a:ln>
            <a:solidFill>
              <a:schemeClr val="bg2"/>
            </a:solidFill>
          </a:ln>
        </p:spPr>
        <p:txBody>
          <a:bodyPr/>
          <a:lstStyle/>
          <a:p>
            <a:pPr lvl="0" indent="0">
              <a:buClr>
                <a:srgbClr val="000000"/>
              </a:buClr>
              <a:buSzPts val="2000"/>
            </a:pPr>
            <a:r>
              <a:rPr lang="es-419" b="1" dirty="0"/>
              <a:t>UNIDAD:</a:t>
            </a:r>
            <a:r>
              <a:rPr lang="es-419" dirty="0">
                <a:solidFill>
                  <a:schemeClr val="dk2"/>
                </a:solidFill>
              </a:rPr>
              <a:t> </a:t>
            </a:r>
          </a:p>
          <a:p>
            <a:pPr lvl="0" indent="0">
              <a:buClr>
                <a:srgbClr val="000000"/>
              </a:buClr>
              <a:buSzPts val="2000"/>
            </a:pPr>
            <a:r>
              <a:rPr lang="es-419" dirty="0">
                <a:solidFill>
                  <a:schemeClr val="dk2"/>
                </a:solidFill>
              </a:rPr>
              <a:t>{UNIDAD}</a:t>
            </a:r>
            <a:endParaRPr lang="es-419" b="1" dirty="0"/>
          </a:p>
          <a:p>
            <a:pPr lvl="0" indent="0"/>
            <a:endParaRPr lang="es-419" b="1" dirty="0"/>
          </a:p>
          <a:p>
            <a:pPr lvl="0" indent="0">
              <a:buClr>
                <a:schemeClr val="dk2"/>
              </a:buClr>
              <a:buSzPts val="1100"/>
            </a:pPr>
            <a:r>
              <a:rPr lang="es-419" b="1" dirty="0"/>
              <a:t>CONTENIDOS:</a:t>
            </a:r>
          </a:p>
          <a:p>
            <a:pPr lvl="0" indent="0">
              <a:buClr>
                <a:schemeClr val="dk2"/>
              </a:buClr>
              <a:buSzPts val="1100"/>
            </a:pPr>
            <a:r>
              <a:rPr lang="es-419" dirty="0">
                <a:solidFill>
                  <a:schemeClr val="dk2"/>
                </a:solidFill>
              </a:rPr>
              <a:t>{CONTENIDOS}</a:t>
            </a:r>
          </a:p>
          <a:p>
            <a:endParaRPr lang="es-CL" dirty="0"/>
          </a:p>
        </p:txBody>
      </p:sp>
      <p:sp>
        <p:nvSpPr>
          <p:cNvPr id="276" name="Google Shape;276;p2"/>
          <p:cNvSpPr txBox="1">
            <a:spLocks noGrp="1"/>
          </p:cNvSpPr>
          <p:nvPr>
            <p:ph type="body" idx="2"/>
          </p:nvPr>
        </p:nvSpPr>
        <p:spPr>
          <a:xfrm>
            <a:off x="630238" y="3892905"/>
            <a:ext cx="7886612" cy="102199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-419" b="1" dirty="0">
                <a:solidFill>
                  <a:schemeClr val="dk2"/>
                </a:solidFill>
                <a:highlight>
                  <a:schemeClr val="lt1"/>
                </a:highlight>
              </a:rPr>
              <a:t>OA: </a:t>
            </a:r>
            <a:r>
              <a:rPr lang="es-419" sz="1800" dirty="0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 {OA}.</a:t>
            </a:r>
            <a:endParaRPr b="1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just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sz="1500" dirty="0">
              <a:solidFill>
                <a:schemeClr val="dk2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</a:pPr>
            <a:endParaRPr sz="1200" dirty="0"/>
          </a:p>
          <a:p>
            <a:pPr marL="0" lvl="0" indent="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</a:pPr>
            <a:endParaRPr dirty="0"/>
          </a:p>
          <a:p>
            <a:pPr marL="342900" lvl="0" indent="-215900" algn="just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C1C1C"/>
              </a:buClr>
              <a:buSzPts val="2000"/>
              <a:buFont typeface="Georgia"/>
              <a:buNone/>
            </a:pPr>
            <a:endParaRPr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8D92AB-CD0A-9AD2-3F98-0A25564F0E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914808"/>
            <a:ext cx="3887700" cy="2223606"/>
          </a:xfrm>
          <a:ln>
            <a:solidFill>
              <a:schemeClr val="bg2"/>
            </a:solidFill>
          </a:ln>
        </p:spPr>
        <p:txBody>
          <a:bodyPr/>
          <a:lstStyle/>
          <a:p>
            <a:pPr lvl="0" indent="0">
              <a:buSzPts val="1800"/>
            </a:pPr>
            <a:r>
              <a:rPr lang="es-419" b="1" dirty="0"/>
              <a:t>HABILIDADES:</a:t>
            </a:r>
            <a:endParaRPr lang="es-419" sz="2200" b="1" dirty="0">
              <a:solidFill>
                <a:schemeClr val="dk2"/>
              </a:solidFill>
              <a:latin typeface="Book Antiqua"/>
              <a:sym typeface="Book Antiqua"/>
            </a:endParaRPr>
          </a:p>
          <a:p>
            <a:pPr marL="342900"/>
            <a:r>
              <a:rPr lang="es-419" b="1" dirty="0">
                <a:solidFill>
                  <a:schemeClr val="dk2"/>
                </a:solidFill>
                <a:latin typeface="Book Antiqua"/>
                <a:sym typeface="Book Antiqua"/>
              </a:rPr>
              <a:t>{HABILIDADES}</a:t>
            </a:r>
          </a:p>
          <a:p>
            <a:endParaRPr lang="es-CL" dirty="0"/>
          </a:p>
        </p:txBody>
      </p:sp>
      <p:sp>
        <p:nvSpPr>
          <p:cNvPr id="277" name="Google Shape;277;p2"/>
          <p:cNvSpPr txBox="1">
            <a:spLocks noGrp="1"/>
          </p:cNvSpPr>
          <p:nvPr>
            <p:ph type="body" idx="4"/>
          </p:nvPr>
        </p:nvSpPr>
        <p:spPr>
          <a:xfrm>
            <a:off x="4629150" y="3265414"/>
            <a:ext cx="3887700" cy="50049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419" sz="1800" b="1" dirty="0">
                <a:solidFill>
                  <a:schemeClr val="dk2"/>
                </a:solidFill>
                <a:latin typeface="Book Antiqua"/>
                <a:sym typeface="Book Antiqua"/>
              </a:rPr>
              <a:t>VIRTUD: {VIRTUD}</a:t>
            </a:r>
            <a:endParaRPr sz="1800" b="1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43C29C-BF0B-CCA1-7044-B6DA35148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r"/>
            <a:r>
              <a:rPr lang="es-CL" dirty="0"/>
              <a:t>FECHA: {{FECHA}}</a:t>
            </a:r>
          </a:p>
        </p:txBody>
      </p:sp>
      <p:sp>
        <p:nvSpPr>
          <p:cNvPr id="278" name="Google Shape;278;p2"/>
          <p:cNvSpPr txBox="1">
            <a:spLocks noGrp="1"/>
          </p:cNvSpPr>
          <p:nvPr>
            <p:ph type="sldNum" idx="4294967295"/>
          </p:nvPr>
        </p:nvSpPr>
        <p:spPr>
          <a:xfrm>
            <a:off x="7021513" y="4787900"/>
            <a:ext cx="212248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92B0A-F08E-70F2-1140-46E863D5B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000" y="236127"/>
            <a:ext cx="6912000" cy="750371"/>
          </a:xfrm>
        </p:spPr>
        <p:txBody>
          <a:bodyPr/>
          <a:lstStyle/>
          <a:p>
            <a:r>
              <a:rPr lang="es-419" b="1" dirty="0">
                <a:solidFill>
                  <a:srgbClr val="000000"/>
                </a:solidFill>
              </a:rPr>
              <a:t>OBJETIVO  DE LA CLASE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04974D-B368-6207-DCC3-6359F360F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0756" y="3025106"/>
            <a:ext cx="6912000" cy="1762794"/>
          </a:xfrm>
        </p:spPr>
        <p:txBody>
          <a:bodyPr/>
          <a:lstStyle/>
          <a:p>
            <a:r>
              <a:rPr lang="es-419" b="1">
                <a:solidFill>
                  <a:srgbClr val="000000"/>
                </a:solidFill>
              </a:rPr>
              <a:t> {OC}</a:t>
            </a:r>
            <a:endParaRPr lang="es-419" b="1" dirty="0">
              <a:solidFill>
                <a:srgbClr val="000000"/>
              </a:solidFill>
            </a:endParaRPr>
          </a:p>
        </p:txBody>
      </p:sp>
      <p:sp>
        <p:nvSpPr>
          <p:cNvPr id="286" name="Google Shape;286;gea80fbcc6e_1_1"/>
          <p:cNvSpPr txBox="1">
            <a:spLocks noGrp="1"/>
          </p:cNvSpPr>
          <p:nvPr>
            <p:ph type="sldNum" idx="4294967295"/>
          </p:nvPr>
        </p:nvSpPr>
        <p:spPr>
          <a:xfrm>
            <a:off x="7021513" y="4787900"/>
            <a:ext cx="2122487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593</Words>
  <Application>Microsoft Macintosh PowerPoint</Application>
  <PresentationFormat>Personalizado</PresentationFormat>
  <Paragraphs>55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Georgia</vt:lpstr>
      <vt:lpstr>Century Gothic</vt:lpstr>
      <vt:lpstr>Book Antiqua</vt:lpstr>
      <vt:lpstr>template</vt:lpstr>
      <vt:lpstr>Custom Design</vt:lpstr>
      <vt:lpstr>Presentación de PowerPoint</vt:lpstr>
      <vt:lpstr>        CURSO: {CURSO}                   ASIGNATURA: {ASIGNATURA}</vt:lpstr>
      <vt:lpstr>En esta sala…</vt:lpstr>
      <vt:lpstr>En esta sala…</vt:lpstr>
      <vt:lpstr>En esta sala…</vt:lpstr>
      <vt:lpstr>¡IMPORTANTE!</vt:lpstr>
      <vt:lpstr>Presentación de PowerPoint</vt:lpstr>
      <vt:lpstr>Presentación de PowerPoint</vt:lpstr>
      <vt:lpstr>CLASE N°: {NC}</vt:lpstr>
      <vt:lpstr>OBJETIVO  DE LA CLASE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Cleria</dc:creator>
  <cp:lastModifiedBy>Rolando Montero</cp:lastModifiedBy>
  <cp:revision>13</cp:revision>
  <dcterms:created xsi:type="dcterms:W3CDTF">2020-03-02T15:31:54Z</dcterms:created>
  <dcterms:modified xsi:type="dcterms:W3CDTF">2026-07-23T17:02:06Z</dcterms:modified>
</cp:coreProperties>
</file>