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13"/>
  </p:notesMasterIdLst>
  <p:sldIdLst>
    <p:sldId id="256" r:id="rId3"/>
    <p:sldId id="257" r:id="rId4"/>
    <p:sldId id="259" r:id="rId5"/>
    <p:sldId id="260" r:id="rId6"/>
    <p:sldId id="261" r:id="rId7"/>
    <p:sldId id="262" r:id="rId8"/>
    <p:sldId id="263" r:id="rId9"/>
    <p:sldId id="264" r:id="rId10"/>
    <p:sldId id="268" r:id="rId11"/>
    <p:sldId id="269" r:id="rId12"/>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Lst>
  <p:sldSz cx="9144000" cy="5145088"/>
  <p:notesSz cx="6858000" cy="9144000"/>
  <p:embeddedFontLst>
    <p:embeddedFont>
      <p:font typeface="Book Antiqua" panose="02040602050305030304" pitchFamily="18" charset="0"/>
      <p:regular r:id="rId14"/>
      <p:bold r:id="rId15"/>
      <p:italic r:id="rId16"/>
      <p:boldItalic r:id="rId17"/>
    </p:embeddedFont>
    <p:embeddedFont>
      <p:font typeface="Century Gothic" panose="020B0502020202020204" pitchFamily="34" charset="0"/>
      <p:regular r:id="rId18"/>
      <p:bold r:id="rId19"/>
      <p:italic r:id="rId20"/>
      <p:boldItalic r:id="rId21"/>
    </p:embeddedFont>
    <p:embeddedFont>
      <p:font typeface="Georgia" panose="02040502050405020303" pitchFamily="18"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iw0p73h7ldKOtk4YFiDGGUra73+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DD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D94565-BB2C-456D-A28C-F0BD89234FAE}">
  <a:tblStyle styleId="{57D94565-BB2C-456D-A28C-F0BD89234FA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032"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17.xml"/><Relationship Id="rId38" Type="http://schemas.openxmlformats.org/officeDocument/2006/relationships/slide" Target="slides/slide18.xml"/><Relationship Id="rId39" Type="http://schemas.openxmlformats.org/officeDocument/2006/relationships/slide" Target="slides/slide19.xml"/><Relationship Id="rId40" Type="http://schemas.openxmlformats.org/officeDocument/2006/relationships/slide" Target="slides/slide20.xml"/><Relationship Id="rId41" Type="http://schemas.openxmlformats.org/officeDocument/2006/relationships/slide" Target="slides/slide21.xml"/><Relationship Id="rId42" Type="http://schemas.openxmlformats.org/officeDocument/2006/relationships/slide" Target="slides/slide22.xml"/><Relationship Id="rId43" Type="http://schemas.openxmlformats.org/officeDocument/2006/relationships/slide" Target="slides/slide23.xml"/><Relationship Id="rId51" Type="http://customschemas.google.com/relationships/presentationmetadata" Target="metadata"/><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419"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8eec28cf86_0_8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6" name="Google Shape;166;g28eec28cf86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67" name="Google Shape;167;g28eec28cf86_0_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419"/>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74" name="Google Shape;174;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6466b3f153_0_17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8" name="Google Shape;188;g26466b3f153_0_1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6466b3f153_0_18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0" name="Google Shape;200;g26466b3f153_0_1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6466b3f153_0_19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0" name="Google Shape;210;g26466b3f153_0_1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6466b3f153_0_20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0" name="Google Shape;220;g26466b3f153_0_2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6466b3f153_0_21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1" name="Google Shape;231;g26466b3f153_0_2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6466b3f153_0_21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1" name="Google Shape;241;g26466b3f153_0_2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42" name="Google Shape;242;g26466b3f153_0_2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419"/>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73" name="Google Shape;273;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ea80fbcc6e_1_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3" name="Google Shape;283;gea80fbcc6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84" name="Google Shape;284;gea80fbcc6e_1_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419"/>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
        <p:cNvGrpSpPr/>
        <p:nvPr/>
      </p:nvGrpSpPr>
      <p:grpSpPr>
        <a:xfrm>
          <a:off x="0" y="0"/>
          <a:ext cx="0" cy="0"/>
          <a:chOff x="0" y="0"/>
          <a:chExt cx="0" cy="0"/>
        </a:xfrm>
      </p:grpSpPr>
      <p:sp>
        <p:nvSpPr>
          <p:cNvPr id="16" name="Google Shape;16;g28eec28cf86_0_112"/>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g28eec28cf86_0_112"/>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g28eec28cf86_0_112"/>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g28eec28cf86_0_96"/>
          <p:cNvSpPr txBox="1">
            <a:spLocks noGrp="1"/>
          </p:cNvSpPr>
          <p:nvPr>
            <p:ph type="ctrTitle"/>
          </p:nvPr>
        </p:nvSpPr>
        <p:spPr>
          <a:xfrm>
            <a:off x="1116013" y="2932113"/>
            <a:ext cx="6912000" cy="1135200"/>
          </a:xfrm>
          <a:prstGeom prst="rect">
            <a:avLst/>
          </a:prstGeom>
          <a:noFill/>
          <a:ln>
            <a:noFill/>
          </a:ln>
          <a:effectLst>
            <a:outerShdw dist="17961" dir="2700000" algn="ctr" rotWithShape="0">
              <a:schemeClr val="lt2"/>
            </a:outerShdw>
          </a:effectLst>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g28eec28cf86_0_96"/>
          <p:cNvSpPr txBox="1">
            <a:spLocks noGrp="1"/>
          </p:cNvSpPr>
          <p:nvPr>
            <p:ph type="subTitle" idx="1"/>
          </p:nvPr>
        </p:nvSpPr>
        <p:spPr>
          <a:xfrm>
            <a:off x="1116013" y="4156075"/>
            <a:ext cx="6912000" cy="377700"/>
          </a:xfrm>
          <a:prstGeom prst="rect">
            <a:avLst/>
          </a:prstGeom>
          <a:noFill/>
          <a:ln>
            <a:noFill/>
          </a:ln>
          <a:effectLst>
            <a:outerShdw dist="17961" dir="2700000" algn="ctr" rotWithShape="0">
              <a:schemeClr val="lt2"/>
            </a:outerShdw>
          </a:effectLst>
        </p:spPr>
        <p:txBody>
          <a:bodyPr spcFirstLastPara="1" wrap="square" lIns="91425" tIns="45700" rIns="91425" bIns="45700" anchor="t" anchorCtr="0">
            <a:noAutofit/>
          </a:bodyPr>
          <a:lstStyle>
            <a:lvl1pPr lvl="0" algn="ctr">
              <a:lnSpc>
                <a:spcPct val="100000"/>
              </a:lnSpc>
              <a:spcBef>
                <a:spcPts val="400"/>
              </a:spcBef>
              <a:spcAft>
                <a:spcPts val="0"/>
              </a:spcAft>
              <a:buClr>
                <a:srgbClr val="003A48"/>
              </a:buClr>
              <a:buSzPts val="2000"/>
              <a:buFont typeface="Georgia"/>
              <a:buNone/>
              <a:defRPr>
                <a:solidFill>
                  <a:srgbClr val="003A48"/>
                </a:solidFill>
              </a:defRPr>
            </a:lvl1pPr>
            <a:lvl2pPr lvl="1" algn="l">
              <a:lnSpc>
                <a:spcPct val="100000"/>
              </a:lnSpc>
              <a:spcBef>
                <a:spcPts val="360"/>
              </a:spcBef>
              <a:spcAft>
                <a:spcPts val="0"/>
              </a:spcAft>
              <a:buClr>
                <a:srgbClr val="1C1C1C"/>
              </a:buClr>
              <a:buSzPts val="1800"/>
              <a:buChar char="–"/>
              <a:defRPr/>
            </a:lvl2pPr>
            <a:lvl3pPr lvl="2" algn="l">
              <a:lnSpc>
                <a:spcPct val="100000"/>
              </a:lnSpc>
              <a:spcBef>
                <a:spcPts val="360"/>
              </a:spcBef>
              <a:spcAft>
                <a:spcPts val="0"/>
              </a:spcAft>
              <a:buClr>
                <a:srgbClr val="1C1C1C"/>
              </a:buClr>
              <a:buSzPts val="1800"/>
              <a:buChar char="•"/>
              <a:defRPr/>
            </a:lvl3pPr>
            <a:lvl4pPr lvl="3" algn="l">
              <a:lnSpc>
                <a:spcPct val="100000"/>
              </a:lnSpc>
              <a:spcBef>
                <a:spcPts val="360"/>
              </a:spcBef>
              <a:spcAft>
                <a:spcPts val="0"/>
              </a:spcAft>
              <a:buClr>
                <a:srgbClr val="1C1C1C"/>
              </a:buClr>
              <a:buSzPts val="1800"/>
              <a:buChar char="–"/>
              <a:defRPr/>
            </a:lvl4pPr>
            <a:lvl5pPr lvl="4" algn="l">
              <a:lnSpc>
                <a:spcPct val="100000"/>
              </a:lnSpc>
              <a:spcBef>
                <a:spcPts val="360"/>
              </a:spcBef>
              <a:spcAft>
                <a:spcPts val="0"/>
              </a:spcAft>
              <a:buClr>
                <a:srgbClr val="1C1C1C"/>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dpi="0" rotWithShape="1">
          <a:blip r:embed="rId2">
            <a:lum/>
          </a:blip>
          <a:srcRect/>
          <a:stretch>
            <a:fillRect/>
          </a:stretch>
        </a:blipFill>
        <a:effectLst/>
      </p:bgPr>
    </p:bg>
    <p:spTree>
      <p:nvGrpSpPr>
        <p:cNvPr id="1" name="Shape 22"/>
        <p:cNvGrpSpPr/>
        <p:nvPr/>
      </p:nvGrpSpPr>
      <p:grpSpPr>
        <a:xfrm>
          <a:off x="0" y="0"/>
          <a:ext cx="0" cy="0"/>
          <a:chOff x="0" y="0"/>
          <a:chExt cx="0" cy="0"/>
        </a:xfrm>
      </p:grpSpPr>
      <p:sp>
        <p:nvSpPr>
          <p:cNvPr id="23" name="Google Shape;23;g28eec28cf86_0_99"/>
          <p:cNvSpPr txBox="1">
            <a:spLocks noGrp="1"/>
          </p:cNvSpPr>
          <p:nvPr>
            <p:ph type="title"/>
          </p:nvPr>
        </p:nvSpPr>
        <p:spPr>
          <a:xfrm>
            <a:off x="1311007" y="333257"/>
            <a:ext cx="7521293" cy="801300"/>
          </a:xfrm>
          <a:prstGeom prst="rect">
            <a:avLst/>
          </a:prstGeom>
          <a:solidFill>
            <a:srgbClr val="BADDE1"/>
          </a:solid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4" name="Google Shape;24;g28eec28cf86_0_99"/>
          <p:cNvSpPr txBox="1">
            <a:spLocks noGrp="1"/>
          </p:cNvSpPr>
          <p:nvPr>
            <p:ph type="body" idx="1"/>
          </p:nvPr>
        </p:nvSpPr>
        <p:spPr>
          <a:xfrm>
            <a:off x="1311006" y="1229051"/>
            <a:ext cx="7521294" cy="3341100"/>
          </a:xfrm>
          <a:prstGeom prst="rect">
            <a:avLst/>
          </a:prstGeom>
          <a:noFill/>
          <a:ln>
            <a:noFill/>
          </a:ln>
        </p:spPr>
        <p:txBody>
          <a:bodyPr spcFirstLastPara="1" wrap="square" lIns="91425" tIns="45700" rIns="91425" bIns="45700" anchor="t" anchorCtr="0">
            <a:noAutofit/>
          </a:bodyPr>
          <a:lstStyle>
            <a:lvl1pPr marL="457200" lvl="0" indent="-355600" algn="l">
              <a:lnSpc>
                <a:spcPct val="100000"/>
              </a:lnSpc>
              <a:spcBef>
                <a:spcPts val="400"/>
              </a:spcBef>
              <a:spcAft>
                <a:spcPts val="0"/>
              </a:spcAft>
              <a:buSzPts val="2000"/>
              <a:buChar char="•"/>
              <a:defRPr/>
            </a:lvl1pPr>
            <a:lvl2pPr marL="914400" lvl="1" indent="-355600" algn="l">
              <a:lnSpc>
                <a:spcPct val="100000"/>
              </a:lnSpc>
              <a:spcBef>
                <a:spcPts val="400"/>
              </a:spcBef>
              <a:spcAft>
                <a:spcPts val="0"/>
              </a:spcAft>
              <a:buSzPts val="2000"/>
              <a:buChar char="–"/>
              <a:defRPr/>
            </a:lvl2pPr>
            <a:lvl3pPr marL="1371600" lvl="2" indent="-355600" algn="l">
              <a:lnSpc>
                <a:spcPct val="100000"/>
              </a:lnSpc>
              <a:spcBef>
                <a:spcPts val="400"/>
              </a:spcBef>
              <a:spcAft>
                <a:spcPts val="0"/>
              </a:spcAft>
              <a:buSzPts val="20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dirty="0"/>
          </a:p>
        </p:txBody>
      </p:sp>
      <p:sp>
        <p:nvSpPr>
          <p:cNvPr id="25" name="Google Shape;25;g28eec28cf86_0_99"/>
          <p:cNvSpPr txBox="1">
            <a:spLocks noGrp="1"/>
          </p:cNvSpPr>
          <p:nvPr>
            <p:ph type="sldNum" idx="12"/>
          </p:nvPr>
        </p:nvSpPr>
        <p:spPr>
          <a:xfrm>
            <a:off x="8472458" y="4664645"/>
            <a:ext cx="548700" cy="3936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userDrawn="1">
  <p:cSld name="TWO_OBJECTS_WITH_TEXT">
    <p:spTree>
      <p:nvGrpSpPr>
        <p:cNvPr id="1" name="Shape 26"/>
        <p:cNvGrpSpPr/>
        <p:nvPr/>
      </p:nvGrpSpPr>
      <p:grpSpPr>
        <a:xfrm>
          <a:off x="0" y="0"/>
          <a:ext cx="0" cy="0"/>
          <a:chOff x="0" y="0"/>
          <a:chExt cx="0" cy="0"/>
        </a:xfrm>
      </p:grpSpPr>
      <p:sp>
        <p:nvSpPr>
          <p:cNvPr id="27" name="Google Shape;27;g28eec28cf86_0_103"/>
          <p:cNvSpPr txBox="1">
            <a:spLocks noGrp="1"/>
          </p:cNvSpPr>
          <p:nvPr>
            <p:ph type="title"/>
          </p:nvPr>
        </p:nvSpPr>
        <p:spPr>
          <a:xfrm>
            <a:off x="991518" y="142201"/>
            <a:ext cx="5028282" cy="619200"/>
          </a:xfrm>
          <a:prstGeom prst="rect">
            <a:avLst/>
          </a:prstGeom>
          <a:solidFill>
            <a:schemeClr val="bg1"/>
          </a:solid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8" name="Google Shape;28;g28eec28cf86_0_103"/>
          <p:cNvSpPr txBox="1">
            <a:spLocks noGrp="1"/>
          </p:cNvSpPr>
          <p:nvPr>
            <p:ph type="body" idx="1"/>
          </p:nvPr>
        </p:nvSpPr>
        <p:spPr>
          <a:xfrm>
            <a:off x="630238" y="1260475"/>
            <a:ext cx="3868800" cy="619200"/>
          </a:xfrm>
          <a:prstGeom prst="rect">
            <a:avLst/>
          </a:prstGeom>
          <a:solidFill>
            <a:schemeClr val="bg1"/>
          </a:solidFill>
          <a:ln>
            <a:noFill/>
          </a:ln>
        </p:spPr>
        <p:txBody>
          <a:bodyPr spcFirstLastPara="1" wrap="square" lIns="91425" tIns="45700" rIns="91425" bIns="45700" anchor="t" anchorCtr="0">
            <a:noAutofit/>
          </a:bodyPr>
          <a:lstStyle>
            <a:lvl1pPr marL="0" lvl="0" indent="-228600" algn="l">
              <a:lnSpc>
                <a:spcPct val="100000"/>
              </a:lnSpc>
              <a:spcBef>
                <a:spcPts val="0"/>
              </a:spcBef>
              <a:spcAft>
                <a:spcPts val="0"/>
              </a:spcAft>
              <a:buClr>
                <a:srgbClr val="1C1C1C"/>
              </a:buClr>
              <a:buSzPts val="2400"/>
              <a:buFont typeface="Arial" panose="020B0604020202020204" pitchFamily="34" charset="0"/>
              <a:buNone/>
              <a:defRPr sz="2000" b="0"/>
            </a:lvl1pPr>
            <a:lvl2pPr marL="914400" lvl="1" indent="-228600" algn="l">
              <a:lnSpc>
                <a:spcPct val="100000"/>
              </a:lnSpc>
              <a:spcBef>
                <a:spcPts val="400"/>
              </a:spcBef>
              <a:spcAft>
                <a:spcPts val="0"/>
              </a:spcAft>
              <a:buClr>
                <a:srgbClr val="1C1C1C"/>
              </a:buClr>
              <a:buSzPts val="2000"/>
              <a:buFont typeface="Georgia"/>
              <a:buNone/>
              <a:defRPr sz="2000" b="1"/>
            </a:lvl2pPr>
            <a:lvl3pPr marL="1371600" lvl="2" indent="-228600" algn="l">
              <a:lnSpc>
                <a:spcPct val="100000"/>
              </a:lnSpc>
              <a:spcBef>
                <a:spcPts val="360"/>
              </a:spcBef>
              <a:spcAft>
                <a:spcPts val="0"/>
              </a:spcAft>
              <a:buClr>
                <a:srgbClr val="1C1C1C"/>
              </a:buClr>
              <a:buSzPts val="1800"/>
              <a:buFont typeface="Georgia"/>
              <a:buNone/>
              <a:defRPr sz="1800" b="1"/>
            </a:lvl3pPr>
            <a:lvl4pPr marL="1828800" lvl="3" indent="-228600" algn="l">
              <a:lnSpc>
                <a:spcPct val="100000"/>
              </a:lnSpc>
              <a:spcBef>
                <a:spcPts val="320"/>
              </a:spcBef>
              <a:spcAft>
                <a:spcPts val="0"/>
              </a:spcAft>
              <a:buClr>
                <a:srgbClr val="1C1C1C"/>
              </a:buClr>
              <a:buSzPts val="1600"/>
              <a:buFont typeface="Georgia"/>
              <a:buNone/>
              <a:defRPr sz="1600" b="1"/>
            </a:lvl4pPr>
            <a:lvl5pPr marL="2286000" lvl="4" indent="-228600" algn="l">
              <a:lnSpc>
                <a:spcPct val="100000"/>
              </a:lnSpc>
              <a:spcBef>
                <a:spcPts val="320"/>
              </a:spcBef>
              <a:spcAft>
                <a:spcPts val="0"/>
              </a:spcAft>
              <a:buClr>
                <a:srgbClr val="1C1C1C"/>
              </a:buClr>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29" name="Google Shape;29;g28eec28cf86_0_103"/>
          <p:cNvSpPr txBox="1">
            <a:spLocks noGrp="1"/>
          </p:cNvSpPr>
          <p:nvPr>
            <p:ph type="body" idx="2"/>
          </p:nvPr>
        </p:nvSpPr>
        <p:spPr>
          <a:xfrm>
            <a:off x="630238" y="1879600"/>
            <a:ext cx="3868800" cy="2763900"/>
          </a:xfrm>
          <a:prstGeom prst="rect">
            <a:avLst/>
          </a:prstGeom>
          <a:solidFill>
            <a:schemeClr val="bg1"/>
          </a:solidFill>
          <a:ln>
            <a:noFill/>
          </a:ln>
        </p:spPr>
        <p:txBody>
          <a:bodyPr spcFirstLastPara="1" wrap="square" lIns="91425" tIns="45700" rIns="91425" bIns="45700" anchor="t" anchorCtr="0">
            <a:noAutofit/>
          </a:bodyPr>
          <a:lstStyle>
            <a:lvl1pPr marL="0" lvl="0" indent="-342900" algn="l">
              <a:lnSpc>
                <a:spcPct val="100000"/>
              </a:lnSpc>
              <a:spcBef>
                <a:spcPts val="0"/>
              </a:spcBef>
              <a:spcAft>
                <a:spcPts val="0"/>
              </a:spcAft>
              <a:buClr>
                <a:srgbClr val="1C1C1C"/>
              </a:buClr>
              <a:buSzPts val="1800"/>
              <a:buNone/>
              <a:defRPr sz="2000" b="0"/>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0" name="Google Shape;30;g28eec28cf86_0_103"/>
          <p:cNvSpPr txBox="1">
            <a:spLocks noGrp="1"/>
          </p:cNvSpPr>
          <p:nvPr>
            <p:ph type="body" idx="3"/>
          </p:nvPr>
        </p:nvSpPr>
        <p:spPr>
          <a:xfrm>
            <a:off x="4629150" y="1260475"/>
            <a:ext cx="3887700" cy="619200"/>
          </a:xfrm>
          <a:prstGeom prst="rect">
            <a:avLst/>
          </a:prstGeom>
          <a:solidFill>
            <a:schemeClr val="bg1"/>
          </a:solidFill>
          <a:ln>
            <a:noFill/>
          </a:ln>
        </p:spPr>
        <p:txBody>
          <a:bodyPr spcFirstLastPara="1" wrap="square" lIns="91425" tIns="45700" rIns="91425" bIns="45700" anchor="t" anchorCtr="0">
            <a:noAutofit/>
          </a:bodyPr>
          <a:lstStyle>
            <a:lvl1pPr marL="0" lvl="0" indent="-228600" algn="l">
              <a:lnSpc>
                <a:spcPct val="100000"/>
              </a:lnSpc>
              <a:spcBef>
                <a:spcPts val="0"/>
              </a:spcBef>
              <a:spcAft>
                <a:spcPts val="0"/>
              </a:spcAft>
              <a:buClr>
                <a:srgbClr val="1C1C1C"/>
              </a:buClr>
              <a:buSzPts val="2400"/>
              <a:buFont typeface="Arial" panose="020B0604020202020204" pitchFamily="34" charset="0"/>
              <a:buNone/>
              <a:defRPr sz="2000" b="0"/>
            </a:lvl1pPr>
            <a:lvl2pPr marL="914400" lvl="1" indent="-228600" algn="l">
              <a:lnSpc>
                <a:spcPct val="100000"/>
              </a:lnSpc>
              <a:spcBef>
                <a:spcPts val="400"/>
              </a:spcBef>
              <a:spcAft>
                <a:spcPts val="0"/>
              </a:spcAft>
              <a:buClr>
                <a:srgbClr val="1C1C1C"/>
              </a:buClr>
              <a:buSzPts val="2000"/>
              <a:buFont typeface="Georgia"/>
              <a:buNone/>
              <a:defRPr sz="2000" b="1"/>
            </a:lvl2pPr>
            <a:lvl3pPr marL="1371600" lvl="2" indent="-228600" algn="l">
              <a:lnSpc>
                <a:spcPct val="100000"/>
              </a:lnSpc>
              <a:spcBef>
                <a:spcPts val="360"/>
              </a:spcBef>
              <a:spcAft>
                <a:spcPts val="0"/>
              </a:spcAft>
              <a:buClr>
                <a:srgbClr val="1C1C1C"/>
              </a:buClr>
              <a:buSzPts val="1800"/>
              <a:buFont typeface="Georgia"/>
              <a:buNone/>
              <a:defRPr sz="1800" b="1"/>
            </a:lvl3pPr>
            <a:lvl4pPr marL="1828800" lvl="3" indent="-228600" algn="l">
              <a:lnSpc>
                <a:spcPct val="100000"/>
              </a:lnSpc>
              <a:spcBef>
                <a:spcPts val="320"/>
              </a:spcBef>
              <a:spcAft>
                <a:spcPts val="0"/>
              </a:spcAft>
              <a:buClr>
                <a:srgbClr val="1C1C1C"/>
              </a:buClr>
              <a:buSzPts val="1600"/>
              <a:buFont typeface="Georgia"/>
              <a:buNone/>
              <a:defRPr sz="1600" b="1"/>
            </a:lvl4pPr>
            <a:lvl5pPr marL="2286000" lvl="4" indent="-228600" algn="l">
              <a:lnSpc>
                <a:spcPct val="100000"/>
              </a:lnSpc>
              <a:spcBef>
                <a:spcPts val="320"/>
              </a:spcBef>
              <a:spcAft>
                <a:spcPts val="0"/>
              </a:spcAft>
              <a:buClr>
                <a:srgbClr val="1C1C1C"/>
              </a:buClr>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g28eec28cf86_0_103"/>
          <p:cNvSpPr txBox="1">
            <a:spLocks noGrp="1"/>
          </p:cNvSpPr>
          <p:nvPr>
            <p:ph type="body" idx="4"/>
          </p:nvPr>
        </p:nvSpPr>
        <p:spPr>
          <a:xfrm>
            <a:off x="4629150" y="1879600"/>
            <a:ext cx="3887700" cy="2763900"/>
          </a:xfrm>
          <a:prstGeom prst="rect">
            <a:avLst/>
          </a:prstGeom>
          <a:solidFill>
            <a:schemeClr val="bg1"/>
          </a:solidFill>
          <a:ln>
            <a:noFill/>
          </a:ln>
        </p:spPr>
        <p:txBody>
          <a:bodyPr spcFirstLastPara="1" wrap="square" lIns="91425" tIns="45700" rIns="91425" bIns="45700" anchor="t" anchorCtr="0">
            <a:noAutofit/>
          </a:bodyPr>
          <a:lstStyle>
            <a:lvl1pPr marL="0" lvl="0" indent="-342900" algn="l">
              <a:lnSpc>
                <a:spcPct val="100000"/>
              </a:lnSpc>
              <a:spcBef>
                <a:spcPts val="0"/>
              </a:spcBef>
              <a:spcAft>
                <a:spcPts val="0"/>
              </a:spcAft>
              <a:buClr>
                <a:srgbClr val="1C1C1C"/>
              </a:buClr>
              <a:buSzPts val="1800"/>
              <a:buNone/>
              <a:defRPr sz="2000" b="0"/>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79" name="Google Shape;279;p2"/>
          <p:cNvPicPr preferRelativeResize="0"/>
          <p:nvPr userDrawn="1"/>
        </p:nvPicPr>
        <p:blipFill rotWithShape="1">
          <a:blip r:embed="rId2">
            <a:alphaModFix/>
          </a:blip>
          <a:srcRect/>
          <a:stretch/>
        </p:blipFill>
        <p:spPr>
          <a:xfrm>
            <a:off x="98013" y="110170"/>
            <a:ext cx="630238" cy="771356"/>
          </a:xfrm>
          <a:prstGeom prst="rect">
            <a:avLst/>
          </a:prstGeom>
          <a:noFill/>
          <a:ln>
            <a:noFill/>
          </a:ln>
        </p:spPr>
      </p:pic>
      <p:sp>
        <p:nvSpPr>
          <p:cNvPr id="3" name="Marcador de texto 2">
            <a:extLst>
              <a:ext uri="{FF2B5EF4-FFF2-40B4-BE49-F238E27FC236}">
                <a16:creationId xmlns:a16="http://schemas.microsoft.com/office/drawing/2014/main" id="{FA9CDF2D-609C-0B96-9390-20EDF4C94F22}"/>
              </a:ext>
            </a:extLst>
          </p:cNvPr>
          <p:cNvSpPr>
            <a:spLocks noGrp="1"/>
          </p:cNvSpPr>
          <p:nvPr>
            <p:ph type="body" sz="quarter" idx="10"/>
          </p:nvPr>
        </p:nvSpPr>
        <p:spPr>
          <a:xfrm>
            <a:off x="991518" y="409411"/>
            <a:ext cx="5028282" cy="378396"/>
          </a:xfrm>
        </p:spPr>
        <p:txBody>
          <a:bodyPr/>
          <a:lstStyle>
            <a:lvl1pPr algn="r">
              <a:buNone/>
              <a:defRPr sz="1400"/>
            </a:lvl1pPr>
          </a:lstStyle>
          <a:p>
            <a:pPr lvl="0"/>
            <a:r>
              <a:rPr lang="es-ES" dirty="0"/>
              <a:t>Haga clic para modificar los estilos de texto del patrón</a:t>
            </a:r>
            <a:endParaRPr lang="es-C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5"/>
        <p:cNvGrpSpPr/>
        <p:nvPr/>
      </p:nvGrpSpPr>
      <p:grpSpPr>
        <a:xfrm>
          <a:off x="0" y="0"/>
          <a:ext cx="0" cy="0"/>
          <a:chOff x="0" y="0"/>
          <a:chExt cx="0" cy="0"/>
        </a:xfrm>
      </p:grpSpPr>
      <p:sp>
        <p:nvSpPr>
          <p:cNvPr id="36" name="Google Shape;36;g28eec28cf86_0_116"/>
          <p:cNvSpPr txBox="1">
            <a:spLocks noGrp="1"/>
          </p:cNvSpPr>
          <p:nvPr>
            <p:ph type="title"/>
          </p:nvPr>
        </p:nvSpPr>
        <p:spPr>
          <a:xfrm>
            <a:off x="468313" y="268288"/>
            <a:ext cx="8207400" cy="866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g28eec28cf86_0_116"/>
          <p:cNvSpPr txBox="1">
            <a:spLocks noGrp="1"/>
          </p:cNvSpPr>
          <p:nvPr>
            <p:ph type="body" idx="1"/>
          </p:nvPr>
        </p:nvSpPr>
        <p:spPr>
          <a:xfrm>
            <a:off x="468313" y="1384300"/>
            <a:ext cx="8207400" cy="2917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g28eec28cf86_0_116"/>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g28eec28cf86_0_116"/>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g28eec28cf86_0_116"/>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1"/>
        <p:cNvGrpSpPr/>
        <p:nvPr/>
      </p:nvGrpSpPr>
      <p:grpSpPr>
        <a:xfrm>
          <a:off x="0" y="0"/>
          <a:ext cx="0" cy="0"/>
          <a:chOff x="0" y="0"/>
          <a:chExt cx="0" cy="0"/>
        </a:xfrm>
      </p:grpSpPr>
      <p:sp>
        <p:nvSpPr>
          <p:cNvPr id="42" name="Google Shape;42;g28eec28cf86_0_122"/>
          <p:cNvSpPr txBox="1">
            <a:spLocks noGrp="1"/>
          </p:cNvSpPr>
          <p:nvPr>
            <p:ph type="title"/>
          </p:nvPr>
        </p:nvSpPr>
        <p:spPr>
          <a:xfrm>
            <a:off x="623888" y="1282700"/>
            <a:ext cx="7886700" cy="21399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g28eec28cf86_0_122"/>
          <p:cNvSpPr txBox="1">
            <a:spLocks noGrp="1"/>
          </p:cNvSpPr>
          <p:nvPr>
            <p:ph type="body" idx="1"/>
          </p:nvPr>
        </p:nvSpPr>
        <p:spPr>
          <a:xfrm>
            <a:off x="623888" y="3443288"/>
            <a:ext cx="7886700" cy="1125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rgbClr val="1C1C1C"/>
              </a:buClr>
              <a:buSzPts val="2400"/>
              <a:buFont typeface="Georgia"/>
              <a:buNone/>
              <a:defRPr sz="2400"/>
            </a:lvl1pPr>
            <a:lvl2pPr marL="914400" lvl="1" indent="-228600" algn="l">
              <a:lnSpc>
                <a:spcPct val="100000"/>
              </a:lnSpc>
              <a:spcBef>
                <a:spcPts val="400"/>
              </a:spcBef>
              <a:spcAft>
                <a:spcPts val="0"/>
              </a:spcAft>
              <a:buClr>
                <a:srgbClr val="1C1C1C"/>
              </a:buClr>
              <a:buSzPts val="2000"/>
              <a:buFont typeface="Georgia"/>
              <a:buNone/>
              <a:defRPr sz="2000"/>
            </a:lvl2pPr>
            <a:lvl3pPr marL="1371600" lvl="2" indent="-228600" algn="l">
              <a:lnSpc>
                <a:spcPct val="100000"/>
              </a:lnSpc>
              <a:spcBef>
                <a:spcPts val="360"/>
              </a:spcBef>
              <a:spcAft>
                <a:spcPts val="0"/>
              </a:spcAft>
              <a:buClr>
                <a:srgbClr val="1C1C1C"/>
              </a:buClr>
              <a:buSzPts val="1800"/>
              <a:buFont typeface="Georgia"/>
              <a:buNone/>
              <a:defRPr sz="1800"/>
            </a:lvl3pPr>
            <a:lvl4pPr marL="1828800" lvl="3" indent="-228600" algn="l">
              <a:lnSpc>
                <a:spcPct val="100000"/>
              </a:lnSpc>
              <a:spcBef>
                <a:spcPts val="320"/>
              </a:spcBef>
              <a:spcAft>
                <a:spcPts val="0"/>
              </a:spcAft>
              <a:buClr>
                <a:srgbClr val="1C1C1C"/>
              </a:buClr>
              <a:buSzPts val="1600"/>
              <a:buFont typeface="Georgia"/>
              <a:buNone/>
              <a:defRPr sz="1600"/>
            </a:lvl4pPr>
            <a:lvl5pPr marL="2286000" lvl="4" indent="-228600" algn="l">
              <a:lnSpc>
                <a:spcPct val="100000"/>
              </a:lnSpc>
              <a:spcBef>
                <a:spcPts val="320"/>
              </a:spcBef>
              <a:spcAft>
                <a:spcPts val="0"/>
              </a:spcAft>
              <a:buClr>
                <a:srgbClr val="1C1C1C"/>
              </a:buClr>
              <a:buSzPts val="1600"/>
              <a:buFont typeface="Georgia"/>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44" name="Google Shape;44;g28eec28cf86_0_122"/>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g28eec28cf86_0_122"/>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g28eec28cf86_0_122"/>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7"/>
        <p:cNvGrpSpPr/>
        <p:nvPr/>
      </p:nvGrpSpPr>
      <p:grpSpPr>
        <a:xfrm>
          <a:off x="0" y="0"/>
          <a:ext cx="0" cy="0"/>
          <a:chOff x="0" y="0"/>
          <a:chExt cx="0" cy="0"/>
        </a:xfrm>
      </p:grpSpPr>
      <p:sp>
        <p:nvSpPr>
          <p:cNvPr id="48" name="Google Shape;48;g28eec28cf86_0_128"/>
          <p:cNvSpPr txBox="1">
            <a:spLocks noGrp="1"/>
          </p:cNvSpPr>
          <p:nvPr>
            <p:ph type="title"/>
          </p:nvPr>
        </p:nvSpPr>
        <p:spPr>
          <a:xfrm>
            <a:off x="468313" y="268288"/>
            <a:ext cx="8207400" cy="866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g28eec28cf86_0_128"/>
          <p:cNvSpPr txBox="1">
            <a:spLocks noGrp="1"/>
          </p:cNvSpPr>
          <p:nvPr>
            <p:ph type="body" idx="1"/>
          </p:nvPr>
        </p:nvSpPr>
        <p:spPr>
          <a:xfrm>
            <a:off x="468313" y="1384300"/>
            <a:ext cx="4027500" cy="2917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g28eec28cf86_0_128"/>
          <p:cNvSpPr txBox="1">
            <a:spLocks noGrp="1"/>
          </p:cNvSpPr>
          <p:nvPr>
            <p:ph type="body" idx="2"/>
          </p:nvPr>
        </p:nvSpPr>
        <p:spPr>
          <a:xfrm>
            <a:off x="4648200" y="1384300"/>
            <a:ext cx="4027500" cy="2917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g28eec28cf86_0_128"/>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g28eec28cf86_0_128"/>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g28eec28cf86_0_128"/>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4"/>
        <p:cNvGrpSpPr/>
        <p:nvPr/>
      </p:nvGrpSpPr>
      <p:grpSpPr>
        <a:xfrm>
          <a:off x="0" y="0"/>
          <a:ext cx="0" cy="0"/>
          <a:chOff x="0" y="0"/>
          <a:chExt cx="0" cy="0"/>
        </a:xfrm>
      </p:grpSpPr>
      <p:sp>
        <p:nvSpPr>
          <p:cNvPr id="55" name="Google Shape;55;g28eec28cf86_0_135"/>
          <p:cNvSpPr txBox="1">
            <a:spLocks noGrp="1"/>
          </p:cNvSpPr>
          <p:nvPr>
            <p:ph type="title"/>
          </p:nvPr>
        </p:nvSpPr>
        <p:spPr>
          <a:xfrm>
            <a:off x="468313" y="268288"/>
            <a:ext cx="8207400" cy="866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g28eec28cf86_0_135"/>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g28eec28cf86_0_135"/>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8eec28cf86_0_135"/>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9"/>
        <p:cNvGrpSpPr/>
        <p:nvPr/>
      </p:nvGrpSpPr>
      <p:grpSpPr>
        <a:xfrm>
          <a:off x="0" y="0"/>
          <a:ext cx="0" cy="0"/>
          <a:chOff x="0" y="0"/>
          <a:chExt cx="0" cy="0"/>
        </a:xfrm>
      </p:grpSpPr>
      <p:sp>
        <p:nvSpPr>
          <p:cNvPr id="60" name="Google Shape;60;g28eec28cf86_0_140"/>
          <p:cNvSpPr txBox="1">
            <a:spLocks noGrp="1"/>
          </p:cNvSpPr>
          <p:nvPr>
            <p:ph type="title"/>
          </p:nvPr>
        </p:nvSpPr>
        <p:spPr>
          <a:xfrm>
            <a:off x="630238" y="342900"/>
            <a:ext cx="2949600" cy="12003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g28eec28cf86_0_140"/>
          <p:cNvSpPr txBox="1">
            <a:spLocks noGrp="1"/>
          </p:cNvSpPr>
          <p:nvPr>
            <p:ph type="body" idx="1"/>
          </p:nvPr>
        </p:nvSpPr>
        <p:spPr>
          <a:xfrm>
            <a:off x="3887788" y="741363"/>
            <a:ext cx="4629300" cy="3656100"/>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rgbClr val="1C1C1C"/>
              </a:buClr>
              <a:buSzPts val="3200"/>
              <a:buFont typeface="Georgia"/>
              <a:buChar char="•"/>
              <a:defRPr sz="3200"/>
            </a:lvl1pPr>
            <a:lvl2pPr marL="914400" lvl="1" indent="-406400" algn="l">
              <a:lnSpc>
                <a:spcPct val="100000"/>
              </a:lnSpc>
              <a:spcBef>
                <a:spcPts val="560"/>
              </a:spcBef>
              <a:spcAft>
                <a:spcPts val="0"/>
              </a:spcAft>
              <a:buClr>
                <a:srgbClr val="1C1C1C"/>
              </a:buClr>
              <a:buSzPts val="2800"/>
              <a:buFont typeface="Georgia"/>
              <a:buChar char="–"/>
              <a:defRPr sz="2800"/>
            </a:lvl2pPr>
            <a:lvl3pPr marL="1371600" lvl="2" indent="-381000" algn="l">
              <a:lnSpc>
                <a:spcPct val="100000"/>
              </a:lnSpc>
              <a:spcBef>
                <a:spcPts val="480"/>
              </a:spcBef>
              <a:spcAft>
                <a:spcPts val="0"/>
              </a:spcAft>
              <a:buClr>
                <a:srgbClr val="1C1C1C"/>
              </a:buClr>
              <a:buSzPts val="2400"/>
              <a:buFont typeface="Georgia"/>
              <a:buChar char="•"/>
              <a:defRPr sz="2400"/>
            </a:lvl3pPr>
            <a:lvl4pPr marL="1828800" lvl="3" indent="-355600" algn="l">
              <a:lnSpc>
                <a:spcPct val="100000"/>
              </a:lnSpc>
              <a:spcBef>
                <a:spcPts val="400"/>
              </a:spcBef>
              <a:spcAft>
                <a:spcPts val="0"/>
              </a:spcAft>
              <a:buClr>
                <a:srgbClr val="1C1C1C"/>
              </a:buClr>
              <a:buSzPts val="2000"/>
              <a:buFont typeface="Georgia"/>
              <a:buChar char="–"/>
              <a:defRPr sz="2000"/>
            </a:lvl4pPr>
            <a:lvl5pPr marL="2286000" lvl="4" indent="-355600" algn="l">
              <a:lnSpc>
                <a:spcPct val="100000"/>
              </a:lnSpc>
              <a:spcBef>
                <a:spcPts val="400"/>
              </a:spcBef>
              <a:spcAft>
                <a:spcPts val="0"/>
              </a:spcAft>
              <a:buClr>
                <a:srgbClr val="1C1C1C"/>
              </a:buClr>
              <a:buSzPts val="2000"/>
              <a:buFont typeface="Georgia"/>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g28eec28cf86_0_140"/>
          <p:cNvSpPr txBox="1">
            <a:spLocks noGrp="1"/>
          </p:cNvSpPr>
          <p:nvPr>
            <p:ph type="body" idx="2"/>
          </p:nvPr>
        </p:nvSpPr>
        <p:spPr>
          <a:xfrm>
            <a:off x="630238" y="1543050"/>
            <a:ext cx="2949600" cy="2860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rgbClr val="1C1C1C"/>
              </a:buClr>
              <a:buSzPts val="1600"/>
              <a:buFont typeface="Georgia"/>
              <a:buNone/>
              <a:defRPr sz="1600"/>
            </a:lvl1pPr>
            <a:lvl2pPr marL="914400" lvl="1" indent="-228600" algn="l">
              <a:lnSpc>
                <a:spcPct val="100000"/>
              </a:lnSpc>
              <a:spcBef>
                <a:spcPts val="280"/>
              </a:spcBef>
              <a:spcAft>
                <a:spcPts val="0"/>
              </a:spcAft>
              <a:buClr>
                <a:srgbClr val="1C1C1C"/>
              </a:buClr>
              <a:buSzPts val="1400"/>
              <a:buFont typeface="Georgia"/>
              <a:buNone/>
              <a:defRPr sz="1400"/>
            </a:lvl2pPr>
            <a:lvl3pPr marL="1371600" lvl="2" indent="-228600" algn="l">
              <a:lnSpc>
                <a:spcPct val="100000"/>
              </a:lnSpc>
              <a:spcBef>
                <a:spcPts val="240"/>
              </a:spcBef>
              <a:spcAft>
                <a:spcPts val="0"/>
              </a:spcAft>
              <a:buClr>
                <a:srgbClr val="1C1C1C"/>
              </a:buClr>
              <a:buSzPts val="1200"/>
              <a:buFont typeface="Georgia"/>
              <a:buNone/>
              <a:defRPr sz="1200"/>
            </a:lvl3pPr>
            <a:lvl4pPr marL="1828800" lvl="3" indent="-228600" algn="l">
              <a:lnSpc>
                <a:spcPct val="100000"/>
              </a:lnSpc>
              <a:spcBef>
                <a:spcPts val="200"/>
              </a:spcBef>
              <a:spcAft>
                <a:spcPts val="0"/>
              </a:spcAft>
              <a:buClr>
                <a:srgbClr val="1C1C1C"/>
              </a:buClr>
              <a:buSzPts val="1000"/>
              <a:buFont typeface="Georgia"/>
              <a:buNone/>
              <a:defRPr sz="1000"/>
            </a:lvl4pPr>
            <a:lvl5pPr marL="2286000" lvl="4" indent="-228600" algn="l">
              <a:lnSpc>
                <a:spcPct val="100000"/>
              </a:lnSpc>
              <a:spcBef>
                <a:spcPts val="200"/>
              </a:spcBef>
              <a:spcAft>
                <a:spcPts val="0"/>
              </a:spcAft>
              <a:buClr>
                <a:srgbClr val="1C1C1C"/>
              </a:buClr>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g28eec28cf86_0_140"/>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8eec28cf86_0_140"/>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g28eec28cf86_0_140"/>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6"/>
        <p:cNvGrpSpPr/>
        <p:nvPr/>
      </p:nvGrpSpPr>
      <p:grpSpPr>
        <a:xfrm>
          <a:off x="0" y="0"/>
          <a:ext cx="0" cy="0"/>
          <a:chOff x="0" y="0"/>
          <a:chExt cx="0" cy="0"/>
        </a:xfrm>
      </p:grpSpPr>
      <p:sp>
        <p:nvSpPr>
          <p:cNvPr id="67" name="Google Shape;67;g28eec28cf86_0_147"/>
          <p:cNvSpPr txBox="1">
            <a:spLocks noGrp="1"/>
          </p:cNvSpPr>
          <p:nvPr>
            <p:ph type="title"/>
          </p:nvPr>
        </p:nvSpPr>
        <p:spPr>
          <a:xfrm>
            <a:off x="630238" y="342900"/>
            <a:ext cx="2949600" cy="12003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g28eec28cf86_0_147"/>
          <p:cNvSpPr>
            <a:spLocks noGrp="1"/>
          </p:cNvSpPr>
          <p:nvPr>
            <p:ph type="pic" idx="2"/>
          </p:nvPr>
        </p:nvSpPr>
        <p:spPr>
          <a:xfrm>
            <a:off x="3887788" y="741363"/>
            <a:ext cx="4629300" cy="3656100"/>
          </a:xfrm>
          <a:prstGeom prst="rect">
            <a:avLst/>
          </a:prstGeom>
          <a:noFill/>
          <a:ln>
            <a:noFill/>
          </a:ln>
        </p:spPr>
      </p:sp>
      <p:sp>
        <p:nvSpPr>
          <p:cNvPr id="69" name="Google Shape;69;g28eec28cf86_0_147"/>
          <p:cNvSpPr txBox="1">
            <a:spLocks noGrp="1"/>
          </p:cNvSpPr>
          <p:nvPr>
            <p:ph type="body" idx="1"/>
          </p:nvPr>
        </p:nvSpPr>
        <p:spPr>
          <a:xfrm>
            <a:off x="630238" y="1543050"/>
            <a:ext cx="2949600" cy="2860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rgbClr val="1C1C1C"/>
              </a:buClr>
              <a:buSzPts val="1600"/>
              <a:buFont typeface="Georgia"/>
              <a:buNone/>
              <a:defRPr sz="1600"/>
            </a:lvl1pPr>
            <a:lvl2pPr marL="914400" lvl="1" indent="-228600" algn="l">
              <a:lnSpc>
                <a:spcPct val="100000"/>
              </a:lnSpc>
              <a:spcBef>
                <a:spcPts val="280"/>
              </a:spcBef>
              <a:spcAft>
                <a:spcPts val="0"/>
              </a:spcAft>
              <a:buClr>
                <a:srgbClr val="1C1C1C"/>
              </a:buClr>
              <a:buSzPts val="1400"/>
              <a:buFont typeface="Georgia"/>
              <a:buNone/>
              <a:defRPr sz="1400"/>
            </a:lvl2pPr>
            <a:lvl3pPr marL="1371600" lvl="2" indent="-228600" algn="l">
              <a:lnSpc>
                <a:spcPct val="100000"/>
              </a:lnSpc>
              <a:spcBef>
                <a:spcPts val="240"/>
              </a:spcBef>
              <a:spcAft>
                <a:spcPts val="0"/>
              </a:spcAft>
              <a:buClr>
                <a:srgbClr val="1C1C1C"/>
              </a:buClr>
              <a:buSzPts val="1200"/>
              <a:buFont typeface="Georgia"/>
              <a:buNone/>
              <a:defRPr sz="1200"/>
            </a:lvl3pPr>
            <a:lvl4pPr marL="1828800" lvl="3" indent="-228600" algn="l">
              <a:lnSpc>
                <a:spcPct val="100000"/>
              </a:lnSpc>
              <a:spcBef>
                <a:spcPts val="200"/>
              </a:spcBef>
              <a:spcAft>
                <a:spcPts val="0"/>
              </a:spcAft>
              <a:buClr>
                <a:srgbClr val="1C1C1C"/>
              </a:buClr>
              <a:buSzPts val="1000"/>
              <a:buFont typeface="Georgia"/>
              <a:buNone/>
              <a:defRPr sz="1000"/>
            </a:lvl4pPr>
            <a:lvl5pPr marL="2286000" lvl="4" indent="-228600" algn="l">
              <a:lnSpc>
                <a:spcPct val="100000"/>
              </a:lnSpc>
              <a:spcBef>
                <a:spcPts val="200"/>
              </a:spcBef>
              <a:spcAft>
                <a:spcPts val="0"/>
              </a:spcAft>
              <a:buClr>
                <a:srgbClr val="1C1C1C"/>
              </a:buClr>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g28eec28cf86_0_147"/>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g28eec28cf86_0_147"/>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g28eec28cf86_0_147"/>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3"/>
        <p:cNvGrpSpPr/>
        <p:nvPr/>
      </p:nvGrpSpPr>
      <p:grpSpPr>
        <a:xfrm>
          <a:off x="0" y="0"/>
          <a:ext cx="0" cy="0"/>
          <a:chOff x="0" y="0"/>
          <a:chExt cx="0" cy="0"/>
        </a:xfrm>
      </p:grpSpPr>
      <p:sp>
        <p:nvSpPr>
          <p:cNvPr id="74" name="Google Shape;74;g28eec28cf86_0_154"/>
          <p:cNvSpPr txBox="1">
            <a:spLocks noGrp="1"/>
          </p:cNvSpPr>
          <p:nvPr>
            <p:ph type="title"/>
          </p:nvPr>
        </p:nvSpPr>
        <p:spPr>
          <a:xfrm>
            <a:off x="468313" y="268288"/>
            <a:ext cx="8207400" cy="866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g28eec28cf86_0_154"/>
          <p:cNvSpPr txBox="1">
            <a:spLocks noGrp="1"/>
          </p:cNvSpPr>
          <p:nvPr>
            <p:ph type="body" idx="1"/>
          </p:nvPr>
        </p:nvSpPr>
        <p:spPr>
          <a:xfrm rot="5400000">
            <a:off x="3113088" y="-1260500"/>
            <a:ext cx="2917800" cy="8207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g28eec28cf86_0_154"/>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g28eec28cf86_0_154"/>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g28eec28cf86_0_154"/>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9"/>
        <p:cNvGrpSpPr/>
        <p:nvPr/>
      </p:nvGrpSpPr>
      <p:grpSpPr>
        <a:xfrm>
          <a:off x="0" y="0"/>
          <a:ext cx="0" cy="0"/>
          <a:chOff x="0" y="0"/>
          <a:chExt cx="0" cy="0"/>
        </a:xfrm>
      </p:grpSpPr>
      <p:sp>
        <p:nvSpPr>
          <p:cNvPr id="80" name="Google Shape;80;g28eec28cf86_0_160"/>
          <p:cNvSpPr txBox="1">
            <a:spLocks noGrp="1"/>
          </p:cNvSpPr>
          <p:nvPr>
            <p:ph type="title"/>
          </p:nvPr>
        </p:nvSpPr>
        <p:spPr>
          <a:xfrm rot="5400000">
            <a:off x="5633238" y="1259639"/>
            <a:ext cx="4033800" cy="2051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28eec28cf86_0_160"/>
          <p:cNvSpPr txBox="1">
            <a:spLocks noGrp="1"/>
          </p:cNvSpPr>
          <p:nvPr>
            <p:ph type="body" idx="1"/>
          </p:nvPr>
        </p:nvSpPr>
        <p:spPr>
          <a:xfrm rot="5400000">
            <a:off x="1453388" y="-716762"/>
            <a:ext cx="4033800" cy="60039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g28eec28cf86_0_160"/>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g28eec28cf86_0_160"/>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g28eec28cf86_0_160"/>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97"/>
        <p:cNvGrpSpPr/>
        <p:nvPr/>
      </p:nvGrpSpPr>
      <p:grpSpPr>
        <a:xfrm>
          <a:off x="0" y="0"/>
          <a:ext cx="0" cy="0"/>
          <a:chOff x="0" y="0"/>
          <a:chExt cx="0" cy="0"/>
        </a:xfrm>
      </p:grpSpPr>
      <p:sp>
        <p:nvSpPr>
          <p:cNvPr id="98" name="Google Shape;98;p34"/>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4"/>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34"/>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8"/>
        <p:cNvGrpSpPr/>
        <p:nvPr/>
      </p:nvGrpSpPr>
      <p:grpSpPr>
        <a:xfrm>
          <a:off x="0" y="0"/>
          <a:ext cx="0" cy="0"/>
          <a:chOff x="0" y="0"/>
          <a:chExt cx="0" cy="0"/>
        </a:xfrm>
      </p:grpSpPr>
      <p:sp>
        <p:nvSpPr>
          <p:cNvPr id="109" name="Google Shape;109;g214a231b89e_0_132"/>
          <p:cNvSpPr txBox="1">
            <a:spLocks noGrp="1"/>
          </p:cNvSpPr>
          <p:nvPr>
            <p:ph type="title"/>
          </p:nvPr>
        </p:nvSpPr>
        <p:spPr>
          <a:xfrm>
            <a:off x="1241854" y="86843"/>
            <a:ext cx="7590446" cy="801300"/>
          </a:xfrm>
          <a:prstGeom prst="rect">
            <a:avLst/>
          </a:prstGeom>
          <a:solidFill>
            <a:schemeClr val="accent5">
              <a:lumMod val="90000"/>
            </a:schemeClr>
          </a:solid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10" name="Google Shape;110;g214a231b89e_0_132"/>
          <p:cNvSpPr txBox="1">
            <a:spLocks noGrp="1"/>
          </p:cNvSpPr>
          <p:nvPr>
            <p:ph type="body" idx="1"/>
          </p:nvPr>
        </p:nvSpPr>
        <p:spPr>
          <a:xfrm>
            <a:off x="1241852" y="1229051"/>
            <a:ext cx="7590447" cy="3341100"/>
          </a:xfrm>
          <a:prstGeom prst="rect">
            <a:avLst/>
          </a:prstGeom>
          <a:noFill/>
          <a:ln>
            <a:noFill/>
          </a:ln>
        </p:spPr>
        <p:txBody>
          <a:bodyPr spcFirstLastPara="1" wrap="square" lIns="91425" tIns="45700" rIns="91425" bIns="45700" anchor="t" anchorCtr="0">
            <a:noAutofit/>
          </a:bodyPr>
          <a:lstStyle>
            <a:lvl1pPr marL="457200" lvl="0" indent="-355600" algn="l">
              <a:lnSpc>
                <a:spcPct val="100000"/>
              </a:lnSpc>
              <a:spcBef>
                <a:spcPts val="400"/>
              </a:spcBef>
              <a:spcAft>
                <a:spcPts val="0"/>
              </a:spcAft>
              <a:buSzPts val="2000"/>
              <a:buChar char="•"/>
              <a:defRPr/>
            </a:lvl1pPr>
            <a:lvl2pPr marL="914400" lvl="1" indent="-355600" algn="l">
              <a:lnSpc>
                <a:spcPct val="100000"/>
              </a:lnSpc>
              <a:spcBef>
                <a:spcPts val="400"/>
              </a:spcBef>
              <a:spcAft>
                <a:spcPts val="0"/>
              </a:spcAft>
              <a:buSzPts val="2000"/>
              <a:buChar char="–"/>
              <a:defRPr/>
            </a:lvl2pPr>
            <a:lvl3pPr marL="1371600" lvl="2" indent="-355600" algn="l">
              <a:lnSpc>
                <a:spcPct val="100000"/>
              </a:lnSpc>
              <a:spcBef>
                <a:spcPts val="400"/>
              </a:spcBef>
              <a:spcAft>
                <a:spcPts val="0"/>
              </a:spcAft>
              <a:buSzPts val="20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dirty="0"/>
          </a:p>
        </p:txBody>
      </p:sp>
      <p:sp>
        <p:nvSpPr>
          <p:cNvPr id="111" name="Google Shape;111;g214a231b89e_0_132"/>
          <p:cNvSpPr txBox="1">
            <a:spLocks noGrp="1"/>
          </p:cNvSpPr>
          <p:nvPr>
            <p:ph type="sldNum" idx="12"/>
          </p:nvPr>
        </p:nvSpPr>
        <p:spPr>
          <a:xfrm>
            <a:off x="8472458" y="4664645"/>
            <a:ext cx="548700" cy="3936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2"/>
        <p:cNvGrpSpPr/>
        <p:nvPr/>
      </p:nvGrpSpPr>
      <p:grpSpPr>
        <a:xfrm>
          <a:off x="0" y="0"/>
          <a:ext cx="0" cy="0"/>
          <a:chOff x="0" y="0"/>
          <a:chExt cx="0" cy="0"/>
        </a:xfrm>
      </p:grpSpPr>
      <p:sp>
        <p:nvSpPr>
          <p:cNvPr id="113" name="Google Shape;113;p45"/>
          <p:cNvSpPr txBox="1">
            <a:spLocks noGrp="1"/>
          </p:cNvSpPr>
          <p:nvPr>
            <p:ph type="ctrTitle"/>
          </p:nvPr>
        </p:nvSpPr>
        <p:spPr>
          <a:xfrm>
            <a:off x="1143000" y="841375"/>
            <a:ext cx="6858000" cy="1792288"/>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45"/>
          <p:cNvSpPr txBox="1">
            <a:spLocks noGrp="1"/>
          </p:cNvSpPr>
          <p:nvPr>
            <p:ph type="subTitle" idx="1"/>
          </p:nvPr>
        </p:nvSpPr>
        <p:spPr>
          <a:xfrm>
            <a:off x="1143000" y="2701925"/>
            <a:ext cx="6858000" cy="1243013"/>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rgbClr val="1C1C1C"/>
              </a:buClr>
              <a:buSzPts val="2400"/>
              <a:buFont typeface="Georgia"/>
              <a:buNone/>
              <a:defRPr sz="2400"/>
            </a:lvl1pPr>
            <a:lvl2pPr lvl="1" algn="ctr">
              <a:lnSpc>
                <a:spcPct val="100000"/>
              </a:lnSpc>
              <a:spcBef>
                <a:spcPts val="400"/>
              </a:spcBef>
              <a:spcAft>
                <a:spcPts val="0"/>
              </a:spcAft>
              <a:buClr>
                <a:srgbClr val="1C1C1C"/>
              </a:buClr>
              <a:buSzPts val="2000"/>
              <a:buFont typeface="Georgia"/>
              <a:buNone/>
              <a:defRPr sz="2000"/>
            </a:lvl2pPr>
            <a:lvl3pPr lvl="2" algn="ctr">
              <a:lnSpc>
                <a:spcPct val="100000"/>
              </a:lnSpc>
              <a:spcBef>
                <a:spcPts val="360"/>
              </a:spcBef>
              <a:spcAft>
                <a:spcPts val="0"/>
              </a:spcAft>
              <a:buClr>
                <a:srgbClr val="1C1C1C"/>
              </a:buClr>
              <a:buSzPts val="1800"/>
              <a:buFont typeface="Georgia"/>
              <a:buNone/>
              <a:defRPr sz="1800"/>
            </a:lvl3pPr>
            <a:lvl4pPr lvl="3" algn="ctr">
              <a:lnSpc>
                <a:spcPct val="100000"/>
              </a:lnSpc>
              <a:spcBef>
                <a:spcPts val="320"/>
              </a:spcBef>
              <a:spcAft>
                <a:spcPts val="0"/>
              </a:spcAft>
              <a:buClr>
                <a:srgbClr val="1C1C1C"/>
              </a:buClr>
              <a:buSzPts val="1600"/>
              <a:buFont typeface="Georgia"/>
              <a:buNone/>
              <a:defRPr sz="1600"/>
            </a:lvl4pPr>
            <a:lvl5pPr lvl="4" algn="ctr">
              <a:lnSpc>
                <a:spcPct val="100000"/>
              </a:lnSpc>
              <a:spcBef>
                <a:spcPts val="320"/>
              </a:spcBef>
              <a:spcAft>
                <a:spcPts val="0"/>
              </a:spcAft>
              <a:buClr>
                <a:srgbClr val="1C1C1C"/>
              </a:buClr>
              <a:buSzPts val="1600"/>
              <a:buFont typeface="Georgia"/>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15" name="Google Shape;115;p45"/>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5"/>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45"/>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18"/>
        <p:cNvGrpSpPr/>
        <p:nvPr/>
      </p:nvGrpSpPr>
      <p:grpSpPr>
        <a:xfrm>
          <a:off x="0" y="0"/>
          <a:ext cx="0" cy="0"/>
          <a:chOff x="0" y="0"/>
          <a:chExt cx="0" cy="0"/>
        </a:xfrm>
      </p:grpSpPr>
      <p:sp>
        <p:nvSpPr>
          <p:cNvPr id="119" name="Google Shape;119;p46"/>
          <p:cNvSpPr txBox="1">
            <a:spLocks noGrp="1"/>
          </p:cNvSpPr>
          <p:nvPr>
            <p:ph type="title"/>
          </p:nvPr>
        </p:nvSpPr>
        <p:spPr>
          <a:xfrm>
            <a:off x="623888" y="1282700"/>
            <a:ext cx="7886700" cy="21399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46"/>
          <p:cNvSpPr txBox="1">
            <a:spLocks noGrp="1"/>
          </p:cNvSpPr>
          <p:nvPr>
            <p:ph type="body" idx="1"/>
          </p:nvPr>
        </p:nvSpPr>
        <p:spPr>
          <a:xfrm>
            <a:off x="623888" y="3443288"/>
            <a:ext cx="7886700" cy="112553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rgbClr val="1C1C1C"/>
              </a:buClr>
              <a:buSzPts val="2400"/>
              <a:buFont typeface="Georgia"/>
              <a:buNone/>
              <a:defRPr sz="2400"/>
            </a:lvl1pPr>
            <a:lvl2pPr marL="914400" lvl="1" indent="-228600" algn="l">
              <a:lnSpc>
                <a:spcPct val="100000"/>
              </a:lnSpc>
              <a:spcBef>
                <a:spcPts val="400"/>
              </a:spcBef>
              <a:spcAft>
                <a:spcPts val="0"/>
              </a:spcAft>
              <a:buClr>
                <a:srgbClr val="1C1C1C"/>
              </a:buClr>
              <a:buSzPts val="2000"/>
              <a:buFont typeface="Georgia"/>
              <a:buNone/>
              <a:defRPr sz="2000"/>
            </a:lvl2pPr>
            <a:lvl3pPr marL="1371600" lvl="2" indent="-228600" algn="l">
              <a:lnSpc>
                <a:spcPct val="100000"/>
              </a:lnSpc>
              <a:spcBef>
                <a:spcPts val="360"/>
              </a:spcBef>
              <a:spcAft>
                <a:spcPts val="0"/>
              </a:spcAft>
              <a:buClr>
                <a:srgbClr val="1C1C1C"/>
              </a:buClr>
              <a:buSzPts val="1800"/>
              <a:buFont typeface="Georgia"/>
              <a:buNone/>
              <a:defRPr sz="1800"/>
            </a:lvl3pPr>
            <a:lvl4pPr marL="1828800" lvl="3" indent="-228600" algn="l">
              <a:lnSpc>
                <a:spcPct val="100000"/>
              </a:lnSpc>
              <a:spcBef>
                <a:spcPts val="320"/>
              </a:spcBef>
              <a:spcAft>
                <a:spcPts val="0"/>
              </a:spcAft>
              <a:buClr>
                <a:srgbClr val="1C1C1C"/>
              </a:buClr>
              <a:buSzPts val="1600"/>
              <a:buFont typeface="Georgia"/>
              <a:buNone/>
              <a:defRPr sz="1600"/>
            </a:lvl4pPr>
            <a:lvl5pPr marL="2286000" lvl="4" indent="-228600" algn="l">
              <a:lnSpc>
                <a:spcPct val="100000"/>
              </a:lnSpc>
              <a:spcBef>
                <a:spcPts val="320"/>
              </a:spcBef>
              <a:spcAft>
                <a:spcPts val="0"/>
              </a:spcAft>
              <a:buClr>
                <a:srgbClr val="1C1C1C"/>
              </a:buClr>
              <a:buSzPts val="1600"/>
              <a:buFont typeface="Georgia"/>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121" name="Google Shape;121;p46"/>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6"/>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46"/>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24"/>
        <p:cNvGrpSpPr/>
        <p:nvPr/>
      </p:nvGrpSpPr>
      <p:grpSpPr>
        <a:xfrm>
          <a:off x="0" y="0"/>
          <a:ext cx="0" cy="0"/>
          <a:chOff x="0" y="0"/>
          <a:chExt cx="0" cy="0"/>
        </a:xfrm>
      </p:grpSpPr>
      <p:sp>
        <p:nvSpPr>
          <p:cNvPr id="125" name="Google Shape;125;p48"/>
          <p:cNvSpPr txBox="1">
            <a:spLocks noGrp="1"/>
          </p:cNvSpPr>
          <p:nvPr>
            <p:ph type="title"/>
          </p:nvPr>
        </p:nvSpPr>
        <p:spPr>
          <a:xfrm>
            <a:off x="630238" y="274638"/>
            <a:ext cx="7886700" cy="9937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48"/>
          <p:cNvSpPr txBox="1">
            <a:spLocks noGrp="1"/>
          </p:cNvSpPr>
          <p:nvPr>
            <p:ph type="body" idx="1"/>
          </p:nvPr>
        </p:nvSpPr>
        <p:spPr>
          <a:xfrm>
            <a:off x="630238" y="1260475"/>
            <a:ext cx="3868737" cy="61912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1C1C1C"/>
              </a:buClr>
              <a:buSzPts val="2400"/>
              <a:buFont typeface="Georgia"/>
              <a:buNone/>
              <a:defRPr sz="2400" b="1"/>
            </a:lvl1pPr>
            <a:lvl2pPr marL="914400" lvl="1" indent="-228600" algn="l">
              <a:lnSpc>
                <a:spcPct val="100000"/>
              </a:lnSpc>
              <a:spcBef>
                <a:spcPts val="400"/>
              </a:spcBef>
              <a:spcAft>
                <a:spcPts val="0"/>
              </a:spcAft>
              <a:buClr>
                <a:srgbClr val="1C1C1C"/>
              </a:buClr>
              <a:buSzPts val="2000"/>
              <a:buFont typeface="Georgia"/>
              <a:buNone/>
              <a:defRPr sz="2000" b="1"/>
            </a:lvl2pPr>
            <a:lvl3pPr marL="1371600" lvl="2" indent="-228600" algn="l">
              <a:lnSpc>
                <a:spcPct val="100000"/>
              </a:lnSpc>
              <a:spcBef>
                <a:spcPts val="360"/>
              </a:spcBef>
              <a:spcAft>
                <a:spcPts val="0"/>
              </a:spcAft>
              <a:buClr>
                <a:srgbClr val="1C1C1C"/>
              </a:buClr>
              <a:buSzPts val="1800"/>
              <a:buFont typeface="Georgia"/>
              <a:buNone/>
              <a:defRPr sz="1800" b="1"/>
            </a:lvl3pPr>
            <a:lvl4pPr marL="1828800" lvl="3" indent="-228600" algn="l">
              <a:lnSpc>
                <a:spcPct val="100000"/>
              </a:lnSpc>
              <a:spcBef>
                <a:spcPts val="320"/>
              </a:spcBef>
              <a:spcAft>
                <a:spcPts val="0"/>
              </a:spcAft>
              <a:buClr>
                <a:srgbClr val="1C1C1C"/>
              </a:buClr>
              <a:buSzPts val="1600"/>
              <a:buFont typeface="Georgia"/>
              <a:buNone/>
              <a:defRPr sz="1600" b="1"/>
            </a:lvl4pPr>
            <a:lvl5pPr marL="2286000" lvl="4" indent="-228600" algn="l">
              <a:lnSpc>
                <a:spcPct val="100000"/>
              </a:lnSpc>
              <a:spcBef>
                <a:spcPts val="320"/>
              </a:spcBef>
              <a:spcAft>
                <a:spcPts val="0"/>
              </a:spcAft>
              <a:buClr>
                <a:srgbClr val="1C1C1C"/>
              </a:buClr>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7" name="Google Shape;127;p48"/>
          <p:cNvSpPr txBox="1">
            <a:spLocks noGrp="1"/>
          </p:cNvSpPr>
          <p:nvPr>
            <p:ph type="body" idx="2"/>
          </p:nvPr>
        </p:nvSpPr>
        <p:spPr>
          <a:xfrm>
            <a:off x="630238" y="1879600"/>
            <a:ext cx="3868737" cy="27638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48"/>
          <p:cNvSpPr txBox="1">
            <a:spLocks noGrp="1"/>
          </p:cNvSpPr>
          <p:nvPr>
            <p:ph type="body" idx="3"/>
          </p:nvPr>
        </p:nvSpPr>
        <p:spPr>
          <a:xfrm>
            <a:off x="4629150" y="1260475"/>
            <a:ext cx="3887788" cy="61912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rgbClr val="1C1C1C"/>
              </a:buClr>
              <a:buSzPts val="2400"/>
              <a:buFont typeface="Georgia"/>
              <a:buNone/>
              <a:defRPr sz="2400" b="1"/>
            </a:lvl1pPr>
            <a:lvl2pPr marL="914400" lvl="1" indent="-228600" algn="l">
              <a:lnSpc>
                <a:spcPct val="100000"/>
              </a:lnSpc>
              <a:spcBef>
                <a:spcPts val="400"/>
              </a:spcBef>
              <a:spcAft>
                <a:spcPts val="0"/>
              </a:spcAft>
              <a:buClr>
                <a:srgbClr val="1C1C1C"/>
              </a:buClr>
              <a:buSzPts val="2000"/>
              <a:buFont typeface="Georgia"/>
              <a:buNone/>
              <a:defRPr sz="2000" b="1"/>
            </a:lvl2pPr>
            <a:lvl3pPr marL="1371600" lvl="2" indent="-228600" algn="l">
              <a:lnSpc>
                <a:spcPct val="100000"/>
              </a:lnSpc>
              <a:spcBef>
                <a:spcPts val="360"/>
              </a:spcBef>
              <a:spcAft>
                <a:spcPts val="0"/>
              </a:spcAft>
              <a:buClr>
                <a:srgbClr val="1C1C1C"/>
              </a:buClr>
              <a:buSzPts val="1800"/>
              <a:buFont typeface="Georgia"/>
              <a:buNone/>
              <a:defRPr sz="1800" b="1"/>
            </a:lvl3pPr>
            <a:lvl4pPr marL="1828800" lvl="3" indent="-228600" algn="l">
              <a:lnSpc>
                <a:spcPct val="100000"/>
              </a:lnSpc>
              <a:spcBef>
                <a:spcPts val="320"/>
              </a:spcBef>
              <a:spcAft>
                <a:spcPts val="0"/>
              </a:spcAft>
              <a:buClr>
                <a:srgbClr val="1C1C1C"/>
              </a:buClr>
              <a:buSzPts val="1600"/>
              <a:buFont typeface="Georgia"/>
              <a:buNone/>
              <a:defRPr sz="1600" b="1"/>
            </a:lvl4pPr>
            <a:lvl5pPr marL="2286000" lvl="4" indent="-228600" algn="l">
              <a:lnSpc>
                <a:spcPct val="100000"/>
              </a:lnSpc>
              <a:spcBef>
                <a:spcPts val="320"/>
              </a:spcBef>
              <a:spcAft>
                <a:spcPts val="0"/>
              </a:spcAft>
              <a:buClr>
                <a:srgbClr val="1C1C1C"/>
              </a:buClr>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9" name="Google Shape;129;p48"/>
          <p:cNvSpPr txBox="1">
            <a:spLocks noGrp="1"/>
          </p:cNvSpPr>
          <p:nvPr>
            <p:ph type="body" idx="4"/>
          </p:nvPr>
        </p:nvSpPr>
        <p:spPr>
          <a:xfrm>
            <a:off x="4629150" y="1879600"/>
            <a:ext cx="3887788" cy="27638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48"/>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48"/>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48"/>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33"/>
        <p:cNvGrpSpPr/>
        <p:nvPr/>
      </p:nvGrpSpPr>
      <p:grpSpPr>
        <a:xfrm>
          <a:off x="0" y="0"/>
          <a:ext cx="0" cy="0"/>
          <a:chOff x="0" y="0"/>
          <a:chExt cx="0" cy="0"/>
        </a:xfrm>
      </p:grpSpPr>
      <p:sp>
        <p:nvSpPr>
          <p:cNvPr id="134" name="Google Shape;134;p49"/>
          <p:cNvSpPr txBox="1">
            <a:spLocks noGrp="1"/>
          </p:cNvSpPr>
          <p:nvPr>
            <p:ph type="title"/>
          </p:nvPr>
        </p:nvSpPr>
        <p:spPr>
          <a:xfrm>
            <a:off x="1333500" y="201613"/>
            <a:ext cx="7342188" cy="857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49"/>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49"/>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49"/>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8"/>
        <p:cNvGrpSpPr/>
        <p:nvPr/>
      </p:nvGrpSpPr>
      <p:grpSpPr>
        <a:xfrm>
          <a:off x="0" y="0"/>
          <a:ext cx="0" cy="0"/>
          <a:chOff x="0" y="0"/>
          <a:chExt cx="0" cy="0"/>
        </a:xfrm>
      </p:grpSpPr>
      <p:sp>
        <p:nvSpPr>
          <p:cNvPr id="139" name="Google Shape;139;p50"/>
          <p:cNvSpPr txBox="1">
            <a:spLocks noGrp="1"/>
          </p:cNvSpPr>
          <p:nvPr>
            <p:ph type="title"/>
          </p:nvPr>
        </p:nvSpPr>
        <p:spPr>
          <a:xfrm>
            <a:off x="630238" y="342900"/>
            <a:ext cx="2949575" cy="12001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50"/>
          <p:cNvSpPr txBox="1">
            <a:spLocks noGrp="1"/>
          </p:cNvSpPr>
          <p:nvPr>
            <p:ph type="body" idx="1"/>
          </p:nvPr>
        </p:nvSpPr>
        <p:spPr>
          <a:xfrm>
            <a:off x="3887788" y="741363"/>
            <a:ext cx="4629150" cy="3656012"/>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rgbClr val="1C1C1C"/>
              </a:buClr>
              <a:buSzPts val="3200"/>
              <a:buFont typeface="Georgia"/>
              <a:buChar char="•"/>
              <a:defRPr sz="3200"/>
            </a:lvl1pPr>
            <a:lvl2pPr marL="914400" lvl="1" indent="-406400" algn="l">
              <a:lnSpc>
                <a:spcPct val="100000"/>
              </a:lnSpc>
              <a:spcBef>
                <a:spcPts val="560"/>
              </a:spcBef>
              <a:spcAft>
                <a:spcPts val="0"/>
              </a:spcAft>
              <a:buClr>
                <a:srgbClr val="1C1C1C"/>
              </a:buClr>
              <a:buSzPts val="2800"/>
              <a:buFont typeface="Georgia"/>
              <a:buChar char="–"/>
              <a:defRPr sz="2800"/>
            </a:lvl2pPr>
            <a:lvl3pPr marL="1371600" lvl="2" indent="-381000" algn="l">
              <a:lnSpc>
                <a:spcPct val="100000"/>
              </a:lnSpc>
              <a:spcBef>
                <a:spcPts val="480"/>
              </a:spcBef>
              <a:spcAft>
                <a:spcPts val="0"/>
              </a:spcAft>
              <a:buClr>
                <a:srgbClr val="1C1C1C"/>
              </a:buClr>
              <a:buSzPts val="2400"/>
              <a:buFont typeface="Georgia"/>
              <a:buChar char="•"/>
              <a:defRPr sz="2400"/>
            </a:lvl3pPr>
            <a:lvl4pPr marL="1828800" lvl="3" indent="-355600" algn="l">
              <a:lnSpc>
                <a:spcPct val="100000"/>
              </a:lnSpc>
              <a:spcBef>
                <a:spcPts val="400"/>
              </a:spcBef>
              <a:spcAft>
                <a:spcPts val="0"/>
              </a:spcAft>
              <a:buClr>
                <a:srgbClr val="1C1C1C"/>
              </a:buClr>
              <a:buSzPts val="2000"/>
              <a:buFont typeface="Georgia"/>
              <a:buChar char="–"/>
              <a:defRPr sz="2000"/>
            </a:lvl4pPr>
            <a:lvl5pPr marL="2286000" lvl="4" indent="-355600" algn="l">
              <a:lnSpc>
                <a:spcPct val="100000"/>
              </a:lnSpc>
              <a:spcBef>
                <a:spcPts val="400"/>
              </a:spcBef>
              <a:spcAft>
                <a:spcPts val="0"/>
              </a:spcAft>
              <a:buClr>
                <a:srgbClr val="1C1C1C"/>
              </a:buClr>
              <a:buSzPts val="2000"/>
              <a:buFont typeface="Georgia"/>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1" name="Google Shape;141;p50"/>
          <p:cNvSpPr txBox="1">
            <a:spLocks noGrp="1"/>
          </p:cNvSpPr>
          <p:nvPr>
            <p:ph type="body" idx="2"/>
          </p:nvPr>
        </p:nvSpPr>
        <p:spPr>
          <a:xfrm>
            <a:off x="630238" y="1543050"/>
            <a:ext cx="2949575" cy="2860675"/>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rgbClr val="1C1C1C"/>
              </a:buClr>
              <a:buSzPts val="1600"/>
              <a:buFont typeface="Georgia"/>
              <a:buNone/>
              <a:defRPr sz="1600"/>
            </a:lvl1pPr>
            <a:lvl2pPr marL="914400" lvl="1" indent="-228600" algn="l">
              <a:lnSpc>
                <a:spcPct val="100000"/>
              </a:lnSpc>
              <a:spcBef>
                <a:spcPts val="280"/>
              </a:spcBef>
              <a:spcAft>
                <a:spcPts val="0"/>
              </a:spcAft>
              <a:buClr>
                <a:srgbClr val="1C1C1C"/>
              </a:buClr>
              <a:buSzPts val="1400"/>
              <a:buFont typeface="Georgia"/>
              <a:buNone/>
              <a:defRPr sz="1400"/>
            </a:lvl2pPr>
            <a:lvl3pPr marL="1371600" lvl="2" indent="-228600" algn="l">
              <a:lnSpc>
                <a:spcPct val="100000"/>
              </a:lnSpc>
              <a:spcBef>
                <a:spcPts val="240"/>
              </a:spcBef>
              <a:spcAft>
                <a:spcPts val="0"/>
              </a:spcAft>
              <a:buClr>
                <a:srgbClr val="1C1C1C"/>
              </a:buClr>
              <a:buSzPts val="1200"/>
              <a:buFont typeface="Georgia"/>
              <a:buNone/>
              <a:defRPr sz="1200"/>
            </a:lvl3pPr>
            <a:lvl4pPr marL="1828800" lvl="3" indent="-228600" algn="l">
              <a:lnSpc>
                <a:spcPct val="100000"/>
              </a:lnSpc>
              <a:spcBef>
                <a:spcPts val="200"/>
              </a:spcBef>
              <a:spcAft>
                <a:spcPts val="0"/>
              </a:spcAft>
              <a:buClr>
                <a:srgbClr val="1C1C1C"/>
              </a:buClr>
              <a:buSzPts val="1000"/>
              <a:buFont typeface="Georgia"/>
              <a:buNone/>
              <a:defRPr sz="1000"/>
            </a:lvl4pPr>
            <a:lvl5pPr marL="2286000" lvl="4" indent="-228600" algn="l">
              <a:lnSpc>
                <a:spcPct val="100000"/>
              </a:lnSpc>
              <a:spcBef>
                <a:spcPts val="200"/>
              </a:spcBef>
              <a:spcAft>
                <a:spcPts val="0"/>
              </a:spcAft>
              <a:buClr>
                <a:srgbClr val="1C1C1C"/>
              </a:buClr>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50"/>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50"/>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50"/>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5"/>
        <p:cNvGrpSpPr/>
        <p:nvPr/>
      </p:nvGrpSpPr>
      <p:grpSpPr>
        <a:xfrm>
          <a:off x="0" y="0"/>
          <a:ext cx="0" cy="0"/>
          <a:chOff x="0" y="0"/>
          <a:chExt cx="0" cy="0"/>
        </a:xfrm>
      </p:grpSpPr>
      <p:sp>
        <p:nvSpPr>
          <p:cNvPr id="146" name="Google Shape;146;p51"/>
          <p:cNvSpPr txBox="1">
            <a:spLocks noGrp="1"/>
          </p:cNvSpPr>
          <p:nvPr>
            <p:ph type="title"/>
          </p:nvPr>
        </p:nvSpPr>
        <p:spPr>
          <a:xfrm>
            <a:off x="630238" y="342900"/>
            <a:ext cx="2949575" cy="12001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51"/>
          <p:cNvSpPr>
            <a:spLocks noGrp="1"/>
          </p:cNvSpPr>
          <p:nvPr>
            <p:ph type="pic" idx="2"/>
          </p:nvPr>
        </p:nvSpPr>
        <p:spPr>
          <a:xfrm>
            <a:off x="3887788" y="741363"/>
            <a:ext cx="4629150" cy="3656012"/>
          </a:xfrm>
          <a:prstGeom prst="rect">
            <a:avLst/>
          </a:prstGeom>
          <a:noFill/>
          <a:ln>
            <a:noFill/>
          </a:ln>
        </p:spPr>
      </p:sp>
      <p:sp>
        <p:nvSpPr>
          <p:cNvPr id="148" name="Google Shape;148;p51"/>
          <p:cNvSpPr txBox="1">
            <a:spLocks noGrp="1"/>
          </p:cNvSpPr>
          <p:nvPr>
            <p:ph type="body" idx="1"/>
          </p:nvPr>
        </p:nvSpPr>
        <p:spPr>
          <a:xfrm>
            <a:off x="630238" y="1543050"/>
            <a:ext cx="2949575" cy="2860675"/>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rgbClr val="1C1C1C"/>
              </a:buClr>
              <a:buSzPts val="1600"/>
              <a:buFont typeface="Georgia"/>
              <a:buNone/>
              <a:defRPr sz="1600"/>
            </a:lvl1pPr>
            <a:lvl2pPr marL="914400" lvl="1" indent="-228600" algn="l">
              <a:lnSpc>
                <a:spcPct val="100000"/>
              </a:lnSpc>
              <a:spcBef>
                <a:spcPts val="280"/>
              </a:spcBef>
              <a:spcAft>
                <a:spcPts val="0"/>
              </a:spcAft>
              <a:buClr>
                <a:srgbClr val="1C1C1C"/>
              </a:buClr>
              <a:buSzPts val="1400"/>
              <a:buFont typeface="Georgia"/>
              <a:buNone/>
              <a:defRPr sz="1400"/>
            </a:lvl2pPr>
            <a:lvl3pPr marL="1371600" lvl="2" indent="-228600" algn="l">
              <a:lnSpc>
                <a:spcPct val="100000"/>
              </a:lnSpc>
              <a:spcBef>
                <a:spcPts val="240"/>
              </a:spcBef>
              <a:spcAft>
                <a:spcPts val="0"/>
              </a:spcAft>
              <a:buClr>
                <a:srgbClr val="1C1C1C"/>
              </a:buClr>
              <a:buSzPts val="1200"/>
              <a:buFont typeface="Georgia"/>
              <a:buNone/>
              <a:defRPr sz="1200"/>
            </a:lvl3pPr>
            <a:lvl4pPr marL="1828800" lvl="3" indent="-228600" algn="l">
              <a:lnSpc>
                <a:spcPct val="100000"/>
              </a:lnSpc>
              <a:spcBef>
                <a:spcPts val="200"/>
              </a:spcBef>
              <a:spcAft>
                <a:spcPts val="0"/>
              </a:spcAft>
              <a:buClr>
                <a:srgbClr val="1C1C1C"/>
              </a:buClr>
              <a:buSzPts val="1000"/>
              <a:buFont typeface="Georgia"/>
              <a:buNone/>
              <a:defRPr sz="1000"/>
            </a:lvl4pPr>
            <a:lvl5pPr marL="2286000" lvl="4" indent="-228600" algn="l">
              <a:lnSpc>
                <a:spcPct val="100000"/>
              </a:lnSpc>
              <a:spcBef>
                <a:spcPts val="200"/>
              </a:spcBef>
              <a:spcAft>
                <a:spcPts val="0"/>
              </a:spcAft>
              <a:buClr>
                <a:srgbClr val="1C1C1C"/>
              </a:buClr>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p51"/>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51"/>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51"/>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52"/>
        <p:cNvGrpSpPr/>
        <p:nvPr/>
      </p:nvGrpSpPr>
      <p:grpSpPr>
        <a:xfrm>
          <a:off x="0" y="0"/>
          <a:ext cx="0" cy="0"/>
          <a:chOff x="0" y="0"/>
          <a:chExt cx="0" cy="0"/>
        </a:xfrm>
      </p:grpSpPr>
      <p:sp>
        <p:nvSpPr>
          <p:cNvPr id="153" name="Google Shape;153;p52"/>
          <p:cNvSpPr txBox="1">
            <a:spLocks noGrp="1"/>
          </p:cNvSpPr>
          <p:nvPr>
            <p:ph type="title"/>
          </p:nvPr>
        </p:nvSpPr>
        <p:spPr>
          <a:xfrm>
            <a:off x="1333500" y="201613"/>
            <a:ext cx="7342188" cy="857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52"/>
          <p:cNvSpPr txBox="1">
            <a:spLocks noGrp="1"/>
          </p:cNvSpPr>
          <p:nvPr>
            <p:ph type="body" idx="1"/>
          </p:nvPr>
        </p:nvSpPr>
        <p:spPr>
          <a:xfrm rot="5400000">
            <a:off x="3311526" y="-774699"/>
            <a:ext cx="3395662" cy="7354887"/>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52"/>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52"/>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52"/>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8"/>
        <p:cNvGrpSpPr/>
        <p:nvPr/>
      </p:nvGrpSpPr>
      <p:grpSpPr>
        <a:xfrm>
          <a:off x="0" y="0"/>
          <a:ext cx="0" cy="0"/>
          <a:chOff x="0" y="0"/>
          <a:chExt cx="0" cy="0"/>
        </a:xfrm>
      </p:grpSpPr>
      <p:sp>
        <p:nvSpPr>
          <p:cNvPr id="159" name="Google Shape;159;p53"/>
          <p:cNvSpPr txBox="1">
            <a:spLocks noGrp="1"/>
          </p:cNvSpPr>
          <p:nvPr>
            <p:ph type="title"/>
          </p:nvPr>
        </p:nvSpPr>
        <p:spPr>
          <a:xfrm rot="5400000">
            <a:off x="5568157" y="1481931"/>
            <a:ext cx="4398962" cy="18383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53"/>
          <p:cNvSpPr txBox="1">
            <a:spLocks noGrp="1"/>
          </p:cNvSpPr>
          <p:nvPr>
            <p:ph type="body" idx="1"/>
          </p:nvPr>
        </p:nvSpPr>
        <p:spPr>
          <a:xfrm rot="5400000">
            <a:off x="1814513" y="-280987"/>
            <a:ext cx="4398962" cy="536416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1C1C1C"/>
              </a:buClr>
              <a:buSzPts val="1800"/>
              <a:buChar char="•"/>
              <a:defRPr/>
            </a:lvl1pPr>
            <a:lvl2pPr marL="914400" lvl="1" indent="-342900" algn="l">
              <a:lnSpc>
                <a:spcPct val="100000"/>
              </a:lnSpc>
              <a:spcBef>
                <a:spcPts val="360"/>
              </a:spcBef>
              <a:spcAft>
                <a:spcPts val="0"/>
              </a:spcAft>
              <a:buClr>
                <a:srgbClr val="1C1C1C"/>
              </a:buClr>
              <a:buSzPts val="1800"/>
              <a:buChar char="–"/>
              <a:defRPr/>
            </a:lvl2pPr>
            <a:lvl3pPr marL="1371600" lvl="2" indent="-342900" algn="l">
              <a:lnSpc>
                <a:spcPct val="100000"/>
              </a:lnSpc>
              <a:spcBef>
                <a:spcPts val="360"/>
              </a:spcBef>
              <a:spcAft>
                <a:spcPts val="0"/>
              </a:spcAft>
              <a:buClr>
                <a:srgbClr val="1C1C1C"/>
              </a:buClr>
              <a:buSzPts val="1800"/>
              <a:buChar char="•"/>
              <a:defRPr/>
            </a:lvl3pPr>
            <a:lvl4pPr marL="1828800" lvl="3" indent="-342900" algn="l">
              <a:lnSpc>
                <a:spcPct val="100000"/>
              </a:lnSpc>
              <a:spcBef>
                <a:spcPts val="360"/>
              </a:spcBef>
              <a:spcAft>
                <a:spcPts val="0"/>
              </a:spcAft>
              <a:buClr>
                <a:srgbClr val="1C1C1C"/>
              </a:buClr>
              <a:buSzPts val="1800"/>
              <a:buChar char="–"/>
              <a:defRPr/>
            </a:lvl4pPr>
            <a:lvl5pPr marL="2286000" lvl="4" indent="-342900" algn="l">
              <a:lnSpc>
                <a:spcPct val="100000"/>
              </a:lnSpc>
              <a:spcBef>
                <a:spcPts val="360"/>
              </a:spcBef>
              <a:spcAft>
                <a:spcPts val="0"/>
              </a:spcAft>
              <a:buClr>
                <a:srgbClr val="1C1C1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53"/>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3"/>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3"/>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theme" Target="../theme/theme2.xml"/><Relationship Id="rId12"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g28eec28cf86_0_90"/>
          <p:cNvSpPr txBox="1">
            <a:spLocks noGrp="1"/>
          </p:cNvSpPr>
          <p:nvPr>
            <p:ph type="title"/>
          </p:nvPr>
        </p:nvSpPr>
        <p:spPr>
          <a:xfrm>
            <a:off x="468313" y="268288"/>
            <a:ext cx="8207400" cy="866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rgbClr val="003A48"/>
                </a:solidFill>
                <a:latin typeface="Georgia"/>
                <a:ea typeface="Georgia"/>
                <a:cs typeface="Georgia"/>
                <a:sym typeface="Georgia"/>
              </a:defRPr>
            </a:lvl9pPr>
          </a:lstStyle>
          <a:p>
            <a:endParaRPr/>
          </a:p>
        </p:txBody>
      </p:sp>
      <p:sp>
        <p:nvSpPr>
          <p:cNvPr id="11" name="Google Shape;11;g28eec28cf86_0_90"/>
          <p:cNvSpPr txBox="1">
            <a:spLocks noGrp="1"/>
          </p:cNvSpPr>
          <p:nvPr>
            <p:ph type="body" idx="1"/>
          </p:nvPr>
        </p:nvSpPr>
        <p:spPr>
          <a:xfrm>
            <a:off x="468313" y="1384300"/>
            <a:ext cx="8207400" cy="29178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1pPr>
            <a:lvl2pPr marL="914400" marR="0" lvl="1"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2pPr>
            <a:lvl3pPr marL="1371600" marR="0" lvl="2"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3pPr>
            <a:lvl4pPr marL="1828800" marR="0" lvl="3"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4pPr>
            <a:lvl5pPr marL="2286000" marR="0" lvl="4"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9pPr>
          </a:lstStyle>
          <a:p>
            <a:endParaRPr/>
          </a:p>
        </p:txBody>
      </p:sp>
      <p:sp>
        <p:nvSpPr>
          <p:cNvPr id="12" name="Google Shape;12;g28eec28cf86_0_90"/>
          <p:cNvSpPr txBox="1">
            <a:spLocks noGrp="1"/>
          </p:cNvSpPr>
          <p:nvPr>
            <p:ph type="dt" idx="10"/>
          </p:nvPr>
        </p:nvSpPr>
        <p:spPr>
          <a:xfrm>
            <a:off x="457200" y="4787900"/>
            <a:ext cx="2133600" cy="254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1C1C1C"/>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9pPr>
          </a:lstStyle>
          <a:p>
            <a:endParaRPr/>
          </a:p>
        </p:txBody>
      </p:sp>
      <p:sp>
        <p:nvSpPr>
          <p:cNvPr id="13" name="Google Shape;13;g28eec28cf86_0_90"/>
          <p:cNvSpPr txBox="1">
            <a:spLocks noGrp="1"/>
          </p:cNvSpPr>
          <p:nvPr>
            <p:ph type="ftr" idx="11"/>
          </p:nvPr>
        </p:nvSpPr>
        <p:spPr>
          <a:xfrm>
            <a:off x="3124200" y="4787900"/>
            <a:ext cx="2895600" cy="2541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1C1C1C"/>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9pPr>
          </a:lstStyle>
          <a:p>
            <a:endParaRPr/>
          </a:p>
        </p:txBody>
      </p:sp>
      <p:sp>
        <p:nvSpPr>
          <p:cNvPr id="14" name="Google Shape;14;g28eec28cf86_0_90"/>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5"/>
        <p:cNvGrpSpPr/>
        <p:nvPr/>
      </p:nvGrpSpPr>
      <p:grpSpPr>
        <a:xfrm>
          <a:off x="0" y="0"/>
          <a:ext cx="0" cy="0"/>
          <a:chOff x="0" y="0"/>
          <a:chExt cx="0" cy="0"/>
        </a:xfrm>
      </p:grpSpPr>
      <p:sp>
        <p:nvSpPr>
          <p:cNvPr id="86" name="Google Shape;86;p33"/>
          <p:cNvSpPr txBox="1">
            <a:spLocks noGrp="1"/>
          </p:cNvSpPr>
          <p:nvPr>
            <p:ph type="title"/>
          </p:nvPr>
        </p:nvSpPr>
        <p:spPr>
          <a:xfrm>
            <a:off x="1333500" y="201613"/>
            <a:ext cx="7342188" cy="8572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rgbClr val="1C1C1C"/>
                </a:solidFill>
                <a:latin typeface="Georgia"/>
                <a:ea typeface="Georgia"/>
                <a:cs typeface="Georgia"/>
                <a:sym typeface="Georgia"/>
              </a:defRPr>
            </a:lvl9pPr>
          </a:lstStyle>
          <a:p>
            <a:endParaRPr/>
          </a:p>
        </p:txBody>
      </p:sp>
      <p:sp>
        <p:nvSpPr>
          <p:cNvPr id="87" name="Google Shape;87;p33"/>
          <p:cNvSpPr txBox="1">
            <a:spLocks noGrp="1"/>
          </p:cNvSpPr>
          <p:nvPr>
            <p:ph type="body" idx="1"/>
          </p:nvPr>
        </p:nvSpPr>
        <p:spPr>
          <a:xfrm>
            <a:off x="1331913" y="1204913"/>
            <a:ext cx="7354887" cy="3395662"/>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1pPr>
            <a:lvl2pPr marL="914400" marR="0" lvl="1"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2pPr>
            <a:lvl3pPr marL="1371600" marR="0" lvl="2"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3pPr>
            <a:lvl4pPr marL="1828800" marR="0" lvl="3"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4pPr>
            <a:lvl5pPr marL="2286000" marR="0" lvl="4" indent="-355600" algn="l" rtl="0">
              <a:lnSpc>
                <a:spcPct val="100000"/>
              </a:lnSpc>
              <a:spcBef>
                <a:spcPts val="400"/>
              </a:spcBef>
              <a:spcAft>
                <a:spcPts val="0"/>
              </a:spcAft>
              <a:buClr>
                <a:srgbClr val="1C1C1C"/>
              </a:buClr>
              <a:buSzPts val="2000"/>
              <a:buFont typeface="Georgia"/>
              <a:buChar char="»"/>
              <a:defRPr sz="2000" b="0" i="0" u="none" strike="noStrike" cap="none">
                <a:solidFill>
                  <a:srgbClr val="1C1C1C"/>
                </a:solidFill>
                <a:latin typeface="Georgia"/>
                <a:ea typeface="Georgia"/>
                <a:cs typeface="Georgia"/>
                <a:sym typeface="Georgi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9pPr>
          </a:lstStyle>
          <a:p>
            <a:endParaRPr/>
          </a:p>
        </p:txBody>
      </p:sp>
      <p:sp>
        <p:nvSpPr>
          <p:cNvPr id="88" name="Google Shape;88;p33"/>
          <p:cNvSpPr txBox="1">
            <a:spLocks noGrp="1"/>
          </p:cNvSpPr>
          <p:nvPr>
            <p:ph type="dt" idx="10"/>
          </p:nvPr>
        </p:nvSpPr>
        <p:spPr>
          <a:xfrm>
            <a:off x="457200" y="4841875"/>
            <a:ext cx="2133600" cy="2000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1C1C1C"/>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9pPr>
          </a:lstStyle>
          <a:p>
            <a:endParaRPr/>
          </a:p>
        </p:txBody>
      </p:sp>
      <p:sp>
        <p:nvSpPr>
          <p:cNvPr id="89" name="Google Shape;89;p33"/>
          <p:cNvSpPr txBox="1">
            <a:spLocks noGrp="1"/>
          </p:cNvSpPr>
          <p:nvPr>
            <p:ph type="ftr" idx="11"/>
          </p:nvPr>
        </p:nvSpPr>
        <p:spPr>
          <a:xfrm>
            <a:off x="3124200" y="4841875"/>
            <a:ext cx="2895600" cy="20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1C1C1C"/>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Arial"/>
                <a:ea typeface="Arial"/>
                <a:cs typeface="Arial"/>
                <a:sym typeface="Arial"/>
              </a:defRPr>
            </a:lvl9pPr>
          </a:lstStyle>
          <a:p>
            <a:endParaRPr/>
          </a:p>
        </p:txBody>
      </p:sp>
      <p:sp>
        <p:nvSpPr>
          <p:cNvPr id="90" name="Google Shape;90;p33"/>
          <p:cNvSpPr txBox="1">
            <a:spLocks noGrp="1"/>
          </p:cNvSpPr>
          <p:nvPr>
            <p:ph type="sldNum" idx="12"/>
          </p:nvPr>
        </p:nvSpPr>
        <p:spPr>
          <a:xfrm>
            <a:off x="6553200" y="4841875"/>
            <a:ext cx="2133600" cy="200025"/>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1C1C1C"/>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63"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g28eec28cf86_0_83"/>
          <p:cNvSpPr txBox="1">
            <a:spLocks noGrp="1"/>
          </p:cNvSpPr>
          <p:nvPr>
            <p:ph type="sldNum" idx="12"/>
          </p:nvPr>
        </p:nvSpPr>
        <p:spPr>
          <a:xfrm>
            <a:off x="6553200" y="4787900"/>
            <a:ext cx="2122500" cy="254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s-419"/>
              <a:t>1</a:t>
            </a:fld>
            <a:endParaRPr/>
          </a:p>
        </p:txBody>
      </p:sp>
      <p:pic>
        <p:nvPicPr>
          <p:cNvPr id="170" name="Google Shape;170;g28eec28cf86_0_83"/>
          <p:cNvPicPr preferRelativeResize="0"/>
          <p:nvPr/>
        </p:nvPicPr>
        <p:blipFill rotWithShape="1">
          <a:blip r:embed="rId3">
            <a:alphaModFix/>
          </a:blip>
          <a:srcRect/>
          <a:stretch/>
        </p:blipFill>
        <p:spPr>
          <a:xfrm>
            <a:off x="48425" y="0"/>
            <a:ext cx="9144000" cy="3068725"/>
          </a:xfrm>
          <a:prstGeom prst="rect">
            <a:avLst/>
          </a:prstGeom>
          <a:noFill/>
          <a:ln>
            <a:noFill/>
          </a:ln>
        </p:spPr>
      </p:pic>
      <p:pic>
        <p:nvPicPr>
          <p:cNvPr id="171" name="Google Shape;171;g28eec28cf86_0_83"/>
          <p:cNvPicPr preferRelativeResize="0"/>
          <p:nvPr/>
        </p:nvPicPr>
        <p:blipFill rotWithShape="1">
          <a:blip r:embed="rId4">
            <a:alphaModFix/>
          </a:blip>
          <a:srcRect/>
          <a:stretch/>
        </p:blipFill>
        <p:spPr>
          <a:xfrm>
            <a:off x="2513075" y="3148475"/>
            <a:ext cx="5304292" cy="17715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
          <p:cNvSpPr txBox="1">
            <a:spLocks noGrp="1"/>
          </p:cNvSpPr>
          <p:nvPr>
            <p:ph type="ctrTitle"/>
          </p:nvPr>
        </p:nvSpPr>
        <p:spPr>
          <a:xfrm>
            <a:off x="178575" y="2823675"/>
            <a:ext cx="8779500" cy="1188900"/>
          </a:xfrm>
          <a:prstGeom prst="rect">
            <a:avLst/>
          </a:prstGeom>
          <a:solidFill>
            <a:schemeClr val="accent3"/>
          </a:solidFill>
          <a:ln>
            <a:noFill/>
          </a:ln>
          <a:effectLst>
            <a:outerShdw dist="17961" dir="2700000" algn="ctr" rotWithShape="0">
              <a:schemeClr val="lt2"/>
            </a:outerShdw>
          </a:effectLst>
        </p:spPr>
        <p:txBody>
          <a:bodyPr spcFirstLastPara="1" wrap="square" lIns="91425" tIns="45700" rIns="91425" bIns="45700" anchor="ctr" anchorCtr="0">
            <a:noAutofit/>
          </a:bodyPr>
          <a:lstStyle/>
          <a:p>
            <a:r>
              <a:t>        CURSO: 1º Medio A                   ASIGNATURA: Química</a:t>
            </a:r>
          </a:p>
        </p:txBody>
      </p:sp>
      <p:sp>
        <p:nvSpPr>
          <p:cNvPr id="177" name="Google Shape;177;p1"/>
          <p:cNvSpPr/>
          <p:nvPr/>
        </p:nvSpPr>
        <p:spPr>
          <a:xfrm>
            <a:off x="402900" y="4104575"/>
            <a:ext cx="8338200" cy="942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419" sz="1600" b="0" i="0" u="none" strike="noStrike" cap="none" dirty="0">
                <a:solidFill>
                  <a:srgbClr val="003A48"/>
                </a:solidFill>
                <a:latin typeface="Arial"/>
                <a:ea typeface="Arial"/>
                <a:cs typeface="Arial"/>
                <a:sym typeface="Arial"/>
              </a:rPr>
              <a:t>P</a:t>
            </a:r>
            <a:r>
              <a:rPr lang="es-419" sz="1200" b="0" i="0" u="none" strike="noStrike" cap="none" dirty="0">
                <a:solidFill>
                  <a:srgbClr val="003A48"/>
                </a:solidFill>
                <a:latin typeface="Arial"/>
                <a:ea typeface="Arial"/>
                <a:cs typeface="Arial"/>
                <a:sym typeface="Arial"/>
              </a:rPr>
              <a:t>ROFESORA: Rolando E. Montero A.</a:t>
            </a:r>
            <a:endParaRPr sz="1200" b="0" i="0" u="none" strike="noStrike" cap="none" dirty="0">
              <a:solidFill>
                <a:srgbClr val="003A48"/>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200" b="0" i="0" u="none" strike="noStrike" cap="none" dirty="0">
              <a:solidFill>
                <a:srgbClr val="003A48"/>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s-419" sz="1200" b="0" i="0" u="none" strike="noStrike" cap="none" dirty="0">
                <a:solidFill>
                  <a:srgbClr val="003A48"/>
                </a:solidFill>
                <a:latin typeface="Arial"/>
                <a:ea typeface="Arial"/>
                <a:cs typeface="Arial"/>
                <a:sym typeface="Arial"/>
              </a:rPr>
              <a:t>DEPARTAMENTO DE CIENCIAS, TECNOLOGÍA Y AMBIENTE</a:t>
            </a:r>
            <a:endParaRPr sz="1000" b="0" i="0" u="none" strike="noStrike" cap="none" dirty="0">
              <a:solidFill>
                <a:srgbClr val="000000"/>
              </a:solidFill>
              <a:latin typeface="Arial"/>
              <a:ea typeface="Arial"/>
              <a:cs typeface="Arial"/>
              <a:sym typeface="Arial"/>
            </a:endParaRPr>
          </a:p>
          <a:p>
            <a:pPr marL="0" marR="0" lvl="0" indent="0" algn="ctr" rtl="0">
              <a:lnSpc>
                <a:spcPct val="100000"/>
              </a:lnSpc>
              <a:spcBef>
                <a:spcPts val="320"/>
              </a:spcBef>
              <a:spcAft>
                <a:spcPts val="0"/>
              </a:spcAft>
              <a:buClr>
                <a:srgbClr val="000000"/>
              </a:buClr>
              <a:buSzPts val="1600"/>
              <a:buFont typeface="Arial"/>
              <a:buNone/>
            </a:pPr>
            <a:r>
              <a:rPr lang="es-419" sz="1200" b="0" i="0" u="none" strike="noStrike" cap="none" dirty="0">
                <a:solidFill>
                  <a:srgbClr val="003A48"/>
                </a:solidFill>
                <a:latin typeface="Arial"/>
                <a:ea typeface="Arial"/>
                <a:cs typeface="Arial"/>
                <a:sym typeface="Arial"/>
              </a:rPr>
              <a:t>COLEGIO FEDERICO  OZANAM- PUERTO MONTT</a:t>
            </a:r>
            <a:endParaRPr sz="1200" b="0" i="0" u="none" strike="noStrike" cap="none" dirty="0">
              <a:solidFill>
                <a:srgbClr val="003A48"/>
              </a:solidFill>
              <a:latin typeface="Arial"/>
              <a:ea typeface="Arial"/>
              <a:cs typeface="Arial"/>
              <a:sym typeface="Arial"/>
            </a:endParaRPr>
          </a:p>
        </p:txBody>
      </p:sp>
      <p:sp>
        <p:nvSpPr>
          <p:cNvPr id="178" name="Google Shape;178;p1"/>
          <p:cNvSpPr txBox="1"/>
          <p:nvPr/>
        </p:nvSpPr>
        <p:spPr>
          <a:xfrm>
            <a:off x="3617474" y="206150"/>
            <a:ext cx="2625281" cy="492600"/>
          </a:xfrm>
          <a:prstGeom prst="rect">
            <a:avLst/>
          </a:prstGeom>
          <a:solidFill>
            <a:schemeClr val="lt1"/>
          </a:solidFill>
          <a:ln>
            <a:noFill/>
          </a:ln>
          <a:effectLst>
            <a:outerShdw dist="17961" dir="2700000" algn="ctr" rotWithShape="0">
              <a:schemeClr val="lt2"/>
            </a:outerShdw>
          </a:effectLst>
        </p:spPr>
        <p:txBody>
          <a:bodyPr spcFirstLastPara="1" wrap="square" lIns="91425" tIns="91425" rIns="91425" bIns="91425" anchor="ctr" anchorCtr="0">
            <a:spAutoFit/>
          </a:bodyPr>
          <a:lstStyle/>
          <a:p>
            <a:r>
              <a:t>CLASE N°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g26466b3f153_0_171"/>
          <p:cNvSpPr txBox="1">
            <a:spLocks noGrp="1"/>
          </p:cNvSpPr>
          <p:nvPr>
            <p:ph type="title"/>
          </p:nvPr>
        </p:nvSpPr>
        <p:spPr>
          <a:xfrm>
            <a:off x="311700" y="292940"/>
            <a:ext cx="8520600" cy="80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s-419" dirty="0"/>
              <a:t>En esta sala…</a:t>
            </a:r>
            <a:endParaRPr dirty="0"/>
          </a:p>
        </p:txBody>
      </p:sp>
      <p:sp>
        <p:nvSpPr>
          <p:cNvPr id="191" name="Google Shape;191;g26466b3f153_0_171"/>
          <p:cNvSpPr txBox="1"/>
          <p:nvPr/>
        </p:nvSpPr>
        <p:spPr>
          <a:xfrm>
            <a:off x="514413" y="1229041"/>
            <a:ext cx="2535900" cy="1522200"/>
          </a:xfrm>
          <a:prstGeom prst="rect">
            <a:avLst/>
          </a:prstGeom>
          <a:solidFill>
            <a:srgbClr val="E8F5D9"/>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No se permiten celulares. Si ingresas con ellos deberás dejarlos SIEMPRE en la caja dispuesta para aquello.</a:t>
            </a:r>
            <a:endParaRPr sz="1600" b="1" i="0" u="none" strike="noStrike" cap="none">
              <a:solidFill>
                <a:srgbClr val="000000"/>
              </a:solidFill>
              <a:latin typeface="Century Gothic"/>
              <a:ea typeface="Century Gothic"/>
              <a:cs typeface="Century Gothic"/>
              <a:sym typeface="Century Gothic"/>
            </a:endParaRPr>
          </a:p>
        </p:txBody>
      </p:sp>
      <p:sp>
        <p:nvSpPr>
          <p:cNvPr id="192" name="Google Shape;192;g26466b3f153_0_171"/>
          <p:cNvSpPr txBox="1"/>
          <p:nvPr/>
        </p:nvSpPr>
        <p:spPr>
          <a:xfrm>
            <a:off x="3304046" y="1229041"/>
            <a:ext cx="2535900" cy="1522200"/>
          </a:xfrm>
          <a:prstGeom prst="rect">
            <a:avLst/>
          </a:prstGeom>
          <a:solidFill>
            <a:srgbClr val="C4EBFC"/>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El uso de audífonos y cualquier elemento tecnológico no serán admitidos en clases.</a:t>
            </a:r>
            <a:endParaRPr sz="1600" b="1" i="0" u="none" strike="noStrike" cap="none">
              <a:solidFill>
                <a:srgbClr val="000000"/>
              </a:solidFill>
              <a:latin typeface="Century Gothic"/>
              <a:ea typeface="Century Gothic"/>
              <a:cs typeface="Century Gothic"/>
              <a:sym typeface="Century Gothic"/>
            </a:endParaRPr>
          </a:p>
        </p:txBody>
      </p:sp>
      <p:sp>
        <p:nvSpPr>
          <p:cNvPr id="193" name="Google Shape;193;g26466b3f153_0_171"/>
          <p:cNvSpPr txBox="1"/>
          <p:nvPr/>
        </p:nvSpPr>
        <p:spPr>
          <a:xfrm>
            <a:off x="6093680" y="1229041"/>
            <a:ext cx="2535900" cy="1522200"/>
          </a:xfrm>
          <a:prstGeom prst="rect">
            <a:avLst/>
          </a:prstGeom>
          <a:solidFill>
            <a:srgbClr val="F4CCCC"/>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El uso de maquillajes, alisadores, espejos, etc. no están autorizados en clases.</a:t>
            </a:r>
            <a:endParaRPr sz="1600" b="1" i="0" u="none" strike="noStrike" cap="none">
              <a:solidFill>
                <a:srgbClr val="000000"/>
              </a:solidFill>
              <a:latin typeface="Century Gothic"/>
              <a:ea typeface="Century Gothic"/>
              <a:cs typeface="Century Gothic"/>
              <a:sym typeface="Century Gothic"/>
            </a:endParaRPr>
          </a:p>
        </p:txBody>
      </p:sp>
      <p:sp>
        <p:nvSpPr>
          <p:cNvPr id="194" name="Google Shape;194;g26466b3f153_0_171"/>
          <p:cNvSpPr txBox="1"/>
          <p:nvPr/>
        </p:nvSpPr>
        <p:spPr>
          <a:xfrm>
            <a:off x="514413" y="2950615"/>
            <a:ext cx="2535900" cy="1522200"/>
          </a:xfrm>
          <a:prstGeom prst="rect">
            <a:avLst/>
          </a:prstGeom>
          <a:solidFill>
            <a:srgbClr val="FFF2CC"/>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No se puede entrar con mochilas, bolsos de deporte o implementos deportivos a la sala temática.</a:t>
            </a:r>
            <a:endParaRPr sz="1600" b="1" i="0" u="none" strike="noStrike" cap="none">
              <a:solidFill>
                <a:srgbClr val="000000"/>
              </a:solidFill>
              <a:latin typeface="Century Gothic"/>
              <a:ea typeface="Century Gothic"/>
              <a:cs typeface="Century Gothic"/>
              <a:sym typeface="Century Gothic"/>
            </a:endParaRPr>
          </a:p>
        </p:txBody>
      </p:sp>
      <p:sp>
        <p:nvSpPr>
          <p:cNvPr id="195" name="Google Shape;195;g26466b3f153_0_171"/>
          <p:cNvSpPr txBox="1"/>
          <p:nvPr/>
        </p:nvSpPr>
        <p:spPr>
          <a:xfrm>
            <a:off x="3304046" y="2950615"/>
            <a:ext cx="2535900" cy="1522200"/>
          </a:xfrm>
          <a:prstGeom prst="rect">
            <a:avLst/>
          </a:prstGeom>
          <a:solidFill>
            <a:srgbClr val="D9D2E9"/>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Se permiten botellas con agua, pero deben ser transparentes.</a:t>
            </a:r>
            <a:endParaRPr sz="1600" b="1" i="0" u="none" strike="noStrike" cap="none">
              <a:solidFill>
                <a:srgbClr val="000000"/>
              </a:solidFill>
              <a:latin typeface="Century Gothic"/>
              <a:ea typeface="Century Gothic"/>
              <a:cs typeface="Century Gothic"/>
              <a:sym typeface="Century Gothic"/>
            </a:endParaRPr>
          </a:p>
        </p:txBody>
      </p:sp>
      <p:sp>
        <p:nvSpPr>
          <p:cNvPr id="196" name="Google Shape;196;g26466b3f153_0_171"/>
          <p:cNvSpPr txBox="1"/>
          <p:nvPr/>
        </p:nvSpPr>
        <p:spPr>
          <a:xfrm>
            <a:off x="6093680" y="2950615"/>
            <a:ext cx="2535900" cy="1522200"/>
          </a:xfrm>
          <a:prstGeom prst="rect">
            <a:avLst/>
          </a:prstGeom>
          <a:solidFill>
            <a:srgbClr val="D0E0E3"/>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Nuestra sala no se puede convertir en una bodega para trabajos de otras asignaturas.</a:t>
            </a:r>
            <a:endParaRPr sz="1600" b="1" i="0" u="none" strike="noStrike" cap="none">
              <a:solidFill>
                <a:srgbClr val="000000"/>
              </a:solidFill>
              <a:latin typeface="Century Gothic"/>
              <a:ea typeface="Century Gothic"/>
              <a:cs typeface="Century Gothic"/>
              <a:sym typeface="Century Gothic"/>
            </a:endParaRPr>
          </a:p>
        </p:txBody>
      </p:sp>
      <p:pic>
        <p:nvPicPr>
          <p:cNvPr id="197" name="Google Shape;197;g26466b3f153_0_171"/>
          <p:cNvPicPr preferRelativeResize="0"/>
          <p:nvPr/>
        </p:nvPicPr>
        <p:blipFill rotWithShape="1">
          <a:blip r:embed="rId3">
            <a:alphaModFix/>
          </a:blip>
          <a:srcRect/>
          <a:stretch/>
        </p:blipFill>
        <p:spPr>
          <a:xfrm>
            <a:off x="163525" y="85701"/>
            <a:ext cx="800100" cy="1066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sp>
        <p:nvSpPr>
          <p:cNvPr id="202" name="Google Shape;202;g26466b3f153_0_182"/>
          <p:cNvSpPr txBox="1"/>
          <p:nvPr/>
        </p:nvSpPr>
        <p:spPr>
          <a:xfrm>
            <a:off x="1461925" y="1345712"/>
            <a:ext cx="2961900" cy="1461900"/>
          </a:xfrm>
          <a:prstGeom prst="rect">
            <a:avLst/>
          </a:prstGeom>
          <a:solidFill>
            <a:srgbClr val="E8F5D9"/>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Tienes 3 minutos para ingresar a ésta sala temática desde el timbre, después de eso quedará consignado el atraso en tu hoja de vida en el libro de clases en LIRMI.</a:t>
            </a:r>
            <a:endParaRPr sz="1600" b="1" i="0" u="none" strike="noStrike" cap="none">
              <a:solidFill>
                <a:srgbClr val="000000"/>
              </a:solidFill>
              <a:latin typeface="Century Gothic"/>
              <a:ea typeface="Century Gothic"/>
              <a:cs typeface="Century Gothic"/>
              <a:sym typeface="Century Gothic"/>
            </a:endParaRPr>
          </a:p>
        </p:txBody>
      </p:sp>
      <p:sp>
        <p:nvSpPr>
          <p:cNvPr id="203" name="Google Shape;203;g26466b3f153_0_182"/>
          <p:cNvSpPr txBox="1"/>
          <p:nvPr/>
        </p:nvSpPr>
        <p:spPr>
          <a:xfrm>
            <a:off x="4720175" y="1345712"/>
            <a:ext cx="2961900" cy="1461900"/>
          </a:xfrm>
          <a:prstGeom prst="rect">
            <a:avLst/>
          </a:prstGeom>
          <a:solidFill>
            <a:srgbClr val="EA9999"/>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El mobiliario del aula se debe cuidar, si algún estudiante lo raya, rompe o destruye deberá reponerlo y además quedará registrado en su hoja de vida. </a:t>
            </a:r>
            <a:endParaRPr sz="1600" b="1" i="0" u="none" strike="noStrike" cap="none">
              <a:solidFill>
                <a:srgbClr val="000000"/>
              </a:solidFill>
              <a:latin typeface="Century Gothic"/>
              <a:ea typeface="Century Gothic"/>
              <a:cs typeface="Century Gothic"/>
              <a:sym typeface="Century Gothic"/>
            </a:endParaRPr>
          </a:p>
        </p:txBody>
      </p:sp>
      <p:sp>
        <p:nvSpPr>
          <p:cNvPr id="204" name="Google Shape;204;g26466b3f153_0_182"/>
          <p:cNvSpPr txBox="1"/>
          <p:nvPr/>
        </p:nvSpPr>
        <p:spPr>
          <a:xfrm>
            <a:off x="1461925" y="3123331"/>
            <a:ext cx="2961900" cy="1461900"/>
          </a:xfrm>
          <a:prstGeom prst="rect">
            <a:avLst/>
          </a:prstGeom>
          <a:solidFill>
            <a:srgbClr val="F9CB9C"/>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Si llegará a olvidar algún material de clase, no podrá salir de ésta a buscarlo.</a:t>
            </a:r>
            <a:endParaRPr sz="1600" b="1" i="0" u="none" strike="noStrike" cap="none">
              <a:solidFill>
                <a:srgbClr val="000000"/>
              </a:solidFill>
              <a:latin typeface="Century Gothic"/>
              <a:ea typeface="Century Gothic"/>
              <a:cs typeface="Century Gothic"/>
              <a:sym typeface="Century Gothic"/>
            </a:endParaRPr>
          </a:p>
        </p:txBody>
      </p:sp>
      <p:sp>
        <p:nvSpPr>
          <p:cNvPr id="205" name="Google Shape;205;g26466b3f153_0_182"/>
          <p:cNvSpPr txBox="1"/>
          <p:nvPr/>
        </p:nvSpPr>
        <p:spPr>
          <a:xfrm>
            <a:off x="4720175" y="3123331"/>
            <a:ext cx="2961900" cy="1461900"/>
          </a:xfrm>
          <a:prstGeom prst="rect">
            <a:avLst/>
          </a:prstGeom>
          <a:solidFill>
            <a:srgbClr val="C4EBFC"/>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 Está prohibido ir al baño, se autorizará solo casos de emergencia y situaciones excepcionales, previo aviso en convivencia escolar en wsp del ciclo.</a:t>
            </a:r>
            <a:endParaRPr sz="1600" b="1" i="0" u="none" strike="noStrike" cap="none">
              <a:solidFill>
                <a:srgbClr val="000000"/>
              </a:solidFill>
              <a:latin typeface="Century Gothic"/>
              <a:ea typeface="Century Gothic"/>
              <a:cs typeface="Century Gothic"/>
              <a:sym typeface="Century Gothic"/>
            </a:endParaRPr>
          </a:p>
        </p:txBody>
      </p:sp>
      <p:sp>
        <p:nvSpPr>
          <p:cNvPr id="206" name="Google Shape;206;g26466b3f153_0_182"/>
          <p:cNvSpPr txBox="1">
            <a:spLocks noGrp="1"/>
          </p:cNvSpPr>
          <p:nvPr>
            <p:ph type="title"/>
          </p:nvPr>
        </p:nvSpPr>
        <p:spPr>
          <a:xfrm>
            <a:off x="311700" y="292940"/>
            <a:ext cx="8520600" cy="80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s-419" dirty="0"/>
              <a:t>En esta sala…</a:t>
            </a:r>
            <a:endParaRPr dirty="0"/>
          </a:p>
        </p:txBody>
      </p:sp>
      <p:pic>
        <p:nvPicPr>
          <p:cNvPr id="207" name="Google Shape;207;g26466b3f153_0_182"/>
          <p:cNvPicPr preferRelativeResize="0"/>
          <p:nvPr/>
        </p:nvPicPr>
        <p:blipFill rotWithShape="1">
          <a:blip r:embed="rId3">
            <a:alphaModFix/>
          </a:blip>
          <a:srcRect/>
          <a:stretch/>
        </p:blipFill>
        <p:spPr>
          <a:xfrm>
            <a:off x="163525" y="85701"/>
            <a:ext cx="800100" cy="1066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1"/>
        <p:cNvGrpSpPr/>
        <p:nvPr/>
      </p:nvGrpSpPr>
      <p:grpSpPr>
        <a:xfrm>
          <a:off x="0" y="0"/>
          <a:ext cx="0" cy="0"/>
          <a:chOff x="0" y="0"/>
          <a:chExt cx="0" cy="0"/>
        </a:xfrm>
      </p:grpSpPr>
      <p:sp>
        <p:nvSpPr>
          <p:cNvPr id="212" name="Google Shape;212;g26466b3f153_0_191"/>
          <p:cNvSpPr txBox="1">
            <a:spLocks noGrp="1"/>
          </p:cNvSpPr>
          <p:nvPr>
            <p:ph type="title"/>
          </p:nvPr>
        </p:nvSpPr>
        <p:spPr>
          <a:xfrm>
            <a:off x="311700" y="292940"/>
            <a:ext cx="8520600" cy="80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s-419" dirty="0"/>
              <a:t>En esta sala…</a:t>
            </a:r>
            <a:endParaRPr dirty="0"/>
          </a:p>
        </p:txBody>
      </p:sp>
      <p:pic>
        <p:nvPicPr>
          <p:cNvPr id="213" name="Google Shape;213;g26466b3f153_0_191"/>
          <p:cNvPicPr preferRelativeResize="0"/>
          <p:nvPr/>
        </p:nvPicPr>
        <p:blipFill rotWithShape="1">
          <a:blip r:embed="rId3">
            <a:alphaModFix/>
          </a:blip>
          <a:srcRect/>
          <a:stretch/>
        </p:blipFill>
        <p:spPr>
          <a:xfrm>
            <a:off x="163525" y="85701"/>
            <a:ext cx="800100" cy="1066801"/>
          </a:xfrm>
          <a:prstGeom prst="rect">
            <a:avLst/>
          </a:prstGeom>
          <a:noFill/>
          <a:ln>
            <a:noFill/>
          </a:ln>
        </p:spPr>
      </p:pic>
      <p:sp>
        <p:nvSpPr>
          <p:cNvPr id="214" name="Google Shape;214;g26466b3f153_0_191"/>
          <p:cNvSpPr txBox="1"/>
          <p:nvPr/>
        </p:nvSpPr>
        <p:spPr>
          <a:xfrm>
            <a:off x="535076" y="1366665"/>
            <a:ext cx="2428800" cy="1777800"/>
          </a:xfrm>
          <a:prstGeom prst="rect">
            <a:avLst/>
          </a:prstGeom>
          <a:solidFill>
            <a:srgbClr val="A2C4C9"/>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En el cuaderno se registra: nº de clase, fecha, unidad y objetivo,  las actividades y retroalimentaciones de estas y evaluaciones. (se revisan en clases).</a:t>
            </a:r>
            <a:endParaRPr sz="1600" b="1" i="0" u="none" strike="noStrike" cap="none">
              <a:solidFill>
                <a:srgbClr val="000000"/>
              </a:solidFill>
              <a:latin typeface="Century Gothic"/>
              <a:ea typeface="Century Gothic"/>
              <a:cs typeface="Century Gothic"/>
              <a:sym typeface="Century Gothic"/>
            </a:endParaRPr>
          </a:p>
        </p:txBody>
      </p:sp>
      <p:sp>
        <p:nvSpPr>
          <p:cNvPr id="215" name="Google Shape;215;g26466b3f153_0_191"/>
          <p:cNvSpPr txBox="1"/>
          <p:nvPr/>
        </p:nvSpPr>
        <p:spPr>
          <a:xfrm>
            <a:off x="6070375" y="1366665"/>
            <a:ext cx="2428800" cy="1777800"/>
          </a:xfrm>
          <a:prstGeom prst="rect">
            <a:avLst/>
          </a:prstGeom>
          <a:solidFill>
            <a:srgbClr val="9FC5E8"/>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Hacer buen uso de los contenedores de reciclaje, apoyando a los agentes de cambio.</a:t>
            </a:r>
            <a:endParaRPr sz="1600" b="1" i="0" u="none" strike="noStrike" cap="none">
              <a:solidFill>
                <a:srgbClr val="000000"/>
              </a:solidFill>
              <a:latin typeface="Century Gothic"/>
              <a:ea typeface="Century Gothic"/>
              <a:cs typeface="Century Gothic"/>
              <a:sym typeface="Century Gothic"/>
            </a:endParaRPr>
          </a:p>
        </p:txBody>
      </p:sp>
      <p:sp>
        <p:nvSpPr>
          <p:cNvPr id="216" name="Google Shape;216;g26466b3f153_0_191"/>
          <p:cNvSpPr txBox="1"/>
          <p:nvPr/>
        </p:nvSpPr>
        <p:spPr>
          <a:xfrm>
            <a:off x="3278701" y="1366665"/>
            <a:ext cx="2586600" cy="1777800"/>
          </a:xfrm>
          <a:prstGeom prst="rect">
            <a:avLst/>
          </a:prstGeom>
          <a:solidFill>
            <a:srgbClr val="B4A7D6"/>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Siempre tomar apuntes en clases (la memoria es frágil, no todo está en el PPT y no usaremos Classroom)</a:t>
            </a:r>
            <a:endParaRPr sz="1600" b="1" i="0" u="none" strike="noStrike" cap="none">
              <a:solidFill>
                <a:srgbClr val="000000"/>
              </a:solidFill>
              <a:latin typeface="Century Gothic"/>
              <a:ea typeface="Century Gothic"/>
              <a:cs typeface="Century Gothic"/>
              <a:sym typeface="Century Gothic"/>
            </a:endParaRPr>
          </a:p>
        </p:txBody>
      </p:sp>
      <p:sp>
        <p:nvSpPr>
          <p:cNvPr id="217" name="Google Shape;217;g26466b3f153_0_191"/>
          <p:cNvSpPr txBox="1"/>
          <p:nvPr/>
        </p:nvSpPr>
        <p:spPr>
          <a:xfrm>
            <a:off x="3278701" y="3262540"/>
            <a:ext cx="2586600" cy="1777800"/>
          </a:xfrm>
          <a:prstGeom prst="rect">
            <a:avLst/>
          </a:prstGeom>
          <a:solidFill>
            <a:srgbClr val="B4A7D6"/>
          </a:solid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rgbClr val="000000"/>
              </a:buClr>
              <a:buSzPts val="1600"/>
              <a:buFont typeface="Century Gothic"/>
              <a:buNone/>
            </a:pPr>
            <a:r>
              <a:rPr lang="es-419" sz="1600" b="1" i="0" u="none" strike="noStrike" cap="none">
                <a:solidFill>
                  <a:srgbClr val="000000"/>
                </a:solidFill>
                <a:latin typeface="Century Gothic"/>
                <a:ea typeface="Century Gothic"/>
                <a:cs typeface="Century Gothic"/>
                <a:sym typeface="Century Gothic"/>
              </a:rPr>
              <a:t>no contar con sus materiales básicos de clases, quedará registrado en su hoja de vida (cuaderno, libro, lápiz, carpeta, guías, etc)</a:t>
            </a:r>
            <a:endParaRPr sz="1600" b="1" i="0" u="none" strike="noStrike" cap="none">
              <a:solidFill>
                <a:srgbClr val="000000"/>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1"/>
        <p:cNvGrpSpPr/>
        <p:nvPr/>
      </p:nvGrpSpPr>
      <p:grpSpPr>
        <a:xfrm>
          <a:off x="0" y="0"/>
          <a:ext cx="0" cy="0"/>
          <a:chOff x="0" y="0"/>
          <a:chExt cx="0" cy="0"/>
        </a:xfrm>
      </p:grpSpPr>
      <p:sp>
        <p:nvSpPr>
          <p:cNvPr id="222" name="Google Shape;222;g26466b3f153_0_200"/>
          <p:cNvSpPr txBox="1">
            <a:spLocks noGrp="1"/>
          </p:cNvSpPr>
          <p:nvPr>
            <p:ph type="title"/>
          </p:nvPr>
        </p:nvSpPr>
        <p:spPr>
          <a:xfrm>
            <a:off x="311700" y="292940"/>
            <a:ext cx="8520600" cy="801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s-419" sz="4800"/>
              <a:t>¡IMPORTANTE!</a:t>
            </a:r>
            <a:endParaRPr sz="4800"/>
          </a:p>
        </p:txBody>
      </p:sp>
      <p:grpSp>
        <p:nvGrpSpPr>
          <p:cNvPr id="223" name="Google Shape;223;g26466b3f153_0_200"/>
          <p:cNvGrpSpPr/>
          <p:nvPr/>
        </p:nvGrpSpPr>
        <p:grpSpPr>
          <a:xfrm>
            <a:off x="1471620" y="1405000"/>
            <a:ext cx="7300755" cy="2258177"/>
            <a:chOff x="1732707" y="3851905"/>
            <a:chExt cx="7300755" cy="2257500"/>
          </a:xfrm>
        </p:grpSpPr>
        <p:sp>
          <p:nvSpPr>
            <p:cNvPr id="224" name="Google Shape;224;g26466b3f153_0_200"/>
            <p:cNvSpPr txBox="1"/>
            <p:nvPr/>
          </p:nvSpPr>
          <p:spPr>
            <a:xfrm>
              <a:off x="1732707" y="3851908"/>
              <a:ext cx="3515100" cy="2182500"/>
            </a:xfrm>
            <a:prstGeom prst="rect">
              <a:avLst/>
            </a:prstGeom>
            <a:solidFill>
              <a:srgbClr val="A7FFE0">
                <a:alpha val="27058"/>
              </a:srgbClr>
            </a:solidFill>
            <a:ln w="9525" cap="flat" cmpd="sng">
              <a:solidFill>
                <a:srgbClr val="003A48"/>
              </a:solidFill>
              <a:prstDash val="solid"/>
              <a:round/>
              <a:headEnd type="none" w="sm" len="sm"/>
              <a:tailEnd type="none" w="sm" len="sm"/>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rgbClr val="000000"/>
                </a:buClr>
                <a:buSzPts val="1500"/>
                <a:buFont typeface="Century Gothic"/>
                <a:buNone/>
              </a:pPr>
              <a:r>
                <a:rPr lang="es-419" sz="1500" b="1" i="0" u="none" strike="noStrike" cap="none">
                  <a:solidFill>
                    <a:srgbClr val="000000"/>
                  </a:solidFill>
                  <a:latin typeface="Century Gothic"/>
                  <a:ea typeface="Century Gothic"/>
                  <a:cs typeface="Century Gothic"/>
                  <a:sym typeface="Century Gothic"/>
                </a:rPr>
                <a:t>Cualquier llamada personal no podrá ser contestada, ya que el apoderado debe informar a secretaria o convivencia escolar si acontece algo infrecuente; y éstos informarán al educando.</a:t>
              </a:r>
              <a:endParaRPr sz="1500" b="1" i="0" u="none" strike="noStrike" cap="none">
                <a:solidFill>
                  <a:srgbClr val="000000"/>
                </a:solidFill>
                <a:latin typeface="Century Gothic"/>
                <a:ea typeface="Century Gothic"/>
                <a:cs typeface="Century Gothic"/>
                <a:sym typeface="Century Gothic"/>
              </a:endParaRPr>
            </a:p>
          </p:txBody>
        </p:sp>
        <p:sp>
          <p:nvSpPr>
            <p:cNvPr id="225" name="Google Shape;225;g26466b3f153_0_200"/>
            <p:cNvSpPr txBox="1"/>
            <p:nvPr/>
          </p:nvSpPr>
          <p:spPr>
            <a:xfrm>
              <a:off x="5518362" y="3851905"/>
              <a:ext cx="3515100" cy="2257500"/>
            </a:xfrm>
            <a:prstGeom prst="rect">
              <a:avLst/>
            </a:prstGeom>
            <a:solidFill>
              <a:srgbClr val="A7FFE0">
                <a:alpha val="27058"/>
              </a:srgbClr>
            </a:solidFill>
            <a:ln w="9525" cap="flat" cmpd="sng">
              <a:solidFill>
                <a:srgbClr val="003A48"/>
              </a:solidFill>
              <a:prstDash val="solid"/>
              <a:round/>
              <a:headEnd type="none" w="sm" len="sm"/>
              <a:tailEnd type="none" w="sm" len="sm"/>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rgbClr val="000000"/>
                </a:buClr>
                <a:buSzPts val="1500"/>
                <a:buFont typeface="Century Gothic"/>
                <a:buNone/>
              </a:pPr>
              <a:r>
                <a:rPr lang="es-419" sz="1500" b="1" i="0" u="none" strike="noStrike" cap="none">
                  <a:solidFill>
                    <a:srgbClr val="000000"/>
                  </a:solidFill>
                  <a:latin typeface="Century Gothic"/>
                  <a:ea typeface="Century Gothic"/>
                  <a:cs typeface="Century Gothic"/>
                  <a:sym typeface="Century Gothic"/>
                </a:rPr>
                <a:t>En caso de pérdida de la llave del candado, el estudiante debe informar a Convivencia Escolar e Inspectoría, quién solicitará la apertura del lockers. Por ningún motivo el estudiante debe intentar abrirlo por su cuenta y menos tratar de forzarlo.</a:t>
              </a:r>
              <a:endParaRPr sz="1500" b="1" i="0" u="none" strike="noStrike" cap="none">
                <a:solidFill>
                  <a:srgbClr val="000000"/>
                </a:solidFill>
                <a:latin typeface="Century Gothic"/>
                <a:ea typeface="Century Gothic"/>
                <a:cs typeface="Century Gothic"/>
                <a:sym typeface="Century Gothic"/>
              </a:endParaRPr>
            </a:p>
          </p:txBody>
        </p:sp>
      </p:grpSp>
      <p:pic>
        <p:nvPicPr>
          <p:cNvPr id="226" name="Google Shape;226;g26466b3f153_0_200"/>
          <p:cNvPicPr preferRelativeResize="0"/>
          <p:nvPr/>
        </p:nvPicPr>
        <p:blipFill rotWithShape="1">
          <a:blip r:embed="rId3">
            <a:alphaModFix/>
          </a:blip>
          <a:srcRect/>
          <a:stretch/>
        </p:blipFill>
        <p:spPr>
          <a:xfrm>
            <a:off x="163525" y="85701"/>
            <a:ext cx="800100" cy="1066801"/>
          </a:xfrm>
          <a:prstGeom prst="rect">
            <a:avLst/>
          </a:prstGeom>
          <a:noFill/>
          <a:ln>
            <a:noFill/>
          </a:ln>
        </p:spPr>
      </p:pic>
      <p:sp>
        <p:nvSpPr>
          <p:cNvPr id="227" name="Google Shape;227;g26466b3f153_0_200"/>
          <p:cNvSpPr txBox="1"/>
          <p:nvPr/>
        </p:nvSpPr>
        <p:spPr>
          <a:xfrm>
            <a:off x="1471625" y="3813076"/>
            <a:ext cx="3515100" cy="1332000"/>
          </a:xfrm>
          <a:prstGeom prst="rect">
            <a:avLst/>
          </a:prstGeom>
          <a:solidFill>
            <a:srgbClr val="A7FFE0">
              <a:alpha val="27058"/>
            </a:srgbClr>
          </a:solidFill>
          <a:ln w="9525" cap="flat" cmpd="sng">
            <a:solidFill>
              <a:schemeClr val="dk2"/>
            </a:solidFill>
            <a:prstDash val="solid"/>
            <a:round/>
            <a:headEnd type="none" w="sm" len="sm"/>
            <a:tailEnd type="none" w="sm" len="sm"/>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rgbClr val="000000"/>
              </a:buClr>
              <a:buSzPts val="1500"/>
              <a:buFont typeface="Century Gothic"/>
              <a:buNone/>
            </a:pPr>
            <a:r>
              <a:rPr lang="es-419" sz="1500" b="1" i="0" u="none" strike="noStrike" cap="none">
                <a:solidFill>
                  <a:srgbClr val="000000"/>
                </a:solidFill>
                <a:latin typeface="Century Gothic"/>
                <a:ea typeface="Century Gothic"/>
                <a:cs typeface="Century Gothic"/>
                <a:sym typeface="Century Gothic"/>
              </a:rPr>
              <a:t>si usted tiene un inconveniente en clases, SIEMPRE AVISAR AL PROFESOR EN EL MOMENTO.</a:t>
            </a:r>
            <a:endParaRPr sz="1500" b="1" i="0" u="none" strike="noStrike" cap="none">
              <a:solidFill>
                <a:srgbClr val="000000"/>
              </a:solidFill>
              <a:latin typeface="Century Gothic"/>
              <a:ea typeface="Century Gothic"/>
              <a:cs typeface="Century Gothic"/>
              <a:sym typeface="Century Gothic"/>
            </a:endParaRPr>
          </a:p>
        </p:txBody>
      </p:sp>
      <p:sp>
        <p:nvSpPr>
          <p:cNvPr id="228" name="Google Shape;228;g26466b3f153_0_200"/>
          <p:cNvSpPr txBox="1"/>
          <p:nvPr/>
        </p:nvSpPr>
        <p:spPr>
          <a:xfrm>
            <a:off x="5257275" y="3813076"/>
            <a:ext cx="3515100" cy="1332000"/>
          </a:xfrm>
          <a:prstGeom prst="rect">
            <a:avLst/>
          </a:prstGeom>
          <a:solidFill>
            <a:srgbClr val="A7FFE0">
              <a:alpha val="27058"/>
            </a:srgbClr>
          </a:solidFill>
          <a:ln w="9525" cap="flat" cmpd="sng">
            <a:solidFill>
              <a:schemeClr val="dk1"/>
            </a:solidFill>
            <a:prstDash val="solid"/>
            <a:round/>
            <a:headEnd type="none" w="sm" len="sm"/>
            <a:tailEnd type="none" w="sm" len="sm"/>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rgbClr val="000000"/>
              </a:buClr>
              <a:buSzPts val="1500"/>
              <a:buFont typeface="Century Gothic"/>
              <a:buNone/>
            </a:pPr>
            <a:r>
              <a:rPr lang="es-419" sz="1500" b="1" i="0" u="none" strike="noStrike" cap="none">
                <a:solidFill>
                  <a:srgbClr val="000000"/>
                </a:solidFill>
                <a:latin typeface="Century Gothic"/>
                <a:ea typeface="Century Gothic"/>
                <a:cs typeface="Century Gothic"/>
                <a:sym typeface="Century Gothic"/>
              </a:rPr>
              <a:t>es de su responsabilidad CUIDAR SUS MATERIALES. En esta sala no puede dejar sus materiales y trabajos.</a:t>
            </a:r>
            <a:endParaRPr sz="1500" b="1" i="0" u="none" strike="noStrike" cap="none">
              <a:solidFill>
                <a:srgbClr val="000000"/>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grpSp>
        <p:nvGrpSpPr>
          <p:cNvPr id="233" name="Google Shape;233;g26466b3f153_0_210"/>
          <p:cNvGrpSpPr/>
          <p:nvPr/>
        </p:nvGrpSpPr>
        <p:grpSpPr>
          <a:xfrm>
            <a:off x="653800" y="1314278"/>
            <a:ext cx="7836396" cy="3368473"/>
            <a:chOff x="0" y="-132"/>
            <a:chExt cx="8520600" cy="3867363"/>
          </a:xfrm>
        </p:grpSpPr>
        <p:sp>
          <p:nvSpPr>
            <p:cNvPr id="234" name="Google Shape;234;g26466b3f153_0_210"/>
            <p:cNvSpPr/>
            <p:nvPr/>
          </p:nvSpPr>
          <p:spPr>
            <a:xfrm>
              <a:off x="0" y="2335131"/>
              <a:ext cx="8520600" cy="1532100"/>
            </a:xfrm>
            <a:prstGeom prst="rect">
              <a:avLst/>
            </a:prstGeom>
            <a:solidFill>
              <a:srgbClr val="FFFF00"/>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g26466b3f153_0_210"/>
            <p:cNvSpPr txBox="1"/>
            <p:nvPr/>
          </p:nvSpPr>
          <p:spPr>
            <a:xfrm>
              <a:off x="0" y="2335131"/>
              <a:ext cx="8520600" cy="1532100"/>
            </a:xfrm>
            <a:prstGeom prst="rect">
              <a:avLst/>
            </a:prstGeom>
            <a:solidFill>
              <a:srgbClr val="FFFB98"/>
            </a:solidFill>
            <a:ln>
              <a:noFill/>
            </a:ln>
          </p:spPr>
          <p:txBody>
            <a:bodyPr spcFirstLastPara="1" wrap="square" lIns="163575" tIns="163575" rIns="163575" bIns="163575" anchor="ctr" anchorCtr="0">
              <a:noAutofit/>
            </a:bodyPr>
            <a:lstStyle/>
            <a:p>
              <a:pPr marL="0" marR="0" lvl="0" indent="0" algn="ctr" rtl="0">
                <a:lnSpc>
                  <a:spcPct val="90000"/>
                </a:lnSpc>
                <a:spcBef>
                  <a:spcPts val="0"/>
                </a:spcBef>
                <a:spcAft>
                  <a:spcPts val="0"/>
                </a:spcAft>
                <a:buClr>
                  <a:srgbClr val="000000"/>
                </a:buClr>
                <a:buSzPts val="2300"/>
                <a:buFont typeface="Century Gothic"/>
                <a:buNone/>
              </a:pPr>
              <a:r>
                <a:rPr lang="es-419" sz="2300" b="0" i="0" u="none" strike="noStrike" cap="none">
                  <a:solidFill>
                    <a:srgbClr val="000000"/>
                  </a:solidFill>
                  <a:latin typeface="Century Gothic"/>
                  <a:ea typeface="Century Gothic"/>
                  <a:cs typeface="Century Gothic"/>
                  <a:sym typeface="Century Gothic"/>
                </a:rPr>
                <a:t>Cada profesor que haga uso de la sala temática podrá instaurar sus propios acuerdos, considerando las necesidades de su asignatura.</a:t>
              </a:r>
              <a:endParaRPr sz="2300" b="0" i="0" u="none" strike="noStrike" cap="none">
                <a:solidFill>
                  <a:srgbClr val="000000"/>
                </a:solidFill>
                <a:latin typeface="Century Gothic"/>
                <a:ea typeface="Century Gothic"/>
                <a:cs typeface="Century Gothic"/>
                <a:sym typeface="Century Gothic"/>
              </a:endParaRPr>
            </a:p>
          </p:txBody>
        </p:sp>
        <p:sp>
          <p:nvSpPr>
            <p:cNvPr id="236" name="Google Shape;236;g26466b3f153_0_210"/>
            <p:cNvSpPr/>
            <p:nvPr/>
          </p:nvSpPr>
          <p:spPr>
            <a:xfrm rot="10800000">
              <a:off x="0" y="-132"/>
              <a:ext cx="8520600" cy="2356500"/>
            </a:xfrm>
            <a:prstGeom prst="upArrowCallout">
              <a:avLst>
                <a:gd name="adj1" fmla="val 25000"/>
                <a:gd name="adj2" fmla="val 25000"/>
                <a:gd name="adj3" fmla="val 25000"/>
                <a:gd name="adj4" fmla="val 64977"/>
              </a:avLst>
            </a:prstGeom>
            <a:solidFill>
              <a:srgbClr val="95E2D1"/>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g26466b3f153_0_210"/>
            <p:cNvSpPr txBox="1"/>
            <p:nvPr/>
          </p:nvSpPr>
          <p:spPr>
            <a:xfrm>
              <a:off x="0" y="0"/>
              <a:ext cx="8520600" cy="1531200"/>
            </a:xfrm>
            <a:prstGeom prst="rect">
              <a:avLst/>
            </a:prstGeom>
            <a:solidFill>
              <a:schemeClr val="accent1"/>
            </a:solidFill>
            <a:ln>
              <a:noFill/>
            </a:ln>
          </p:spPr>
          <p:txBody>
            <a:bodyPr spcFirstLastPara="1" wrap="square" lIns="163575" tIns="163575" rIns="163575" bIns="163575" anchor="ctr" anchorCtr="0">
              <a:noAutofit/>
            </a:bodyPr>
            <a:lstStyle/>
            <a:p>
              <a:pPr marL="0" marR="0" lvl="0" indent="0" algn="ctr" rtl="0">
                <a:lnSpc>
                  <a:spcPct val="90000"/>
                </a:lnSpc>
                <a:spcBef>
                  <a:spcPts val="0"/>
                </a:spcBef>
                <a:spcAft>
                  <a:spcPts val="0"/>
                </a:spcAft>
                <a:buClr>
                  <a:srgbClr val="000000"/>
                </a:buClr>
                <a:buSzPts val="2300"/>
                <a:buFont typeface="Century Gothic"/>
                <a:buNone/>
              </a:pPr>
              <a:r>
                <a:rPr lang="es-419" sz="2300" b="0" i="0" u="none" strike="noStrike" cap="none">
                  <a:solidFill>
                    <a:srgbClr val="000000"/>
                  </a:solidFill>
                  <a:latin typeface="Century Gothic"/>
                  <a:ea typeface="Century Gothic"/>
                  <a:cs typeface="Century Gothic"/>
                  <a:sym typeface="Century Gothic"/>
                </a:rPr>
                <a:t>Se dejará registro (observación neutra) si acontece alguna situación atípica en el quehacer cotidiano. (Por ejemplo, ir a enfermería, protocolo “tomar aire”, etc.)</a:t>
              </a:r>
              <a:endParaRPr sz="2300" b="0" i="0" u="none" strike="noStrike" cap="none">
                <a:solidFill>
                  <a:srgbClr val="000000"/>
                </a:solidFill>
                <a:latin typeface="Century Gothic"/>
                <a:ea typeface="Century Gothic"/>
                <a:cs typeface="Century Gothic"/>
                <a:sym typeface="Century Gothic"/>
              </a:endParaRPr>
            </a:p>
          </p:txBody>
        </p:sp>
      </p:grpSp>
      <p:pic>
        <p:nvPicPr>
          <p:cNvPr id="238" name="Google Shape;238;g26466b3f153_0_210"/>
          <p:cNvPicPr preferRelativeResize="0"/>
          <p:nvPr/>
        </p:nvPicPr>
        <p:blipFill rotWithShape="1">
          <a:blip r:embed="rId3">
            <a:alphaModFix/>
          </a:blip>
          <a:srcRect/>
          <a:stretch/>
        </p:blipFill>
        <p:spPr>
          <a:xfrm>
            <a:off x="163525" y="85701"/>
            <a:ext cx="800100" cy="1066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
        <p:cNvGrpSpPr/>
        <p:nvPr/>
      </p:nvGrpSpPr>
      <p:grpSpPr>
        <a:xfrm>
          <a:off x="0" y="0"/>
          <a:ext cx="0" cy="0"/>
          <a:chOff x="0" y="0"/>
          <a:chExt cx="0" cy="0"/>
        </a:xfrm>
      </p:grpSpPr>
      <p:sp>
        <p:nvSpPr>
          <p:cNvPr id="244" name="Google Shape;244;g26466b3f153_0_219"/>
          <p:cNvSpPr txBox="1">
            <a:spLocks noGrp="1"/>
          </p:cNvSpPr>
          <p:nvPr>
            <p:ph type="body" idx="1"/>
          </p:nvPr>
        </p:nvSpPr>
        <p:spPr>
          <a:xfrm>
            <a:off x="311700" y="1229051"/>
            <a:ext cx="8520600" cy="3341100"/>
          </a:xfrm>
          <a:prstGeom prst="rect">
            <a:avLst/>
          </a:prstGeom>
          <a:solidFill>
            <a:srgbClr val="95E2D1">
              <a:alpha val="49019"/>
            </a:srgbClr>
          </a:solid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lvl="0" indent="0" algn="ctr" rtl="0">
              <a:lnSpc>
                <a:spcPct val="100000"/>
              </a:lnSpc>
              <a:spcBef>
                <a:spcPts val="400"/>
              </a:spcBef>
              <a:spcAft>
                <a:spcPts val="0"/>
              </a:spcAft>
              <a:buSzPts val="2000"/>
              <a:buNone/>
            </a:pPr>
            <a:r>
              <a:rPr lang="es-419" sz="2600" b="1"/>
              <a:t>Queda estrictamente prohibido ingerir alimentos en esta aula temática, ya que es laboratorio.</a:t>
            </a:r>
            <a:endParaRPr sz="2600" b="1"/>
          </a:p>
          <a:p>
            <a:pPr marL="0" lvl="0" indent="0" algn="ctr" rtl="0">
              <a:lnSpc>
                <a:spcPct val="100000"/>
              </a:lnSpc>
              <a:spcBef>
                <a:spcPts val="400"/>
              </a:spcBef>
              <a:spcAft>
                <a:spcPts val="0"/>
              </a:spcAft>
              <a:buSzPts val="2000"/>
              <a:buNone/>
            </a:pPr>
            <a:endParaRPr sz="2600" b="1"/>
          </a:p>
          <a:p>
            <a:pPr marL="0" lvl="0" indent="0" algn="ctr" rtl="0">
              <a:lnSpc>
                <a:spcPct val="100000"/>
              </a:lnSpc>
              <a:spcBef>
                <a:spcPts val="400"/>
              </a:spcBef>
              <a:spcAft>
                <a:spcPts val="0"/>
              </a:spcAft>
              <a:buSzPts val="2000"/>
              <a:buNone/>
            </a:pPr>
            <a:r>
              <a:rPr lang="es-419" sz="2600" b="1"/>
              <a:t>No se puede manipular el material que no corresponde a la clase impartida.</a:t>
            </a:r>
            <a:endParaRPr sz="2600" b="1"/>
          </a:p>
        </p:txBody>
      </p:sp>
      <p:sp>
        <p:nvSpPr>
          <p:cNvPr id="245" name="Google Shape;245;g26466b3f153_0_219"/>
          <p:cNvSpPr txBox="1">
            <a:spLocks noGrp="1"/>
          </p:cNvSpPr>
          <p:nvPr>
            <p:ph type="sldNum" idx="12"/>
          </p:nvPr>
        </p:nvSpPr>
        <p:spPr>
          <a:xfrm>
            <a:off x="8472458" y="4664645"/>
            <a:ext cx="548700" cy="3936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s-419"/>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
          <p:cNvSpPr txBox="1">
            <a:spLocks noGrp="1"/>
          </p:cNvSpPr>
          <p:nvPr>
            <p:ph type="title"/>
          </p:nvPr>
        </p:nvSpPr>
        <p:spPr>
          <a:prstGeom prst="rect">
            <a:avLst/>
          </a:prstGeom>
          <a:solidFill>
            <a:schemeClr val="lt1"/>
          </a:solidFill>
          <a:ln w="9525" cap="flat" cmpd="sng">
            <a:solidFill>
              <a:srgbClr val="1C1C1C"/>
            </a:solidFill>
            <a:prstDash val="solid"/>
            <a:round/>
            <a:headEnd type="none" w="sm" len="sm"/>
            <a:tailEnd type="none" w="sm" len="sm"/>
          </a:ln>
        </p:spPr>
        <p:txBody>
          <a:bodyPr spcFirstLastPara="1" wrap="square" lIns="91425" tIns="45700" rIns="91425" bIns="45700" anchor="ctr" anchorCtr="0">
            <a:noAutofit/>
          </a:bodyPr>
          <a:lstStyle/>
          <a:p>
            <a:r>
              <a:t>CLASE N°: 12</a:t>
            </a:r>
          </a:p>
        </p:txBody>
      </p:sp>
      <p:sp>
        <p:nvSpPr>
          <p:cNvPr id="2" name="Marcador de texto 1">
            <a:extLst>
              <a:ext uri="{FF2B5EF4-FFF2-40B4-BE49-F238E27FC236}">
                <a16:creationId xmlns:a16="http://schemas.microsoft.com/office/drawing/2014/main" id="{08BE08EA-8FE3-9968-869A-4A22B21D4B7E}"/>
              </a:ext>
            </a:extLst>
          </p:cNvPr>
          <p:cNvSpPr>
            <a:spLocks noGrp="1"/>
          </p:cNvSpPr>
          <p:nvPr>
            <p:ph type="body" idx="1"/>
          </p:nvPr>
        </p:nvSpPr>
        <p:spPr>
          <a:xfrm>
            <a:off x="630238" y="914807"/>
            <a:ext cx="3868800" cy="2851098"/>
          </a:xfrm>
          <a:ln>
            <a:solidFill>
              <a:schemeClr val="bg2"/>
            </a:solidFill>
          </a:ln>
        </p:spPr>
        <p:txBody>
          <a:bodyPr/>
          <a:lstStyle/>
          <a:p>
            <a:r>
              <a:t>UNIDAD: </a:t>
            </a:r>
          </a:p>
          <a:p>
            <a:r>
              <a:t>Enlaces Químicos</a:t>
            </a:r>
          </a:p>
          <a:p/>
          <a:p>
            <a:r>
              <a:t>CONTENIDOS:</a:t>
            </a:r>
          </a:p>
          <a:p>
            <a:r>
              <a:t>Enlace covalente, estructuras de Lewis, nomenclatura binaria</a:t>
            </a:r>
          </a:p>
          <a:p/>
        </p:txBody>
      </p:sp>
      <p:sp>
        <p:nvSpPr>
          <p:cNvPr id="276" name="Google Shape;276;p2"/>
          <p:cNvSpPr txBox="1">
            <a:spLocks noGrp="1"/>
          </p:cNvSpPr>
          <p:nvPr>
            <p:ph type="body" idx="2"/>
          </p:nvPr>
        </p:nvSpPr>
        <p:spPr>
          <a:xfrm>
            <a:off x="630238" y="3892905"/>
            <a:ext cx="7886612" cy="1021995"/>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r>
              <a:t>OA:  OA 12: Representar la formación de enlaces covalentes.</a:t>
            </a:r>
          </a:p>
          <a:p/>
          <a:p/>
          <a:p/>
          <a:p/>
        </p:txBody>
      </p:sp>
      <p:sp>
        <p:nvSpPr>
          <p:cNvPr id="3" name="Marcador de texto 2">
            <a:extLst>
              <a:ext uri="{FF2B5EF4-FFF2-40B4-BE49-F238E27FC236}">
                <a16:creationId xmlns:a16="http://schemas.microsoft.com/office/drawing/2014/main" id="{C08D92AB-CD0A-9AD2-3F98-0A25564F0E86}"/>
              </a:ext>
            </a:extLst>
          </p:cNvPr>
          <p:cNvSpPr>
            <a:spLocks noGrp="1"/>
          </p:cNvSpPr>
          <p:nvPr>
            <p:ph type="body" idx="3"/>
          </p:nvPr>
        </p:nvSpPr>
        <p:spPr>
          <a:xfrm>
            <a:off x="4629150" y="914808"/>
            <a:ext cx="3887700" cy="2223606"/>
          </a:xfrm>
          <a:ln>
            <a:solidFill>
              <a:schemeClr val="bg2"/>
            </a:solidFill>
          </a:ln>
        </p:spPr>
        <p:txBody>
          <a:bodyPr/>
          <a:lstStyle/>
          <a:p>
            <a:r>
              <a:t>HABILIDADES:</a:t>
            </a:r>
          </a:p>
          <a:p>
            <a:r>
              <a:t>Representar estructuras, aplicar reglas de nomenclatura</a:t>
            </a:r>
          </a:p>
          <a:p/>
        </p:txBody>
      </p:sp>
      <p:sp>
        <p:nvSpPr>
          <p:cNvPr id="277" name="Google Shape;277;p2"/>
          <p:cNvSpPr txBox="1">
            <a:spLocks noGrp="1"/>
          </p:cNvSpPr>
          <p:nvPr>
            <p:ph type="body" idx="4"/>
          </p:nvPr>
        </p:nvSpPr>
        <p:spPr>
          <a:xfrm>
            <a:off x="4629150" y="3265414"/>
            <a:ext cx="3887700" cy="500491"/>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r>
              <a:t>VIRTUD: Disciplina</a:t>
            </a:r>
          </a:p>
        </p:txBody>
      </p:sp>
      <p:sp>
        <p:nvSpPr>
          <p:cNvPr id="4" name="Marcador de texto 3">
            <a:extLst>
              <a:ext uri="{FF2B5EF4-FFF2-40B4-BE49-F238E27FC236}">
                <a16:creationId xmlns:a16="http://schemas.microsoft.com/office/drawing/2014/main" id="{1C43C29C-BF0B-CCA1-7044-B6DA351487E0}"/>
              </a:ext>
            </a:extLst>
          </p:cNvPr>
          <p:cNvSpPr>
            <a:spLocks noGrp="1"/>
          </p:cNvSpPr>
          <p:nvPr>
            <p:ph type="body" sz="quarter" idx="10"/>
          </p:nvPr>
        </p:nvSpPr>
        <p:spPr/>
        <p:txBody>
          <a:bodyPr/>
          <a:lstStyle/>
          <a:p>
            <a:r>
              <a:t>FECHA: 2026-05-28</a:t>
            </a:r>
          </a:p>
        </p:txBody>
      </p:sp>
      <p:sp>
        <p:nvSpPr>
          <p:cNvPr id="278" name="Google Shape;278;p2"/>
          <p:cNvSpPr txBox="1">
            <a:spLocks noGrp="1"/>
          </p:cNvSpPr>
          <p:nvPr>
            <p:ph type="sldNum" idx="4294967295"/>
          </p:nvPr>
        </p:nvSpPr>
        <p:spPr>
          <a:xfrm>
            <a:off x="7021513" y="4787900"/>
            <a:ext cx="2122487" cy="254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900"/>
              <a:buNone/>
            </a:pPr>
            <a:fld id="{00000000-1234-1234-1234-123412341234}" type="slidenum">
              <a:rPr lang="es-419"/>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 name="Título 1">
            <a:extLst>
              <a:ext uri="{FF2B5EF4-FFF2-40B4-BE49-F238E27FC236}">
                <a16:creationId xmlns:a16="http://schemas.microsoft.com/office/drawing/2014/main" id="{36792B0A-F08E-70F2-1140-46E863D5BE31}"/>
              </a:ext>
            </a:extLst>
          </p:cNvPr>
          <p:cNvSpPr>
            <a:spLocks noGrp="1"/>
          </p:cNvSpPr>
          <p:nvPr>
            <p:ph type="ctrTitle"/>
          </p:nvPr>
        </p:nvSpPr>
        <p:spPr>
          <a:xfrm>
            <a:off x="1116000" y="236127"/>
            <a:ext cx="6912000" cy="750371"/>
          </a:xfrm>
        </p:spPr>
        <p:txBody>
          <a:bodyPr/>
          <a:lstStyle/>
          <a:p>
            <a:r>
              <a:rPr lang="es-419" b="1" dirty="0">
                <a:solidFill>
                  <a:srgbClr val="000000"/>
                </a:solidFill>
              </a:rPr>
              <a:t>OBJETIVO  DE LA CLASE</a:t>
            </a:r>
            <a:endParaRPr lang="es-CL" dirty="0"/>
          </a:p>
        </p:txBody>
      </p:sp>
      <p:sp>
        <p:nvSpPr>
          <p:cNvPr id="3" name="Subtítulo 2">
            <a:extLst>
              <a:ext uri="{FF2B5EF4-FFF2-40B4-BE49-F238E27FC236}">
                <a16:creationId xmlns:a16="http://schemas.microsoft.com/office/drawing/2014/main" id="{8D04974D-B368-6207-DCC3-6359F360FE7A}"/>
              </a:ext>
            </a:extLst>
          </p:cNvPr>
          <p:cNvSpPr>
            <a:spLocks noGrp="1"/>
          </p:cNvSpPr>
          <p:nvPr>
            <p:ph type="subTitle" idx="1"/>
          </p:nvPr>
        </p:nvSpPr>
        <p:spPr>
          <a:xfrm>
            <a:off x="1170756" y="3025106"/>
            <a:ext cx="6912000" cy="1762794"/>
          </a:xfrm>
        </p:spPr>
        <p:txBody>
          <a:bodyPr/>
          <a:lstStyle/>
          <a:p>
            <a:r>
              <a:t> OC 1: Uso de modelos científicos</a:t>
            </a:r>
          </a:p>
          <a:p/>
        </p:txBody>
      </p:sp>
      <p:sp>
        <p:nvSpPr>
          <p:cNvPr id="286" name="Google Shape;286;gea80fbcc6e_1_1"/>
          <p:cNvSpPr txBox="1">
            <a:spLocks noGrp="1"/>
          </p:cNvSpPr>
          <p:nvPr>
            <p:ph type="sldNum" idx="4294967295"/>
          </p:nvPr>
        </p:nvSpPr>
        <p:spPr>
          <a:xfrm>
            <a:off x="7021513" y="4787900"/>
            <a:ext cx="2122487" cy="2540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s-419"/>
              <a:t>10</a:t>
            </a:fld>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Enlaces Covalentes y Nomenclatura</a:t>
            </a:r>
          </a:p>
        </p:txBody>
      </p:sp>
      <p:sp>
        <p:nvSpPr>
          <p:cNvPr id="3" name="Text Placeholder 2"/>
          <p:cNvSpPr>
            <a:spLocks noGrp="1"/>
          </p:cNvSpPr>
          <p:nvPr>
            <p:ph type="body" idx="1"/>
          </p:nvPr>
        </p:nvSpPr>
        <p:spPr/>
        <p:txBody>
          <a:bodyPr/>
          <a:lstStyle/>
          <a:p>
            <a:r>
              <a:t>Clase 12: Química - 1º Medio A</a:t>
            </a:r>
          </a:p>
          <a:p>
            <a:r>
              <a:t>Fecha: 28 de mayo de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Objetivo de la clase</a:t>
            </a:r>
          </a:p>
        </p:txBody>
      </p:sp>
      <p:sp>
        <p:nvSpPr>
          <p:cNvPr id="3" name="Text Placeholder 2"/>
          <p:cNvSpPr>
            <a:spLocks noGrp="1"/>
          </p:cNvSpPr>
          <p:nvPr>
            <p:ph type="body" idx="1"/>
          </p:nvPr>
        </p:nvSpPr>
        <p:spPr/>
        <p:txBody>
          <a:bodyPr/>
          <a:lstStyle/>
          <a:p>
            <a:r>
              <a:t>Comprender y representar enlaces covalentes, identificando la compartición de electrones entre no metales, y aplicar la nomenclatura correspondiente para nombrar compuestos covalentes binarios.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Ruta de clase</a:t>
            </a:r>
          </a:p>
        </p:txBody>
      </p:sp>
      <p:sp>
        <p:nvSpPr>
          <p:cNvPr id="3" name="Text Placeholder 2"/>
          <p:cNvSpPr>
            <a:spLocks noGrp="1"/>
          </p:cNvSpPr>
          <p:nvPr>
            <p:ph type="body" idx="1"/>
          </p:nvPr>
        </p:nvSpPr>
        <p:spPr/>
        <p:txBody>
          <a:bodyPr/>
          <a:lstStyle/>
          <a:p/>
          <a:p>
            <a:r>
              <a:t>1. Repaso: Estructura de Lewis</a:t>
            </a:r>
          </a:p>
          <a:p>
            <a:r>
              <a:t>2. Teoría: El Enlace Covalente</a:t>
            </a:r>
          </a:p>
          <a:p>
            <a:r>
              <a:t>3. Modelamiento: Enlaces Simples, Dobles y Triples</a:t>
            </a:r>
          </a:p>
          <a:p>
            <a:r>
              <a:t>4. Reglas de Nomenclatura</a:t>
            </a:r>
          </a:p>
          <a:p>
            <a:r>
              <a:t>5. Práctica Independiente</a:t>
            </a:r>
          </a:p>
          <a:p>
            <a:r>
              <a:t>6. Cierre y Ticket de Salida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Activación emocional y normas</a:t>
            </a:r>
          </a:p>
        </p:txBody>
      </p:sp>
      <p:sp>
        <p:nvSpPr>
          <p:cNvPr id="3" name="Text Placeholder 2"/>
          <p:cNvSpPr>
            <a:spLocks noGrp="1"/>
          </p:cNvSpPr>
          <p:nvPr>
            <p:ph type="body" idx="1"/>
          </p:nvPr>
        </p:nvSpPr>
        <p:spPr/>
        <p:txBody>
          <a:bodyPr/>
          <a:lstStyle/>
          <a:p>
            <a:r>
              <a:t>¿Cómo es posible que el agua sea una molécula estable?</a:t>
            </a:r>
          </a:p>
          <a:p/>
          <a:p>
            <a:r>
              <a:t>Normas:</a:t>
            </a:r>
          </a:p>
          <a:p>
            <a:r>
              <a:t>- Escucha activa</a:t>
            </a:r>
          </a:p>
          <a:p>
            <a:r>
              <a:t>- Respeto al turno de palabra</a:t>
            </a:r>
          </a:p>
          <a:p>
            <a:r>
              <a:t>- Uso responsable de materiales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Inicio motivacional</a:t>
            </a:r>
          </a:p>
        </p:txBody>
      </p:sp>
      <p:sp>
        <p:nvSpPr>
          <p:cNvPr id="3" name="Text Placeholder 2"/>
          <p:cNvSpPr>
            <a:spLocks noGrp="1"/>
          </p:cNvSpPr>
          <p:nvPr>
            <p:ph type="body" idx="1"/>
          </p:nvPr>
        </p:nvSpPr>
        <p:spPr/>
        <p:txBody>
          <a:bodyPr/>
          <a:lstStyle/>
          <a:p>
            <a:r>
              <a:t>Los enlaces covalentes forman la base de la vida. Desde la glucosa que nos da energía hasta el ADN que contiene nuestra información, todo depende de la compartición de electrones entre átomos.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Repaso de clase anterior</a:t>
            </a:r>
          </a:p>
        </p:txBody>
      </p:sp>
      <p:sp>
        <p:nvSpPr>
          <p:cNvPr id="3" name="Text Placeholder 2"/>
          <p:cNvSpPr>
            <a:spLocks noGrp="1"/>
          </p:cNvSpPr>
          <p:nvPr>
            <p:ph type="body" idx="1"/>
          </p:nvPr>
        </p:nvSpPr>
        <p:spPr/>
        <p:txBody>
          <a:bodyPr/>
          <a:lstStyle/>
          <a:p/>
          <a:p>
            <a:r>
              <a:t>Electrones de valencia: Electrones en la capa más externa.</a:t>
            </a:r>
          </a:p>
          <a:p>
            <a:r>
              <a:t>Regla del Octeto: Tendencia a completar 8 electrones.</a:t>
            </a:r>
          </a:p>
          <a:p>
            <a:r>
              <a:t>Símbolos de Lewis: Representación de electrones mediante puntos.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Explicación y Modelamiento</a:t>
            </a:r>
          </a:p>
        </p:txBody>
      </p:sp>
      <p:sp>
        <p:nvSpPr>
          <p:cNvPr id="3" name="Text Placeholder 2"/>
          <p:cNvSpPr>
            <a:spLocks noGrp="1"/>
          </p:cNvSpPr>
          <p:nvPr>
            <p:ph type="body" idx="1"/>
          </p:nvPr>
        </p:nvSpPr>
        <p:spPr/>
        <p:txBody>
          <a:bodyPr/>
          <a:lstStyle/>
          <a:p>
            <a:r>
              <a:t>Enlace Covalente: Unión entre no metales compartiendo pares electrónicos.</a:t>
            </a:r>
          </a:p>
          <a:p/>
          <a:p>
            <a:r>
              <a:t>Tipos de enlaces:</a:t>
            </a:r>
          </a:p>
          <a:p>
            <a:r>
              <a:t>- Simple: 1 par compartido (H-H)</a:t>
            </a:r>
          </a:p>
          <a:p>
            <a:r>
              <a:t>- Doble: 2 pares compartidos (O=O)</a:t>
            </a:r>
          </a:p>
          <a:p>
            <a:r>
              <a:t>- Triple: 3 pares compartidos (N≡N)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Práctica guiada</a:t>
            </a:r>
          </a:p>
        </p:txBody>
      </p:sp>
      <p:sp>
        <p:nvSpPr>
          <p:cNvPr id="3" name="Text Placeholder 2"/>
          <p:cNvSpPr>
            <a:spLocks noGrp="1"/>
          </p:cNvSpPr>
          <p:nvPr>
            <p:ph type="body" idx="1"/>
          </p:nvPr>
        </p:nvSpPr>
        <p:spPr/>
        <p:txBody>
          <a:bodyPr/>
          <a:lstStyle/>
          <a:p>
            <a:r>
              <a:t>Dibujemos juntos las estructuras de Lewis para:</a:t>
            </a:r>
          </a:p>
          <a:p>
            <a:r>
              <a:t>- Agua (H2O): Enlaces simples</a:t>
            </a:r>
          </a:p>
          <a:p>
            <a:r>
              <a:t>- Dióxido de Carbono (CO2): Enlaces dobles</a:t>
            </a:r>
          </a:p>
          <a:p>
            <a:r>
              <a:t>- Nitrógeno gaseoso (N2): Enlace triple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Práctica independiente</a:t>
            </a:r>
          </a:p>
        </p:txBody>
      </p:sp>
      <p:sp>
        <p:nvSpPr>
          <p:cNvPr id="3" name="Text Placeholder 2"/>
          <p:cNvSpPr>
            <a:spLocks noGrp="1"/>
          </p:cNvSpPr>
          <p:nvPr>
            <p:ph type="body" idx="1"/>
          </p:nvPr>
        </p:nvSpPr>
        <p:spPr/>
        <p:txBody>
          <a:bodyPr/>
          <a:lstStyle/>
          <a:p/>
          <a:p>
            <a:r>
              <a:t>1. Representa mediante Lewis: CH4 y C2H4.</a:t>
            </a:r>
          </a:p>
          <a:p>
            <a:r>
              <a:t>2. Nombra usando prefijos griegos: PCl5, SO2, N2O4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Retroalimentación</a:t>
            </a:r>
          </a:p>
        </p:txBody>
      </p:sp>
      <p:sp>
        <p:nvSpPr>
          <p:cNvPr id="3" name="Text Placeholder 2"/>
          <p:cNvSpPr>
            <a:spLocks noGrp="1"/>
          </p:cNvSpPr>
          <p:nvPr>
            <p:ph type="body" idx="1"/>
          </p:nvPr>
        </p:nvSpPr>
        <p:spPr/>
        <p:txBody>
          <a:bodyPr/>
          <a:lstStyle/>
          <a:p/>
          <a:p>
            <a:r>
              <a:t>CH4: Tetraedro de enlaces simples</a:t>
            </a:r>
          </a:p>
          <a:p>
            <a:r>
              <a:t>PCl5: Pentacloruro de fósforo</a:t>
            </a:r>
          </a:p>
          <a:p>
            <a:r>
              <a:t>SO2: Dióxido de azufre</a:t>
            </a:r>
          </a:p>
          <a:p>
            <a:r>
              <a:t>N2O4: Tetróxido de dinitrógeno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Ticket de salida</a:t>
            </a:r>
          </a:p>
        </p:txBody>
      </p:sp>
      <p:sp>
        <p:nvSpPr>
          <p:cNvPr id="3" name="Text Placeholder 2"/>
          <p:cNvSpPr>
            <a:spLocks noGrp="1"/>
          </p:cNvSpPr>
          <p:nvPr>
            <p:ph type="body" idx="1"/>
          </p:nvPr>
        </p:nvSpPr>
        <p:spPr/>
        <p:txBody>
          <a:bodyPr/>
          <a:lstStyle/>
          <a:p>
            <a:r>
              <a:t>¿Cuál es la diferencia fundamental entre un enlace covalente simple y uno triple en términos de la cantidad de electrones compartidos?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Reflexión y cierre</a:t>
            </a:r>
          </a:p>
        </p:txBody>
      </p:sp>
      <p:sp>
        <p:nvSpPr>
          <p:cNvPr id="3" name="Text Placeholder 2"/>
          <p:cNvSpPr>
            <a:spLocks noGrp="1"/>
          </p:cNvSpPr>
          <p:nvPr>
            <p:ph type="body" idx="1"/>
          </p:nvPr>
        </p:nvSpPr>
        <p:spPr/>
        <p:txBody>
          <a:bodyPr/>
          <a:lstStyle/>
          <a:p>
            <a:r>
              <a:t>¿Qué aprendimos hoy?</a:t>
            </a:r>
          </a:p>
          <a:p>
            <a:r>
              <a:t>- No metales comparten electrones para alcanzar estabilidad.</a:t>
            </a:r>
          </a:p>
          <a:p>
            <a:r>
              <a:t>- La nomenclatura permite identificar la composición exacta de la molécula.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Próxima clase</a:t>
            </a:r>
          </a:p>
        </p:txBody>
      </p:sp>
      <p:sp>
        <p:nvSpPr>
          <p:cNvPr id="3" name="Text Placeholder 2"/>
          <p:cNvSpPr>
            <a:spLocks noGrp="1"/>
          </p:cNvSpPr>
          <p:nvPr>
            <p:ph type="body" idx="1"/>
          </p:nvPr>
        </p:nvSpPr>
        <p:spPr/>
        <p:txBody>
          <a:bodyPr/>
          <a:lstStyle/>
          <a:p>
            <a:r>
              <a:t>Tema: Polaridad del Enlace y Electronegatividad</a:t>
            </a:r>
          </a:p>
          <a:p/>
          <a:p>
            <a:r>
              <a:t>Requisito: Traer tabla periódica actualizada.</a:t>
            </a:r>
          </a:p>
        </p:txBody>
      </p:sp>
    </p:spTree>
  </p:cSld>
  <p:clrMapOvr>
    <a:masterClrMapping/>
  </p:clrMapOvr>
</p:sld>
</file>

<file path=ppt/theme/theme1.xml><?xml version="1.0" encoding="utf-8"?>
<a:theme xmlns:a="http://schemas.openxmlformats.org/drawingml/2006/main" name="template">
  <a:themeElements>
    <a:clrScheme name="template 4">
      <a:dk1>
        <a:srgbClr val="4D4D4D"/>
      </a:dk1>
      <a:lt1>
        <a:srgbClr val="FFFFFF"/>
      </a:lt1>
      <a:dk2>
        <a:srgbClr val="000000"/>
      </a:dk2>
      <a:lt2>
        <a:srgbClr val="9B6902"/>
      </a:lt2>
      <a:accent1>
        <a:srgbClr val="C75E00"/>
      </a:accent1>
      <a:accent2>
        <a:srgbClr val="FED416"/>
      </a:accent2>
      <a:accent3>
        <a:srgbClr val="FFFFFF"/>
      </a:accent3>
      <a:accent4>
        <a:srgbClr val="404040"/>
      </a:accent4>
      <a:accent5>
        <a:srgbClr val="E0B6AA"/>
      </a:accent5>
      <a:accent6>
        <a:srgbClr val="E6C013"/>
      </a:accent6>
      <a:hlink>
        <a:srgbClr val="EE6600"/>
      </a:hlink>
      <a:folHlink>
        <a:srgbClr val="EAEA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593</Words>
  <Application>Microsoft Office PowerPoint</Application>
  <PresentationFormat>Personalizado</PresentationFormat>
  <Paragraphs>55</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10</vt:i4>
      </vt:variant>
    </vt:vector>
  </HeadingPairs>
  <TitlesOfParts>
    <vt:vector size="16" baseType="lpstr">
      <vt:lpstr>Book Antiqua</vt:lpstr>
      <vt:lpstr>Georgia</vt:lpstr>
      <vt:lpstr>Arial</vt:lpstr>
      <vt:lpstr>Century Gothic</vt:lpstr>
      <vt:lpstr>template</vt:lpstr>
      <vt:lpstr>Custom Design</vt:lpstr>
      <vt:lpstr>Presentación de PowerPoint</vt:lpstr>
      <vt:lpstr>        CURSO: {{CURSO}}                   ASIGNATURA: {{ASIGNATURA}}</vt:lpstr>
      <vt:lpstr>En esta sala…</vt:lpstr>
      <vt:lpstr>En esta sala…</vt:lpstr>
      <vt:lpstr>En esta sala…</vt:lpstr>
      <vt:lpstr>¡IMPORTANTE!</vt:lpstr>
      <vt:lpstr>Presentación de PowerPoint</vt:lpstr>
      <vt:lpstr>Presentación de PowerPoint</vt:lpstr>
      <vt:lpstr>CLASE N°: {{NC}}</vt:lpstr>
      <vt:lpstr>OBJETIVO  DE LA CLASE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Cleria</dc:creator>
  <cp:lastModifiedBy>Rolando E. Montero A.</cp:lastModifiedBy>
  <cp:revision>12</cp:revision>
  <dcterms:created xsi:type="dcterms:W3CDTF">2020-03-02T15:31:54Z</dcterms:created>
  <dcterms:modified xsi:type="dcterms:W3CDTF">2026-05-27T16:03:44Z</dcterms:modified>
</cp:coreProperties>
</file>