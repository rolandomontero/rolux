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EDEC"/>
    <a:srgbClr val="004A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9799F6-2D30-4BC5-9663-B2C5B5E91550}" v="58" dt="2026-07-24T21:07:22.3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32" d="100"/>
          <a:sy n="32" d="100"/>
        </p:scale>
        <p:origin x="48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lando E. Montero A." userId="db44b2c1daed2876" providerId="LiveId" clId="{F3596BD8-0E46-4464-ABB9-D3AC7A3E7CEA}"/>
    <pc:docChg chg="undo custSel addSld delSld modSld modMainMaster">
      <pc:chgData name="Rolando E. Montero A." userId="db44b2c1daed2876" providerId="LiveId" clId="{F3596BD8-0E46-4464-ABB9-D3AC7A3E7CEA}" dt="2026-07-24T21:12:09.338" v="1383" actId="700"/>
      <pc:docMkLst>
        <pc:docMk/>
      </pc:docMkLst>
      <pc:sldChg chg="addSp delSp modSp new mod chgLayout">
        <pc:chgData name="Rolando E. Montero A." userId="db44b2c1daed2876" providerId="LiveId" clId="{F3596BD8-0E46-4464-ABB9-D3AC7A3E7CEA}" dt="2026-07-24T18:56:29.205" v="497" actId="113"/>
        <pc:sldMkLst>
          <pc:docMk/>
          <pc:sldMk cId="3790931795" sldId="256"/>
        </pc:sldMkLst>
        <pc:spChg chg="del">
          <ac:chgData name="Rolando E. Montero A." userId="db44b2c1daed2876" providerId="LiveId" clId="{F3596BD8-0E46-4464-ABB9-D3AC7A3E7CEA}" dt="2026-07-24T18:48:15.854" v="355" actId="478"/>
          <ac:spMkLst>
            <pc:docMk/>
            <pc:sldMk cId="3790931795" sldId="256"/>
            <ac:spMk id="2" creationId="{64B617CC-9030-3940-9AE3-17B7BCFFE8EA}"/>
          </ac:spMkLst>
        </pc:spChg>
        <pc:spChg chg="del">
          <ac:chgData name="Rolando E. Montero A." userId="db44b2c1daed2876" providerId="LiveId" clId="{F3596BD8-0E46-4464-ABB9-D3AC7A3E7CEA}" dt="2026-07-24T18:48:19.460" v="356" actId="478"/>
          <ac:spMkLst>
            <pc:docMk/>
            <pc:sldMk cId="3790931795" sldId="256"/>
            <ac:spMk id="3" creationId="{C3409D67-A44B-98F7-FBBA-84CC9ADE4E28}"/>
          </ac:spMkLst>
        </pc:spChg>
        <pc:spChg chg="add mod ord">
          <ac:chgData name="Rolando E. Montero A." userId="db44b2c1daed2876" providerId="LiveId" clId="{F3596BD8-0E46-4464-ABB9-D3AC7A3E7CEA}" dt="2026-07-24T18:55:27.135" v="447" actId="700"/>
          <ac:spMkLst>
            <pc:docMk/>
            <pc:sldMk cId="3790931795" sldId="256"/>
            <ac:spMk id="4" creationId="{B2660711-AEAF-0465-5015-C51E2B51AAA7}"/>
          </ac:spMkLst>
        </pc:spChg>
        <pc:spChg chg="add mod ord">
          <ac:chgData name="Rolando E. Montero A." userId="db44b2c1daed2876" providerId="LiveId" clId="{F3596BD8-0E46-4464-ABB9-D3AC7A3E7CEA}" dt="2026-07-24T18:55:27.135" v="447" actId="700"/>
          <ac:spMkLst>
            <pc:docMk/>
            <pc:sldMk cId="3790931795" sldId="256"/>
            <ac:spMk id="5" creationId="{CA1D9D86-1223-6D79-4AD4-A88F506CF3D6}"/>
          </ac:spMkLst>
        </pc:spChg>
        <pc:spChg chg="add del mod">
          <ac:chgData name="Rolando E. Montero A." userId="db44b2c1daed2876" providerId="LiveId" clId="{F3596BD8-0E46-4464-ABB9-D3AC7A3E7CEA}" dt="2026-07-24T18:55:27.135" v="447" actId="700"/>
          <ac:spMkLst>
            <pc:docMk/>
            <pc:sldMk cId="3790931795" sldId="256"/>
            <ac:spMk id="6" creationId="{B1738DFB-1671-3177-1B05-419D42A6F11F}"/>
          </ac:spMkLst>
        </pc:spChg>
        <pc:spChg chg="add mod ord">
          <ac:chgData name="Rolando E. Montero A." userId="db44b2c1daed2876" providerId="LiveId" clId="{F3596BD8-0E46-4464-ABB9-D3AC7A3E7CEA}" dt="2026-07-24T18:55:27.135" v="447" actId="700"/>
          <ac:spMkLst>
            <pc:docMk/>
            <pc:sldMk cId="3790931795" sldId="256"/>
            <ac:spMk id="7" creationId="{96F95067-C403-EA39-001A-1D986D2252F9}"/>
          </ac:spMkLst>
        </pc:spChg>
        <pc:spChg chg="add mod ord">
          <ac:chgData name="Rolando E. Montero A." userId="db44b2c1daed2876" providerId="LiveId" clId="{F3596BD8-0E46-4464-ABB9-D3AC7A3E7CEA}" dt="2026-07-24T18:56:29.205" v="497" actId="113"/>
          <ac:spMkLst>
            <pc:docMk/>
            <pc:sldMk cId="3790931795" sldId="256"/>
            <ac:spMk id="8" creationId="{830E9A67-B3E1-83EB-6131-CD2108817097}"/>
          </ac:spMkLst>
        </pc:spChg>
        <pc:spChg chg="add del mod">
          <ac:chgData name="Rolando E. Montero A." userId="db44b2c1daed2876" providerId="LiveId" clId="{F3596BD8-0E46-4464-ABB9-D3AC7A3E7CEA}" dt="2026-07-24T18:54:00.734" v="428"/>
          <ac:spMkLst>
            <pc:docMk/>
            <pc:sldMk cId="3790931795" sldId="256"/>
            <ac:spMk id="9" creationId="{044AD4C7-FF43-A497-7F8A-A0A884A92877}"/>
          </ac:spMkLst>
        </pc:spChg>
        <pc:spChg chg="add mod ord">
          <ac:chgData name="Rolando E. Montero A." userId="db44b2c1daed2876" providerId="LiveId" clId="{F3596BD8-0E46-4464-ABB9-D3AC7A3E7CEA}" dt="2026-07-24T18:55:27.135" v="447" actId="700"/>
          <ac:spMkLst>
            <pc:docMk/>
            <pc:sldMk cId="3790931795" sldId="256"/>
            <ac:spMk id="10" creationId="{E11F0BCC-0D18-E023-F145-3336A5E0B73E}"/>
          </ac:spMkLst>
        </pc:spChg>
        <pc:spChg chg="add mod ord">
          <ac:chgData name="Rolando E. Montero A." userId="db44b2c1daed2876" providerId="LiveId" clId="{F3596BD8-0E46-4464-ABB9-D3AC7A3E7CEA}" dt="2026-07-24T18:56:16.249" v="496" actId="1037"/>
          <ac:spMkLst>
            <pc:docMk/>
            <pc:sldMk cId="3790931795" sldId="256"/>
            <ac:spMk id="11" creationId="{C08CD9E7-0CCA-49DE-ED87-CD8B7E31B6B7}"/>
          </ac:spMkLst>
        </pc:spChg>
      </pc:sldChg>
      <pc:sldChg chg="addSp delSp modSp new mod modClrScheme chgLayout">
        <pc:chgData name="Rolando E. Montero A." userId="db44b2c1daed2876" providerId="LiveId" clId="{F3596BD8-0E46-4464-ABB9-D3AC7A3E7CEA}" dt="2026-07-24T21:07:48.805" v="1352" actId="14100"/>
        <pc:sldMkLst>
          <pc:docMk/>
          <pc:sldMk cId="3454074859" sldId="257"/>
        </pc:sldMkLst>
        <pc:spChg chg="mod ord">
          <ac:chgData name="Rolando E. Montero A." userId="db44b2c1daed2876" providerId="LiveId" clId="{F3596BD8-0E46-4464-ABB9-D3AC7A3E7CEA}" dt="2026-07-24T21:07:40.544" v="1350" actId="700"/>
          <ac:spMkLst>
            <pc:docMk/>
            <pc:sldMk cId="3454074859" sldId="257"/>
            <ac:spMk id="2" creationId="{BB940141-0CBD-0C58-6807-A497FAA121CA}"/>
          </ac:spMkLst>
        </pc:spChg>
        <pc:spChg chg="mod ord">
          <ac:chgData name="Rolando E. Montero A." userId="db44b2c1daed2876" providerId="LiveId" clId="{F3596BD8-0E46-4464-ABB9-D3AC7A3E7CEA}" dt="2026-07-24T21:07:48.805" v="1352" actId="14100"/>
          <ac:spMkLst>
            <pc:docMk/>
            <pc:sldMk cId="3454074859" sldId="257"/>
            <ac:spMk id="3" creationId="{FC2BAA70-01DF-30CF-08DB-C0BC59719974}"/>
          </ac:spMkLst>
        </pc:spChg>
        <pc:spChg chg="add del mod">
          <ac:chgData name="Rolando E. Montero A." userId="db44b2c1daed2876" providerId="LiveId" clId="{F3596BD8-0E46-4464-ABB9-D3AC7A3E7CEA}" dt="2026-07-24T20:54:58.824" v="1199" actId="478"/>
          <ac:spMkLst>
            <pc:docMk/>
            <pc:sldMk cId="3454074859" sldId="257"/>
            <ac:spMk id="4" creationId="{5F6C38FC-B8DB-17B1-988E-75C2E9B2B59C}"/>
          </ac:spMkLst>
        </pc:spChg>
        <pc:spChg chg="add mod">
          <ac:chgData name="Rolando E. Montero A." userId="db44b2c1daed2876" providerId="LiveId" clId="{F3596BD8-0E46-4464-ABB9-D3AC7A3E7CEA}" dt="2026-07-24T20:57:19.832" v="1289" actId="14100"/>
          <ac:spMkLst>
            <pc:docMk/>
            <pc:sldMk cId="3454074859" sldId="257"/>
            <ac:spMk id="5" creationId="{C6E323F9-6240-EA05-8406-E8CE85DFF46B}"/>
          </ac:spMkLst>
        </pc:spChg>
        <pc:spChg chg="add mod">
          <ac:chgData name="Rolando E. Montero A." userId="db44b2c1daed2876" providerId="LiveId" clId="{F3596BD8-0E46-4464-ABB9-D3AC7A3E7CEA}" dt="2026-07-24T20:56:57.334" v="1288" actId="20577"/>
          <ac:spMkLst>
            <pc:docMk/>
            <pc:sldMk cId="3454074859" sldId="257"/>
            <ac:spMk id="6" creationId="{F6B0C87D-99E7-55E3-D7D9-5696DB98805B}"/>
          </ac:spMkLst>
        </pc:spChg>
      </pc:sldChg>
      <pc:sldChg chg="addSp delSp modSp new mod modClrScheme chgLayout">
        <pc:chgData name="Rolando E. Montero A." userId="db44b2c1daed2876" providerId="LiveId" clId="{F3596BD8-0E46-4464-ABB9-D3AC7A3E7CEA}" dt="2026-07-24T21:11:13.933" v="1381" actId="478"/>
        <pc:sldMkLst>
          <pc:docMk/>
          <pc:sldMk cId="3036062086" sldId="258"/>
        </pc:sldMkLst>
        <pc:spChg chg="mod ord">
          <ac:chgData name="Rolando E. Montero A." userId="db44b2c1daed2876" providerId="LiveId" clId="{F3596BD8-0E46-4464-ABB9-D3AC7A3E7CEA}" dt="2026-07-24T21:07:55.284" v="1353" actId="700"/>
          <ac:spMkLst>
            <pc:docMk/>
            <pc:sldMk cId="3036062086" sldId="258"/>
            <ac:spMk id="2" creationId="{6DC439DF-F51D-6CDE-ADCB-1D1D1505D700}"/>
          </ac:spMkLst>
        </pc:spChg>
        <pc:spChg chg="del">
          <ac:chgData name="Rolando E. Montero A." userId="db44b2c1daed2876" providerId="LiveId" clId="{F3596BD8-0E46-4464-ABB9-D3AC7A3E7CEA}" dt="2026-07-24T18:59:57.184" v="553" actId="478"/>
          <ac:spMkLst>
            <pc:docMk/>
            <pc:sldMk cId="3036062086" sldId="258"/>
            <ac:spMk id="3" creationId="{B0645490-A458-BD08-1B7B-FF032DE6061A}"/>
          </ac:spMkLst>
        </pc:spChg>
        <pc:spChg chg="add mod topLvl">
          <ac:chgData name="Rolando E. Montero A." userId="db44b2c1daed2876" providerId="LiveId" clId="{F3596BD8-0E46-4464-ABB9-D3AC7A3E7CEA}" dt="2026-07-24T21:03:43.046" v="1338" actId="165"/>
          <ac:spMkLst>
            <pc:docMk/>
            <pc:sldMk cId="3036062086" sldId="258"/>
            <ac:spMk id="4" creationId="{0EBBD66C-9803-0B4D-FA5A-B7EFDD52A574}"/>
          </ac:spMkLst>
        </pc:spChg>
        <pc:spChg chg="add mod topLvl">
          <ac:chgData name="Rolando E. Montero A." userId="db44b2c1daed2876" providerId="LiveId" clId="{F3596BD8-0E46-4464-ABB9-D3AC7A3E7CEA}" dt="2026-07-24T21:03:43.046" v="1338" actId="165"/>
          <ac:spMkLst>
            <pc:docMk/>
            <pc:sldMk cId="3036062086" sldId="258"/>
            <ac:spMk id="6" creationId="{761C0106-D581-BFDC-DF4F-6CEBEC65E9B6}"/>
          </ac:spMkLst>
        </pc:spChg>
        <pc:spChg chg="add mod topLvl">
          <ac:chgData name="Rolando E. Montero A." userId="db44b2c1daed2876" providerId="LiveId" clId="{F3596BD8-0E46-4464-ABB9-D3AC7A3E7CEA}" dt="2026-07-24T21:03:43.046" v="1338" actId="165"/>
          <ac:spMkLst>
            <pc:docMk/>
            <pc:sldMk cId="3036062086" sldId="258"/>
            <ac:spMk id="8" creationId="{2BBFCBBF-C130-C63E-C53A-E7009A64EEB7}"/>
          </ac:spMkLst>
        </pc:spChg>
        <pc:spChg chg="add mod topLvl">
          <ac:chgData name="Rolando E. Montero A." userId="db44b2c1daed2876" providerId="LiveId" clId="{F3596BD8-0E46-4464-ABB9-D3AC7A3E7CEA}" dt="2026-07-24T21:03:43.046" v="1338" actId="165"/>
          <ac:spMkLst>
            <pc:docMk/>
            <pc:sldMk cId="3036062086" sldId="258"/>
            <ac:spMk id="10" creationId="{7475D68C-CAA8-2AB7-346F-6154A2A6DFF4}"/>
          </ac:spMkLst>
        </pc:spChg>
        <pc:spChg chg="add del">
          <ac:chgData name="Rolando E. Montero A." userId="db44b2c1daed2876" providerId="LiveId" clId="{F3596BD8-0E46-4464-ABB9-D3AC7A3E7CEA}" dt="2026-07-24T19:04:22.714" v="595" actId="478"/>
          <ac:spMkLst>
            <pc:docMk/>
            <pc:sldMk cId="3036062086" sldId="258"/>
            <ac:spMk id="12" creationId="{1D406BAA-F337-F869-3531-09AD6FC770F1}"/>
          </ac:spMkLst>
        </pc:spChg>
        <pc:spChg chg="mod">
          <ac:chgData name="Rolando E. Montero A." userId="db44b2c1daed2876" providerId="LiveId" clId="{F3596BD8-0E46-4464-ABB9-D3AC7A3E7CEA}" dt="2026-07-24T19:17:40.967" v="706" actId="165"/>
          <ac:spMkLst>
            <pc:docMk/>
            <pc:sldMk cId="3036062086" sldId="258"/>
            <ac:spMk id="24" creationId="{FA20593C-6AB4-EAC1-8108-39D2587293AC}"/>
          </ac:spMkLst>
        </pc:spChg>
        <pc:spChg chg="mod">
          <ac:chgData name="Rolando E. Montero A." userId="db44b2c1daed2876" providerId="LiveId" clId="{F3596BD8-0E46-4464-ABB9-D3AC7A3E7CEA}" dt="2026-07-24T19:17:40.967" v="706" actId="165"/>
          <ac:spMkLst>
            <pc:docMk/>
            <pc:sldMk cId="3036062086" sldId="258"/>
            <ac:spMk id="25" creationId="{C5C0E484-3B7E-D47A-7524-59ED1BDE0A7E}"/>
          </ac:spMkLst>
        </pc:spChg>
        <pc:spChg chg="mod">
          <ac:chgData name="Rolando E. Montero A." userId="db44b2c1daed2876" providerId="LiveId" clId="{F3596BD8-0E46-4464-ABB9-D3AC7A3E7CEA}" dt="2026-07-24T19:17:40.967" v="706" actId="165"/>
          <ac:spMkLst>
            <pc:docMk/>
            <pc:sldMk cId="3036062086" sldId="258"/>
            <ac:spMk id="26" creationId="{C670E0A4-4EB1-E148-C28D-45CA5F6AD6DF}"/>
          </ac:spMkLst>
        </pc:spChg>
        <pc:spChg chg="mod">
          <ac:chgData name="Rolando E. Montero A." userId="db44b2c1daed2876" providerId="LiveId" clId="{F3596BD8-0E46-4464-ABB9-D3AC7A3E7CEA}" dt="2026-07-24T19:17:40.967" v="706" actId="165"/>
          <ac:spMkLst>
            <pc:docMk/>
            <pc:sldMk cId="3036062086" sldId="258"/>
            <ac:spMk id="27" creationId="{D2101850-DA7F-C8DD-7AD7-E187CA0A7B87}"/>
          </ac:spMkLst>
        </pc:spChg>
        <pc:spChg chg="mod">
          <ac:chgData name="Rolando E. Montero A." userId="db44b2c1daed2876" providerId="LiveId" clId="{F3596BD8-0E46-4464-ABB9-D3AC7A3E7CEA}" dt="2026-07-24T19:17:40.967" v="706" actId="165"/>
          <ac:spMkLst>
            <pc:docMk/>
            <pc:sldMk cId="3036062086" sldId="258"/>
            <ac:spMk id="28" creationId="{85306280-7447-6F1D-1707-52F5E67B31E0}"/>
          </ac:spMkLst>
        </pc:spChg>
        <pc:spChg chg="del mod">
          <ac:chgData name="Rolando E. Montero A." userId="db44b2c1daed2876" providerId="LiveId" clId="{F3596BD8-0E46-4464-ABB9-D3AC7A3E7CEA}" dt="2026-07-24T19:12:27.662" v="651" actId="478"/>
          <ac:spMkLst>
            <pc:docMk/>
            <pc:sldMk cId="3036062086" sldId="258"/>
            <ac:spMk id="29" creationId="{78517FF4-5CF7-6548-EC62-FFE4DB892DDC}"/>
          </ac:spMkLst>
        </pc:spChg>
        <pc:spChg chg="mod">
          <ac:chgData name="Rolando E. Montero A." userId="db44b2c1daed2876" providerId="LiveId" clId="{F3596BD8-0E46-4464-ABB9-D3AC7A3E7CEA}" dt="2026-07-24T19:17:40.967" v="706" actId="165"/>
          <ac:spMkLst>
            <pc:docMk/>
            <pc:sldMk cId="3036062086" sldId="258"/>
            <ac:spMk id="30" creationId="{A93928D6-6615-A95C-E9B0-0E6C334D3AC7}"/>
          </ac:spMkLst>
        </pc:spChg>
        <pc:spChg chg="add mod ord">
          <ac:chgData name="Rolando E. Montero A." userId="db44b2c1daed2876" providerId="LiveId" clId="{F3596BD8-0E46-4464-ABB9-D3AC7A3E7CEA}" dt="2026-07-24T21:03:43.046" v="1338" actId="165"/>
          <ac:spMkLst>
            <pc:docMk/>
            <pc:sldMk cId="3036062086" sldId="258"/>
            <ac:spMk id="35" creationId="{A9A78EE9-F33D-481E-DE0B-3C6A882E9F99}"/>
          </ac:spMkLst>
        </pc:spChg>
        <pc:spChg chg="add mod topLvl">
          <ac:chgData name="Rolando E. Montero A." userId="db44b2c1daed2876" providerId="LiveId" clId="{F3596BD8-0E46-4464-ABB9-D3AC7A3E7CEA}" dt="2026-07-24T21:03:43.046" v="1338" actId="165"/>
          <ac:spMkLst>
            <pc:docMk/>
            <pc:sldMk cId="3036062086" sldId="258"/>
            <ac:spMk id="38" creationId="{6147C0C7-0DCF-7534-D2F9-C263CF349A5E}"/>
          </ac:spMkLst>
        </pc:spChg>
        <pc:spChg chg="add mod topLvl">
          <ac:chgData name="Rolando E. Montero A." userId="db44b2c1daed2876" providerId="LiveId" clId="{F3596BD8-0E46-4464-ABB9-D3AC7A3E7CEA}" dt="2026-07-24T21:03:43.046" v="1338" actId="165"/>
          <ac:spMkLst>
            <pc:docMk/>
            <pc:sldMk cId="3036062086" sldId="258"/>
            <ac:spMk id="39" creationId="{DA207638-59B5-594D-9FF2-4033BF2CAFB0}"/>
          </ac:spMkLst>
        </pc:spChg>
        <pc:spChg chg="add mod topLvl">
          <ac:chgData name="Rolando E. Montero A." userId="db44b2c1daed2876" providerId="LiveId" clId="{F3596BD8-0E46-4464-ABB9-D3AC7A3E7CEA}" dt="2026-07-24T21:03:43.046" v="1338" actId="165"/>
          <ac:spMkLst>
            <pc:docMk/>
            <pc:sldMk cId="3036062086" sldId="258"/>
            <ac:spMk id="40" creationId="{B11797D9-1B46-1ED4-9D57-D2DDF8554C8A}"/>
          </ac:spMkLst>
        </pc:spChg>
        <pc:spChg chg="add mod topLvl">
          <ac:chgData name="Rolando E. Montero A." userId="db44b2c1daed2876" providerId="LiveId" clId="{F3596BD8-0E46-4464-ABB9-D3AC7A3E7CEA}" dt="2026-07-24T21:03:43.046" v="1338" actId="165"/>
          <ac:spMkLst>
            <pc:docMk/>
            <pc:sldMk cId="3036062086" sldId="258"/>
            <ac:spMk id="41" creationId="{DA5CF1F1-D0C7-AED3-8DCA-1B03E61130D4}"/>
          </ac:spMkLst>
        </pc:spChg>
        <pc:spChg chg="add mod topLvl">
          <ac:chgData name="Rolando E. Montero A." userId="db44b2c1daed2876" providerId="LiveId" clId="{F3596BD8-0E46-4464-ABB9-D3AC7A3E7CEA}" dt="2026-07-24T21:03:54.858" v="1339" actId="165"/>
          <ac:spMkLst>
            <pc:docMk/>
            <pc:sldMk cId="3036062086" sldId="258"/>
            <ac:spMk id="45" creationId="{1CDB1038-39FF-585B-196A-643F85B1F1DD}"/>
          </ac:spMkLst>
        </pc:spChg>
        <pc:spChg chg="add mod topLvl">
          <ac:chgData name="Rolando E. Montero A." userId="db44b2c1daed2876" providerId="LiveId" clId="{F3596BD8-0E46-4464-ABB9-D3AC7A3E7CEA}" dt="2026-07-24T21:03:54.858" v="1339" actId="165"/>
          <ac:spMkLst>
            <pc:docMk/>
            <pc:sldMk cId="3036062086" sldId="258"/>
            <ac:spMk id="46" creationId="{142736CE-4D2A-C653-10B6-6AEA77855F0C}"/>
          </ac:spMkLst>
        </pc:spChg>
        <pc:spChg chg="add mod topLvl">
          <ac:chgData name="Rolando E. Montero A." userId="db44b2c1daed2876" providerId="LiveId" clId="{F3596BD8-0E46-4464-ABB9-D3AC7A3E7CEA}" dt="2026-07-24T21:03:54.858" v="1339" actId="165"/>
          <ac:spMkLst>
            <pc:docMk/>
            <pc:sldMk cId="3036062086" sldId="258"/>
            <ac:spMk id="47" creationId="{9939A154-7FF4-DF7B-A1F4-50EE692A4ECF}"/>
          </ac:spMkLst>
        </pc:spChg>
        <pc:spChg chg="add mod topLvl">
          <ac:chgData name="Rolando E. Montero A." userId="db44b2c1daed2876" providerId="LiveId" clId="{F3596BD8-0E46-4464-ABB9-D3AC7A3E7CEA}" dt="2026-07-24T21:03:54.858" v="1339" actId="165"/>
          <ac:spMkLst>
            <pc:docMk/>
            <pc:sldMk cId="3036062086" sldId="258"/>
            <ac:spMk id="48" creationId="{9D2495F9-B335-7DAD-5CBD-F08D2E61ABE1}"/>
          </ac:spMkLst>
        </pc:spChg>
        <pc:spChg chg="add mod topLvl">
          <ac:chgData name="Rolando E. Montero A." userId="db44b2c1daed2876" providerId="LiveId" clId="{F3596BD8-0E46-4464-ABB9-D3AC7A3E7CEA}" dt="2026-07-24T21:03:54.858" v="1339" actId="165"/>
          <ac:spMkLst>
            <pc:docMk/>
            <pc:sldMk cId="3036062086" sldId="258"/>
            <ac:spMk id="49" creationId="{AEF479AC-FA13-45C6-1374-9ADFCB03C656}"/>
          </ac:spMkLst>
        </pc:spChg>
        <pc:spChg chg="add mod topLvl">
          <ac:chgData name="Rolando E. Montero A." userId="db44b2c1daed2876" providerId="LiveId" clId="{F3596BD8-0E46-4464-ABB9-D3AC7A3E7CEA}" dt="2026-07-24T21:03:54.858" v="1339" actId="165"/>
          <ac:spMkLst>
            <pc:docMk/>
            <pc:sldMk cId="3036062086" sldId="258"/>
            <ac:spMk id="50" creationId="{1D46DD59-2D10-42DF-152F-43A368DCBC25}"/>
          </ac:spMkLst>
        </pc:spChg>
        <pc:spChg chg="add mod topLvl">
          <ac:chgData name="Rolando E. Montero A." userId="db44b2c1daed2876" providerId="LiveId" clId="{F3596BD8-0E46-4464-ABB9-D3AC7A3E7CEA}" dt="2026-07-24T21:03:54.858" v="1339" actId="165"/>
          <ac:spMkLst>
            <pc:docMk/>
            <pc:sldMk cId="3036062086" sldId="258"/>
            <ac:spMk id="51" creationId="{83860C6D-A2D1-93CB-22D0-23F72F75E739}"/>
          </ac:spMkLst>
        </pc:spChg>
        <pc:spChg chg="add mod topLvl">
          <ac:chgData name="Rolando E. Montero A." userId="db44b2c1daed2876" providerId="LiveId" clId="{F3596BD8-0E46-4464-ABB9-D3AC7A3E7CEA}" dt="2026-07-24T21:03:54.858" v="1339" actId="165"/>
          <ac:spMkLst>
            <pc:docMk/>
            <pc:sldMk cId="3036062086" sldId="258"/>
            <ac:spMk id="52" creationId="{7A0A2D22-C5DE-BE5F-2ECC-F00AD9322010}"/>
          </ac:spMkLst>
        </pc:spChg>
        <pc:spChg chg="add del mod ord">
          <ac:chgData name="Rolando E. Montero A." userId="db44b2c1daed2876" providerId="LiveId" clId="{F3596BD8-0E46-4464-ABB9-D3AC7A3E7CEA}" dt="2026-07-24T21:07:58.577" v="1354" actId="478"/>
          <ac:spMkLst>
            <pc:docMk/>
            <pc:sldMk cId="3036062086" sldId="258"/>
            <ac:spMk id="63" creationId="{CDCD0730-D81A-0803-6F14-22D9C11602DD}"/>
          </ac:spMkLst>
        </pc:spChg>
        <pc:spChg chg="add del">
          <ac:chgData name="Rolando E. Montero A." userId="db44b2c1daed2876" providerId="LiveId" clId="{F3596BD8-0E46-4464-ABB9-D3AC7A3E7CEA}" dt="2026-07-24T21:08:29.456" v="1356" actId="478"/>
          <ac:spMkLst>
            <pc:docMk/>
            <pc:sldMk cId="3036062086" sldId="258"/>
            <ac:spMk id="64" creationId="{0BFF9B3C-9DCF-D358-9C92-8221D904F259}"/>
          </ac:spMkLst>
        </pc:spChg>
        <pc:grpChg chg="del mod topLvl">
          <ac:chgData name="Rolando E. Montero A." userId="db44b2c1daed2876" providerId="LiveId" clId="{F3596BD8-0E46-4464-ABB9-D3AC7A3E7CEA}" dt="2026-07-24T19:17:44.691" v="707" actId="478"/>
          <ac:grpSpMkLst>
            <pc:docMk/>
            <pc:sldMk cId="3036062086" sldId="258"/>
            <ac:grpSpMk id="23" creationId="{46DB3B44-9D91-8695-04CC-30DAABB1F5F9}"/>
          </ac:grpSpMkLst>
        </pc:grpChg>
        <pc:grpChg chg="add del mod">
          <ac:chgData name="Rolando E. Montero A." userId="db44b2c1daed2876" providerId="LiveId" clId="{F3596BD8-0E46-4464-ABB9-D3AC7A3E7CEA}" dt="2026-07-24T19:17:40.967" v="706" actId="165"/>
          <ac:grpSpMkLst>
            <pc:docMk/>
            <pc:sldMk cId="3036062086" sldId="258"/>
            <ac:grpSpMk id="31" creationId="{03B4EB54-EF88-B03D-D0E8-F78A8D58CC6E}"/>
          </ac:grpSpMkLst>
        </pc:grpChg>
        <pc:grpChg chg="add del mod">
          <ac:chgData name="Rolando E. Montero A." userId="db44b2c1daed2876" providerId="LiveId" clId="{F3596BD8-0E46-4464-ABB9-D3AC7A3E7CEA}" dt="2026-07-24T19:20:05.736" v="740" actId="165"/>
          <ac:grpSpMkLst>
            <pc:docMk/>
            <pc:sldMk cId="3036062086" sldId="258"/>
            <ac:grpSpMk id="34" creationId="{0B3802AB-697C-7BAB-B87B-1CF6C97979EB}"/>
          </ac:grpSpMkLst>
        </pc:grpChg>
        <pc:grpChg chg="add mod">
          <ac:chgData name="Rolando E. Montero A." userId="db44b2c1daed2876" providerId="LiveId" clId="{F3596BD8-0E46-4464-ABB9-D3AC7A3E7CEA}" dt="2026-07-24T19:20:37.401" v="743" actId="164"/>
          <ac:grpSpMkLst>
            <pc:docMk/>
            <pc:sldMk cId="3036062086" sldId="258"/>
            <ac:grpSpMk id="36" creationId="{E5764C00-9520-1CF0-073E-242A1EFFBB41}"/>
          </ac:grpSpMkLst>
        </pc:grpChg>
        <pc:grpChg chg="add mod">
          <ac:chgData name="Rolando E. Montero A." userId="db44b2c1daed2876" providerId="LiveId" clId="{F3596BD8-0E46-4464-ABB9-D3AC7A3E7CEA}" dt="2026-07-24T19:21:30.904" v="771" actId="552"/>
          <ac:grpSpMkLst>
            <pc:docMk/>
            <pc:sldMk cId="3036062086" sldId="258"/>
            <ac:grpSpMk id="37" creationId="{CB77446D-2C12-EA4C-2286-036A37B4B21C}"/>
          </ac:grpSpMkLst>
        </pc:grpChg>
        <pc:grpChg chg="add del mod">
          <ac:chgData name="Rolando E. Montero A." userId="db44b2c1daed2876" providerId="LiveId" clId="{F3596BD8-0E46-4464-ABB9-D3AC7A3E7CEA}" dt="2026-07-24T21:03:54.858" v="1339" actId="165"/>
          <ac:grpSpMkLst>
            <pc:docMk/>
            <pc:sldMk cId="3036062086" sldId="258"/>
            <ac:grpSpMk id="53" creationId="{B35EC273-D6CF-3CEF-0648-AA2CACC45662}"/>
          </ac:grpSpMkLst>
        </pc:grpChg>
        <pc:grpChg chg="mod">
          <ac:chgData name="Rolando E. Montero A." userId="db44b2c1daed2876" providerId="LiveId" clId="{F3596BD8-0E46-4464-ABB9-D3AC7A3E7CEA}" dt="2026-07-24T19:30:12.551" v="1094" actId="1076"/>
          <ac:grpSpMkLst>
            <pc:docMk/>
            <pc:sldMk cId="3036062086" sldId="258"/>
            <ac:grpSpMk id="54" creationId="{735427CF-9D1A-51C2-1B14-8698350101C2}"/>
          </ac:grpSpMkLst>
        </pc:grpChg>
        <pc:picChg chg="add mod">
          <ac:chgData name="Rolando E. Montero A." userId="db44b2c1daed2876" providerId="LiveId" clId="{F3596BD8-0E46-4464-ABB9-D3AC7A3E7CEA}" dt="2026-07-24T19:29:49.077" v="1090" actId="1038"/>
          <ac:picMkLst>
            <pc:docMk/>
            <pc:sldMk cId="3036062086" sldId="258"/>
            <ac:picMk id="14" creationId="{C3E18AD8-D9BF-FAEC-D586-AC21ED1C46B8}"/>
          </ac:picMkLst>
        </pc:picChg>
        <pc:picChg chg="add mod topLvl">
          <ac:chgData name="Rolando E. Montero A." userId="db44b2c1daed2876" providerId="LiveId" clId="{F3596BD8-0E46-4464-ABB9-D3AC7A3E7CEA}" dt="2026-07-24T21:03:43.046" v="1338" actId="165"/>
          <ac:picMkLst>
            <pc:docMk/>
            <pc:sldMk cId="3036062086" sldId="258"/>
            <ac:picMk id="16" creationId="{015936D3-46EE-2795-CE2B-D4BA8C6D5922}"/>
          </ac:picMkLst>
        </pc:picChg>
        <pc:picChg chg="add mod ord topLvl">
          <ac:chgData name="Rolando E. Montero A." userId="db44b2c1daed2876" providerId="LiveId" clId="{F3596BD8-0E46-4464-ABB9-D3AC7A3E7CEA}" dt="2026-07-24T19:29:46.537" v="1087" actId="1038"/>
          <ac:picMkLst>
            <pc:docMk/>
            <pc:sldMk cId="3036062086" sldId="258"/>
            <ac:picMk id="18" creationId="{393B7068-9358-C8A1-545D-19786C4CC182}"/>
          </ac:picMkLst>
        </pc:picChg>
        <pc:picChg chg="add mod">
          <ac:chgData name="Rolando E. Montero A." userId="db44b2c1daed2876" providerId="LiveId" clId="{F3596BD8-0E46-4464-ABB9-D3AC7A3E7CEA}" dt="2026-07-24T19:29:49.077" v="1090" actId="1038"/>
          <ac:picMkLst>
            <pc:docMk/>
            <pc:sldMk cId="3036062086" sldId="258"/>
            <ac:picMk id="20" creationId="{4257CA0D-C9D8-7794-279E-87E11262DCC1}"/>
          </ac:picMkLst>
        </pc:picChg>
        <pc:picChg chg="add del mod">
          <ac:chgData name="Rolando E. Montero A." userId="db44b2c1daed2876" providerId="LiveId" clId="{F3596BD8-0E46-4464-ABB9-D3AC7A3E7CEA}" dt="2026-07-24T19:12:13.039" v="650" actId="27803"/>
          <ac:picMkLst>
            <pc:docMk/>
            <pc:sldMk cId="3036062086" sldId="258"/>
            <ac:picMk id="22" creationId="{628061D9-CF5E-00A5-45F3-00C9945B2525}"/>
          </ac:picMkLst>
        </pc:picChg>
        <pc:picChg chg="add mod topLvl">
          <ac:chgData name="Rolando E. Montero A." userId="db44b2c1daed2876" providerId="LiveId" clId="{F3596BD8-0E46-4464-ABB9-D3AC7A3E7CEA}" dt="2026-07-24T19:29:49.077" v="1090" actId="1038"/>
          <ac:picMkLst>
            <pc:docMk/>
            <pc:sldMk cId="3036062086" sldId="258"/>
            <ac:picMk id="33" creationId="{7E1776A2-6AE6-C206-8222-54F5326ACFC2}"/>
          </ac:picMkLst>
        </pc:picChg>
        <pc:picChg chg="add mod">
          <ac:chgData name="Rolando E. Montero A." userId="db44b2c1daed2876" providerId="LiveId" clId="{F3596BD8-0E46-4464-ABB9-D3AC7A3E7CEA}" dt="2026-07-24T21:01:48.143" v="1336" actId="553"/>
          <ac:picMkLst>
            <pc:docMk/>
            <pc:sldMk cId="3036062086" sldId="258"/>
            <ac:picMk id="56" creationId="{92102C0B-652B-43A5-37A8-9836CAE7B023}"/>
          </ac:picMkLst>
        </pc:picChg>
        <pc:picChg chg="add mod">
          <ac:chgData name="Rolando E. Montero A." userId="db44b2c1daed2876" providerId="LiveId" clId="{F3596BD8-0E46-4464-ABB9-D3AC7A3E7CEA}" dt="2026-07-24T21:01:48.143" v="1336" actId="553"/>
          <ac:picMkLst>
            <pc:docMk/>
            <pc:sldMk cId="3036062086" sldId="258"/>
            <ac:picMk id="58" creationId="{1301B0C2-4110-B70D-B7CD-D72EA386FA67}"/>
          </ac:picMkLst>
        </pc:picChg>
        <pc:picChg chg="add mod">
          <ac:chgData name="Rolando E. Montero A." userId="db44b2c1daed2876" providerId="LiveId" clId="{F3596BD8-0E46-4464-ABB9-D3AC7A3E7CEA}" dt="2026-07-24T21:01:48.143" v="1336" actId="553"/>
          <ac:picMkLst>
            <pc:docMk/>
            <pc:sldMk cId="3036062086" sldId="258"/>
            <ac:picMk id="60" creationId="{D249FB2B-6AD0-FC66-2246-270734982B7F}"/>
          </ac:picMkLst>
        </pc:picChg>
        <pc:picChg chg="add mod">
          <ac:chgData name="Rolando E. Montero A." userId="db44b2c1daed2876" providerId="LiveId" clId="{F3596BD8-0E46-4464-ABB9-D3AC7A3E7CEA}" dt="2026-07-24T21:03:09.699" v="1337" actId="14826"/>
          <ac:picMkLst>
            <pc:docMk/>
            <pc:sldMk cId="3036062086" sldId="258"/>
            <ac:picMk id="62" creationId="{B064F588-B667-9095-AE2A-97B284B3D93F}"/>
          </ac:picMkLst>
        </pc:picChg>
        <pc:cxnChg chg="add del mod ord">
          <ac:chgData name="Rolando E. Montero A." userId="db44b2c1daed2876" providerId="LiveId" clId="{F3596BD8-0E46-4464-ABB9-D3AC7A3E7CEA}" dt="2026-07-24T21:11:13.933" v="1381" actId="478"/>
          <ac:cxnSpMkLst>
            <pc:docMk/>
            <pc:sldMk cId="3036062086" sldId="258"/>
            <ac:cxnSpMk id="43" creationId="{44AF5163-F109-87C5-9416-D925113E3727}"/>
          </ac:cxnSpMkLst>
        </pc:cxnChg>
        <pc:cxnChg chg="add del mod topLvl">
          <ac:chgData name="Rolando E. Montero A." userId="db44b2c1daed2876" providerId="LiveId" clId="{F3596BD8-0E46-4464-ABB9-D3AC7A3E7CEA}" dt="2026-07-24T21:11:10.111" v="1380" actId="478"/>
          <ac:cxnSpMkLst>
            <pc:docMk/>
            <pc:sldMk cId="3036062086" sldId="258"/>
            <ac:cxnSpMk id="44" creationId="{34D57765-4870-FAE0-07D2-C760FF91976A}"/>
          </ac:cxnSpMkLst>
        </pc:cxnChg>
        <pc:cxnChg chg="add del mod">
          <ac:chgData name="Rolando E. Montero A." userId="db44b2c1daed2876" providerId="LiveId" clId="{F3596BD8-0E46-4464-ABB9-D3AC7A3E7CEA}" dt="2026-07-24T21:09:05.488" v="1359" actId="478"/>
          <ac:cxnSpMkLst>
            <pc:docMk/>
            <pc:sldMk cId="3036062086" sldId="258"/>
            <ac:cxnSpMk id="66" creationId="{A8DAB7B5-F7DF-2992-2063-645E3DE594B2}"/>
          </ac:cxnSpMkLst>
        </pc:cxnChg>
        <pc:cxnChg chg="add del mod">
          <ac:chgData name="Rolando E. Montero A." userId="db44b2c1daed2876" providerId="LiveId" clId="{F3596BD8-0E46-4464-ABB9-D3AC7A3E7CEA}" dt="2026-07-24T21:10:05.635" v="1368" actId="478"/>
          <ac:cxnSpMkLst>
            <pc:docMk/>
            <pc:sldMk cId="3036062086" sldId="258"/>
            <ac:cxnSpMk id="69" creationId="{BD181A2B-2981-BA13-C745-159D6D80369A}"/>
          </ac:cxnSpMkLst>
        </pc:cxnChg>
        <pc:cxnChg chg="add del mod">
          <ac:chgData name="Rolando E. Montero A." userId="db44b2c1daed2876" providerId="LiveId" clId="{F3596BD8-0E46-4464-ABB9-D3AC7A3E7CEA}" dt="2026-07-24T21:10:44.425" v="1376" actId="478"/>
          <ac:cxnSpMkLst>
            <pc:docMk/>
            <pc:sldMk cId="3036062086" sldId="258"/>
            <ac:cxnSpMk id="72" creationId="{C4FB71F9-AFA6-E1DE-CED6-CC72B41A1F46}"/>
          </ac:cxnSpMkLst>
        </pc:cxnChg>
        <pc:cxnChg chg="add del mod">
          <ac:chgData name="Rolando E. Montero A." userId="db44b2c1daed2876" providerId="LiveId" clId="{F3596BD8-0E46-4464-ABB9-D3AC7A3E7CEA}" dt="2026-07-24T21:11:04.871" v="1379" actId="478"/>
          <ac:cxnSpMkLst>
            <pc:docMk/>
            <pc:sldMk cId="3036062086" sldId="258"/>
            <ac:cxnSpMk id="80" creationId="{6CC82CBD-B94F-3E73-CB92-BACCAFFDF5BB}"/>
          </ac:cxnSpMkLst>
        </pc:cxnChg>
      </pc:sldChg>
      <pc:sldChg chg="new del">
        <pc:chgData name="Rolando E. Montero A." userId="db44b2c1daed2876" providerId="LiveId" clId="{F3596BD8-0E46-4464-ABB9-D3AC7A3E7CEA}" dt="2026-07-24T21:06:04.138" v="1341" actId="47"/>
        <pc:sldMkLst>
          <pc:docMk/>
          <pc:sldMk cId="3749005045" sldId="259"/>
        </pc:sldMkLst>
      </pc:sldChg>
      <pc:sldChg chg="addSp delSp modSp new mod modClrScheme chgLayout">
        <pc:chgData name="Rolando E. Montero A." userId="db44b2c1daed2876" providerId="LiveId" clId="{F3596BD8-0E46-4464-ABB9-D3AC7A3E7CEA}" dt="2026-07-24T21:12:09.338" v="1383" actId="700"/>
        <pc:sldMkLst>
          <pc:docMk/>
          <pc:sldMk cId="3938341160" sldId="259"/>
        </pc:sldMkLst>
        <pc:spChg chg="del mod ord">
          <ac:chgData name="Rolando E. Montero A." userId="db44b2c1daed2876" providerId="LiveId" clId="{F3596BD8-0E46-4464-ABB9-D3AC7A3E7CEA}" dt="2026-07-24T21:12:09.338" v="1383" actId="700"/>
          <ac:spMkLst>
            <pc:docMk/>
            <pc:sldMk cId="3938341160" sldId="259"/>
            <ac:spMk id="2" creationId="{F6FD25C0-C0A0-7691-0846-B48121B5F996}"/>
          </ac:spMkLst>
        </pc:spChg>
        <pc:spChg chg="del mod ord">
          <ac:chgData name="Rolando E. Montero A." userId="db44b2c1daed2876" providerId="LiveId" clId="{F3596BD8-0E46-4464-ABB9-D3AC7A3E7CEA}" dt="2026-07-24T21:12:09.338" v="1383" actId="700"/>
          <ac:spMkLst>
            <pc:docMk/>
            <pc:sldMk cId="3938341160" sldId="259"/>
            <ac:spMk id="3" creationId="{4B31DEBE-F5E8-7420-4A6F-FA473B01E267}"/>
          </ac:spMkLst>
        </pc:spChg>
        <pc:spChg chg="add mod ord">
          <ac:chgData name="Rolando E. Montero A." userId="db44b2c1daed2876" providerId="LiveId" clId="{F3596BD8-0E46-4464-ABB9-D3AC7A3E7CEA}" dt="2026-07-24T21:12:09.338" v="1383" actId="700"/>
          <ac:spMkLst>
            <pc:docMk/>
            <pc:sldMk cId="3938341160" sldId="259"/>
            <ac:spMk id="4" creationId="{5D73152C-C89A-97BB-1A7E-9CA03A27D842}"/>
          </ac:spMkLst>
        </pc:spChg>
        <pc:spChg chg="add mod ord">
          <ac:chgData name="Rolando E. Montero A." userId="db44b2c1daed2876" providerId="LiveId" clId="{F3596BD8-0E46-4464-ABB9-D3AC7A3E7CEA}" dt="2026-07-24T21:12:09.338" v="1383" actId="700"/>
          <ac:spMkLst>
            <pc:docMk/>
            <pc:sldMk cId="3938341160" sldId="259"/>
            <ac:spMk id="5" creationId="{2ADB91A7-FA88-D2A8-B619-312BC0D21468}"/>
          </ac:spMkLst>
        </pc:spChg>
      </pc:sldChg>
      <pc:sldMasterChg chg="modSldLayout">
        <pc:chgData name="Rolando E. Montero A." userId="db44b2c1daed2876" providerId="LiveId" clId="{F3596BD8-0E46-4464-ABB9-D3AC7A3E7CEA}" dt="2026-07-24T21:07:22.382" v="1349"/>
        <pc:sldMasterMkLst>
          <pc:docMk/>
          <pc:sldMasterMk cId="3113451221" sldId="2147483648"/>
        </pc:sldMasterMkLst>
        <pc:sldLayoutChg chg="addSp delSp modSp mod setBg">
          <pc:chgData name="Rolando E. Montero A." userId="db44b2c1daed2876" providerId="LiveId" clId="{F3596BD8-0E46-4464-ABB9-D3AC7A3E7CEA}" dt="2026-07-24T18:55:07.542" v="446" actId="14100"/>
          <pc:sldLayoutMkLst>
            <pc:docMk/>
            <pc:sldMasterMk cId="3113451221" sldId="2147483648"/>
            <pc:sldLayoutMk cId="2849112453" sldId="2147483649"/>
          </pc:sldLayoutMkLst>
          <pc:spChg chg="del">
            <ac:chgData name="Rolando E. Montero A." userId="db44b2c1daed2876" providerId="LiveId" clId="{F3596BD8-0E46-4464-ABB9-D3AC7A3E7CEA}" dt="2026-07-24T17:55:01.437" v="44" actId="478"/>
            <ac:spMkLst>
              <pc:docMk/>
              <pc:sldMasterMk cId="3113451221" sldId="2147483648"/>
              <pc:sldLayoutMk cId="2849112453" sldId="2147483649"/>
              <ac:spMk id="2" creationId="{BF6B33E0-0E01-90A7-10A7-060588A62E2C}"/>
            </ac:spMkLst>
          </pc:spChg>
          <pc:spChg chg="del mod">
            <ac:chgData name="Rolando E. Montero A." userId="db44b2c1daed2876" providerId="LiveId" clId="{F3596BD8-0E46-4464-ABB9-D3AC7A3E7CEA}" dt="2026-07-24T18:01:24.666" v="77" actId="478"/>
            <ac:spMkLst>
              <pc:docMk/>
              <pc:sldMasterMk cId="3113451221" sldId="2147483648"/>
              <pc:sldLayoutMk cId="2849112453" sldId="2147483649"/>
              <ac:spMk id="3" creationId="{93220A0E-3C1A-6383-943F-7023344DD862}"/>
            </ac:spMkLst>
          </pc:spChg>
          <pc:spChg chg="del">
            <ac:chgData name="Rolando E. Montero A." userId="db44b2c1daed2876" providerId="LiveId" clId="{F3596BD8-0E46-4464-ABB9-D3AC7A3E7CEA}" dt="2026-07-24T18:01:27.689" v="78"/>
            <ac:spMkLst>
              <pc:docMk/>
              <pc:sldMasterMk cId="3113451221" sldId="2147483648"/>
              <pc:sldLayoutMk cId="2849112453" sldId="2147483649"/>
              <ac:spMk id="4" creationId="{0353D9EC-3ECB-C813-6E16-518556BFC607}"/>
            </ac:spMkLst>
          </pc:spChg>
          <pc:spChg chg="del">
            <ac:chgData name="Rolando E. Montero A." userId="db44b2c1daed2876" providerId="LiveId" clId="{F3596BD8-0E46-4464-ABB9-D3AC7A3E7CEA}" dt="2026-07-24T18:01:27.689" v="78"/>
            <ac:spMkLst>
              <pc:docMk/>
              <pc:sldMasterMk cId="3113451221" sldId="2147483648"/>
              <pc:sldLayoutMk cId="2849112453" sldId="2147483649"/>
              <ac:spMk id="5" creationId="{FA132A1C-4CDA-FB20-5E2D-A4C44E35E13F}"/>
            </ac:spMkLst>
          </pc:spChg>
          <pc:spChg chg="del">
            <ac:chgData name="Rolando E. Montero A." userId="db44b2c1daed2876" providerId="LiveId" clId="{F3596BD8-0E46-4464-ABB9-D3AC7A3E7CEA}" dt="2026-07-24T18:01:27.689" v="78"/>
            <ac:spMkLst>
              <pc:docMk/>
              <pc:sldMasterMk cId="3113451221" sldId="2147483648"/>
              <pc:sldLayoutMk cId="2849112453" sldId="2147483649"/>
              <ac:spMk id="6" creationId="{5A7EB995-3FCF-1676-998C-0CFA5A0DA8C6}"/>
            </ac:spMkLst>
          </pc:spChg>
          <pc:spChg chg="add mod">
            <ac:chgData name="Rolando E. Montero A." userId="db44b2c1daed2876" providerId="LiveId" clId="{F3596BD8-0E46-4464-ABB9-D3AC7A3E7CEA}" dt="2026-07-24T18:54:12.410" v="429" actId="6549"/>
            <ac:spMkLst>
              <pc:docMk/>
              <pc:sldMasterMk cId="3113451221" sldId="2147483648"/>
              <pc:sldLayoutMk cId="2849112453" sldId="2147483649"/>
              <ac:spMk id="11" creationId="{330082B0-96E8-F40D-5F7F-A61650C87938}"/>
            </ac:spMkLst>
          </pc:spChg>
          <pc:spChg chg="add del mod">
            <ac:chgData name="Rolando E. Montero A." userId="db44b2c1daed2876" providerId="LiveId" clId="{F3596BD8-0E46-4464-ABB9-D3AC7A3E7CEA}" dt="2026-07-24T17:58:54.996" v="51"/>
            <ac:spMkLst>
              <pc:docMk/>
              <pc:sldMasterMk cId="3113451221" sldId="2147483648"/>
              <pc:sldLayoutMk cId="2849112453" sldId="2147483649"/>
              <ac:spMk id="12" creationId="{4D5B8781-A40C-022E-C4C6-197466D516AD}"/>
            </ac:spMkLst>
          </pc:spChg>
          <pc:spChg chg="add del">
            <ac:chgData name="Rolando E. Montero A." userId="db44b2c1daed2876" providerId="LiveId" clId="{F3596BD8-0E46-4464-ABB9-D3AC7A3E7CEA}" dt="2026-07-24T18:01:44.978" v="79" actId="11529"/>
            <ac:spMkLst>
              <pc:docMk/>
              <pc:sldMasterMk cId="3113451221" sldId="2147483648"/>
              <pc:sldLayoutMk cId="2849112453" sldId="2147483649"/>
              <ac:spMk id="13" creationId="{21181FF3-A35F-4E15-551A-57CC92E11C0B}"/>
            </ac:spMkLst>
          </pc:spChg>
          <pc:spChg chg="add mod">
            <ac:chgData name="Rolando E. Montero A." userId="db44b2c1daed2876" providerId="LiveId" clId="{F3596BD8-0E46-4464-ABB9-D3AC7A3E7CEA}" dt="2026-07-24T18:02:40.101" v="96" actId="1076"/>
            <ac:spMkLst>
              <pc:docMk/>
              <pc:sldMasterMk cId="3113451221" sldId="2147483648"/>
              <pc:sldLayoutMk cId="2849112453" sldId="2147483649"/>
              <ac:spMk id="14" creationId="{3B727D19-A043-87D1-22C2-C78759EFA392}"/>
            </ac:spMkLst>
          </pc:spChg>
          <pc:spChg chg="add mod">
            <ac:chgData name="Rolando E. Montero A." userId="db44b2c1daed2876" providerId="LiveId" clId="{F3596BD8-0E46-4464-ABB9-D3AC7A3E7CEA}" dt="2026-07-24T18:03:03.460" v="109" actId="14100"/>
            <ac:spMkLst>
              <pc:docMk/>
              <pc:sldMasterMk cId="3113451221" sldId="2147483648"/>
              <pc:sldLayoutMk cId="2849112453" sldId="2147483649"/>
              <ac:spMk id="15" creationId="{25726873-305B-2BD9-5572-EA6B4B8E3D3F}"/>
            </ac:spMkLst>
          </pc:spChg>
          <pc:spChg chg="add mod">
            <ac:chgData name="Rolando E. Montero A." userId="db44b2c1daed2876" providerId="LiveId" clId="{F3596BD8-0E46-4464-ABB9-D3AC7A3E7CEA}" dt="2026-07-24T18:03:33.059" v="119" actId="20577"/>
            <ac:spMkLst>
              <pc:docMk/>
              <pc:sldMasterMk cId="3113451221" sldId="2147483648"/>
              <pc:sldLayoutMk cId="2849112453" sldId="2147483649"/>
              <ac:spMk id="17" creationId="{0E82EA11-6F6C-215A-A486-45020C0B7704}"/>
            </ac:spMkLst>
          </pc:spChg>
          <pc:spChg chg="add mod">
            <ac:chgData name="Rolando E. Montero A." userId="db44b2c1daed2876" providerId="LiveId" clId="{F3596BD8-0E46-4464-ABB9-D3AC7A3E7CEA}" dt="2026-07-24T18:04:04.396" v="132" actId="1076"/>
            <ac:spMkLst>
              <pc:docMk/>
              <pc:sldMasterMk cId="3113451221" sldId="2147483648"/>
              <pc:sldLayoutMk cId="2849112453" sldId="2147483649"/>
              <ac:spMk id="19" creationId="{31F8D87A-AEE7-CAFF-62F2-BF9F67AB1325}"/>
            </ac:spMkLst>
          </pc:spChg>
          <pc:spChg chg="add del">
            <ac:chgData name="Rolando E. Montero A." userId="db44b2c1daed2876" providerId="LiveId" clId="{F3596BD8-0E46-4464-ABB9-D3AC7A3E7CEA}" dt="2026-07-24T18:04:32.095" v="133" actId="11529"/>
            <ac:spMkLst>
              <pc:docMk/>
              <pc:sldMasterMk cId="3113451221" sldId="2147483648"/>
              <pc:sldLayoutMk cId="2849112453" sldId="2147483649"/>
              <ac:spMk id="20" creationId="{95015E6F-5975-2144-D75C-CBC3E01204F0}"/>
            </ac:spMkLst>
          </pc:spChg>
          <pc:spChg chg="add mod">
            <ac:chgData name="Rolando E. Montero A." userId="db44b2c1daed2876" providerId="LiveId" clId="{F3596BD8-0E46-4464-ABB9-D3AC7A3E7CEA}" dt="2026-07-24T18:04:36.216" v="135" actId="1076"/>
            <ac:spMkLst>
              <pc:docMk/>
              <pc:sldMasterMk cId="3113451221" sldId="2147483648"/>
              <pc:sldLayoutMk cId="2849112453" sldId="2147483649"/>
              <ac:spMk id="21" creationId="{3887E552-04A5-A7C1-CDF3-2B2274A30E81}"/>
            </ac:spMkLst>
          </pc:spChg>
          <pc:spChg chg="add mod">
            <ac:chgData name="Rolando E. Montero A." userId="db44b2c1daed2876" providerId="LiveId" clId="{F3596BD8-0E46-4464-ABB9-D3AC7A3E7CEA}" dt="2026-07-24T18:40:26.210" v="232" actId="554"/>
            <ac:spMkLst>
              <pc:docMk/>
              <pc:sldMasterMk cId="3113451221" sldId="2147483648"/>
              <pc:sldLayoutMk cId="2849112453" sldId="2147483649"/>
              <ac:spMk id="24" creationId="{32D4340A-0D43-0DF8-52DF-9FB34F1A5849}"/>
            </ac:spMkLst>
          </pc:spChg>
          <pc:spChg chg="add mod">
            <ac:chgData name="Rolando E. Montero A." userId="db44b2c1daed2876" providerId="LiveId" clId="{F3596BD8-0E46-4464-ABB9-D3AC7A3E7CEA}" dt="2026-07-24T18:40:26.210" v="232" actId="554"/>
            <ac:spMkLst>
              <pc:docMk/>
              <pc:sldMasterMk cId="3113451221" sldId="2147483648"/>
              <pc:sldLayoutMk cId="2849112453" sldId="2147483649"/>
              <ac:spMk id="25" creationId="{6F2729DF-348B-1E01-99DB-AAB2223040FA}"/>
            </ac:spMkLst>
          </pc:spChg>
          <pc:spChg chg="add mod">
            <ac:chgData name="Rolando E. Montero A." userId="db44b2c1daed2876" providerId="LiveId" clId="{F3596BD8-0E46-4464-ABB9-D3AC7A3E7CEA}" dt="2026-07-24T18:40:26.210" v="232" actId="554"/>
            <ac:spMkLst>
              <pc:docMk/>
              <pc:sldMasterMk cId="3113451221" sldId="2147483648"/>
              <pc:sldLayoutMk cId="2849112453" sldId="2147483649"/>
              <ac:spMk id="26" creationId="{46A6163B-5DDF-D321-16BC-5F66B4AF40FC}"/>
            </ac:spMkLst>
          </pc:spChg>
          <pc:spChg chg="add mod">
            <ac:chgData name="Rolando E. Montero A." userId="db44b2c1daed2876" providerId="LiveId" clId="{F3596BD8-0E46-4464-ABB9-D3AC7A3E7CEA}" dt="2026-07-24T18:55:07.542" v="446" actId="14100"/>
            <ac:spMkLst>
              <pc:docMk/>
              <pc:sldMasterMk cId="3113451221" sldId="2147483648"/>
              <pc:sldLayoutMk cId="2849112453" sldId="2147483649"/>
              <ac:spMk id="31" creationId="{DBAC6AFC-0FFD-72A8-A2D3-BCB3F83602FF}"/>
            </ac:spMkLst>
          </pc:spChg>
          <pc:picChg chg="add del mod">
            <ac:chgData name="Rolando E. Montero A." userId="db44b2c1daed2876" providerId="LiveId" clId="{F3596BD8-0E46-4464-ABB9-D3AC7A3E7CEA}" dt="2026-07-24T17:52:30.518" v="4" actId="478"/>
            <ac:picMkLst>
              <pc:docMk/>
              <pc:sldMasterMk cId="3113451221" sldId="2147483648"/>
              <pc:sldLayoutMk cId="2849112453" sldId="2147483649"/>
              <ac:picMk id="8" creationId="{126CD6BD-733E-C1AE-3C38-3C2EFCDF2A21}"/>
            </ac:picMkLst>
          </pc:picChg>
          <pc:picChg chg="add mod">
            <ac:chgData name="Rolando E. Montero A." userId="db44b2c1daed2876" providerId="LiveId" clId="{F3596BD8-0E46-4464-ABB9-D3AC7A3E7CEA}" dt="2026-07-24T17:52:49.168" v="7" actId="1076"/>
            <ac:picMkLst>
              <pc:docMk/>
              <pc:sldMasterMk cId="3113451221" sldId="2147483648"/>
              <pc:sldLayoutMk cId="2849112453" sldId="2147483649"/>
              <ac:picMk id="10" creationId="{3F342CD2-E56A-2F31-ACEB-5EB6F59B6300}"/>
            </ac:picMkLst>
          </pc:picChg>
          <pc:picChg chg="add del mod">
            <ac:chgData name="Rolando E. Montero A." userId="db44b2c1daed2876" providerId="LiveId" clId="{F3596BD8-0E46-4464-ABB9-D3AC7A3E7CEA}" dt="2026-07-24T18:37:27.890" v="174" actId="478"/>
            <ac:picMkLst>
              <pc:docMk/>
              <pc:sldMasterMk cId="3113451221" sldId="2147483648"/>
              <pc:sldLayoutMk cId="2849112453" sldId="2147483649"/>
              <ac:picMk id="28" creationId="{4384EE5D-F9A1-69C6-D68B-78BC5CB3503B}"/>
            </ac:picMkLst>
          </pc:picChg>
          <pc:picChg chg="add mod">
            <ac:chgData name="Rolando E. Montero A." userId="db44b2c1daed2876" providerId="LiveId" clId="{F3596BD8-0E46-4464-ABB9-D3AC7A3E7CEA}" dt="2026-07-24T18:41:03.489" v="234" actId="1076"/>
            <ac:picMkLst>
              <pc:docMk/>
              <pc:sldMasterMk cId="3113451221" sldId="2147483648"/>
              <pc:sldLayoutMk cId="2849112453" sldId="2147483649"/>
              <ac:picMk id="30" creationId="{5075900C-1C71-2A0E-A94F-492F3DD9A013}"/>
            </ac:picMkLst>
          </pc:picChg>
          <pc:cxnChg chg="add mod">
            <ac:chgData name="Rolando E. Montero A." userId="db44b2c1daed2876" providerId="LiveId" clId="{F3596BD8-0E46-4464-ABB9-D3AC7A3E7CEA}" dt="2026-07-24T18:42:02.330" v="261" actId="14861"/>
            <ac:cxnSpMkLst>
              <pc:docMk/>
              <pc:sldMasterMk cId="3113451221" sldId="2147483648"/>
              <pc:sldLayoutMk cId="2849112453" sldId="2147483649"/>
              <ac:cxnSpMk id="23" creationId="{E26B769D-7592-019C-8BDC-6002FDAFF30F}"/>
            </ac:cxnSpMkLst>
          </pc:cxnChg>
        </pc:sldLayoutChg>
        <pc:sldLayoutChg chg="addSp delSp modSp mod">
          <pc:chgData name="Rolando E. Montero A." userId="db44b2c1daed2876" providerId="LiveId" clId="{F3596BD8-0E46-4464-ABB9-D3AC7A3E7CEA}" dt="2026-07-24T21:07:22.382" v="1349"/>
          <pc:sldLayoutMkLst>
            <pc:docMk/>
            <pc:sldMasterMk cId="3113451221" sldId="2147483648"/>
            <pc:sldLayoutMk cId="4040578106" sldId="2147483650"/>
          </pc:sldLayoutMkLst>
          <pc:spChg chg="del mod">
            <ac:chgData name="Rolando E. Montero A." userId="db44b2c1daed2876" providerId="LiveId" clId="{F3596BD8-0E46-4464-ABB9-D3AC7A3E7CEA}" dt="2026-07-24T21:07:20.730" v="1348" actId="478"/>
            <ac:spMkLst>
              <pc:docMk/>
              <pc:sldMasterMk cId="3113451221" sldId="2147483648"/>
              <pc:sldLayoutMk cId="4040578106" sldId="2147483650"/>
              <ac:spMk id="2" creationId="{84804537-9415-B0D4-D0E2-7F8172806E40}"/>
            </ac:spMkLst>
          </pc:spChg>
          <pc:spChg chg="del">
            <ac:chgData name="Rolando E. Montero A." userId="db44b2c1daed2876" providerId="LiveId" clId="{F3596BD8-0E46-4464-ABB9-D3AC7A3E7CEA}" dt="2026-07-24T18:47:58.307" v="353"/>
            <ac:spMkLst>
              <pc:docMk/>
              <pc:sldMasterMk cId="3113451221" sldId="2147483648"/>
              <pc:sldLayoutMk cId="4040578106" sldId="2147483650"/>
              <ac:spMk id="4" creationId="{85159B0D-C5FE-9198-5D3E-FD35E7002323}"/>
            </ac:spMkLst>
          </pc:spChg>
          <pc:spChg chg="del">
            <ac:chgData name="Rolando E. Montero A." userId="db44b2c1daed2876" providerId="LiveId" clId="{F3596BD8-0E46-4464-ABB9-D3AC7A3E7CEA}" dt="2026-07-24T18:47:58.307" v="353"/>
            <ac:spMkLst>
              <pc:docMk/>
              <pc:sldMasterMk cId="3113451221" sldId="2147483648"/>
              <pc:sldLayoutMk cId="4040578106" sldId="2147483650"/>
              <ac:spMk id="5" creationId="{5C8C07CA-0EF0-E667-58CC-D43B273EFF96}"/>
            </ac:spMkLst>
          </pc:spChg>
          <pc:spChg chg="del">
            <ac:chgData name="Rolando E. Montero A." userId="db44b2c1daed2876" providerId="LiveId" clId="{F3596BD8-0E46-4464-ABB9-D3AC7A3E7CEA}" dt="2026-07-24T18:47:58.307" v="353"/>
            <ac:spMkLst>
              <pc:docMk/>
              <pc:sldMasterMk cId="3113451221" sldId="2147483648"/>
              <pc:sldLayoutMk cId="4040578106" sldId="2147483650"/>
              <ac:spMk id="6" creationId="{41107536-F4D0-A8C2-CB09-1D7F7440E523}"/>
            </ac:spMkLst>
          </pc:spChg>
          <pc:spChg chg="add mod topLvl">
            <ac:chgData name="Rolando E. Montero A." userId="db44b2c1daed2876" providerId="LiveId" clId="{F3596BD8-0E46-4464-ABB9-D3AC7A3E7CEA}" dt="2026-07-24T21:07:02.842" v="1343" actId="14100"/>
            <ac:spMkLst>
              <pc:docMk/>
              <pc:sldMasterMk cId="3113451221" sldId="2147483648"/>
              <pc:sldLayoutMk cId="4040578106" sldId="2147483650"/>
              <ac:spMk id="9" creationId="{FD2AEDAF-7400-CC52-337C-52CE1DB5A8EF}"/>
            </ac:spMkLst>
          </pc:spChg>
          <pc:spChg chg="add mod">
            <ac:chgData name="Rolando E. Montero A." userId="db44b2c1daed2876" providerId="LiveId" clId="{F3596BD8-0E46-4464-ABB9-D3AC7A3E7CEA}" dt="2026-07-24T21:07:22.382" v="1349"/>
            <ac:spMkLst>
              <pc:docMk/>
              <pc:sldMasterMk cId="3113451221" sldId="2147483648"/>
              <pc:sldLayoutMk cId="4040578106" sldId="2147483650"/>
              <ac:spMk id="11" creationId="{F128C1A3-FB5D-8BE7-93AF-5D174FC3A281}"/>
            </ac:spMkLst>
          </pc:spChg>
          <pc:grpChg chg="add del mod">
            <ac:chgData name="Rolando E. Montero A." userId="db44b2c1daed2876" providerId="LiveId" clId="{F3596BD8-0E46-4464-ABB9-D3AC7A3E7CEA}" dt="2026-07-24T21:06:52.392" v="1342" actId="165"/>
            <ac:grpSpMkLst>
              <pc:docMk/>
              <pc:sldMasterMk cId="3113451221" sldId="2147483648"/>
              <pc:sldLayoutMk cId="4040578106" sldId="2147483650"/>
              <ac:grpSpMk id="10" creationId="{76392011-B4C3-D071-962B-75365B8BB65F}"/>
            </ac:grpSpMkLst>
          </pc:grpChg>
          <pc:picChg chg="add del mod topLvl">
            <ac:chgData name="Rolando E. Montero A." userId="db44b2c1daed2876" providerId="LiveId" clId="{F3596BD8-0E46-4464-ABB9-D3AC7A3E7CEA}" dt="2026-07-24T21:07:05.038" v="1344" actId="478"/>
            <ac:picMkLst>
              <pc:docMk/>
              <pc:sldMasterMk cId="3113451221" sldId="2147483648"/>
              <pc:sldLayoutMk cId="4040578106" sldId="2147483650"/>
              <ac:picMk id="8" creationId="{21A549D3-79F6-99AD-EE83-6B5E3CC14586}"/>
            </ac:picMkLst>
          </pc:pic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inicio">
    <p:bg>
      <p:bgPr>
        <a:blipFill dpi="0" rotWithShape="1">
          <a:blip r:embed="rId2">
            <a:lum/>
          </a:blip>
          <a:srcRect/>
          <a:stretch>
            <a:fillRect t="-51000" b="-5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3F342CD2-E56A-2F31-ACEB-5EB6F59B630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45" y="22045"/>
            <a:ext cx="1838325" cy="2028825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330082B0-96E8-F40D-5F7F-A61650C87938}"/>
              </a:ext>
            </a:extLst>
          </p:cNvPr>
          <p:cNvSpPr txBox="1"/>
          <p:nvPr userDrawn="1"/>
        </p:nvSpPr>
        <p:spPr>
          <a:xfrm>
            <a:off x="185492" y="1953813"/>
            <a:ext cx="37454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5400" b="0" dirty="0">
                <a:latin typeface="Aptos SemiBold" panose="020B0004020202020204" pitchFamily="34" charset="0"/>
              </a:rPr>
              <a:t>CIENCIAS</a:t>
            </a:r>
          </a:p>
          <a:p>
            <a:r>
              <a:rPr lang="es-CL" sz="5400" b="0" dirty="0">
                <a:latin typeface="Aptos SemiBold" panose="020B0004020202020204" pitchFamily="34" charset="0"/>
              </a:rPr>
              <a:t>EJE</a:t>
            </a:r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3B727D19-A043-87D1-22C2-C78759EFA39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1170" y="3982638"/>
            <a:ext cx="3745486" cy="658813"/>
          </a:xfrm>
        </p:spPr>
        <p:txBody>
          <a:bodyPr anchor="ctr"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s-CL" dirty="0"/>
              <a:t>{{UNIDAD}}</a:t>
            </a:r>
          </a:p>
        </p:txBody>
      </p:sp>
      <p:sp>
        <p:nvSpPr>
          <p:cNvPr id="15" name="Marcador de texto 13">
            <a:extLst>
              <a:ext uri="{FF2B5EF4-FFF2-40B4-BE49-F238E27FC236}">
                <a16:creationId xmlns:a16="http://schemas.microsoft.com/office/drawing/2014/main" id="{25726873-305B-2BD9-5572-EA6B4B8E3D3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01170" y="4785488"/>
            <a:ext cx="3745486" cy="380402"/>
          </a:xfrm>
        </p:spPr>
        <p:txBody>
          <a:bodyPr anchor="ctr">
            <a:normAutofit/>
          </a:bodyPr>
          <a:lstStyle>
            <a:lvl1pPr>
              <a:buNone/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s-CL" dirty="0"/>
              <a:t>{{FECHA}}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E82EA11-6F6C-215A-A486-45020C0B7704}"/>
              </a:ext>
            </a:extLst>
          </p:cNvPr>
          <p:cNvSpPr txBox="1"/>
          <p:nvPr userDrawn="1"/>
        </p:nvSpPr>
        <p:spPr>
          <a:xfrm>
            <a:off x="282805" y="4050434"/>
            <a:ext cx="16183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2800" dirty="0"/>
              <a:t>Unidad:</a:t>
            </a:r>
            <a:endParaRPr lang="es-CL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31F8D87A-AEE7-CAFF-62F2-BF9F67AB1325}"/>
              </a:ext>
            </a:extLst>
          </p:cNvPr>
          <p:cNvSpPr txBox="1"/>
          <p:nvPr userDrawn="1"/>
        </p:nvSpPr>
        <p:spPr>
          <a:xfrm>
            <a:off x="282805" y="4799080"/>
            <a:ext cx="16183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800" dirty="0"/>
              <a:t>Fecha:</a:t>
            </a:r>
            <a:endParaRPr lang="es-CL" sz="1200" dirty="0"/>
          </a:p>
        </p:txBody>
      </p:sp>
      <p:sp>
        <p:nvSpPr>
          <p:cNvPr id="21" name="Marcador de posición de imagen 20">
            <a:extLst>
              <a:ext uri="{FF2B5EF4-FFF2-40B4-BE49-F238E27FC236}">
                <a16:creationId xmlns:a16="http://schemas.microsoft.com/office/drawing/2014/main" id="{3887E552-04A5-A7C1-CDF3-2B2274A30E8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597235" y="1540551"/>
            <a:ext cx="2951162" cy="2844800"/>
          </a:xfrm>
        </p:spPr>
        <p:txBody>
          <a:bodyPr/>
          <a:lstStyle/>
          <a:p>
            <a:endParaRPr lang="es-CL"/>
          </a:p>
        </p:txBody>
      </p: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E26B769D-7592-019C-8BDC-6002FDAFF30F}"/>
              </a:ext>
            </a:extLst>
          </p:cNvPr>
          <p:cNvCxnSpPr/>
          <p:nvPr userDrawn="1"/>
        </p:nvCxnSpPr>
        <p:spPr>
          <a:xfrm>
            <a:off x="282805" y="5901183"/>
            <a:ext cx="11349871" cy="84841"/>
          </a:xfrm>
          <a:prstGeom prst="line">
            <a:avLst/>
          </a:prstGeom>
          <a:effectLst>
            <a:reflection blurRad="6350" stA="50000" endA="300" endPos="55500" dist="50800" dir="5400000" sy="-100000" algn="bl" rotWithShape="0"/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4" name="Marcador de texto 13">
            <a:extLst>
              <a:ext uri="{FF2B5EF4-FFF2-40B4-BE49-F238E27FC236}">
                <a16:creationId xmlns:a16="http://schemas.microsoft.com/office/drawing/2014/main" id="{32D4340A-0D43-0DF8-52DF-9FB34F1A584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01170" y="6192551"/>
            <a:ext cx="3745486" cy="380402"/>
          </a:xfrm>
        </p:spPr>
        <p:txBody>
          <a:bodyPr anchor="ctr">
            <a:normAutofit/>
          </a:bodyPr>
          <a:lstStyle>
            <a:lvl1pPr>
              <a:buNone/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s-CL" dirty="0"/>
              <a:t>{{CURSO}}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6F2729DF-348B-1E01-99DB-AAB2223040FA}"/>
              </a:ext>
            </a:extLst>
          </p:cNvPr>
          <p:cNvSpPr txBox="1"/>
          <p:nvPr userDrawn="1"/>
        </p:nvSpPr>
        <p:spPr>
          <a:xfrm>
            <a:off x="282805" y="6192551"/>
            <a:ext cx="16183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800" dirty="0"/>
              <a:t>CURSO:</a:t>
            </a:r>
            <a:endParaRPr lang="es-CL" sz="1200" dirty="0"/>
          </a:p>
        </p:txBody>
      </p:sp>
      <p:sp>
        <p:nvSpPr>
          <p:cNvPr id="26" name="Marcador de texto 13">
            <a:extLst>
              <a:ext uri="{FF2B5EF4-FFF2-40B4-BE49-F238E27FC236}">
                <a16:creationId xmlns:a16="http://schemas.microsoft.com/office/drawing/2014/main" id="{46A6163B-5DDF-D321-16BC-5F66B4AF40F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74427" y="6192551"/>
            <a:ext cx="1341846" cy="380402"/>
          </a:xfrm>
        </p:spPr>
        <p:txBody>
          <a:bodyPr anchor="ctr">
            <a:normAutofit/>
          </a:bodyPr>
          <a:lstStyle>
            <a:lvl1pPr algn="ctr">
              <a:buNone/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s-CL" dirty="0"/>
              <a:t>{{NC}}</a:t>
            </a:r>
          </a:p>
        </p:txBody>
      </p:sp>
      <p:pic>
        <p:nvPicPr>
          <p:cNvPr id="30" name="Imagen 29">
            <a:extLst>
              <a:ext uri="{FF2B5EF4-FFF2-40B4-BE49-F238E27FC236}">
                <a16:creationId xmlns:a16="http://schemas.microsoft.com/office/drawing/2014/main" id="{5075900C-1C71-2A0E-A94F-492F3DD9A01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5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-27590"/>
            <a:ext cx="5504423" cy="5612971"/>
          </a:xfrm>
          <a:prstGeom prst="rect">
            <a:avLst/>
          </a:prstGeom>
        </p:spPr>
      </p:pic>
      <p:sp>
        <p:nvSpPr>
          <p:cNvPr id="31" name="Marcador de texto 13">
            <a:extLst>
              <a:ext uri="{FF2B5EF4-FFF2-40B4-BE49-F238E27FC236}">
                <a16:creationId xmlns:a16="http://schemas.microsoft.com/office/drawing/2014/main" id="{DBAC6AFC-0FFD-72A8-A2D3-BCB3F83602F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78535" y="2904314"/>
            <a:ext cx="5186216" cy="658813"/>
          </a:xfrm>
        </p:spPr>
        <p:txBody>
          <a:bodyPr anchor="ctr"/>
          <a:lstStyle>
            <a:lvl1pPr>
              <a:buNone/>
              <a:defRPr sz="5400"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s-CL" dirty="0"/>
              <a:t>{{ASIGNATURA}}</a:t>
            </a:r>
          </a:p>
        </p:txBody>
      </p:sp>
    </p:spTree>
    <p:extLst>
      <p:ext uri="{BB962C8B-B14F-4D97-AF65-F5344CB8AC3E}">
        <p14:creationId xmlns:p14="http://schemas.microsoft.com/office/powerpoint/2010/main" val="28491124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F601319-37EB-80E5-0E33-0FB11267D2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D2AEDAF-7400-CC52-337C-52CE1DB5A8EF}"/>
              </a:ext>
            </a:extLst>
          </p:cNvPr>
          <p:cNvSpPr/>
          <p:nvPr userDrawn="1"/>
        </p:nvSpPr>
        <p:spPr>
          <a:xfrm>
            <a:off x="-4292" y="404926"/>
            <a:ext cx="588753" cy="1080000"/>
          </a:xfrm>
          <a:prstGeom prst="rect">
            <a:avLst/>
          </a:prstGeom>
          <a:solidFill>
            <a:srgbClr val="004A87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Título 10">
            <a:extLst>
              <a:ext uri="{FF2B5EF4-FFF2-40B4-BE49-F238E27FC236}">
                <a16:creationId xmlns:a16="http://schemas.microsoft.com/office/drawing/2014/main" id="{F128C1A3-FB5D-8BE7-93AF-5D174FC3A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40578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mienz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804537-9415-B0D4-D0E2-7F8172806E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8663" y="315912"/>
            <a:ext cx="9835137" cy="1325563"/>
          </a:xfrm>
        </p:spPr>
        <p:txBody>
          <a:bodyPr>
            <a:normAutofit/>
          </a:bodyPr>
          <a:lstStyle>
            <a:lvl1pPr>
              <a:defRPr sz="4800" b="1" cap="all" baseline="0">
                <a:solidFill>
                  <a:schemeClr val="tx1">
                    <a:lumMod val="75000"/>
                  </a:schemeClr>
                </a:solidFill>
                <a:latin typeface="+mj-lt"/>
              </a:defRPr>
            </a:lvl1pPr>
          </a:lstStyle>
          <a:p>
            <a:r>
              <a:rPr lang="es-ES" dirty="0"/>
              <a:t>título del patrón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F601319-37EB-80E5-0E33-0FB11267D2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76392011-B4C3-D071-962B-75365B8BB65F}"/>
              </a:ext>
            </a:extLst>
          </p:cNvPr>
          <p:cNvGrpSpPr/>
          <p:nvPr userDrawn="1"/>
        </p:nvGrpSpPr>
        <p:grpSpPr>
          <a:xfrm>
            <a:off x="-4291" y="315912"/>
            <a:ext cx="1522954" cy="1260000"/>
            <a:chOff x="-4291" y="315912"/>
            <a:chExt cx="1522954" cy="1260000"/>
          </a:xfrm>
        </p:grpSpPr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21A549D3-79F6-99AD-EE83-6B5E3CC1458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6973" y="315912"/>
              <a:ext cx="1141690" cy="1260000"/>
            </a:xfrm>
            <a:prstGeom prst="rect">
              <a:avLst/>
            </a:prstGeom>
          </p:spPr>
        </p:pic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FD2AEDAF-7400-CC52-337C-52CE1DB5A8EF}"/>
                </a:ext>
              </a:extLst>
            </p:cNvPr>
            <p:cNvSpPr/>
            <p:nvPr userDrawn="1"/>
          </p:nvSpPr>
          <p:spPr>
            <a:xfrm>
              <a:off x="-4291" y="404926"/>
              <a:ext cx="282804" cy="1080000"/>
            </a:xfrm>
            <a:prstGeom prst="rect">
              <a:avLst/>
            </a:prstGeom>
            <a:solidFill>
              <a:srgbClr val="004A87"/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</p:spTree>
    <p:extLst>
      <p:ext uri="{BB962C8B-B14F-4D97-AF65-F5344CB8AC3E}">
        <p14:creationId xmlns:p14="http://schemas.microsoft.com/office/powerpoint/2010/main" val="550871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3B9C63-AB7E-EB3E-FB98-899912DA9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D910162-2F32-9DFB-D113-32ACB3911E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D2F092D-6E0E-3B36-C5A9-D75E1DCAA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F14CB-E566-41C7-9348-948E9EF6BE02}" type="datetimeFigureOut">
              <a:rPr lang="es-CL" smtClean="0"/>
              <a:t>24-07-2026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EC1297D-95CB-268E-417D-217F30957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A87DE0-0082-4662-577D-40D6C13FB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5F11E-7135-4B77-A2C0-0A5F6D5BA2F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45608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CD93FD-2359-EB5F-69A7-DA98AC2E8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50AC14D-68AC-E293-B2A7-9DC9CAF4EF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87D9C06-96A6-C1F6-EC9C-DEF6D35790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C3E2ED5-E4EF-5B80-78A0-356334FFD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F14CB-E566-41C7-9348-948E9EF6BE02}" type="datetimeFigureOut">
              <a:rPr lang="es-CL" smtClean="0"/>
              <a:t>24-07-2026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358D4ED-1777-CEAD-C1A2-465E85593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266FC4B-0D00-6E86-4655-7AD8558D1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5F11E-7135-4B77-A2C0-0A5F6D5BA2F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71894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8A245C-B344-23CA-A0A1-733D7C262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041A8D-AECD-81F4-292C-173EE3EEAE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71D040C-4A4F-9F68-B127-214440FC6D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371A56C-2432-1FD4-3203-7466FD014C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0E3BCCD-81EB-D85D-45ED-FE2B13F834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B67193F-30FE-7E76-3847-59B7D62C5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F14CB-E566-41C7-9348-948E9EF6BE02}" type="datetimeFigureOut">
              <a:rPr lang="es-CL" smtClean="0"/>
              <a:t>24-07-2026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55A8608-7981-E89F-34A6-16795B92F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4CE3729-9BEA-3539-BF69-EA01BE032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5F11E-7135-4B77-A2C0-0A5F6D5BA2F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12927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AF1A7-9920-7C3C-AC9C-18F4EEE31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57D3CB2-BD9A-C9B0-A1E7-C67BAAD08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F14CB-E566-41C7-9348-948E9EF6BE02}" type="datetimeFigureOut">
              <a:rPr lang="es-CL" smtClean="0"/>
              <a:t>24-07-2026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772BF4E-446E-AE81-AC58-6259B78F2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6F8279A-C180-5E76-656F-34FE6842A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5F11E-7135-4B77-A2C0-0A5F6D5BA2F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16396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2AAC878-FA5B-F81B-7705-74007DE2B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F14CB-E566-41C7-9348-948E9EF6BE02}" type="datetimeFigureOut">
              <a:rPr lang="es-CL" smtClean="0"/>
              <a:t>24-07-2026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CB844B1-A7CF-A7A9-80AA-279D9FD7B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CD61942-285B-68B3-B889-D6F54037B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5F11E-7135-4B77-A2C0-0A5F6D5BA2F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14503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9C33AC-827E-4767-D8F6-95A87D2C7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8D8DF0D-365E-427A-30C5-2CE9665BFD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5E399F3-7342-E8D2-AFDF-A62FEA3514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C32A570-CADF-281C-D915-164188B7C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F14CB-E566-41C7-9348-948E9EF6BE02}" type="datetimeFigureOut">
              <a:rPr lang="es-CL" smtClean="0"/>
              <a:t>24-07-2026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7F700B2-F2DA-E21E-B6E9-CDEF5B2A6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62CA8A6-A8E9-03B8-BF38-168ED0994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5F11E-7135-4B77-A2C0-0A5F6D5BA2F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93463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45B31E-22E6-388C-5178-E5B0092A5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40D2EBA-DF1E-7527-8F95-380B3F6801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30FA14B-0F1B-737D-27A5-E41B343316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A5BC8FB-8A29-1C35-C3F2-7F5ECA98A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F14CB-E566-41C7-9348-948E9EF6BE02}" type="datetimeFigureOut">
              <a:rPr lang="es-CL" smtClean="0"/>
              <a:t>24-07-2026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1850ED5-26B1-2FFB-46F8-1E8015A1F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8BA06D7-9506-1804-AD3D-D1AD0E5FF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5F11E-7135-4B77-A2C0-0A5F6D5BA2F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61022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113D09-353E-ED2E-B926-C913CD45F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4FCF0EA-3E10-EEF8-3D82-8CF01E16E5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E243B9F-EB1F-811A-564E-4150DDA16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F14CB-E566-41C7-9348-948E9EF6BE02}" type="datetimeFigureOut">
              <a:rPr lang="es-CL" smtClean="0"/>
              <a:t>24-07-2026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079CBE9-24E0-0B02-B041-E51302C22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5E09004-4CB2-53F4-C99E-8F3A0E2AC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5F11E-7135-4B77-A2C0-0A5F6D5BA2F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374083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DD99140-F1A7-EB96-95F7-52B1900DCF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67926C5-6270-3A41-F029-2AE720978E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AEF39F6-16C1-DE3E-07A1-AC4310CFC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F14CB-E566-41C7-9348-948E9EF6BE02}" type="datetimeFigureOut">
              <a:rPr lang="es-CL" smtClean="0"/>
              <a:t>24-07-2026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2BFEFCA-44B3-6ED4-834D-52F3B824E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006E1F5-FBAF-9D52-27FD-0FE268E6E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5F11E-7135-4B77-A2C0-0A5F6D5BA2F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25070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874D1E8-03AC-5704-8609-24A187344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D96DD12-B4FD-F0FA-6C4D-41075F91D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21F54AF-F3FD-94D4-335C-6E0AD6757D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AF14CB-E566-41C7-9348-948E9EF6BE02}" type="datetimeFigureOut">
              <a:rPr lang="es-CL" smtClean="0"/>
              <a:t>24-07-2026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CB5A93D-6FCA-A62D-B8A8-C74676692C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F43EE7-A430-D934-0E41-C1F7F87CDC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15F11E-7135-4B77-A2C0-0A5F6D5BA2F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13451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2660711-AEAF-0465-5015-C51E2B51AAA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CL" dirty="0"/>
              <a:t>{{UNIDAD}}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A1D9D86-1223-6D79-4AD4-A88F506CF3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s-CL" dirty="0"/>
              <a:t>{{FECHA}}</a:t>
            </a:r>
          </a:p>
        </p:txBody>
      </p:sp>
      <p:sp>
        <p:nvSpPr>
          <p:cNvPr id="10" name="Marcador de posición de imagen 9">
            <a:extLst>
              <a:ext uri="{FF2B5EF4-FFF2-40B4-BE49-F238E27FC236}">
                <a16:creationId xmlns:a16="http://schemas.microsoft.com/office/drawing/2014/main" id="{E11F0BCC-0D18-E023-F145-3336A5E0B73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96F95067-C403-EA39-001A-1D986D2252F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CL" dirty="0"/>
              <a:t>{{CURSO}}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830E9A67-B3E1-83EB-6131-CD21088170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CL" b="1" dirty="0"/>
              <a:t>{{NC}}</a:t>
            </a:r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C08CD9E7-0CCA-49DE-ED87-CD8B7E31B6B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74841" y="2937123"/>
            <a:ext cx="5186216" cy="658813"/>
          </a:xfrm>
        </p:spPr>
        <p:txBody>
          <a:bodyPr>
            <a:noAutofit/>
          </a:bodyPr>
          <a:lstStyle/>
          <a:p>
            <a:r>
              <a:rPr lang="es-CL" dirty="0"/>
              <a:t>{{ASIGNATURA}}</a:t>
            </a:r>
          </a:p>
        </p:txBody>
      </p:sp>
    </p:spTree>
    <p:extLst>
      <p:ext uri="{BB962C8B-B14F-4D97-AF65-F5344CB8AC3E}">
        <p14:creationId xmlns:p14="http://schemas.microsoft.com/office/powerpoint/2010/main" val="3790931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940141-0CBD-0C58-6807-A497FAA12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Objetivo de la clase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C2BAA70-01DF-30CF-08DB-C0BC597199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2275035"/>
          </a:xfrm>
          <a:prstGeom prst="roundRect">
            <a:avLst>
              <a:gd name="adj" fmla="val 7785"/>
            </a:avLst>
          </a:prstGeom>
          <a:solidFill>
            <a:schemeClr val="accent1">
              <a:lumMod val="20000"/>
              <a:lumOff val="80000"/>
              <a:alpha val="54902"/>
            </a:schemeClr>
          </a:solidFill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r>
              <a:rPr lang="es-CL" b="1" dirty="0">
                <a:latin typeface="Aptos Black" panose="020B0004020202020204" pitchFamily="34" charset="0"/>
              </a:rPr>
              <a:t>OBJETIVOS</a:t>
            </a:r>
          </a:p>
          <a:p>
            <a:pPr marL="0" indent="0">
              <a:buNone/>
            </a:pPr>
            <a:r>
              <a:rPr lang="es-CL" sz="2400" dirty="0"/>
              <a:t>{{OA}}</a:t>
            </a:r>
          </a:p>
          <a:p>
            <a:pPr marL="0" indent="0">
              <a:buNone/>
            </a:pPr>
            <a:endParaRPr lang="es-CL" dirty="0"/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C6E323F9-6240-EA05-8406-E8CE85DFF46B}"/>
              </a:ext>
            </a:extLst>
          </p:cNvPr>
          <p:cNvSpPr txBox="1">
            <a:spLocks/>
          </p:cNvSpPr>
          <p:nvPr/>
        </p:nvSpPr>
        <p:spPr>
          <a:xfrm>
            <a:off x="6488786" y="1835052"/>
            <a:ext cx="5261061" cy="4473052"/>
          </a:xfrm>
          <a:prstGeom prst="roundRect">
            <a:avLst>
              <a:gd name="adj" fmla="val 5217"/>
            </a:avLst>
          </a:prstGeom>
          <a:solidFill>
            <a:schemeClr val="accent1">
              <a:lumMod val="20000"/>
              <a:lumOff val="80000"/>
              <a:alpha val="54902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CL" b="1" dirty="0">
                <a:latin typeface="Aptos Black" panose="020B0004020202020204" pitchFamily="34" charset="0"/>
              </a:rPr>
              <a:t>UNIDAD</a:t>
            </a:r>
          </a:p>
          <a:p>
            <a:pPr marL="0" indent="0">
              <a:buNone/>
            </a:pPr>
            <a:r>
              <a:rPr lang="es-CL" sz="2400" b="1" dirty="0"/>
              <a:t>{{CONTENIDOS}}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s-CL" b="1" dirty="0">
              <a:latin typeface="Aptos Black" panose="020B00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s-CL" b="1" dirty="0">
                <a:latin typeface="Aptos Black" panose="020B0004020202020204" pitchFamily="34" charset="0"/>
              </a:rPr>
              <a:t>CONTENIDOS</a:t>
            </a:r>
          </a:p>
          <a:p>
            <a:r>
              <a:rPr lang="es-CL" sz="2000" dirty="0"/>
              <a:t>{{CONTENIDOS}}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s-CL" dirty="0"/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F6B0C87D-99E7-55E3-D7D9-5696DB98805B}"/>
              </a:ext>
            </a:extLst>
          </p:cNvPr>
          <p:cNvSpPr txBox="1">
            <a:spLocks/>
          </p:cNvSpPr>
          <p:nvPr/>
        </p:nvSpPr>
        <p:spPr>
          <a:xfrm>
            <a:off x="838200" y="4231032"/>
            <a:ext cx="5257800" cy="2077072"/>
          </a:xfrm>
          <a:prstGeom prst="roundRect">
            <a:avLst>
              <a:gd name="adj" fmla="val 7785"/>
            </a:avLst>
          </a:prstGeom>
          <a:solidFill>
            <a:schemeClr val="accent1">
              <a:lumMod val="20000"/>
              <a:lumOff val="80000"/>
              <a:alpha val="54902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CL" b="1" dirty="0">
                <a:latin typeface="Aptos Black" panose="020B0004020202020204" pitchFamily="34" charset="0"/>
              </a:rPr>
              <a:t>HABILIDADES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CL" sz="2400" dirty="0"/>
              <a:t>{{HABILIDADES}}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454074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C439DF-F51D-6CDE-ADCB-1D1D1505D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RUTA DE LA CLASE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0EBBD66C-9803-0B4D-FA5A-B7EFDD52A574}"/>
              </a:ext>
            </a:extLst>
          </p:cNvPr>
          <p:cNvSpPr/>
          <p:nvPr/>
        </p:nvSpPr>
        <p:spPr>
          <a:xfrm>
            <a:off x="1472015" y="1912070"/>
            <a:ext cx="720000" cy="720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3200" b="1" dirty="0">
                <a:latin typeface="Aptos SemiBold" panose="020B0004020202020204" pitchFamily="34" charset="0"/>
              </a:rPr>
              <a:t>1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761C0106-D581-BFDC-DF4F-6CEBEC65E9B6}"/>
              </a:ext>
            </a:extLst>
          </p:cNvPr>
          <p:cNvSpPr/>
          <p:nvPr/>
        </p:nvSpPr>
        <p:spPr>
          <a:xfrm>
            <a:off x="1472015" y="2872033"/>
            <a:ext cx="720000" cy="720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3200" b="1" dirty="0">
                <a:latin typeface="Aptos SemiBold" panose="020B0004020202020204" pitchFamily="34" charset="0"/>
              </a:rPr>
              <a:t>2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2BBFCBBF-C130-C63E-C53A-E7009A64EEB7}"/>
              </a:ext>
            </a:extLst>
          </p:cNvPr>
          <p:cNvSpPr/>
          <p:nvPr/>
        </p:nvSpPr>
        <p:spPr>
          <a:xfrm>
            <a:off x="1472015" y="3831996"/>
            <a:ext cx="720000" cy="720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3200" b="1" dirty="0">
                <a:latin typeface="Aptos SemiBold" panose="020B0004020202020204" pitchFamily="34" charset="0"/>
              </a:rPr>
              <a:t>3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7475D68C-CAA8-2AB7-346F-6154A2A6DFF4}"/>
              </a:ext>
            </a:extLst>
          </p:cNvPr>
          <p:cNvSpPr/>
          <p:nvPr/>
        </p:nvSpPr>
        <p:spPr>
          <a:xfrm>
            <a:off x="1472015" y="4791958"/>
            <a:ext cx="720000" cy="720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3200" b="1" dirty="0">
                <a:latin typeface="Aptos SemiBold" panose="020B0004020202020204" pitchFamily="34" charset="0"/>
              </a:rPr>
              <a:t>4</a:t>
            </a:r>
          </a:p>
        </p:txBody>
      </p:sp>
      <p:pic>
        <p:nvPicPr>
          <p:cNvPr id="14" name="Gráfico 13" descr="Luces encendidas contorno">
            <a:extLst>
              <a:ext uri="{FF2B5EF4-FFF2-40B4-BE49-F238E27FC236}">
                <a16:creationId xmlns:a16="http://schemas.microsoft.com/office/drawing/2014/main" id="{C3E18AD8-D9BF-FAEC-D586-AC21ED1C46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03875" y="1912070"/>
            <a:ext cx="720000" cy="720000"/>
          </a:xfrm>
          <a:prstGeom prst="rect">
            <a:avLst/>
          </a:prstGeom>
        </p:spPr>
      </p:pic>
      <p:pic>
        <p:nvPicPr>
          <p:cNvPr id="16" name="Gráfico 15" descr="Gesto de roca en la mano contorno">
            <a:extLst>
              <a:ext uri="{FF2B5EF4-FFF2-40B4-BE49-F238E27FC236}">
                <a16:creationId xmlns:a16="http://schemas.microsoft.com/office/drawing/2014/main" id="{015936D3-46EE-2795-CE2B-D4BA8C6D59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03875" y="4791958"/>
            <a:ext cx="720000" cy="720000"/>
          </a:xfrm>
          <a:prstGeom prst="rect">
            <a:avLst/>
          </a:prstGeom>
        </p:spPr>
      </p:pic>
      <p:pic>
        <p:nvPicPr>
          <p:cNvPr id="20" name="Gráfico 19" descr="Portapapeles comprobado contorno">
            <a:extLst>
              <a:ext uri="{FF2B5EF4-FFF2-40B4-BE49-F238E27FC236}">
                <a16:creationId xmlns:a16="http://schemas.microsoft.com/office/drawing/2014/main" id="{4257CA0D-C9D8-7794-279E-87E11262DC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03875" y="2872033"/>
            <a:ext cx="720000" cy="720000"/>
          </a:xfrm>
          <a:prstGeom prst="rect">
            <a:avLst/>
          </a:prstGeom>
        </p:spPr>
      </p:pic>
      <p:grpSp>
        <p:nvGrpSpPr>
          <p:cNvPr id="37" name="Grupo 36">
            <a:extLst>
              <a:ext uri="{FF2B5EF4-FFF2-40B4-BE49-F238E27FC236}">
                <a16:creationId xmlns:a16="http://schemas.microsoft.com/office/drawing/2014/main" id="{CB77446D-2C12-EA4C-2286-036A37B4B21C}"/>
              </a:ext>
            </a:extLst>
          </p:cNvPr>
          <p:cNvGrpSpPr/>
          <p:nvPr/>
        </p:nvGrpSpPr>
        <p:grpSpPr>
          <a:xfrm>
            <a:off x="4403875" y="3831996"/>
            <a:ext cx="720000" cy="720000"/>
            <a:chOff x="5638800" y="2971800"/>
            <a:chExt cx="720000" cy="720000"/>
          </a:xfrm>
        </p:grpSpPr>
        <p:pic>
          <p:nvPicPr>
            <p:cNvPr id="33" name="Gráfico 32" descr="Documento contorno">
              <a:extLst>
                <a:ext uri="{FF2B5EF4-FFF2-40B4-BE49-F238E27FC236}">
                  <a16:creationId xmlns:a16="http://schemas.microsoft.com/office/drawing/2014/main" id="{7E1776A2-6AE6-C206-8222-54F5326ACFC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38800" y="2971800"/>
              <a:ext cx="720000" cy="720000"/>
            </a:xfrm>
            <a:prstGeom prst="rect">
              <a:avLst/>
            </a:prstGeom>
          </p:spPr>
        </p:pic>
        <p:grpSp>
          <p:nvGrpSpPr>
            <p:cNvPr id="36" name="Grupo 35">
              <a:extLst>
                <a:ext uri="{FF2B5EF4-FFF2-40B4-BE49-F238E27FC236}">
                  <a16:creationId xmlns:a16="http://schemas.microsoft.com/office/drawing/2014/main" id="{E5764C00-9520-1CF0-073E-242A1EFFBB41}"/>
                </a:ext>
              </a:extLst>
            </p:cNvPr>
            <p:cNvGrpSpPr/>
            <p:nvPr/>
          </p:nvGrpSpPr>
          <p:grpSpPr>
            <a:xfrm>
              <a:off x="5970000" y="3375550"/>
              <a:ext cx="252000" cy="238110"/>
              <a:chOff x="6391481" y="3375550"/>
              <a:chExt cx="252000" cy="238110"/>
            </a:xfrm>
          </p:grpSpPr>
          <p:sp>
            <p:nvSpPr>
              <p:cNvPr id="35" name="Rectángulo 34">
                <a:extLst>
                  <a:ext uri="{FF2B5EF4-FFF2-40B4-BE49-F238E27FC236}">
                    <a16:creationId xmlns:a16="http://schemas.microsoft.com/office/drawing/2014/main" id="{A9A78EE9-F33D-481E-DE0B-3C6A882E9F99}"/>
                  </a:ext>
                </a:extLst>
              </p:cNvPr>
              <p:cNvSpPr/>
              <p:nvPr/>
            </p:nvSpPr>
            <p:spPr>
              <a:xfrm rot="19041358">
                <a:off x="6422249" y="3464532"/>
                <a:ext cx="216000" cy="36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  <p:pic>
            <p:nvPicPr>
              <p:cNvPr id="18" name="Gráfico 17" descr="Lápiz contorno">
                <a:extLst>
                  <a:ext uri="{FF2B5EF4-FFF2-40B4-BE49-F238E27FC236}">
                    <a16:creationId xmlns:a16="http://schemas.microsoft.com/office/drawing/2014/main" id="{393B7068-9358-C8A1-545D-19786C4CC1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6391481" y="3375550"/>
                <a:ext cx="252000" cy="238110"/>
              </a:xfrm>
              <a:prstGeom prst="rect">
                <a:avLst/>
              </a:prstGeom>
            </p:spPr>
          </p:pic>
        </p:grpSp>
      </p:grpSp>
      <p:sp>
        <p:nvSpPr>
          <p:cNvPr id="38" name="CuadroTexto 37">
            <a:extLst>
              <a:ext uri="{FF2B5EF4-FFF2-40B4-BE49-F238E27FC236}">
                <a16:creationId xmlns:a16="http://schemas.microsoft.com/office/drawing/2014/main" id="{6147C0C7-0DCF-7534-D2F9-C263CF349A5E}"/>
              </a:ext>
            </a:extLst>
          </p:cNvPr>
          <p:cNvSpPr txBox="1"/>
          <p:nvPr/>
        </p:nvSpPr>
        <p:spPr>
          <a:xfrm>
            <a:off x="2549601" y="2087404"/>
            <a:ext cx="16187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dirty="0">
                <a:latin typeface="+mj-lt"/>
              </a:rPr>
              <a:t>Activación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DA207638-59B5-594D-9FF2-4033BF2CAFB0}"/>
              </a:ext>
            </a:extLst>
          </p:cNvPr>
          <p:cNvSpPr txBox="1"/>
          <p:nvPr/>
        </p:nvSpPr>
        <p:spPr>
          <a:xfrm>
            <a:off x="2549601" y="3047367"/>
            <a:ext cx="12554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dirty="0">
                <a:latin typeface="+mj-lt"/>
              </a:rPr>
              <a:t>Repaso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B11797D9-1B46-1ED4-9D57-D2DDF8554C8A}"/>
              </a:ext>
            </a:extLst>
          </p:cNvPr>
          <p:cNvSpPr txBox="1"/>
          <p:nvPr/>
        </p:nvSpPr>
        <p:spPr>
          <a:xfrm>
            <a:off x="2549601" y="4007330"/>
            <a:ext cx="17613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dirty="0">
                <a:latin typeface="+mj-lt"/>
              </a:rPr>
              <a:t>Explicación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DA5CF1F1-D0C7-AED3-8DCA-1B03E61130D4}"/>
              </a:ext>
            </a:extLst>
          </p:cNvPr>
          <p:cNvSpPr txBox="1"/>
          <p:nvPr/>
        </p:nvSpPr>
        <p:spPr>
          <a:xfrm>
            <a:off x="2549601" y="4967292"/>
            <a:ext cx="15011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dirty="0">
                <a:latin typeface="+mj-lt"/>
              </a:rPr>
              <a:t>A trabajar</a:t>
            </a:r>
          </a:p>
        </p:txBody>
      </p:sp>
      <p:sp>
        <p:nvSpPr>
          <p:cNvPr id="45" name="Elipse 44">
            <a:extLst>
              <a:ext uri="{FF2B5EF4-FFF2-40B4-BE49-F238E27FC236}">
                <a16:creationId xmlns:a16="http://schemas.microsoft.com/office/drawing/2014/main" id="{1CDB1038-39FF-585B-196A-643F85B1F1DD}"/>
              </a:ext>
            </a:extLst>
          </p:cNvPr>
          <p:cNvSpPr/>
          <p:nvPr/>
        </p:nvSpPr>
        <p:spPr>
          <a:xfrm>
            <a:off x="6552984" y="1913641"/>
            <a:ext cx="720000" cy="720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3200" b="1" dirty="0">
                <a:latin typeface="Aptos SemiBold" panose="020B0004020202020204" pitchFamily="34" charset="0"/>
              </a:rPr>
              <a:t>5</a:t>
            </a:r>
          </a:p>
        </p:txBody>
      </p:sp>
      <p:sp>
        <p:nvSpPr>
          <p:cNvPr id="46" name="Elipse 45">
            <a:extLst>
              <a:ext uri="{FF2B5EF4-FFF2-40B4-BE49-F238E27FC236}">
                <a16:creationId xmlns:a16="http://schemas.microsoft.com/office/drawing/2014/main" id="{142736CE-4D2A-C653-10B6-6AEA77855F0C}"/>
              </a:ext>
            </a:extLst>
          </p:cNvPr>
          <p:cNvSpPr/>
          <p:nvPr/>
        </p:nvSpPr>
        <p:spPr>
          <a:xfrm>
            <a:off x="6552984" y="2873604"/>
            <a:ext cx="720000" cy="720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3200" b="1" dirty="0">
                <a:latin typeface="Aptos SemiBold" panose="020B0004020202020204" pitchFamily="34" charset="0"/>
              </a:rPr>
              <a:t>6</a:t>
            </a:r>
          </a:p>
        </p:txBody>
      </p:sp>
      <p:sp>
        <p:nvSpPr>
          <p:cNvPr id="47" name="Elipse 46">
            <a:extLst>
              <a:ext uri="{FF2B5EF4-FFF2-40B4-BE49-F238E27FC236}">
                <a16:creationId xmlns:a16="http://schemas.microsoft.com/office/drawing/2014/main" id="{9939A154-7FF4-DF7B-A1F4-50EE692A4ECF}"/>
              </a:ext>
            </a:extLst>
          </p:cNvPr>
          <p:cNvSpPr/>
          <p:nvPr/>
        </p:nvSpPr>
        <p:spPr>
          <a:xfrm>
            <a:off x="6552984" y="3833567"/>
            <a:ext cx="720000" cy="720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3200" b="1" dirty="0">
                <a:latin typeface="Aptos SemiBold" panose="020B0004020202020204" pitchFamily="34" charset="0"/>
              </a:rPr>
              <a:t>7</a:t>
            </a:r>
          </a:p>
        </p:txBody>
      </p:sp>
      <p:sp>
        <p:nvSpPr>
          <p:cNvPr id="48" name="Elipse 47">
            <a:extLst>
              <a:ext uri="{FF2B5EF4-FFF2-40B4-BE49-F238E27FC236}">
                <a16:creationId xmlns:a16="http://schemas.microsoft.com/office/drawing/2014/main" id="{9D2495F9-B335-7DAD-5CBD-F08D2E61ABE1}"/>
              </a:ext>
            </a:extLst>
          </p:cNvPr>
          <p:cNvSpPr/>
          <p:nvPr/>
        </p:nvSpPr>
        <p:spPr>
          <a:xfrm>
            <a:off x="6552984" y="4793529"/>
            <a:ext cx="720000" cy="720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3200" b="1" dirty="0">
                <a:latin typeface="Aptos SemiBold" panose="020B0004020202020204" pitchFamily="34" charset="0"/>
              </a:rPr>
              <a:t>8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AEF479AC-FA13-45C6-1374-9ADFCB03C656}"/>
              </a:ext>
            </a:extLst>
          </p:cNvPr>
          <p:cNvSpPr txBox="1"/>
          <p:nvPr/>
        </p:nvSpPr>
        <p:spPr>
          <a:xfrm>
            <a:off x="7630570" y="2088975"/>
            <a:ext cx="23535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dirty="0">
                <a:latin typeface="+mj-lt"/>
              </a:rPr>
              <a:t>Práctica Guiada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1D46DD59-2D10-42DF-152F-43A368DCBC25}"/>
              </a:ext>
            </a:extLst>
          </p:cNvPr>
          <p:cNvSpPr txBox="1"/>
          <p:nvPr/>
        </p:nvSpPr>
        <p:spPr>
          <a:xfrm>
            <a:off x="7630570" y="3048938"/>
            <a:ext cx="33523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dirty="0">
                <a:latin typeface="+mj-lt"/>
              </a:rPr>
              <a:t>Práctica Independiente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83860C6D-A2D1-93CB-22D0-23F72F75E739}"/>
              </a:ext>
            </a:extLst>
          </p:cNvPr>
          <p:cNvSpPr txBox="1"/>
          <p:nvPr/>
        </p:nvSpPr>
        <p:spPr>
          <a:xfrm>
            <a:off x="7630570" y="4008901"/>
            <a:ext cx="27223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dirty="0">
                <a:latin typeface="+mj-lt"/>
              </a:rPr>
              <a:t>Retroalimentación</a:t>
            </a: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7A0A2D22-C5DE-BE5F-2ECC-F00AD9322010}"/>
              </a:ext>
            </a:extLst>
          </p:cNvPr>
          <p:cNvSpPr txBox="1"/>
          <p:nvPr/>
        </p:nvSpPr>
        <p:spPr>
          <a:xfrm>
            <a:off x="7630570" y="4968863"/>
            <a:ext cx="1025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dirty="0">
                <a:latin typeface="+mj-lt"/>
              </a:rPr>
              <a:t>Cierre</a:t>
            </a:r>
          </a:p>
        </p:txBody>
      </p:sp>
      <p:pic>
        <p:nvPicPr>
          <p:cNvPr id="56" name="Gráfico 55" descr="Profesor contorno">
            <a:extLst>
              <a:ext uri="{FF2B5EF4-FFF2-40B4-BE49-F238E27FC236}">
                <a16:creationId xmlns:a16="http://schemas.microsoft.com/office/drawing/2014/main" id="{92102C0B-652B-43A5-37A8-9836CAE7B0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0982898" y="1829069"/>
            <a:ext cx="720000" cy="720000"/>
          </a:xfrm>
          <a:prstGeom prst="rect">
            <a:avLst/>
          </a:prstGeom>
        </p:spPr>
      </p:pic>
      <p:pic>
        <p:nvPicPr>
          <p:cNvPr id="58" name="Gráfico 57" descr="Colegial contorno">
            <a:extLst>
              <a:ext uri="{FF2B5EF4-FFF2-40B4-BE49-F238E27FC236}">
                <a16:creationId xmlns:a16="http://schemas.microsoft.com/office/drawing/2014/main" id="{1301B0C2-4110-B70D-B7CD-D72EA386FA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10982898" y="2918199"/>
            <a:ext cx="720000" cy="720000"/>
          </a:xfrm>
          <a:prstGeom prst="rect">
            <a:avLst/>
          </a:prstGeom>
        </p:spPr>
      </p:pic>
      <p:pic>
        <p:nvPicPr>
          <p:cNvPr id="60" name="Gráfico 59" descr="Libros en una estantería contorno">
            <a:extLst>
              <a:ext uri="{FF2B5EF4-FFF2-40B4-BE49-F238E27FC236}">
                <a16:creationId xmlns:a16="http://schemas.microsoft.com/office/drawing/2014/main" id="{D249FB2B-6AD0-FC66-2246-270734982B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10982898" y="3831996"/>
            <a:ext cx="720000" cy="720000"/>
          </a:xfrm>
          <a:prstGeom prst="rect">
            <a:avLst/>
          </a:prstGeom>
        </p:spPr>
      </p:pic>
      <p:pic>
        <p:nvPicPr>
          <p:cNvPr id="62" name="Gráfico 61" descr="Maletín contorno">
            <a:extLst>
              <a:ext uri="{FF2B5EF4-FFF2-40B4-BE49-F238E27FC236}">
                <a16:creationId xmlns:a16="http://schemas.microsoft.com/office/drawing/2014/main" id="{B064F588-B667-9095-AE2A-97B284B3D9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10982898" y="4799028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062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2ADB91A7-FA88-D2A8-B619-312BC0D214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D73152C-C89A-97BB-1A7E-9CA03A27D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3834116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Personalizado 1">
      <a:dk1>
        <a:srgbClr val="00478F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San Javier">
      <a:majorFont>
        <a:latin typeface="Aptos SemiBold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58</Words>
  <Application>Microsoft Office PowerPoint</Application>
  <PresentationFormat>Panorámica</PresentationFormat>
  <Paragraphs>32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9" baseType="lpstr">
      <vt:lpstr>Aptos Black</vt:lpstr>
      <vt:lpstr>Aptos Light</vt:lpstr>
      <vt:lpstr>Aptos SemiBold</vt:lpstr>
      <vt:lpstr>Arial</vt:lpstr>
      <vt:lpstr>Tema de Office</vt:lpstr>
      <vt:lpstr>Presentación de PowerPoint</vt:lpstr>
      <vt:lpstr>Objetivo de la clase</vt:lpstr>
      <vt:lpstr>RUTA DE LA CLASE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Rolando</dc:creator>
  <cp:lastModifiedBy>Rolando</cp:lastModifiedBy>
  <cp:revision>1</cp:revision>
  <dcterms:created xsi:type="dcterms:W3CDTF">2026-07-24T17:46:56Z</dcterms:created>
  <dcterms:modified xsi:type="dcterms:W3CDTF">2026-07-24T21:15:38Z</dcterms:modified>
</cp:coreProperties>
</file>