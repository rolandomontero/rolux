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Ondas Estacionarias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Análisis de nodos, antinodos y resonancia</a:t>
            </a:r>
          </a:p>
          <a:p>
            <a:pPr>
              <a:spcAft>
                <a:spcPts val="1000"/>
              </a:spcAft>
            </a:pPr>
            <a:r>
              <a:t>Curso: 1ero Medio</a:t>
            </a:r>
          </a:p>
          <a:p>
            <a:pPr>
              <a:spcAft>
                <a:spcPts val="1000"/>
              </a:spcAft>
            </a:pPr>
            <a:r>
              <a:t>Clase: 20</a:t>
            </a:r>
          </a:p>
          <a:p>
            <a:pPr>
              <a:spcAft>
                <a:spcPts val="1000"/>
              </a:spcAft>
            </a:pPr>
            <a:r>
              <a:t>Asignatura: Física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 la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Analizar y comprender la formación y características de las ondas estacionarias, identificando nodos, antinodos, longitud de onda y condiciones de resonancia.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Ruta de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1. Activación y Normas (Respeto)</a:t>
            </a:r>
          </a:p>
          <a:p>
            <a:pPr>
              <a:spcAft>
                <a:spcPts val="1000"/>
              </a:spcAft>
            </a:pPr>
            <a:r>
              <a:t>2. Introducción y Repaso</a:t>
            </a:r>
          </a:p>
          <a:p>
            <a:pPr>
              <a:spcAft>
                <a:spcPts val="1000"/>
              </a:spcAft>
            </a:pPr>
            <a:r>
              <a:t>3. Teoría de Ondas Estacionarias</a:t>
            </a:r>
          </a:p>
          <a:p>
            <a:pPr>
              <a:spcAft>
                <a:spcPts val="1000"/>
              </a:spcAft>
            </a:pPr>
            <a:r>
              <a:t>4. Nodos, Antinodos y λ</a:t>
            </a:r>
          </a:p>
          <a:p>
            <a:pPr>
              <a:spcAft>
                <a:spcPts val="1000"/>
              </a:spcAft>
            </a:pPr>
            <a:r>
              <a:t>5. Resonancia y Armónicos</a:t>
            </a:r>
          </a:p>
          <a:p>
            <a:pPr>
              <a:spcAft>
                <a:spcPts val="1000"/>
              </a:spcAft>
            </a:pPr>
            <a:r>
              <a:t>6. Práctica y Cierre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Activación Emocional y Normas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Virtud del Mes: Respeto</a:t>
            </a:r>
          </a:p>
          <a:p>
            <a:pPr>
              <a:spcAft>
                <a:spcPts val="1000"/>
              </a:spcAft>
            </a:pPr>
            <a:r>
              <a:t>Norma: Escucha activa y respeto al turno de habla</a:t>
            </a:r>
          </a:p>
          <a:p>
            <a:pPr>
              <a:spcAft>
                <a:spcPts val="1000"/>
              </a:spcAft>
            </a:pPr>
            <a:r>
              <a:t>Reflexión: El respeto crea un ambiente seguro para preguntar y aprender.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Inicio Motivacional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¿Por qué una cuerda de guitarra vibra en patrones específicos y no de forma caótica?</a:t>
            </a:r>
          </a:p>
          <a:p>
            <a:pPr>
              <a:spcAft>
                <a:spcPts val="1000"/>
              </a:spcAft>
            </a:pPr>
            <a:r>
              <a:t>Descubriremos que existen ondas que parecen 'estacionarias' en el espacio.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Repaso de Clase Anterior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¿Qué ocurre cuando dos ondas se superponen?</a:t>
            </a:r>
          </a:p>
          <a:p>
            <a:pPr>
              <a:spcAft>
                <a:spcPts val="1000"/>
              </a:spcAft>
            </a:pPr>
            <a:r>
              <a:t>- Interferencia Constructiva: Mayor amplitud</a:t>
            </a:r>
          </a:p>
          <a:p>
            <a:pPr>
              <a:spcAft>
                <a:spcPts val="1000"/>
              </a:spcAft>
            </a:pPr>
            <a:r>
              <a:t>- Interferencia Destructiva: Menor o nula amplitud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Explicación y Modelamiento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Formación: Superposición de dos ondas iguales en sentidos opuestos</a:t>
            </a:r>
          </a:p>
          <a:p>
            <a:pPr>
              <a:spcAft>
                <a:spcPts val="1000"/>
              </a:spcAft>
            </a:pPr>
            <a:r>
              <a:t>Nodos: Puntos de amplitud cero (estacionarios)</a:t>
            </a:r>
          </a:p>
          <a:p>
            <a:pPr>
              <a:spcAft>
                <a:spcPts val="1000"/>
              </a:spcAft>
            </a:pPr>
            <a:r>
              <a:t>Antinodos: Puntos de máxima oscilación</a:t>
            </a:r>
          </a:p>
          <a:p>
            <a:pPr>
              <a:spcAft>
                <a:spcPts val="1000"/>
              </a:spcAft>
            </a:pPr>
            <a:r>
              <a:t>Relación: λ/2 es la distancia entre dos nodos consecutivos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Práctica Guiada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Analicemos un diagrama de cuerda vibrante</a:t>
            </a:r>
          </a:p>
          <a:p>
            <a:pPr>
              <a:spcAft>
                <a:spcPts val="1000"/>
              </a:spcAft>
            </a:pPr>
            <a:r>
              <a:t>Pregunta: Si una cuerda de 2m tiene 3 antinodos, ¿cuál es su longitud de onda?</a:t>
            </a:r>
          </a:p>
          <a:p>
            <a:pPr>
              <a:spcAft>
                <a:spcPts val="1000"/>
              </a:spcAft>
            </a:pPr>
            <a:r>
              <a:t>Paso 1: Identificar nodos</a:t>
            </a:r>
          </a:p>
          <a:p>
            <a:pPr>
              <a:spcAft>
                <a:spcPts val="1000"/>
              </a:spcAft>
            </a:pPr>
            <a:r>
              <a:t>Paso 2: Relacionar con 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Práctica Independiente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Resolución de problemas en el cuaderno:</a:t>
            </a:r>
          </a:p>
          <a:p>
            <a:pPr>
              <a:spcAft>
                <a:spcPts val="1000"/>
              </a:spcAft>
            </a:pPr>
            <a:r>
              <a:t>1. Dibujar el segundo armónico de una cuerda</a:t>
            </a:r>
          </a:p>
          <a:p>
            <a:pPr>
              <a:spcAft>
                <a:spcPts val="1000"/>
              </a:spcAft>
            </a:pPr>
            <a:r>
              <a:t>2. Calcular λ para una cuerda de 1.5m en el 1er armónico</a:t>
            </a:r>
          </a:p>
          <a:p>
            <a:pPr>
              <a:spcAft>
                <a:spcPts val="1000"/>
              </a:spcAft>
            </a:pPr>
            <a:r>
              <a:t>3. Identificar la condición de resonancia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Retroalimentación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¿Confundimos nodos con antinodos?</a:t>
            </a:r>
          </a:p>
          <a:p>
            <a:pPr>
              <a:spcAft>
                <a:spcPts val="1000"/>
              </a:spcAft>
            </a:pPr>
            <a:r>
              <a:t>Recordar: Nodo = Quietud; Antinodo = Movimiento máximo</a:t>
            </a:r>
          </a:p>
          <a:p>
            <a:pPr>
              <a:spcAft>
                <a:spcPts val="1000"/>
              </a:spcAft>
            </a:pPr>
            <a:r>
              <a:t>Verificación de los cálculos de 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Pregunta: En una onda estacionaria, ¿qué sucede con la amplitud en los nodos?</a:t>
            </a:r>
          </a:p>
          <a:p>
            <a:pPr>
              <a:spcAft>
                <a:spcPts val="1000"/>
              </a:spcAft>
            </a:pPr>
            <a:r>
              <a:t>Responde brevemente en tu hoja de salida.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Reflexión y 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¿Cómo la sintonía de las ondas se parece al respeto mutuo?</a:t>
            </a:r>
          </a:p>
          <a:p>
            <a:pPr>
              <a:spcAft>
                <a:spcPts val="1000"/>
              </a:spcAft>
            </a:pPr>
            <a:r>
              <a:t>Conclusión: El equilibrio y la frecuencia adecuada generan armonía.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Próxima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</a:pPr>
            <a:r>
              <a:t>Ondas estacionarias en tubos sonoros y columnas de aire</a:t>
            </a:r>
          </a:p>
          <a:p>
            <a:pPr>
              <a:spcAft>
                <a:spcPts val="1000"/>
              </a:spcAft>
            </a:pPr>
            <a:r>
              <a:t>¡Preparen sus dudas sobre instrumentos de viento!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Información Institucional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NC: 20</a:t>
            </a:r>
          </a:p>
          <a:p>
            <a:r>
              <a:t>CURSO: 1ero Medio</a:t>
            </a:r>
          </a:p>
          <a:p>
            <a:r>
              <a:t>FECHA: 2026-07-01</a:t>
            </a:r>
          </a:p>
          <a:p>
            <a:r>
              <a:t>ASIGNATURA: Física</a:t>
            </a:r>
          </a:p>
          <a:p>
            <a:r>
              <a:t>UNIDAD: Ondas y Acústica</a:t>
            </a:r>
          </a:p>
          <a:p>
            <a:r>
              <a:t>CONTENIDOS: Ondas estacionarias, nodos, antinodos, resonancia.</a:t>
            </a:r>
          </a:p>
          <a:p>
            <a:r>
              <a:t>HABILIDADES: Analizar, comprender, identificar.</a:t>
            </a:r>
          </a:p>
          <a:p>
            <a:r>
              <a:t>VIRTUD: Respeto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