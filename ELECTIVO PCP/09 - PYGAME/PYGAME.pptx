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6" r:id="rId5"/>
    <p:sldId id="277" r:id="rId6"/>
    <p:sldId id="259" r:id="rId7"/>
    <p:sldId id="278" r:id="rId8"/>
    <p:sldId id="272" r:id="rId9"/>
    <p:sldId id="260" r:id="rId10"/>
    <p:sldId id="261" r:id="rId11"/>
    <p:sldId id="262" r:id="rId12"/>
    <p:sldId id="263" r:id="rId13"/>
    <p:sldId id="266" r:id="rId14"/>
    <p:sldId id="264" r:id="rId15"/>
    <p:sldId id="265" r:id="rId16"/>
    <p:sldId id="267" r:id="rId17"/>
    <p:sldId id="268" r:id="rId18"/>
    <p:sldId id="269" r:id="rId19"/>
    <p:sldId id="270" r:id="rId20"/>
    <p:sldId id="271" r:id="rId21"/>
    <p:sldId id="273" r:id="rId22"/>
    <p:sldId id="274"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89315670-C6D6-4277-BC69-C6F4B2395D92}">
          <p14:sldIdLst>
            <p14:sldId id="256"/>
            <p14:sldId id="257"/>
            <p14:sldId id="258"/>
            <p14:sldId id="276"/>
            <p14:sldId id="277"/>
          </p14:sldIdLst>
        </p14:section>
        <p14:section name="Estructura" id="{02D51F4D-B647-476A-955D-0B78638511DF}">
          <p14:sldIdLst>
            <p14:sldId id="259"/>
            <p14:sldId id="278"/>
            <p14:sldId id="272"/>
            <p14:sldId id="260"/>
            <p14:sldId id="261"/>
            <p14:sldId id="262"/>
            <p14:sldId id="263"/>
            <p14:sldId id="266"/>
            <p14:sldId id="264"/>
            <p14:sldId id="265"/>
            <p14:sldId id="267"/>
            <p14:sldId id="268"/>
            <p14:sldId id="269"/>
            <p14:sldId id="270"/>
            <p14:sldId id="271"/>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858"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lando E. Montero A." userId="db44b2c1daed2876" providerId="LiveId" clId="{125020FC-5CCF-4C3C-9E90-3700C1515CB2}"/>
    <pc:docChg chg="custSel modSld">
      <pc:chgData name="Rolando E. Montero A." userId="db44b2c1daed2876" providerId="LiveId" clId="{125020FC-5CCF-4C3C-9E90-3700C1515CB2}" dt="2022-10-17T14:27:53.921" v="25" actId="6549"/>
      <pc:docMkLst>
        <pc:docMk/>
      </pc:docMkLst>
      <pc:sldChg chg="modSp mod">
        <pc:chgData name="Rolando E. Montero A." userId="db44b2c1daed2876" providerId="LiveId" clId="{125020FC-5CCF-4C3C-9E90-3700C1515CB2}" dt="2022-10-17T14:27:53.921" v="25" actId="6549"/>
        <pc:sldMkLst>
          <pc:docMk/>
          <pc:sldMk cId="3781599776" sldId="257"/>
        </pc:sldMkLst>
        <pc:spChg chg="mod">
          <ac:chgData name="Rolando E. Montero A." userId="db44b2c1daed2876" providerId="LiveId" clId="{125020FC-5CCF-4C3C-9E90-3700C1515CB2}" dt="2022-10-17T14:27:53.921" v="25" actId="6549"/>
          <ac:spMkLst>
            <pc:docMk/>
            <pc:sldMk cId="3781599776" sldId="257"/>
            <ac:spMk id="3" creationId="{B523B55B-0D94-4418-9A87-E54EA78DBDD3}"/>
          </ac:spMkLst>
        </pc:spChg>
      </pc:sldChg>
      <pc:sldChg chg="mod modShow">
        <pc:chgData name="Rolando E. Montero A." userId="db44b2c1daed2876" providerId="LiveId" clId="{125020FC-5CCF-4C3C-9E90-3700C1515CB2}" dt="2022-10-17T14:18:44.993" v="0" actId="729"/>
        <pc:sldMkLst>
          <pc:docMk/>
          <pc:sldMk cId="680403816" sldId="258"/>
        </pc:sldMkLst>
      </pc:sldChg>
      <pc:sldChg chg="mod modShow">
        <pc:chgData name="Rolando E. Montero A." userId="db44b2c1daed2876" providerId="LiveId" clId="{125020FC-5CCF-4C3C-9E90-3700C1515CB2}" dt="2022-10-17T14:23:13.623" v="1" actId="729"/>
        <pc:sldMkLst>
          <pc:docMk/>
          <pc:sldMk cId="1569738084" sldId="259"/>
        </pc:sldMkLst>
      </pc:sldChg>
      <pc:sldChg chg="mod modShow">
        <pc:chgData name="Rolando E. Montero A." userId="db44b2c1daed2876" providerId="LiveId" clId="{125020FC-5CCF-4C3C-9E90-3700C1515CB2}" dt="2022-10-17T14:23:26.830" v="4" actId="729"/>
        <pc:sldMkLst>
          <pc:docMk/>
          <pc:sldMk cId="4131539275" sldId="260"/>
        </pc:sldMkLst>
      </pc:sldChg>
      <pc:sldChg chg="mod modShow">
        <pc:chgData name="Rolando E. Montero A." userId="db44b2c1daed2876" providerId="LiveId" clId="{125020FC-5CCF-4C3C-9E90-3700C1515CB2}" dt="2022-10-17T14:23:33.616" v="5" actId="729"/>
        <pc:sldMkLst>
          <pc:docMk/>
          <pc:sldMk cId="1014748661" sldId="261"/>
        </pc:sldMkLst>
      </pc:sldChg>
      <pc:sldChg chg="mod modShow">
        <pc:chgData name="Rolando E. Montero A." userId="db44b2c1daed2876" providerId="LiveId" clId="{125020FC-5CCF-4C3C-9E90-3700C1515CB2}" dt="2022-10-17T14:25:36.365" v="6" actId="729"/>
        <pc:sldMkLst>
          <pc:docMk/>
          <pc:sldMk cId="2705981691" sldId="262"/>
        </pc:sldMkLst>
      </pc:sldChg>
      <pc:sldChg chg="mod modShow">
        <pc:chgData name="Rolando E. Montero A." userId="db44b2c1daed2876" providerId="LiveId" clId="{125020FC-5CCF-4C3C-9E90-3700C1515CB2}" dt="2022-10-17T14:25:39.033" v="7" actId="729"/>
        <pc:sldMkLst>
          <pc:docMk/>
          <pc:sldMk cId="3001790723" sldId="263"/>
        </pc:sldMkLst>
      </pc:sldChg>
      <pc:sldChg chg="mod modShow">
        <pc:chgData name="Rolando E. Montero A." userId="db44b2c1daed2876" providerId="LiveId" clId="{125020FC-5CCF-4C3C-9E90-3700C1515CB2}" dt="2022-10-17T14:25:43.035" v="9" actId="729"/>
        <pc:sldMkLst>
          <pc:docMk/>
          <pc:sldMk cId="3742546039" sldId="264"/>
        </pc:sldMkLst>
      </pc:sldChg>
      <pc:sldChg chg="mod modShow">
        <pc:chgData name="Rolando E. Montero A." userId="db44b2c1daed2876" providerId="LiveId" clId="{125020FC-5CCF-4C3C-9E90-3700C1515CB2}" dt="2022-10-17T14:25:45.398" v="10" actId="729"/>
        <pc:sldMkLst>
          <pc:docMk/>
          <pc:sldMk cId="739599138" sldId="265"/>
        </pc:sldMkLst>
      </pc:sldChg>
      <pc:sldChg chg="mod modShow">
        <pc:chgData name="Rolando E. Montero A." userId="db44b2c1daed2876" providerId="LiveId" clId="{125020FC-5CCF-4C3C-9E90-3700C1515CB2}" dt="2022-10-17T14:25:41.088" v="8" actId="729"/>
        <pc:sldMkLst>
          <pc:docMk/>
          <pc:sldMk cId="3071366389" sldId="266"/>
        </pc:sldMkLst>
      </pc:sldChg>
      <pc:sldChg chg="mod modShow">
        <pc:chgData name="Rolando E. Montero A." userId="db44b2c1daed2876" providerId="LiveId" clId="{125020FC-5CCF-4C3C-9E90-3700C1515CB2}" dt="2022-10-17T14:25:47.464" v="11" actId="729"/>
        <pc:sldMkLst>
          <pc:docMk/>
          <pc:sldMk cId="3749550917" sldId="267"/>
        </pc:sldMkLst>
      </pc:sldChg>
      <pc:sldChg chg="mod modShow">
        <pc:chgData name="Rolando E. Montero A." userId="db44b2c1daed2876" providerId="LiveId" clId="{125020FC-5CCF-4C3C-9E90-3700C1515CB2}" dt="2022-10-17T14:23:24.626" v="3" actId="729"/>
        <pc:sldMkLst>
          <pc:docMk/>
          <pc:sldMk cId="965885211" sldId="272"/>
        </pc:sldMkLst>
      </pc:sldChg>
      <pc:sldChg chg="mod modShow">
        <pc:chgData name="Rolando E. Montero A." userId="db44b2c1daed2876" providerId="LiveId" clId="{125020FC-5CCF-4C3C-9E90-3700C1515CB2}" dt="2022-10-17T14:26:47.585" v="12" actId="729"/>
        <pc:sldMkLst>
          <pc:docMk/>
          <pc:sldMk cId="2141280001" sldId="276"/>
        </pc:sldMkLst>
      </pc:sldChg>
      <pc:sldChg chg="modSp mod modShow">
        <pc:chgData name="Rolando E. Montero A." userId="db44b2c1daed2876" providerId="LiveId" clId="{125020FC-5CCF-4C3C-9E90-3700C1515CB2}" dt="2022-10-17T14:27:08.909" v="14" actId="33524"/>
        <pc:sldMkLst>
          <pc:docMk/>
          <pc:sldMk cId="1991398472" sldId="277"/>
        </pc:sldMkLst>
        <pc:spChg chg="mod">
          <ac:chgData name="Rolando E. Montero A." userId="db44b2c1daed2876" providerId="LiveId" clId="{125020FC-5CCF-4C3C-9E90-3700C1515CB2}" dt="2022-10-17T14:27:08.909" v="14" actId="33524"/>
          <ac:spMkLst>
            <pc:docMk/>
            <pc:sldMk cId="1991398472" sldId="277"/>
            <ac:spMk id="3" creationId="{1A196125-0693-4DA9-BECC-218C7F9C21DF}"/>
          </ac:spMkLst>
        </pc:spChg>
      </pc:sldChg>
      <pc:sldChg chg="mod modShow">
        <pc:chgData name="Rolando E. Montero A." userId="db44b2c1daed2876" providerId="LiveId" clId="{125020FC-5CCF-4C3C-9E90-3700C1515CB2}" dt="2022-10-17T14:23:15.779" v="2" actId="729"/>
        <pc:sldMkLst>
          <pc:docMk/>
          <pc:sldMk cId="1413010380" sldId="278"/>
        </pc:sldMkLst>
      </pc:sldChg>
    </pc:docChg>
  </pc:docChgLst>
  <pc:docChgLst>
    <pc:chgData name="Rolando E. Montero A." userId="db44b2c1daed2876" providerId="LiveId" clId="{E2C8A0E1-9FF4-47B8-B970-2CE8034616D9}"/>
    <pc:docChg chg="undo custSel addSld modSld sldOrd modMainMaster addSection modSection">
      <pc:chgData name="Rolando E. Montero A." userId="db44b2c1daed2876" providerId="LiveId" clId="{E2C8A0E1-9FF4-47B8-B970-2CE8034616D9}" dt="2020-09-23T13:29:06.338" v="981" actId="729"/>
      <pc:docMkLst>
        <pc:docMk/>
      </pc:docMkLst>
      <pc:sldChg chg="addSp modSp mod">
        <pc:chgData name="Rolando E. Montero A." userId="db44b2c1daed2876" providerId="LiveId" clId="{E2C8A0E1-9FF4-47B8-B970-2CE8034616D9}" dt="2020-09-21T02:49:54.858" v="36" actId="122"/>
        <pc:sldMkLst>
          <pc:docMk/>
          <pc:sldMk cId="3202473723" sldId="256"/>
        </pc:sldMkLst>
        <pc:spChg chg="mod">
          <ac:chgData name="Rolando E. Montero A." userId="db44b2c1daed2876" providerId="LiveId" clId="{E2C8A0E1-9FF4-47B8-B970-2CE8034616D9}" dt="2020-09-21T02:48:22.353" v="30" actId="6549"/>
          <ac:spMkLst>
            <pc:docMk/>
            <pc:sldMk cId="3202473723" sldId="256"/>
            <ac:spMk id="2" creationId="{CFFA9F9C-2C00-4AEB-975E-74F13E6E8938}"/>
          </ac:spMkLst>
        </pc:spChg>
        <pc:spChg chg="mod">
          <ac:chgData name="Rolando E. Montero A." userId="db44b2c1daed2876" providerId="LiveId" clId="{E2C8A0E1-9FF4-47B8-B970-2CE8034616D9}" dt="2020-09-21T02:49:54.858" v="36" actId="122"/>
          <ac:spMkLst>
            <pc:docMk/>
            <pc:sldMk cId="3202473723" sldId="256"/>
            <ac:spMk id="3" creationId="{DC927703-CC98-4E1D-A21A-5BA1C4AD7057}"/>
          </ac:spMkLst>
        </pc:spChg>
        <pc:picChg chg="add mod">
          <ac:chgData name="Rolando E. Montero A." userId="db44b2c1daed2876" providerId="LiveId" clId="{E2C8A0E1-9FF4-47B8-B970-2CE8034616D9}" dt="2020-09-21T02:49:48.941" v="35" actId="688"/>
          <ac:picMkLst>
            <pc:docMk/>
            <pc:sldMk cId="3202473723" sldId="256"/>
            <ac:picMk id="1026" creationId="{78E91251-FB36-47C7-B038-8A8EDEE47F07}"/>
          </ac:picMkLst>
        </pc:picChg>
      </pc:sldChg>
      <pc:sldChg chg="modSp mod">
        <pc:chgData name="Rolando E. Montero A." userId="db44b2c1daed2876" providerId="LiveId" clId="{E2C8A0E1-9FF4-47B8-B970-2CE8034616D9}" dt="2020-09-21T02:51:01.477" v="60" actId="179"/>
        <pc:sldMkLst>
          <pc:docMk/>
          <pc:sldMk cId="3781599776" sldId="257"/>
        </pc:sldMkLst>
        <pc:spChg chg="mod">
          <ac:chgData name="Rolando E. Montero A." userId="db44b2c1daed2876" providerId="LiveId" clId="{E2C8A0E1-9FF4-47B8-B970-2CE8034616D9}" dt="2020-09-21T02:51:01.477" v="60" actId="179"/>
          <ac:spMkLst>
            <pc:docMk/>
            <pc:sldMk cId="3781599776" sldId="257"/>
            <ac:spMk id="3" creationId="{B523B55B-0D94-4418-9A87-E54EA78DBDD3}"/>
          </ac:spMkLst>
        </pc:spChg>
      </pc:sldChg>
      <pc:sldChg chg="modSp mod modShow">
        <pc:chgData name="Rolando E. Montero A." userId="db44b2c1daed2876" providerId="LiveId" clId="{E2C8A0E1-9FF4-47B8-B970-2CE8034616D9}" dt="2020-09-23T13:29:06.338" v="981" actId="729"/>
        <pc:sldMkLst>
          <pc:docMk/>
          <pc:sldMk cId="680403816" sldId="258"/>
        </pc:sldMkLst>
        <pc:spChg chg="mod">
          <ac:chgData name="Rolando E. Montero A." userId="db44b2c1daed2876" providerId="LiveId" clId="{E2C8A0E1-9FF4-47B8-B970-2CE8034616D9}" dt="2020-09-21T03:01:54.973" v="210" actId="27636"/>
          <ac:spMkLst>
            <pc:docMk/>
            <pc:sldMk cId="680403816" sldId="258"/>
            <ac:spMk id="3" creationId="{44A5F84B-AA26-48B1-877A-0FBBE06115D1}"/>
          </ac:spMkLst>
        </pc:spChg>
      </pc:sldChg>
      <pc:sldChg chg="modSp mod modShow">
        <pc:chgData name="Rolando E. Montero A." userId="db44b2c1daed2876" providerId="LiveId" clId="{E2C8A0E1-9FF4-47B8-B970-2CE8034616D9}" dt="2020-09-23T13:29:06.338" v="981" actId="729"/>
        <pc:sldMkLst>
          <pc:docMk/>
          <pc:sldMk cId="1569738084" sldId="259"/>
        </pc:sldMkLst>
        <pc:spChg chg="mod">
          <ac:chgData name="Rolando E. Montero A." userId="db44b2c1daed2876" providerId="LiveId" clId="{E2C8A0E1-9FF4-47B8-B970-2CE8034616D9}" dt="2020-09-21T02:52:26.948" v="71" actId="179"/>
          <ac:spMkLst>
            <pc:docMk/>
            <pc:sldMk cId="1569738084" sldId="259"/>
            <ac:spMk id="3" creationId="{664D2C16-466A-41DF-93D6-4ED111CB50F1}"/>
          </ac:spMkLst>
        </pc:spChg>
      </pc:sldChg>
      <pc:sldChg chg="modSp mod modShow">
        <pc:chgData name="Rolando E. Montero A." userId="db44b2c1daed2876" providerId="LiveId" clId="{E2C8A0E1-9FF4-47B8-B970-2CE8034616D9}" dt="2020-09-23T13:29:06.338" v="981" actId="729"/>
        <pc:sldMkLst>
          <pc:docMk/>
          <pc:sldMk cId="4131539275" sldId="260"/>
        </pc:sldMkLst>
        <pc:spChg chg="mod">
          <ac:chgData name="Rolando E. Montero A." userId="db44b2c1daed2876" providerId="LiveId" clId="{E2C8A0E1-9FF4-47B8-B970-2CE8034616D9}" dt="2020-09-21T03:29:05.003" v="913" actId="27636"/>
          <ac:spMkLst>
            <pc:docMk/>
            <pc:sldMk cId="4131539275" sldId="260"/>
            <ac:spMk id="3" creationId="{E857A60A-1907-4158-8CF7-35D527B5658D}"/>
          </ac:spMkLst>
        </pc:spChg>
        <pc:picChg chg="mod modCrop">
          <ac:chgData name="Rolando E. Montero A." userId="db44b2c1daed2876" providerId="LiveId" clId="{E2C8A0E1-9FF4-47B8-B970-2CE8034616D9}" dt="2020-09-21T03:29:10.380" v="914" actId="1076"/>
          <ac:picMkLst>
            <pc:docMk/>
            <pc:sldMk cId="4131539275" sldId="260"/>
            <ac:picMk id="4" creationId="{4602D555-188B-4922-A601-C88CE9C90D50}"/>
          </ac:picMkLst>
        </pc:picChg>
      </pc:sldChg>
      <pc:sldChg chg="modSp mod modShow">
        <pc:chgData name="Rolando E. Montero A." userId="db44b2c1daed2876" providerId="LiveId" clId="{E2C8A0E1-9FF4-47B8-B970-2CE8034616D9}" dt="2020-09-23T13:29:06.338" v="981" actId="729"/>
        <pc:sldMkLst>
          <pc:docMk/>
          <pc:sldMk cId="1014748661" sldId="261"/>
        </pc:sldMkLst>
        <pc:spChg chg="mod">
          <ac:chgData name="Rolando E. Montero A." userId="db44b2c1daed2876" providerId="LiveId" clId="{E2C8A0E1-9FF4-47B8-B970-2CE8034616D9}" dt="2020-09-21T03:29:32.074" v="921" actId="27636"/>
          <ac:spMkLst>
            <pc:docMk/>
            <pc:sldMk cId="1014748661" sldId="261"/>
            <ac:spMk id="3" creationId="{12EC1EC9-210D-4CB4-BB11-0392274948BB}"/>
          </ac:spMkLst>
        </pc:spChg>
        <pc:picChg chg="mod">
          <ac:chgData name="Rolando E. Montero A." userId="db44b2c1daed2876" providerId="LiveId" clId="{E2C8A0E1-9FF4-47B8-B970-2CE8034616D9}" dt="2020-09-21T03:29:57.391" v="922" actId="1076"/>
          <ac:picMkLst>
            <pc:docMk/>
            <pc:sldMk cId="1014748661" sldId="261"/>
            <ac:picMk id="4" creationId="{2748991C-0CCD-455E-919E-7E60AE3DE52F}"/>
          </ac:picMkLst>
        </pc:picChg>
      </pc:sldChg>
      <pc:sldChg chg="modSp mod modShow">
        <pc:chgData name="Rolando E. Montero A." userId="db44b2c1daed2876" providerId="LiveId" clId="{E2C8A0E1-9FF4-47B8-B970-2CE8034616D9}" dt="2020-09-23T13:29:06.338" v="981" actId="729"/>
        <pc:sldMkLst>
          <pc:docMk/>
          <pc:sldMk cId="2705981691" sldId="262"/>
        </pc:sldMkLst>
        <pc:spChg chg="mod">
          <ac:chgData name="Rolando E. Montero A." userId="db44b2c1daed2876" providerId="LiveId" clId="{E2C8A0E1-9FF4-47B8-B970-2CE8034616D9}" dt="2020-09-21T03:01:55.041" v="213" actId="27636"/>
          <ac:spMkLst>
            <pc:docMk/>
            <pc:sldMk cId="2705981691" sldId="262"/>
            <ac:spMk id="3" creationId="{BE3159BA-2905-425E-A83C-65A2560FB763}"/>
          </ac:spMkLst>
        </pc:spChg>
      </pc:sldChg>
      <pc:sldChg chg="modSp mod modShow">
        <pc:chgData name="Rolando E. Montero A." userId="db44b2c1daed2876" providerId="LiveId" clId="{E2C8A0E1-9FF4-47B8-B970-2CE8034616D9}" dt="2020-09-23T13:29:06.338" v="981" actId="729"/>
        <pc:sldMkLst>
          <pc:docMk/>
          <pc:sldMk cId="3001790723" sldId="263"/>
        </pc:sldMkLst>
        <pc:spChg chg="mod">
          <ac:chgData name="Rolando E. Montero A." userId="db44b2c1daed2876" providerId="LiveId" clId="{E2C8A0E1-9FF4-47B8-B970-2CE8034616D9}" dt="2020-09-21T03:01:55.063" v="214" actId="27636"/>
          <ac:spMkLst>
            <pc:docMk/>
            <pc:sldMk cId="3001790723" sldId="263"/>
            <ac:spMk id="3" creationId="{12A231AC-E015-4371-8AEA-DC2BB44F2AA8}"/>
          </ac:spMkLst>
        </pc:spChg>
        <pc:spChg chg="mod">
          <ac:chgData name="Rolando E. Montero A." userId="db44b2c1daed2876" providerId="LiveId" clId="{E2C8A0E1-9FF4-47B8-B970-2CE8034616D9}" dt="2020-09-21T03:34:01.957" v="951" actId="1076"/>
          <ac:spMkLst>
            <pc:docMk/>
            <pc:sldMk cId="3001790723" sldId="263"/>
            <ac:spMk id="6" creationId="{D1641543-1DF8-4936-AAAA-BD7ECB64C897}"/>
          </ac:spMkLst>
        </pc:spChg>
        <pc:spChg chg="mod">
          <ac:chgData name="Rolando E. Montero A." userId="db44b2c1daed2876" providerId="LiveId" clId="{E2C8A0E1-9FF4-47B8-B970-2CE8034616D9}" dt="2020-09-21T03:34:14.709" v="953" actId="1076"/>
          <ac:spMkLst>
            <pc:docMk/>
            <pc:sldMk cId="3001790723" sldId="263"/>
            <ac:spMk id="7" creationId="{BF5B9177-2F9C-4E41-9CA3-58270FF2EFD8}"/>
          </ac:spMkLst>
        </pc:spChg>
        <pc:picChg chg="mod">
          <ac:chgData name="Rolando E. Montero A." userId="db44b2c1daed2876" providerId="LiveId" clId="{E2C8A0E1-9FF4-47B8-B970-2CE8034616D9}" dt="2020-09-21T03:33:54.076" v="950" actId="1076"/>
          <ac:picMkLst>
            <pc:docMk/>
            <pc:sldMk cId="3001790723" sldId="263"/>
            <ac:picMk id="5" creationId="{5507E652-C730-45A7-9774-A467A6696AF6}"/>
          </ac:picMkLst>
        </pc:picChg>
        <pc:picChg chg="mod modCrop">
          <ac:chgData name="Rolando E. Montero A." userId="db44b2c1daed2876" providerId="LiveId" clId="{E2C8A0E1-9FF4-47B8-B970-2CE8034616D9}" dt="2020-09-21T03:34:51.742" v="958" actId="14861"/>
          <ac:picMkLst>
            <pc:docMk/>
            <pc:sldMk cId="3001790723" sldId="263"/>
            <ac:picMk id="9" creationId="{58100F84-05D5-42E4-A395-42B0CF3EE50A}"/>
          </ac:picMkLst>
        </pc:picChg>
        <pc:picChg chg="mod">
          <ac:chgData name="Rolando E. Montero A." userId="db44b2c1daed2876" providerId="LiveId" clId="{E2C8A0E1-9FF4-47B8-B970-2CE8034616D9}" dt="2020-09-21T03:34:17.155" v="954" actId="1076"/>
          <ac:picMkLst>
            <pc:docMk/>
            <pc:sldMk cId="3001790723" sldId="263"/>
            <ac:picMk id="10" creationId="{1096A7D0-06AB-4440-88A6-5AFA6C17CDC5}"/>
          </ac:picMkLst>
        </pc:picChg>
      </pc:sldChg>
      <pc:sldChg chg="modSp mod modShow">
        <pc:chgData name="Rolando E. Montero A." userId="db44b2c1daed2876" providerId="LiveId" clId="{E2C8A0E1-9FF4-47B8-B970-2CE8034616D9}" dt="2020-09-23T13:29:06.338" v="981" actId="729"/>
        <pc:sldMkLst>
          <pc:docMk/>
          <pc:sldMk cId="3742546039" sldId="264"/>
        </pc:sldMkLst>
        <pc:spChg chg="mod">
          <ac:chgData name="Rolando E. Montero A." userId="db44b2c1daed2876" providerId="LiveId" clId="{E2C8A0E1-9FF4-47B8-B970-2CE8034616D9}" dt="2020-09-21T03:01:55.082" v="215" actId="27636"/>
          <ac:spMkLst>
            <pc:docMk/>
            <pc:sldMk cId="3742546039" sldId="264"/>
            <ac:spMk id="3" creationId="{62D1C06D-BF91-4885-8DA3-4A01D0A1D045}"/>
          </ac:spMkLst>
        </pc:spChg>
      </pc:sldChg>
      <pc:sldChg chg="modSp mod modShow">
        <pc:chgData name="Rolando E. Montero A." userId="db44b2c1daed2876" providerId="LiveId" clId="{E2C8A0E1-9FF4-47B8-B970-2CE8034616D9}" dt="2020-09-23T13:29:06.338" v="981" actId="729"/>
        <pc:sldMkLst>
          <pc:docMk/>
          <pc:sldMk cId="739599138" sldId="265"/>
        </pc:sldMkLst>
        <pc:spChg chg="mod">
          <ac:chgData name="Rolando E. Montero A." userId="db44b2c1daed2876" providerId="LiveId" clId="{E2C8A0E1-9FF4-47B8-B970-2CE8034616D9}" dt="2020-09-21T03:01:55.098" v="216" actId="27636"/>
          <ac:spMkLst>
            <pc:docMk/>
            <pc:sldMk cId="739599138" sldId="265"/>
            <ac:spMk id="3" creationId="{7909C9EA-4389-428D-8C1D-9BF080105C87}"/>
          </ac:spMkLst>
        </pc:spChg>
      </pc:sldChg>
      <pc:sldChg chg="mod modShow">
        <pc:chgData name="Rolando E. Montero A." userId="db44b2c1daed2876" providerId="LiveId" clId="{E2C8A0E1-9FF4-47B8-B970-2CE8034616D9}" dt="2020-09-23T13:29:06.338" v="981" actId="729"/>
        <pc:sldMkLst>
          <pc:docMk/>
          <pc:sldMk cId="3071366389" sldId="266"/>
        </pc:sldMkLst>
      </pc:sldChg>
      <pc:sldChg chg="mod modShow">
        <pc:chgData name="Rolando E. Montero A." userId="db44b2c1daed2876" providerId="LiveId" clId="{E2C8A0E1-9FF4-47B8-B970-2CE8034616D9}" dt="2020-09-23T13:29:06.338" v="981" actId="729"/>
        <pc:sldMkLst>
          <pc:docMk/>
          <pc:sldMk cId="3749550917" sldId="267"/>
        </pc:sldMkLst>
      </pc:sldChg>
      <pc:sldChg chg="modSp mod">
        <pc:chgData name="Rolando E. Montero A." userId="db44b2c1daed2876" providerId="LiveId" clId="{E2C8A0E1-9FF4-47B8-B970-2CE8034616D9}" dt="2020-09-21T03:37:56.585" v="980" actId="1076"/>
        <pc:sldMkLst>
          <pc:docMk/>
          <pc:sldMk cId="1537912602" sldId="268"/>
        </pc:sldMkLst>
        <pc:spChg chg="mod">
          <ac:chgData name="Rolando E. Montero A." userId="db44b2c1daed2876" providerId="LiveId" clId="{E2C8A0E1-9FF4-47B8-B970-2CE8034616D9}" dt="2020-09-21T03:37:51.291" v="979" actId="114"/>
          <ac:spMkLst>
            <pc:docMk/>
            <pc:sldMk cId="1537912602" sldId="268"/>
            <ac:spMk id="3" creationId="{79100021-908F-4512-BB16-B7A2D2BE89B4}"/>
          </ac:spMkLst>
        </pc:spChg>
        <pc:picChg chg="mod">
          <ac:chgData name="Rolando E. Montero A." userId="db44b2c1daed2876" providerId="LiveId" clId="{E2C8A0E1-9FF4-47B8-B970-2CE8034616D9}" dt="2020-09-21T03:37:56.585" v="980" actId="1076"/>
          <ac:picMkLst>
            <pc:docMk/>
            <pc:sldMk cId="1537912602" sldId="268"/>
            <ac:picMk id="4" creationId="{E963F7CD-55BF-4D5F-B338-F1E8F9FC622D}"/>
          </ac:picMkLst>
        </pc:picChg>
        <pc:picChg chg="mod modCrop">
          <ac:chgData name="Rolando E. Montero A." userId="db44b2c1daed2876" providerId="LiveId" clId="{E2C8A0E1-9FF4-47B8-B970-2CE8034616D9}" dt="2020-09-21T03:37:41.214" v="977" actId="1076"/>
          <ac:picMkLst>
            <pc:docMk/>
            <pc:sldMk cId="1537912602" sldId="268"/>
            <ac:picMk id="6" creationId="{10CA3500-3BB9-4251-935D-87F3B8E9EE59}"/>
          </ac:picMkLst>
        </pc:picChg>
      </pc:sldChg>
      <pc:sldChg chg="modSp mod">
        <pc:chgData name="Rolando E. Montero A." userId="db44b2c1daed2876" providerId="LiveId" clId="{E2C8A0E1-9FF4-47B8-B970-2CE8034616D9}" dt="2020-09-21T03:13:15.577" v="500" actId="6549"/>
        <pc:sldMkLst>
          <pc:docMk/>
          <pc:sldMk cId="3129951573" sldId="269"/>
        </pc:sldMkLst>
        <pc:spChg chg="mod">
          <ac:chgData name="Rolando E. Montero A." userId="db44b2c1daed2876" providerId="LiveId" clId="{E2C8A0E1-9FF4-47B8-B970-2CE8034616D9}" dt="2020-09-21T03:13:15.577" v="500" actId="6549"/>
          <ac:spMkLst>
            <pc:docMk/>
            <pc:sldMk cId="3129951573" sldId="269"/>
            <ac:spMk id="3" creationId="{893C7418-0224-4D5B-9E71-89EBDEDAF97F}"/>
          </ac:spMkLst>
        </pc:spChg>
      </pc:sldChg>
      <pc:sldChg chg="mod ord modShow">
        <pc:chgData name="Rolando E. Montero A." userId="db44b2c1daed2876" providerId="LiveId" clId="{E2C8A0E1-9FF4-47B8-B970-2CE8034616D9}" dt="2020-09-23T13:29:06.338" v="981" actId="729"/>
        <pc:sldMkLst>
          <pc:docMk/>
          <pc:sldMk cId="965885211" sldId="272"/>
        </pc:sldMkLst>
      </pc:sldChg>
      <pc:sldChg chg="addSp delSp modSp new mod modShow">
        <pc:chgData name="Rolando E. Montero A." userId="db44b2c1daed2876" providerId="LiveId" clId="{E2C8A0E1-9FF4-47B8-B970-2CE8034616D9}" dt="2020-09-23T13:29:06.338" v="981" actId="729"/>
        <pc:sldMkLst>
          <pc:docMk/>
          <pc:sldMk cId="2141280001" sldId="276"/>
        </pc:sldMkLst>
        <pc:spChg chg="mod">
          <ac:chgData name="Rolando E. Montero A." userId="db44b2c1daed2876" providerId="LiveId" clId="{E2C8A0E1-9FF4-47B8-B970-2CE8034616D9}" dt="2020-09-21T02:58:18.203" v="129" actId="20577"/>
          <ac:spMkLst>
            <pc:docMk/>
            <pc:sldMk cId="2141280001" sldId="276"/>
            <ac:spMk id="2" creationId="{29F96327-54BB-45B2-8287-ABB96A635F14}"/>
          </ac:spMkLst>
        </pc:spChg>
        <pc:spChg chg="mod">
          <ac:chgData name="Rolando E. Montero A." userId="db44b2c1daed2876" providerId="LiveId" clId="{E2C8A0E1-9FF4-47B8-B970-2CE8034616D9}" dt="2020-09-21T03:03:56.114" v="263" actId="113"/>
          <ac:spMkLst>
            <pc:docMk/>
            <pc:sldMk cId="2141280001" sldId="276"/>
            <ac:spMk id="3" creationId="{B6961DFF-8E88-4470-81EB-19BF8C351C38}"/>
          </ac:spMkLst>
        </pc:spChg>
        <pc:picChg chg="add del mod modCrop">
          <ac:chgData name="Rolando E. Montero A." userId="db44b2c1daed2876" providerId="LiveId" clId="{E2C8A0E1-9FF4-47B8-B970-2CE8034616D9}" dt="2020-09-21T03:00:32.122" v="183" actId="478"/>
          <ac:picMkLst>
            <pc:docMk/>
            <pc:sldMk cId="2141280001" sldId="276"/>
            <ac:picMk id="5" creationId="{DE1BA4F1-2852-4CCD-9694-244E6E0A4FD2}"/>
          </ac:picMkLst>
        </pc:picChg>
        <pc:picChg chg="add mod modCrop">
          <ac:chgData name="Rolando E. Montero A." userId="db44b2c1daed2876" providerId="LiveId" clId="{E2C8A0E1-9FF4-47B8-B970-2CE8034616D9}" dt="2020-09-21T03:00:56.572" v="186" actId="1076"/>
          <ac:picMkLst>
            <pc:docMk/>
            <pc:sldMk cId="2141280001" sldId="276"/>
            <ac:picMk id="7" creationId="{64862A2F-9991-4551-894E-4952B1AB7C70}"/>
          </ac:picMkLst>
        </pc:picChg>
      </pc:sldChg>
      <pc:sldChg chg="addSp modSp new mod modAnim modShow">
        <pc:chgData name="Rolando E. Montero A." userId="db44b2c1daed2876" providerId="LiveId" clId="{E2C8A0E1-9FF4-47B8-B970-2CE8034616D9}" dt="2020-09-23T13:29:06.338" v="981" actId="729"/>
        <pc:sldMkLst>
          <pc:docMk/>
          <pc:sldMk cId="1991398472" sldId="277"/>
        </pc:sldMkLst>
        <pc:spChg chg="mod">
          <ac:chgData name="Rolando E. Montero A." userId="db44b2c1daed2876" providerId="LiveId" clId="{E2C8A0E1-9FF4-47B8-B970-2CE8034616D9}" dt="2020-09-21T03:04:23.099" v="281" actId="20577"/>
          <ac:spMkLst>
            <pc:docMk/>
            <pc:sldMk cId="1991398472" sldId="277"/>
            <ac:spMk id="2" creationId="{B042D2D5-1412-4067-B617-236636AE3251}"/>
          </ac:spMkLst>
        </pc:spChg>
        <pc:spChg chg="mod">
          <ac:chgData name="Rolando E. Montero A." userId="db44b2c1daed2876" providerId="LiveId" clId="{E2C8A0E1-9FF4-47B8-B970-2CE8034616D9}" dt="2020-09-21T03:10:06.669" v="488" actId="20577"/>
          <ac:spMkLst>
            <pc:docMk/>
            <pc:sldMk cId="1991398472" sldId="277"/>
            <ac:spMk id="3" creationId="{1A196125-0693-4DA9-BECC-218C7F9C21DF}"/>
          </ac:spMkLst>
        </pc:spChg>
        <pc:picChg chg="add mod modCrop">
          <ac:chgData name="Rolando E. Montero A." userId="db44b2c1daed2876" providerId="LiveId" clId="{E2C8A0E1-9FF4-47B8-B970-2CE8034616D9}" dt="2020-09-21T03:10:36.327" v="493" actId="1076"/>
          <ac:picMkLst>
            <pc:docMk/>
            <pc:sldMk cId="1991398472" sldId="277"/>
            <ac:picMk id="5" creationId="{1F5B5F06-37CA-449C-B57F-FE59C7854F3A}"/>
          </ac:picMkLst>
        </pc:picChg>
        <pc:picChg chg="add mod">
          <ac:chgData name="Rolando E. Montero A." userId="db44b2c1daed2876" providerId="LiveId" clId="{E2C8A0E1-9FF4-47B8-B970-2CE8034616D9}" dt="2020-09-21T03:11:48.284" v="496" actId="1076"/>
          <ac:picMkLst>
            <pc:docMk/>
            <pc:sldMk cId="1991398472" sldId="277"/>
            <ac:picMk id="7" creationId="{E60C4791-43DE-4AEF-98BA-F5726ED76072}"/>
          </ac:picMkLst>
        </pc:picChg>
      </pc:sldChg>
      <pc:sldChg chg="addSp delSp modSp new mod modShow">
        <pc:chgData name="Rolando E. Montero A." userId="db44b2c1daed2876" providerId="LiveId" clId="{E2C8A0E1-9FF4-47B8-B970-2CE8034616D9}" dt="2020-09-23T13:29:06.338" v="981" actId="729"/>
        <pc:sldMkLst>
          <pc:docMk/>
          <pc:sldMk cId="1413010380" sldId="278"/>
        </pc:sldMkLst>
        <pc:spChg chg="mod">
          <ac:chgData name="Rolando E. Montero A." userId="db44b2c1daed2876" providerId="LiveId" clId="{E2C8A0E1-9FF4-47B8-B970-2CE8034616D9}" dt="2020-09-21T03:14:30.375" v="515" actId="20577"/>
          <ac:spMkLst>
            <pc:docMk/>
            <pc:sldMk cId="1413010380" sldId="278"/>
            <ac:spMk id="2" creationId="{54EAEC14-2FA8-462A-8C7F-F14D7B159156}"/>
          </ac:spMkLst>
        </pc:spChg>
        <pc:spChg chg="mod">
          <ac:chgData name="Rolando E. Montero A." userId="db44b2c1daed2876" providerId="LiveId" clId="{E2C8A0E1-9FF4-47B8-B970-2CE8034616D9}" dt="2020-09-21T03:25:44.827" v="873" actId="27636"/>
          <ac:spMkLst>
            <pc:docMk/>
            <pc:sldMk cId="1413010380" sldId="278"/>
            <ac:spMk id="3" creationId="{177C1A6B-BE4C-4ABB-8C3F-E400D12D633A}"/>
          </ac:spMkLst>
        </pc:spChg>
        <pc:spChg chg="add del">
          <ac:chgData name="Rolando E. Montero A." userId="db44b2c1daed2876" providerId="LiveId" clId="{E2C8A0E1-9FF4-47B8-B970-2CE8034616D9}" dt="2020-09-21T03:23:42.674" v="833" actId="22"/>
          <ac:spMkLst>
            <pc:docMk/>
            <pc:sldMk cId="1413010380" sldId="278"/>
            <ac:spMk id="7" creationId="{90437FA9-22A8-420D-822F-6BA834FBCB60}"/>
          </ac:spMkLst>
        </pc:spChg>
        <pc:spChg chg="add mod">
          <ac:chgData name="Rolando E. Montero A." userId="db44b2c1daed2876" providerId="LiveId" clId="{E2C8A0E1-9FF4-47B8-B970-2CE8034616D9}" dt="2020-09-21T03:25:34.582" v="865" actId="404"/>
          <ac:spMkLst>
            <pc:docMk/>
            <pc:sldMk cId="1413010380" sldId="278"/>
            <ac:spMk id="9" creationId="{DB2E784B-C233-4A67-907E-A7DBFFB44489}"/>
          </ac:spMkLst>
        </pc:spChg>
        <pc:picChg chg="add mod modCrop">
          <ac:chgData name="Rolando E. Montero A." userId="db44b2c1daed2876" providerId="LiveId" clId="{E2C8A0E1-9FF4-47B8-B970-2CE8034616D9}" dt="2020-09-21T03:25:51.704" v="874" actId="1076"/>
          <ac:picMkLst>
            <pc:docMk/>
            <pc:sldMk cId="1413010380" sldId="278"/>
            <ac:picMk id="5" creationId="{C38F07CA-EFB1-4F66-8BBF-8B855A2995DB}"/>
          </ac:picMkLst>
        </pc:picChg>
      </pc:sldChg>
      <pc:sldMasterChg chg="modSldLayout">
        <pc:chgData name="Rolando E. Montero A." userId="db44b2c1daed2876" providerId="LiveId" clId="{E2C8A0E1-9FF4-47B8-B970-2CE8034616D9}" dt="2020-09-21T03:07:10.276" v="341" actId="12"/>
        <pc:sldMasterMkLst>
          <pc:docMk/>
          <pc:sldMasterMk cId="0" sldId="2147483648"/>
        </pc:sldMasterMkLst>
        <pc:sldLayoutChg chg="modSp mod">
          <pc:chgData name="Rolando E. Montero A." userId="db44b2c1daed2876" providerId="LiveId" clId="{E2C8A0E1-9FF4-47B8-B970-2CE8034616D9}" dt="2020-09-21T03:07:10.276" v="341" actId="12"/>
          <pc:sldLayoutMkLst>
            <pc:docMk/>
            <pc:sldMasterMk cId="0" sldId="2147483648"/>
            <pc:sldLayoutMk cId="0" sldId="2147483650"/>
          </pc:sldLayoutMkLst>
          <pc:spChg chg="mod">
            <ac:chgData name="Rolando E. Montero A." userId="db44b2c1daed2876" providerId="LiveId" clId="{E2C8A0E1-9FF4-47B8-B970-2CE8034616D9}" dt="2020-09-21T03:07:10.276" v="341" actId="12"/>
            <ac:spMkLst>
              <pc:docMk/>
              <pc:sldMasterMk cId="0" sldId="2147483648"/>
              <pc:sldLayoutMk cId="0" sldId="2147483650"/>
              <ac:spMk id="12" creationId="{00000000-0000-0000-0000-000000000000}"/>
            </ac:spMkLst>
          </pc:sp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s-ES" dirty="0"/>
              <a:t>Haga clic para modificar el estilo de título del patrón</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10/17/2022</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‹Nº›</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hasCustomPrompt="1"/>
          </p:nvPr>
        </p:nvSpPr>
        <p:spPr>
          <a:xfrm>
            <a:off x="685800" y="2063396"/>
            <a:ext cx="10394707" cy="3311189"/>
          </a:xfrm>
        </p:spPr>
        <p:txBody>
          <a:bodyPr>
            <a:normAutofit/>
          </a:bodyPr>
          <a:lstStyle>
            <a:lvl1pPr>
              <a:buSzPct val="110000"/>
              <a:defRPr sz="3600" cap="none" baseline="0">
                <a:solidFill>
                  <a:schemeClr val="tx1">
                    <a:lumMod val="85000"/>
                    <a:lumOff val="15000"/>
                  </a:schemeClr>
                </a:solidFill>
                <a:latin typeface="HP Simplified" panose="020B0604020204020204" pitchFamily="34" charset="0"/>
              </a:defRPr>
            </a:lvl1pPr>
            <a:lvl2pPr>
              <a:buSzPct val="110000"/>
              <a:defRPr sz="3200" cap="none" baseline="0">
                <a:solidFill>
                  <a:schemeClr val="tx1">
                    <a:lumMod val="85000"/>
                    <a:lumOff val="15000"/>
                  </a:schemeClr>
                </a:solidFill>
                <a:latin typeface="HP Simplified" panose="020B0604020204020204" pitchFamily="34" charset="0"/>
              </a:defRPr>
            </a:lvl2pPr>
            <a:lvl3pPr>
              <a:buSzPct val="110000"/>
              <a:defRPr sz="2800" cap="none" baseline="0">
                <a:solidFill>
                  <a:schemeClr val="tx1">
                    <a:lumMod val="85000"/>
                    <a:lumOff val="15000"/>
                  </a:schemeClr>
                </a:solidFill>
                <a:latin typeface="HP Simplified" panose="020B0604020204020204" pitchFamily="34" charset="0"/>
              </a:defRPr>
            </a:lvl3pPr>
            <a:lvl4pPr>
              <a:buSzPct val="110000"/>
              <a:defRPr sz="2400" cap="none" baseline="0">
                <a:solidFill>
                  <a:schemeClr val="tx1">
                    <a:lumMod val="85000"/>
                    <a:lumOff val="15000"/>
                  </a:schemeClr>
                </a:solidFill>
                <a:latin typeface="HP Simplified" panose="020B0604020204020204" pitchFamily="34" charset="0"/>
              </a:defRPr>
            </a:lvl4pPr>
            <a:lvl5pPr>
              <a:buSzPct val="110000"/>
              <a:defRPr sz="2400" cap="none" baseline="0">
                <a:solidFill>
                  <a:schemeClr val="tx1">
                    <a:lumMod val="85000"/>
                    <a:lumOff val="15000"/>
                  </a:schemeClr>
                </a:solidFill>
                <a:latin typeface="HP Simplified" panose="020B0604020204020204" pitchFamily="34" charset="0"/>
              </a:defRPr>
            </a:lvl5p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10/17/2022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0F7F47CF-67C9-420C-80A5-E2069FF0C2DF}" type="datetimeFigureOut">
              <a:rPr lang="en-US" dirty="0"/>
              <a:t>10/17/2022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10/17/2022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Content Placeholder 3"/>
          <p:cNvSpPr>
            <a:spLocks noGrp="1"/>
          </p:cNvSpPr>
          <p:nvPr>
            <p:ph sz="quarter" idx="13"/>
          </p:nvPr>
        </p:nvSpPr>
        <p:spPr>
          <a:xfrm>
            <a:off x="685802" y="2861733"/>
            <a:ext cx="5088712" cy="2512852"/>
          </a:xfrm>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3" name="Content Placeholder 5"/>
          <p:cNvSpPr>
            <a:spLocks noGrp="1"/>
          </p:cNvSpPr>
          <p:nvPr>
            <p:ph sz="quarter" idx="14"/>
          </p:nvPr>
        </p:nvSpPr>
        <p:spPr>
          <a:xfrm>
            <a:off x="5993969" y="2861733"/>
            <a:ext cx="5088713" cy="2512852"/>
          </a:xfrm>
        </p:spPr>
        <p:txBody>
          <a:bodyPr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10/17/2022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10/17/2022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10/17/2022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50C3BFE2-83B7-4B0A-B9D3-AB28331082B3}" type="datetimeFigureOut">
              <a:rPr lang="en-US" dirty="0"/>
              <a:t>10/17/2022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12EF78E3-FDA3-4D28-AAA2-0B81F349A39D}" type="datetimeFigureOut">
              <a:rPr lang="en-US" dirty="0"/>
              <a:t>10/17/2022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341D2AC3-6A0B-4169-B1EA-E3AE8B351BDD}" type="datetimeFigureOut">
              <a:rPr lang="en-US" dirty="0"/>
              <a:t>10/17/2022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DD4B9363-8B87-41B7-9F8E-64519CBB8F34}" type="datetimeFigureOut">
              <a:rPr lang="en-US" dirty="0"/>
              <a:t>10/17/2022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s-ES" dirty="0"/>
              <a:t>Haga clic para modificar el estilo de título del patrón</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EAEF5746-5284-4951-9F37-7AE924EDBCB7}" type="datetimeFigureOut">
              <a:rPr lang="en-US" dirty="0"/>
              <a:t>10/17/2022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02398B29-7265-4A65-A2A4-6703C057B7C1}" type="datetimeFigureOut">
              <a:rPr lang="en-US" dirty="0"/>
              <a:t>10/17/2022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28FBA082-94DF-4C4B-A041-6624924AB0A8}" type="datetimeFigureOut">
              <a:rPr lang="en-US" dirty="0"/>
              <a:t>10/17/2022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B27686C4-3AB5-4E0C-86CA-FB108C350AA9}" type="datetimeFigureOut">
              <a:rPr lang="en-US" dirty="0"/>
              <a:t>10/17/2022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10/17/2022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10/17/2022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C35BB1C6-BF8F-4481-8AB2-603A1C8A906A}" type="datetimeFigureOut">
              <a:rPr lang="en-US" dirty="0"/>
              <a:t>10/17/2022</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FA9F9C-2C00-4AEB-975E-74F13E6E8938}"/>
              </a:ext>
            </a:extLst>
          </p:cNvPr>
          <p:cNvSpPr>
            <a:spLocks noGrp="1"/>
          </p:cNvSpPr>
          <p:nvPr>
            <p:ph type="ctrTitle"/>
          </p:nvPr>
        </p:nvSpPr>
        <p:spPr/>
        <p:txBody>
          <a:bodyPr/>
          <a:lstStyle/>
          <a:p>
            <a:endParaRPr lang="es-CL" dirty="0"/>
          </a:p>
        </p:txBody>
      </p:sp>
      <p:sp>
        <p:nvSpPr>
          <p:cNvPr id="3" name="Subtítulo 2">
            <a:extLst>
              <a:ext uri="{FF2B5EF4-FFF2-40B4-BE49-F238E27FC236}">
                <a16:creationId xmlns:a16="http://schemas.microsoft.com/office/drawing/2014/main" id="{DC927703-CC98-4E1D-A21A-5BA1C4AD7057}"/>
              </a:ext>
            </a:extLst>
          </p:cNvPr>
          <p:cNvSpPr>
            <a:spLocks noGrp="1"/>
          </p:cNvSpPr>
          <p:nvPr>
            <p:ph type="subTitle" idx="1"/>
          </p:nvPr>
        </p:nvSpPr>
        <p:spPr/>
        <p:txBody>
          <a:bodyPr/>
          <a:lstStyle/>
          <a:p>
            <a:pPr algn="ctr"/>
            <a:r>
              <a:rPr lang="es-CL" dirty="0"/>
              <a:t>Programación Orientada a Objetos</a:t>
            </a:r>
          </a:p>
        </p:txBody>
      </p:sp>
      <p:pic>
        <p:nvPicPr>
          <p:cNvPr id="1026" name="Picture 2">
            <a:extLst>
              <a:ext uri="{FF2B5EF4-FFF2-40B4-BE49-F238E27FC236}">
                <a16:creationId xmlns:a16="http://schemas.microsoft.com/office/drawing/2014/main" id="{78E91251-FB36-47C7-B038-8A8EDEE47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420000">
            <a:off x="2549343" y="877296"/>
            <a:ext cx="64389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2473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C4978A-E0AA-4B5E-8104-ACFD1A03B708}"/>
              </a:ext>
            </a:extLst>
          </p:cNvPr>
          <p:cNvSpPr>
            <a:spLocks noGrp="1"/>
          </p:cNvSpPr>
          <p:nvPr>
            <p:ph type="title"/>
          </p:nvPr>
        </p:nvSpPr>
        <p:spPr/>
        <p:txBody>
          <a:bodyPr/>
          <a:lstStyle/>
          <a:p>
            <a:r>
              <a:rPr lang="es-CL" dirty="0"/>
              <a:t>Objetivos de Aprendizajes</a:t>
            </a:r>
          </a:p>
        </p:txBody>
      </p:sp>
      <p:sp>
        <p:nvSpPr>
          <p:cNvPr id="3" name="Marcador de contenido 2">
            <a:extLst>
              <a:ext uri="{FF2B5EF4-FFF2-40B4-BE49-F238E27FC236}">
                <a16:creationId xmlns:a16="http://schemas.microsoft.com/office/drawing/2014/main" id="{B523B55B-0D94-4418-9A87-E54EA78DBDD3}"/>
              </a:ext>
            </a:extLst>
          </p:cNvPr>
          <p:cNvSpPr>
            <a:spLocks noGrp="1"/>
          </p:cNvSpPr>
          <p:nvPr>
            <p:ph sz="quarter" idx="13"/>
          </p:nvPr>
        </p:nvSpPr>
        <p:spPr/>
        <p:txBody>
          <a:bodyPr>
            <a:normAutofit/>
          </a:bodyPr>
          <a:lstStyle/>
          <a:p>
            <a:endParaRPr lang="es-CL" sz="2800" dirty="0"/>
          </a:p>
          <a:p>
            <a:pPr marL="365125" indent="0">
              <a:buNone/>
              <a:tabLst>
                <a:tab pos="1254125" algn="l"/>
                <a:tab pos="2419350" algn="l"/>
              </a:tabLst>
            </a:pPr>
            <a:r>
              <a:rPr lang="es-CL" sz="2800" dirty="0"/>
              <a:t> </a:t>
            </a:r>
            <a:r>
              <a:rPr lang="es-CL" sz="2800" b="1" dirty="0"/>
              <a:t>Objetivos</a:t>
            </a:r>
            <a:r>
              <a:rPr lang="es-CL" sz="2800" dirty="0"/>
              <a:t>  : 	</a:t>
            </a:r>
            <a:r>
              <a:rPr lang="es-MX" sz="2800" dirty="0"/>
              <a:t>Utilizar conocimientos de </a:t>
            </a:r>
            <a:r>
              <a:rPr lang="es-MX" sz="2800" dirty="0" err="1"/>
              <a:t>pygame</a:t>
            </a:r>
            <a:r>
              <a:rPr lang="es-MX" sz="2800" dirty="0"/>
              <a:t>, para comprender 		el comportamiento de los objetos en un video juego.</a:t>
            </a:r>
          </a:p>
          <a:p>
            <a:pPr marL="365125" indent="0">
              <a:buNone/>
              <a:tabLst>
                <a:tab pos="2419350" algn="l"/>
              </a:tabLst>
            </a:pPr>
            <a:r>
              <a:rPr lang="es-CL" sz="2800" b="1" dirty="0"/>
              <a:t>Contenidos</a:t>
            </a:r>
            <a:r>
              <a:rPr lang="es-CL" sz="2800" dirty="0"/>
              <a:t>:</a:t>
            </a:r>
            <a:r>
              <a:rPr lang="es-CL" sz="2800"/>
              <a:t>	Programación</a:t>
            </a:r>
            <a:r>
              <a:rPr lang="pt-BR" sz="2800" dirty="0"/>
              <a:t> entorno a objetos em </a:t>
            </a:r>
            <a:r>
              <a:rPr lang="pt-BR" sz="2800" dirty="0" err="1"/>
              <a:t>Pygame</a:t>
            </a:r>
            <a:r>
              <a:rPr lang="pt-BR" sz="2800" dirty="0"/>
              <a:t>.</a:t>
            </a:r>
          </a:p>
          <a:p>
            <a:pPr marL="368300" indent="-368300">
              <a:tabLst>
                <a:tab pos="2155825" algn="l"/>
              </a:tabLst>
            </a:pPr>
            <a:endParaRPr lang="es-CL" sz="2800" dirty="0"/>
          </a:p>
          <a:p>
            <a:endParaRPr lang="es-CL" sz="2800" dirty="0"/>
          </a:p>
        </p:txBody>
      </p:sp>
    </p:spTree>
    <p:extLst>
      <p:ext uri="{BB962C8B-B14F-4D97-AF65-F5344CB8AC3E}">
        <p14:creationId xmlns:p14="http://schemas.microsoft.com/office/powerpoint/2010/main" val="3781599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D17F3F-D83F-4D6C-A0F4-98081AC5D34D}"/>
              </a:ext>
            </a:extLst>
          </p:cNvPr>
          <p:cNvSpPr>
            <a:spLocks noGrp="1"/>
          </p:cNvSpPr>
          <p:nvPr>
            <p:ph type="title"/>
          </p:nvPr>
        </p:nvSpPr>
        <p:spPr>
          <a:xfrm>
            <a:off x="685801" y="685800"/>
            <a:ext cx="3608898" cy="1151965"/>
          </a:xfrm>
        </p:spPr>
        <p:txBody>
          <a:bodyPr>
            <a:normAutofit fontScale="90000"/>
          </a:bodyPr>
          <a:lstStyle/>
          <a:p>
            <a:r>
              <a:rPr lang="es-CL" dirty="0"/>
              <a:t>Concepto de POO</a:t>
            </a:r>
          </a:p>
        </p:txBody>
      </p:sp>
      <p:sp>
        <p:nvSpPr>
          <p:cNvPr id="3" name="Marcador de contenido 2">
            <a:extLst>
              <a:ext uri="{FF2B5EF4-FFF2-40B4-BE49-F238E27FC236}">
                <a16:creationId xmlns:a16="http://schemas.microsoft.com/office/drawing/2014/main" id="{44A5F84B-AA26-48B1-877A-0FBBE06115D1}"/>
              </a:ext>
            </a:extLst>
          </p:cNvPr>
          <p:cNvSpPr>
            <a:spLocks noGrp="1"/>
          </p:cNvSpPr>
          <p:nvPr>
            <p:ph sz="quarter" idx="13"/>
          </p:nvPr>
        </p:nvSpPr>
        <p:spPr>
          <a:xfrm>
            <a:off x="685801" y="2063396"/>
            <a:ext cx="3378200" cy="3311189"/>
          </a:xfrm>
        </p:spPr>
        <p:txBody>
          <a:bodyPr>
            <a:normAutofit fontScale="70000" lnSpcReduction="20000"/>
          </a:bodyPr>
          <a:lstStyle/>
          <a:p>
            <a:r>
              <a:rPr lang="es-MX" dirty="0"/>
              <a:t>La programación orientada a objetos surge en la historia como un intento para dominar la complejidad que, de forma innata, posee el software.</a:t>
            </a:r>
          </a:p>
        </p:txBody>
      </p:sp>
      <p:pic>
        <p:nvPicPr>
          <p:cNvPr id="4" name="Imagen 3">
            <a:extLst>
              <a:ext uri="{FF2B5EF4-FFF2-40B4-BE49-F238E27FC236}">
                <a16:creationId xmlns:a16="http://schemas.microsoft.com/office/drawing/2014/main" id="{38282B44-08DE-42F1-950A-26A139B9A8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4699" y="186289"/>
            <a:ext cx="7342318" cy="5343653"/>
          </a:xfrm>
          <a:prstGeom prst="rect">
            <a:avLst/>
          </a:prstGeom>
        </p:spPr>
      </p:pic>
    </p:spTree>
    <p:extLst>
      <p:ext uri="{BB962C8B-B14F-4D97-AF65-F5344CB8AC3E}">
        <p14:creationId xmlns:p14="http://schemas.microsoft.com/office/powerpoint/2010/main" val="680403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F96327-54BB-45B2-8287-ABB96A635F14}"/>
              </a:ext>
            </a:extLst>
          </p:cNvPr>
          <p:cNvSpPr>
            <a:spLocks noGrp="1"/>
          </p:cNvSpPr>
          <p:nvPr>
            <p:ph type="title"/>
          </p:nvPr>
        </p:nvSpPr>
        <p:spPr/>
        <p:txBody>
          <a:bodyPr/>
          <a:lstStyle/>
          <a:p>
            <a:r>
              <a:rPr lang="es-CL" dirty="0" err="1"/>
              <a:t>Pyscriper</a:t>
            </a:r>
            <a:r>
              <a:rPr lang="es-CL" dirty="0"/>
              <a:t> Español</a:t>
            </a:r>
          </a:p>
        </p:txBody>
      </p:sp>
      <p:sp>
        <p:nvSpPr>
          <p:cNvPr id="3" name="Marcador de contenido 2">
            <a:extLst>
              <a:ext uri="{FF2B5EF4-FFF2-40B4-BE49-F238E27FC236}">
                <a16:creationId xmlns:a16="http://schemas.microsoft.com/office/drawing/2014/main" id="{B6961DFF-8E88-4470-81EB-19BF8C351C38}"/>
              </a:ext>
            </a:extLst>
          </p:cNvPr>
          <p:cNvSpPr>
            <a:spLocks noGrp="1"/>
          </p:cNvSpPr>
          <p:nvPr>
            <p:ph sz="quarter" idx="13"/>
          </p:nvPr>
        </p:nvSpPr>
        <p:spPr>
          <a:xfrm>
            <a:off x="685800" y="2063396"/>
            <a:ext cx="4365171" cy="3311189"/>
          </a:xfrm>
        </p:spPr>
        <p:txBody>
          <a:bodyPr>
            <a:normAutofit/>
          </a:bodyPr>
          <a:lstStyle/>
          <a:p>
            <a:pPr marL="457200" indent="-457200">
              <a:buSzPct val="100000"/>
              <a:buFont typeface="+mj-lt"/>
              <a:buAutoNum type="arabicPeriod"/>
            </a:pPr>
            <a:r>
              <a:rPr lang="es-CL" sz="3200" dirty="0">
                <a:solidFill>
                  <a:schemeClr val="tx1">
                    <a:lumMod val="85000"/>
                    <a:lumOff val="15000"/>
                  </a:schemeClr>
                </a:solidFill>
              </a:rPr>
              <a:t>Ir a la barra de menú</a:t>
            </a:r>
          </a:p>
          <a:p>
            <a:pPr marL="457200" indent="-457200">
              <a:buSzPct val="100000"/>
              <a:buFont typeface="+mj-lt"/>
              <a:buAutoNum type="arabicPeriod"/>
            </a:pPr>
            <a:r>
              <a:rPr lang="es-CL" sz="3200" dirty="0" err="1">
                <a:solidFill>
                  <a:schemeClr val="tx1">
                    <a:lumMod val="85000"/>
                    <a:lumOff val="15000"/>
                  </a:schemeClr>
                </a:solidFill>
              </a:rPr>
              <a:t>Click</a:t>
            </a:r>
            <a:r>
              <a:rPr lang="es-CL" sz="3200" dirty="0">
                <a:solidFill>
                  <a:schemeClr val="tx1">
                    <a:lumMod val="85000"/>
                    <a:lumOff val="15000"/>
                  </a:schemeClr>
                </a:solidFill>
              </a:rPr>
              <a:t> en </a:t>
            </a:r>
            <a:r>
              <a:rPr lang="es-CL" sz="3200" b="1" dirty="0">
                <a:solidFill>
                  <a:schemeClr val="tx1">
                    <a:lumMod val="85000"/>
                    <a:lumOff val="15000"/>
                  </a:schemeClr>
                </a:solidFill>
              </a:rPr>
              <a:t>View</a:t>
            </a:r>
          </a:p>
          <a:p>
            <a:pPr marL="457200" indent="-457200">
              <a:buSzPct val="100000"/>
              <a:buFont typeface="+mj-lt"/>
              <a:buAutoNum type="arabicPeriod"/>
            </a:pPr>
            <a:r>
              <a:rPr lang="es-CL" sz="3200" dirty="0">
                <a:solidFill>
                  <a:schemeClr val="tx1">
                    <a:lumMod val="85000"/>
                    <a:lumOff val="15000"/>
                  </a:schemeClr>
                </a:solidFill>
              </a:rPr>
              <a:t>Selecciona </a:t>
            </a:r>
            <a:r>
              <a:rPr lang="es-CL" sz="3200" b="1" dirty="0" err="1">
                <a:solidFill>
                  <a:schemeClr val="tx1">
                    <a:lumMod val="85000"/>
                    <a:lumOff val="15000"/>
                  </a:schemeClr>
                </a:solidFill>
              </a:rPr>
              <a:t>Languaje</a:t>
            </a:r>
            <a:endParaRPr lang="es-CL" sz="3200" b="1" dirty="0">
              <a:solidFill>
                <a:schemeClr val="tx1">
                  <a:lumMod val="85000"/>
                  <a:lumOff val="15000"/>
                </a:schemeClr>
              </a:solidFill>
            </a:endParaRPr>
          </a:p>
          <a:p>
            <a:pPr marL="457200" indent="-457200">
              <a:buSzPct val="100000"/>
              <a:buFont typeface="+mj-lt"/>
              <a:buAutoNum type="arabicPeriod"/>
            </a:pPr>
            <a:r>
              <a:rPr lang="es-CL" sz="3200" dirty="0"/>
              <a:t>Elige </a:t>
            </a:r>
            <a:r>
              <a:rPr lang="es-CL" sz="3200" b="1" dirty="0" err="1"/>
              <a:t>Spanish</a:t>
            </a:r>
            <a:endParaRPr lang="es-CL" sz="3200" b="1" dirty="0">
              <a:solidFill>
                <a:schemeClr val="tx1">
                  <a:lumMod val="85000"/>
                  <a:lumOff val="15000"/>
                </a:schemeClr>
              </a:solidFill>
            </a:endParaRPr>
          </a:p>
        </p:txBody>
      </p:sp>
      <p:pic>
        <p:nvPicPr>
          <p:cNvPr id="7" name="Imagen 6">
            <a:extLst>
              <a:ext uri="{FF2B5EF4-FFF2-40B4-BE49-F238E27FC236}">
                <a16:creationId xmlns:a16="http://schemas.microsoft.com/office/drawing/2014/main" id="{64862A2F-9991-4551-894E-4952B1AB7C70}"/>
              </a:ext>
            </a:extLst>
          </p:cNvPr>
          <p:cNvPicPr>
            <a:picLocks noChangeAspect="1"/>
          </p:cNvPicPr>
          <p:nvPr/>
        </p:nvPicPr>
        <p:blipFill rotWithShape="1">
          <a:blip r:embed="rId2"/>
          <a:srcRect l="1" r="51832" b="6645"/>
          <a:stretch/>
        </p:blipFill>
        <p:spPr>
          <a:xfrm>
            <a:off x="6319520" y="0"/>
            <a:ext cx="5872480" cy="6399127"/>
          </a:xfrm>
          <a:prstGeom prst="rect">
            <a:avLst/>
          </a:prstGeom>
        </p:spPr>
      </p:pic>
    </p:spTree>
    <p:extLst>
      <p:ext uri="{BB962C8B-B14F-4D97-AF65-F5344CB8AC3E}">
        <p14:creationId xmlns:p14="http://schemas.microsoft.com/office/powerpoint/2010/main" val="214128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2D2D5-1412-4067-B617-236636AE3251}"/>
              </a:ext>
            </a:extLst>
          </p:cNvPr>
          <p:cNvSpPr>
            <a:spLocks noGrp="1"/>
          </p:cNvSpPr>
          <p:nvPr>
            <p:ph type="title"/>
          </p:nvPr>
        </p:nvSpPr>
        <p:spPr/>
        <p:txBody>
          <a:bodyPr/>
          <a:lstStyle/>
          <a:p>
            <a:r>
              <a:rPr lang="es-CL" dirty="0"/>
              <a:t>Instalar </a:t>
            </a:r>
            <a:r>
              <a:rPr lang="es-CL" dirty="0" err="1"/>
              <a:t>Pygame</a:t>
            </a:r>
            <a:endParaRPr lang="es-CL" dirty="0"/>
          </a:p>
        </p:txBody>
      </p:sp>
      <p:sp>
        <p:nvSpPr>
          <p:cNvPr id="3" name="Marcador de contenido 2">
            <a:extLst>
              <a:ext uri="{FF2B5EF4-FFF2-40B4-BE49-F238E27FC236}">
                <a16:creationId xmlns:a16="http://schemas.microsoft.com/office/drawing/2014/main" id="{1A196125-0693-4DA9-BECC-218C7F9C21DF}"/>
              </a:ext>
            </a:extLst>
          </p:cNvPr>
          <p:cNvSpPr>
            <a:spLocks noGrp="1"/>
          </p:cNvSpPr>
          <p:nvPr>
            <p:ph sz="quarter" idx="13"/>
          </p:nvPr>
        </p:nvSpPr>
        <p:spPr>
          <a:xfrm>
            <a:off x="6414868" y="685800"/>
            <a:ext cx="4951827" cy="4688785"/>
          </a:xfrm>
        </p:spPr>
        <p:txBody>
          <a:bodyPr>
            <a:normAutofit fontScale="77500" lnSpcReduction="20000"/>
          </a:bodyPr>
          <a:lstStyle/>
          <a:p>
            <a:pPr marL="0" indent="0">
              <a:buNone/>
            </a:pPr>
            <a:r>
              <a:rPr lang="es-CL" dirty="0"/>
              <a:t>Vamos a utilizar, el método PIP desde </a:t>
            </a:r>
            <a:r>
              <a:rPr lang="es-CL" dirty="0" err="1"/>
              <a:t>Pyscripter</a:t>
            </a:r>
            <a:endParaRPr lang="es-CL" dirty="0"/>
          </a:p>
          <a:p>
            <a:pPr marL="0" indent="0">
              <a:buNone/>
            </a:pPr>
            <a:endParaRPr lang="es-CL" dirty="0"/>
          </a:p>
          <a:p>
            <a:pPr marL="742950" indent="-742950">
              <a:buFont typeface="+mj-lt"/>
              <a:buAutoNum type="arabicPeriod"/>
            </a:pPr>
            <a:r>
              <a:rPr lang="es-CL" dirty="0"/>
              <a:t>En la barra de menú, elige la pestaña </a:t>
            </a:r>
            <a:r>
              <a:rPr lang="es-CL" b="1" dirty="0"/>
              <a:t>Herramientas</a:t>
            </a:r>
            <a:r>
              <a:rPr lang="es-CL" dirty="0"/>
              <a:t>.</a:t>
            </a:r>
          </a:p>
          <a:p>
            <a:pPr marL="742950" indent="-742950">
              <a:buFont typeface="+mj-lt"/>
              <a:buAutoNum type="arabicPeriod"/>
            </a:pPr>
            <a:r>
              <a:rPr lang="es-CL" dirty="0"/>
              <a:t>Elige del submenú </a:t>
            </a:r>
            <a:r>
              <a:rPr lang="es-CL" b="1" dirty="0"/>
              <a:t>Herramientas</a:t>
            </a:r>
          </a:p>
          <a:p>
            <a:pPr marL="742950" indent="-742950">
              <a:buFont typeface="+mj-lt"/>
              <a:buAutoNum type="arabicPeriod"/>
            </a:pPr>
            <a:r>
              <a:rPr lang="es-CL" dirty="0"/>
              <a:t>Por último, </a:t>
            </a:r>
            <a:r>
              <a:rPr lang="es-CL" b="1" dirty="0" err="1"/>
              <a:t>Install</a:t>
            </a:r>
            <a:r>
              <a:rPr lang="es-CL" b="1" dirty="0"/>
              <a:t> </a:t>
            </a:r>
            <a:r>
              <a:rPr lang="es-CL" b="1" dirty="0" err="1"/>
              <a:t>Packages</a:t>
            </a:r>
            <a:r>
              <a:rPr lang="es-CL" b="1" dirty="0"/>
              <a:t> </a:t>
            </a:r>
            <a:r>
              <a:rPr lang="es-CL" b="1" dirty="0" err="1"/>
              <a:t>with</a:t>
            </a:r>
            <a:r>
              <a:rPr lang="es-CL" b="1" dirty="0"/>
              <a:t> </a:t>
            </a:r>
            <a:r>
              <a:rPr lang="es-CL" b="1" dirty="0" err="1"/>
              <a:t>pip</a:t>
            </a:r>
            <a:endParaRPr lang="es-CL" b="1" dirty="0"/>
          </a:p>
        </p:txBody>
      </p:sp>
      <p:pic>
        <p:nvPicPr>
          <p:cNvPr id="5" name="Imagen 4">
            <a:extLst>
              <a:ext uri="{FF2B5EF4-FFF2-40B4-BE49-F238E27FC236}">
                <a16:creationId xmlns:a16="http://schemas.microsoft.com/office/drawing/2014/main" id="{1F5B5F06-37CA-449C-B57F-FE59C7854F3A}"/>
              </a:ext>
            </a:extLst>
          </p:cNvPr>
          <p:cNvPicPr>
            <a:picLocks noChangeAspect="1"/>
          </p:cNvPicPr>
          <p:nvPr/>
        </p:nvPicPr>
        <p:blipFill rotWithShape="1">
          <a:blip r:embed="rId2"/>
          <a:srcRect l="11429" t="3348" r="51548" b="54009"/>
          <a:stretch/>
        </p:blipFill>
        <p:spPr>
          <a:xfrm>
            <a:off x="505997" y="1692969"/>
            <a:ext cx="5908871" cy="3826412"/>
          </a:xfrm>
          <a:prstGeom prst="rect">
            <a:avLst/>
          </a:prstGeom>
        </p:spPr>
      </p:pic>
      <p:pic>
        <p:nvPicPr>
          <p:cNvPr id="7" name="Imagen 6">
            <a:extLst>
              <a:ext uri="{FF2B5EF4-FFF2-40B4-BE49-F238E27FC236}">
                <a16:creationId xmlns:a16="http://schemas.microsoft.com/office/drawing/2014/main" id="{E60C4791-43DE-4AEF-98BA-F5726ED76072}"/>
              </a:ext>
            </a:extLst>
          </p:cNvPr>
          <p:cNvPicPr>
            <a:picLocks noChangeAspect="1"/>
          </p:cNvPicPr>
          <p:nvPr/>
        </p:nvPicPr>
        <p:blipFill>
          <a:blip r:embed="rId3"/>
          <a:stretch>
            <a:fillRect/>
          </a:stretch>
        </p:blipFill>
        <p:spPr>
          <a:xfrm>
            <a:off x="1588185" y="2844934"/>
            <a:ext cx="3924300" cy="1133475"/>
          </a:xfrm>
          <a:prstGeom prst="rect">
            <a:avLst/>
          </a:prstGeom>
        </p:spPr>
      </p:pic>
    </p:spTree>
    <p:extLst>
      <p:ext uri="{BB962C8B-B14F-4D97-AF65-F5344CB8AC3E}">
        <p14:creationId xmlns:p14="http://schemas.microsoft.com/office/powerpoint/2010/main" val="199139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D7BE49D-A34B-4F25-BC8C-CE9E2B37FA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3" name="Rectangle 12">
            <a:extLst>
              <a:ext uri="{FF2B5EF4-FFF2-40B4-BE49-F238E27FC236}">
                <a16:creationId xmlns:a16="http://schemas.microsoft.com/office/drawing/2014/main" id="{66DFDEE3-F2F4-48C9-8222-CA273412CD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pic>
        <p:nvPicPr>
          <p:cNvPr id="6" name="Imagen 5">
            <a:extLst>
              <a:ext uri="{FF2B5EF4-FFF2-40B4-BE49-F238E27FC236}">
                <a16:creationId xmlns:a16="http://schemas.microsoft.com/office/drawing/2014/main" id="{8611CBE2-6308-41F1-878E-7A84AF630402}"/>
              </a:ext>
            </a:extLst>
          </p:cNvPr>
          <p:cNvPicPr>
            <a:picLocks noChangeAspect="1"/>
          </p:cNvPicPr>
          <p:nvPr/>
        </p:nvPicPr>
        <p:blipFill rotWithShape="1">
          <a:blip r:embed="rId4"/>
          <a:srcRect r="1" b="3769"/>
          <a:stretch/>
        </p:blipFill>
        <p:spPr>
          <a:xfrm>
            <a:off x="6139647" y="40944"/>
            <a:ext cx="5492083" cy="6300000"/>
          </a:xfrm>
          <a:prstGeom prst="rect">
            <a:avLst/>
          </a:prstGeom>
          <a:ln>
            <a:noFill/>
          </a:ln>
        </p:spPr>
      </p:pic>
      <p:sp>
        <p:nvSpPr>
          <p:cNvPr id="15" name="Freeform 9">
            <a:extLst>
              <a:ext uri="{FF2B5EF4-FFF2-40B4-BE49-F238E27FC236}">
                <a16:creationId xmlns:a16="http://schemas.microsoft.com/office/drawing/2014/main" id="{95A09B00-70D2-4998-8FA5-3A8ED576D9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7" name="Rectangle 16">
            <a:extLst>
              <a:ext uri="{FF2B5EF4-FFF2-40B4-BE49-F238E27FC236}">
                <a16:creationId xmlns:a16="http://schemas.microsoft.com/office/drawing/2014/main" id="{4B5FB9F9-CCF5-4072-83C3-3B45E1409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094412"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6A5CA361-5310-4C68-BADE-131BA8B3079C}"/>
              </a:ext>
            </a:extLst>
          </p:cNvPr>
          <p:cNvSpPr>
            <a:spLocks noGrp="1"/>
          </p:cNvSpPr>
          <p:nvPr>
            <p:ph type="title"/>
          </p:nvPr>
        </p:nvSpPr>
        <p:spPr>
          <a:xfrm>
            <a:off x="685799" y="690479"/>
            <a:ext cx="4957275" cy="1146825"/>
          </a:xfrm>
        </p:spPr>
        <p:txBody>
          <a:bodyPr>
            <a:normAutofit/>
          </a:bodyPr>
          <a:lstStyle/>
          <a:p>
            <a:r>
              <a:rPr lang="es-CL" dirty="0">
                <a:solidFill>
                  <a:schemeClr val="bg1"/>
                </a:solidFill>
              </a:rPr>
              <a:t>Estructura</a:t>
            </a:r>
          </a:p>
        </p:txBody>
      </p:sp>
      <p:sp>
        <p:nvSpPr>
          <p:cNvPr id="3" name="Marcador de contenido 2">
            <a:extLst>
              <a:ext uri="{FF2B5EF4-FFF2-40B4-BE49-F238E27FC236}">
                <a16:creationId xmlns:a16="http://schemas.microsoft.com/office/drawing/2014/main" id="{664D2C16-466A-41DF-93D6-4ED111CB50F1}"/>
              </a:ext>
            </a:extLst>
          </p:cNvPr>
          <p:cNvSpPr>
            <a:spLocks noGrp="1"/>
          </p:cNvSpPr>
          <p:nvPr>
            <p:ph sz="quarter" idx="13"/>
          </p:nvPr>
        </p:nvSpPr>
        <p:spPr>
          <a:xfrm>
            <a:off x="685800" y="2063395"/>
            <a:ext cx="4957273" cy="3446103"/>
          </a:xfrm>
        </p:spPr>
        <p:txBody>
          <a:bodyPr>
            <a:normAutofit/>
          </a:bodyPr>
          <a:lstStyle/>
          <a:p>
            <a:pPr marL="711200" indent="-711200">
              <a:buSzPct val="98000"/>
              <a:buFont typeface="Yu Mincho" panose="02020400000000000000" pitchFamily="18" charset="-128"/>
              <a:buChar char="☑"/>
            </a:pPr>
            <a:r>
              <a:rPr lang="es-CL" sz="2800" dirty="0">
                <a:solidFill>
                  <a:schemeClr val="bg1"/>
                </a:solidFill>
                <a:effectLst>
                  <a:outerShdw blurRad="38100" dist="38100" dir="2700000" algn="tl">
                    <a:srgbClr val="000000">
                      <a:alpha val="43137"/>
                    </a:srgbClr>
                  </a:outerShdw>
                </a:effectLst>
              </a:rPr>
              <a:t>Información del Programa</a:t>
            </a:r>
          </a:p>
          <a:p>
            <a:pPr marL="711200" indent="-711200">
              <a:buSzPct val="98000"/>
              <a:buFont typeface="Yu Mincho" panose="02020400000000000000" pitchFamily="18" charset="-128"/>
              <a:buChar char="☑"/>
            </a:pPr>
            <a:r>
              <a:rPr lang="es-CL" sz="2800" dirty="0">
                <a:solidFill>
                  <a:schemeClr val="bg1"/>
                </a:solidFill>
                <a:effectLst>
                  <a:outerShdw blurRad="38100" dist="38100" dir="2700000" algn="tl">
                    <a:srgbClr val="000000">
                      <a:alpha val="43137"/>
                    </a:srgbClr>
                  </a:outerShdw>
                </a:effectLst>
              </a:rPr>
              <a:t>Importación de las librerías</a:t>
            </a:r>
          </a:p>
          <a:p>
            <a:pPr marL="711200" indent="-711200">
              <a:buSzPct val="98000"/>
              <a:buFont typeface="Yu Mincho" panose="02020400000000000000" pitchFamily="18" charset="-128"/>
              <a:buChar char="☑"/>
            </a:pPr>
            <a:r>
              <a:rPr lang="es-CL" sz="2800" dirty="0">
                <a:solidFill>
                  <a:schemeClr val="bg1"/>
                </a:solidFill>
                <a:effectLst>
                  <a:outerShdw blurRad="38100" dist="38100" dir="2700000" algn="tl">
                    <a:srgbClr val="000000">
                      <a:alpha val="43137"/>
                    </a:srgbClr>
                  </a:outerShdw>
                </a:effectLst>
              </a:rPr>
              <a:t>Definición de Constantes</a:t>
            </a:r>
          </a:p>
          <a:p>
            <a:pPr marL="711200" indent="-711200">
              <a:buSzPct val="98000"/>
              <a:buFont typeface="Yu Mincho" panose="02020400000000000000" pitchFamily="18" charset="-128"/>
              <a:buChar char="☑"/>
            </a:pPr>
            <a:r>
              <a:rPr lang="es-CL" sz="2800" dirty="0">
                <a:solidFill>
                  <a:schemeClr val="bg1"/>
                </a:solidFill>
                <a:effectLst>
                  <a:outerShdw blurRad="38100" dist="38100" dir="2700000" algn="tl">
                    <a:srgbClr val="000000">
                      <a:alpha val="43137"/>
                    </a:srgbClr>
                  </a:outerShdw>
                </a:effectLst>
              </a:rPr>
              <a:t>Definición de las Clases</a:t>
            </a:r>
          </a:p>
          <a:p>
            <a:pPr marL="711200" indent="-711200">
              <a:buSzPct val="98000"/>
              <a:buFont typeface="Yu Mincho" panose="02020400000000000000" pitchFamily="18" charset="-128"/>
              <a:buChar char="☑"/>
            </a:pPr>
            <a:r>
              <a:rPr lang="es-CL" sz="2800" dirty="0">
                <a:solidFill>
                  <a:schemeClr val="bg1"/>
                </a:solidFill>
                <a:effectLst>
                  <a:outerShdw blurRad="38100" dist="38100" dir="2700000" algn="tl">
                    <a:srgbClr val="000000">
                      <a:alpha val="43137"/>
                    </a:srgbClr>
                  </a:outerShdw>
                </a:effectLst>
              </a:rPr>
              <a:t>Cuerpo del programa</a:t>
            </a:r>
          </a:p>
        </p:txBody>
      </p:sp>
    </p:spTree>
    <p:extLst>
      <p:ext uri="{BB962C8B-B14F-4D97-AF65-F5344CB8AC3E}">
        <p14:creationId xmlns:p14="http://schemas.microsoft.com/office/powerpoint/2010/main" val="1569738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EAEC14-2FA8-462A-8C7F-F14D7B159156}"/>
              </a:ext>
            </a:extLst>
          </p:cNvPr>
          <p:cNvSpPr>
            <a:spLocks noGrp="1"/>
          </p:cNvSpPr>
          <p:nvPr>
            <p:ph type="title"/>
          </p:nvPr>
        </p:nvSpPr>
        <p:spPr/>
        <p:txBody>
          <a:bodyPr/>
          <a:lstStyle/>
          <a:p>
            <a:r>
              <a:rPr lang="es-CL" dirty="0"/>
              <a:t>Iniciar </a:t>
            </a:r>
            <a:r>
              <a:rPr lang="es-CL" dirty="0" err="1"/>
              <a:t>Pygame</a:t>
            </a:r>
            <a:endParaRPr lang="es-CL" dirty="0"/>
          </a:p>
        </p:txBody>
      </p:sp>
      <p:sp>
        <p:nvSpPr>
          <p:cNvPr id="3" name="Marcador de contenido 2">
            <a:extLst>
              <a:ext uri="{FF2B5EF4-FFF2-40B4-BE49-F238E27FC236}">
                <a16:creationId xmlns:a16="http://schemas.microsoft.com/office/drawing/2014/main" id="{177C1A6B-BE4C-4ABB-8C3F-E400D12D633A}"/>
              </a:ext>
            </a:extLst>
          </p:cNvPr>
          <p:cNvSpPr>
            <a:spLocks noGrp="1"/>
          </p:cNvSpPr>
          <p:nvPr>
            <p:ph sz="quarter" idx="13"/>
          </p:nvPr>
        </p:nvSpPr>
        <p:spPr>
          <a:xfrm>
            <a:off x="685800" y="2799470"/>
            <a:ext cx="10990385" cy="2658795"/>
          </a:xfrm>
        </p:spPr>
        <p:txBody>
          <a:bodyPr>
            <a:normAutofit fontScale="92500" lnSpcReduction="20000"/>
          </a:bodyPr>
          <a:lstStyle/>
          <a:p>
            <a:pPr marL="450850" indent="-450850">
              <a:buFont typeface="+mj-lt"/>
              <a:buAutoNum type="arabicPeriod"/>
            </a:pPr>
            <a:r>
              <a:rPr lang="es-CL" sz="3200" dirty="0"/>
              <a:t>Vamos a realizar, la importación de las librerías de </a:t>
            </a:r>
            <a:r>
              <a:rPr lang="es-CL" sz="3200" b="1" dirty="0" err="1"/>
              <a:t>pygame</a:t>
            </a:r>
            <a:r>
              <a:rPr lang="es-CL" sz="3200" dirty="0"/>
              <a:t>, desde carpetas locales</a:t>
            </a:r>
            <a:endParaRPr lang="es-CL" sz="3200" b="1" dirty="0"/>
          </a:p>
          <a:p>
            <a:pPr marL="450850" indent="-450850">
              <a:buFont typeface="+mj-lt"/>
              <a:buAutoNum type="arabicPeriod"/>
            </a:pPr>
            <a:r>
              <a:rPr lang="es-CL" sz="3200" dirty="0"/>
              <a:t>Luego importaremos las librerías:</a:t>
            </a:r>
          </a:p>
          <a:p>
            <a:pPr marL="971550" lvl="1" indent="-514350">
              <a:buFont typeface="+mj-lt"/>
              <a:buAutoNum type="alphaLcPeriod"/>
            </a:pPr>
            <a:r>
              <a:rPr lang="es-CL" sz="2800" dirty="0"/>
              <a:t>De sistema </a:t>
            </a:r>
            <a:r>
              <a:rPr lang="es-CL" sz="2800" b="1" dirty="0" err="1"/>
              <a:t>sys</a:t>
            </a:r>
            <a:endParaRPr lang="es-CL" sz="2800" b="1" dirty="0"/>
          </a:p>
          <a:p>
            <a:pPr marL="971550" lvl="1" indent="-514350">
              <a:buFont typeface="+mj-lt"/>
              <a:buAutoNum type="alphaLcPeriod"/>
            </a:pPr>
            <a:r>
              <a:rPr lang="es-CL" sz="2800" dirty="0"/>
              <a:t>Matemáticas </a:t>
            </a:r>
            <a:r>
              <a:rPr lang="es-CL" sz="2800" b="1" dirty="0" err="1"/>
              <a:t>math</a:t>
            </a:r>
            <a:endParaRPr lang="es-CL" sz="2800" b="1" dirty="0"/>
          </a:p>
        </p:txBody>
      </p:sp>
      <p:pic>
        <p:nvPicPr>
          <p:cNvPr id="5" name="Imagen 4">
            <a:extLst>
              <a:ext uri="{FF2B5EF4-FFF2-40B4-BE49-F238E27FC236}">
                <a16:creationId xmlns:a16="http://schemas.microsoft.com/office/drawing/2014/main" id="{C38F07CA-EFB1-4F66-8BBF-8B855A2995DB}"/>
              </a:ext>
            </a:extLst>
          </p:cNvPr>
          <p:cNvPicPr>
            <a:picLocks noChangeAspect="1"/>
          </p:cNvPicPr>
          <p:nvPr/>
        </p:nvPicPr>
        <p:blipFill rotWithShape="1">
          <a:blip r:embed="rId2"/>
          <a:srcRect l="-222" t="30383" r="33475" b="43666"/>
          <a:stretch/>
        </p:blipFill>
        <p:spPr>
          <a:xfrm>
            <a:off x="6556560" y="416943"/>
            <a:ext cx="4795910" cy="2222680"/>
          </a:xfrm>
          <a:prstGeom prst="roundRect">
            <a:avLst>
              <a:gd name="adj" fmla="val 3531"/>
            </a:avLst>
          </a:prstGeom>
          <a:solidFill>
            <a:srgbClr val="FFFFFF">
              <a:shade val="85000"/>
            </a:srgbClr>
          </a:solidFill>
          <a:ln>
            <a:solidFill>
              <a:schemeClr val="accent1"/>
            </a:solidFill>
          </a:ln>
          <a:effectLst>
            <a:outerShdw blurRad="50800" dist="38100" dir="5400000" algn="t" rotWithShape="0">
              <a:prstClr val="black">
                <a:alpha val="40000"/>
              </a:prstClr>
            </a:outerShdw>
          </a:effectLst>
        </p:spPr>
      </p:pic>
      <p:sp>
        <p:nvSpPr>
          <p:cNvPr id="9" name="CuadroTexto 8">
            <a:extLst>
              <a:ext uri="{FF2B5EF4-FFF2-40B4-BE49-F238E27FC236}">
                <a16:creationId xmlns:a16="http://schemas.microsoft.com/office/drawing/2014/main" id="{DB2E784B-C233-4A67-907E-A7DBFFB44489}"/>
              </a:ext>
            </a:extLst>
          </p:cNvPr>
          <p:cNvSpPr txBox="1"/>
          <p:nvPr/>
        </p:nvSpPr>
        <p:spPr>
          <a:xfrm>
            <a:off x="685800" y="1837765"/>
            <a:ext cx="6140546" cy="954107"/>
          </a:xfrm>
          <a:prstGeom prst="rect">
            <a:avLst/>
          </a:prstGeom>
          <a:noFill/>
        </p:spPr>
        <p:txBody>
          <a:bodyPr wrap="square">
            <a:spAutoFit/>
          </a:bodyPr>
          <a:lstStyle/>
          <a:p>
            <a:pPr marL="0" indent="0">
              <a:buNone/>
            </a:pPr>
            <a:r>
              <a:rPr lang="es-CL" sz="2800" dirty="0">
                <a:latin typeface="HP Simplified" panose="020B0604020204020204" pitchFamily="34" charset="0"/>
              </a:rPr>
              <a:t>Para que funcione el código debemos realizar las siguientes acciones:</a:t>
            </a:r>
          </a:p>
        </p:txBody>
      </p:sp>
    </p:spTree>
    <p:extLst>
      <p:ext uri="{BB962C8B-B14F-4D97-AF65-F5344CB8AC3E}">
        <p14:creationId xmlns:p14="http://schemas.microsoft.com/office/powerpoint/2010/main" val="1413010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06BBE6-F5D8-4878-B459-602B10EC489D}"/>
              </a:ext>
            </a:extLst>
          </p:cNvPr>
          <p:cNvSpPr>
            <a:spLocks noGrp="1"/>
          </p:cNvSpPr>
          <p:nvPr>
            <p:ph type="title"/>
          </p:nvPr>
        </p:nvSpPr>
        <p:spPr/>
        <p:txBody>
          <a:bodyPr/>
          <a:lstStyle/>
          <a:p>
            <a:r>
              <a:rPr lang="es-CL" dirty="0"/>
              <a:t>Antes de empezar</a:t>
            </a:r>
          </a:p>
        </p:txBody>
      </p:sp>
      <p:sp>
        <p:nvSpPr>
          <p:cNvPr id="3" name="Marcador de contenido 2">
            <a:extLst>
              <a:ext uri="{FF2B5EF4-FFF2-40B4-BE49-F238E27FC236}">
                <a16:creationId xmlns:a16="http://schemas.microsoft.com/office/drawing/2014/main" id="{04B3CD50-F983-4875-B4F8-692CADA9493D}"/>
              </a:ext>
            </a:extLst>
          </p:cNvPr>
          <p:cNvSpPr>
            <a:spLocks noGrp="1"/>
          </p:cNvSpPr>
          <p:nvPr>
            <p:ph sz="quarter" idx="13"/>
          </p:nvPr>
        </p:nvSpPr>
        <p:spPr>
          <a:xfrm>
            <a:off x="687976" y="1484215"/>
            <a:ext cx="10394707" cy="707100"/>
          </a:xfrm>
        </p:spPr>
        <p:txBody>
          <a:bodyPr/>
          <a:lstStyle/>
          <a:p>
            <a:r>
              <a:rPr lang="es-CL" dirty="0"/>
              <a:t>Debemos definir las variables</a:t>
            </a:r>
          </a:p>
        </p:txBody>
      </p:sp>
      <p:pic>
        <p:nvPicPr>
          <p:cNvPr id="4" name="Imagen 3">
            <a:extLst>
              <a:ext uri="{FF2B5EF4-FFF2-40B4-BE49-F238E27FC236}">
                <a16:creationId xmlns:a16="http://schemas.microsoft.com/office/drawing/2014/main" id="{2F037DE1-97BA-4FB4-8879-E490BD68A8D5}"/>
              </a:ext>
            </a:extLst>
          </p:cNvPr>
          <p:cNvPicPr>
            <a:picLocks noChangeAspect="1"/>
          </p:cNvPicPr>
          <p:nvPr/>
        </p:nvPicPr>
        <p:blipFill>
          <a:blip r:embed="rId2"/>
          <a:stretch>
            <a:fillRect/>
          </a:stretch>
        </p:blipFill>
        <p:spPr>
          <a:xfrm>
            <a:off x="685801" y="2191315"/>
            <a:ext cx="10469463" cy="4165942"/>
          </a:xfrm>
          <a:prstGeom prst="rect">
            <a:avLst/>
          </a:prstGeom>
        </p:spPr>
      </p:pic>
    </p:spTree>
    <p:extLst>
      <p:ext uri="{BB962C8B-B14F-4D97-AF65-F5344CB8AC3E}">
        <p14:creationId xmlns:p14="http://schemas.microsoft.com/office/powerpoint/2010/main" val="965885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3AD77D-A48D-44DA-9EFC-A393E0CE23DE}"/>
              </a:ext>
            </a:extLst>
          </p:cNvPr>
          <p:cNvSpPr>
            <a:spLocks noGrp="1"/>
          </p:cNvSpPr>
          <p:nvPr>
            <p:ph type="title"/>
          </p:nvPr>
        </p:nvSpPr>
        <p:spPr/>
        <p:txBody>
          <a:bodyPr/>
          <a:lstStyle/>
          <a:p>
            <a:r>
              <a:rPr lang="es-CL" b="1" dirty="0"/>
              <a:t>Paso 1: Creando una ventana </a:t>
            </a:r>
            <a:endParaRPr lang="es-CL" dirty="0"/>
          </a:p>
        </p:txBody>
      </p:sp>
      <p:sp>
        <p:nvSpPr>
          <p:cNvPr id="3" name="Marcador de contenido 2">
            <a:extLst>
              <a:ext uri="{FF2B5EF4-FFF2-40B4-BE49-F238E27FC236}">
                <a16:creationId xmlns:a16="http://schemas.microsoft.com/office/drawing/2014/main" id="{E857A60A-1907-4158-8CF7-35D527B5658D}"/>
              </a:ext>
            </a:extLst>
          </p:cNvPr>
          <p:cNvSpPr>
            <a:spLocks noGrp="1"/>
          </p:cNvSpPr>
          <p:nvPr>
            <p:ph sz="quarter" idx="13"/>
          </p:nvPr>
        </p:nvSpPr>
        <p:spPr>
          <a:xfrm>
            <a:off x="685801" y="1773405"/>
            <a:ext cx="10820398" cy="3311189"/>
          </a:xfrm>
        </p:spPr>
        <p:txBody>
          <a:bodyPr>
            <a:normAutofit fontScale="77500" lnSpcReduction="20000"/>
          </a:bodyPr>
          <a:lstStyle/>
          <a:p>
            <a:r>
              <a:rPr lang="es-MX" dirty="0"/>
              <a:t>Primero Importamos los módulos y definimos dos variables globales (por metodología se suelen poner en mayúsculas) que son resolución de la pantalla del juego. </a:t>
            </a:r>
          </a:p>
          <a:p>
            <a:r>
              <a:rPr lang="es-MX" dirty="0"/>
              <a:t>Luego hay que crear la ventana, para ello dentro de la función </a:t>
            </a:r>
            <a:r>
              <a:rPr lang="es-MX" dirty="0" err="1"/>
              <a:t>main</a:t>
            </a:r>
            <a:r>
              <a:rPr lang="es-MX" dirty="0"/>
              <a:t>() usamos </a:t>
            </a:r>
            <a:r>
              <a:rPr lang="es-MX" dirty="0" err="1">
                <a:solidFill>
                  <a:srgbClr val="0070C0"/>
                </a:solidFill>
              </a:rPr>
              <a:t>pygame.display.set_mode</a:t>
            </a:r>
            <a:r>
              <a:rPr lang="es-MX" dirty="0">
                <a:solidFill>
                  <a:srgbClr val="0070C0"/>
                </a:solidFill>
              </a:rPr>
              <a:t> </a:t>
            </a:r>
            <a:r>
              <a:rPr lang="es-MX" dirty="0"/>
              <a:t>y </a:t>
            </a:r>
            <a:r>
              <a:rPr lang="es-MX" dirty="0" err="1">
                <a:solidFill>
                  <a:srgbClr val="0070C0"/>
                </a:solidFill>
              </a:rPr>
              <a:t>pygame.display.set_caption</a:t>
            </a:r>
            <a:r>
              <a:rPr lang="es-MX" dirty="0"/>
              <a:t>, que establecen el tamaño de la ventana y el título de esta respectivamente: </a:t>
            </a:r>
            <a:endParaRPr lang="es-CL" dirty="0"/>
          </a:p>
        </p:txBody>
      </p:sp>
      <p:pic>
        <p:nvPicPr>
          <p:cNvPr id="4" name="Imagen 3">
            <a:extLst>
              <a:ext uri="{FF2B5EF4-FFF2-40B4-BE49-F238E27FC236}">
                <a16:creationId xmlns:a16="http://schemas.microsoft.com/office/drawing/2014/main" id="{4602D555-188B-4922-A601-C88CE9C90D50}"/>
              </a:ext>
            </a:extLst>
          </p:cNvPr>
          <p:cNvPicPr>
            <a:picLocks noChangeAspect="1"/>
          </p:cNvPicPr>
          <p:nvPr/>
        </p:nvPicPr>
        <p:blipFill rotWithShape="1">
          <a:blip r:embed="rId2"/>
          <a:srcRect r="11024"/>
          <a:stretch/>
        </p:blipFill>
        <p:spPr>
          <a:xfrm>
            <a:off x="604108" y="1837765"/>
            <a:ext cx="10902091" cy="3311189"/>
          </a:xfrm>
          <a:prstGeom prst="rect">
            <a:avLst/>
          </a:prstGeom>
        </p:spPr>
      </p:pic>
    </p:spTree>
    <p:extLst>
      <p:ext uri="{BB962C8B-B14F-4D97-AF65-F5344CB8AC3E}">
        <p14:creationId xmlns:p14="http://schemas.microsoft.com/office/powerpoint/2010/main" val="413153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C21570-7DAD-4BB1-A70B-B6FCDDDE0136}"/>
              </a:ext>
            </a:extLst>
          </p:cNvPr>
          <p:cNvSpPr>
            <a:spLocks noGrp="1"/>
          </p:cNvSpPr>
          <p:nvPr>
            <p:ph type="title"/>
          </p:nvPr>
        </p:nvSpPr>
        <p:spPr/>
        <p:txBody>
          <a:bodyPr/>
          <a:lstStyle/>
          <a:p>
            <a:r>
              <a:rPr lang="es-MX" b="1" dirty="0"/>
              <a:t>Paso 2: el bucle principal</a:t>
            </a:r>
            <a:endParaRPr lang="es-CL" dirty="0"/>
          </a:p>
        </p:txBody>
      </p:sp>
      <p:sp>
        <p:nvSpPr>
          <p:cNvPr id="3" name="Marcador de contenido 2">
            <a:extLst>
              <a:ext uri="{FF2B5EF4-FFF2-40B4-BE49-F238E27FC236}">
                <a16:creationId xmlns:a16="http://schemas.microsoft.com/office/drawing/2014/main" id="{12EC1EC9-210D-4CB4-BB11-0392274948BB}"/>
              </a:ext>
            </a:extLst>
          </p:cNvPr>
          <p:cNvSpPr>
            <a:spLocks noGrp="1"/>
          </p:cNvSpPr>
          <p:nvPr>
            <p:ph sz="quarter" idx="13"/>
          </p:nvPr>
        </p:nvSpPr>
        <p:spPr>
          <a:xfrm>
            <a:off x="685801" y="1596573"/>
            <a:ext cx="8153396" cy="2919658"/>
          </a:xfrm>
        </p:spPr>
        <p:txBody>
          <a:bodyPr>
            <a:normAutofit/>
          </a:bodyPr>
          <a:lstStyle/>
          <a:p>
            <a:r>
              <a:rPr lang="es-MX" sz="2400" dirty="0"/>
              <a:t>En nuestro caso el bucle principal se continuará ejecutando hasta que el usuario cierre el ventana (o sea que se quede esperando hasta que se haga clic en el botón para cerrar la ventana)</a:t>
            </a:r>
          </a:p>
          <a:p>
            <a:r>
              <a:rPr lang="es-MX" sz="2400" dirty="0"/>
              <a:t>Al código siguiente hay que agregar.</a:t>
            </a:r>
            <a:endParaRPr lang="es-CL" sz="2400" dirty="0"/>
          </a:p>
        </p:txBody>
      </p:sp>
      <p:pic>
        <p:nvPicPr>
          <p:cNvPr id="4" name="Imagen 3">
            <a:extLst>
              <a:ext uri="{FF2B5EF4-FFF2-40B4-BE49-F238E27FC236}">
                <a16:creationId xmlns:a16="http://schemas.microsoft.com/office/drawing/2014/main" id="{2748991C-0CCD-455E-919E-7E60AE3DE52F}"/>
              </a:ext>
            </a:extLst>
          </p:cNvPr>
          <p:cNvPicPr>
            <a:picLocks noChangeAspect="1"/>
          </p:cNvPicPr>
          <p:nvPr/>
        </p:nvPicPr>
        <p:blipFill>
          <a:blip r:embed="rId2"/>
          <a:stretch>
            <a:fillRect/>
          </a:stretch>
        </p:blipFill>
        <p:spPr>
          <a:xfrm>
            <a:off x="352642" y="4345213"/>
            <a:ext cx="8323601" cy="1832427"/>
          </a:xfrm>
          <a:prstGeom prst="rect">
            <a:avLst/>
          </a:prstGeom>
        </p:spPr>
      </p:pic>
      <p:pic>
        <p:nvPicPr>
          <p:cNvPr id="5" name="Imagen 4">
            <a:extLst>
              <a:ext uri="{FF2B5EF4-FFF2-40B4-BE49-F238E27FC236}">
                <a16:creationId xmlns:a16="http://schemas.microsoft.com/office/drawing/2014/main" id="{D3CD0EAC-8C03-476C-AB09-43E64F1E15A1}"/>
              </a:ext>
            </a:extLst>
          </p:cNvPr>
          <p:cNvPicPr>
            <a:picLocks noChangeAspect="1"/>
          </p:cNvPicPr>
          <p:nvPr/>
        </p:nvPicPr>
        <p:blipFill>
          <a:blip r:embed="rId3"/>
          <a:stretch>
            <a:fillRect/>
          </a:stretch>
        </p:blipFill>
        <p:spPr>
          <a:xfrm>
            <a:off x="8839197" y="0"/>
            <a:ext cx="3324980" cy="6858000"/>
          </a:xfrm>
          <a:prstGeom prst="rect">
            <a:avLst/>
          </a:prstGeom>
        </p:spPr>
      </p:pic>
    </p:spTree>
    <p:extLst>
      <p:ext uri="{BB962C8B-B14F-4D97-AF65-F5344CB8AC3E}">
        <p14:creationId xmlns:p14="http://schemas.microsoft.com/office/powerpoint/2010/main" val="1014748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7F4CB9-899D-4E93-84DF-BDB814AC64C2}"/>
              </a:ext>
            </a:extLst>
          </p:cNvPr>
          <p:cNvSpPr>
            <a:spLocks noGrp="1"/>
          </p:cNvSpPr>
          <p:nvPr>
            <p:ph type="title"/>
          </p:nvPr>
        </p:nvSpPr>
        <p:spPr/>
        <p:txBody>
          <a:bodyPr>
            <a:noAutofit/>
          </a:bodyPr>
          <a:lstStyle/>
          <a:p>
            <a:r>
              <a:rPr lang="es-MX" sz="4400" b="1" dirty="0"/>
              <a:t>Paso 3: Cargando el fondo y una imagen </a:t>
            </a:r>
            <a:endParaRPr lang="es-CL" sz="4400" dirty="0"/>
          </a:p>
        </p:txBody>
      </p:sp>
      <p:sp>
        <p:nvSpPr>
          <p:cNvPr id="3" name="Marcador de contenido 2">
            <a:extLst>
              <a:ext uri="{FF2B5EF4-FFF2-40B4-BE49-F238E27FC236}">
                <a16:creationId xmlns:a16="http://schemas.microsoft.com/office/drawing/2014/main" id="{BE3159BA-2905-425E-A83C-65A2560FB763}"/>
              </a:ext>
            </a:extLst>
          </p:cNvPr>
          <p:cNvSpPr>
            <a:spLocks noGrp="1"/>
          </p:cNvSpPr>
          <p:nvPr>
            <p:ph sz="quarter" idx="13"/>
          </p:nvPr>
        </p:nvSpPr>
        <p:spPr>
          <a:xfrm>
            <a:off x="685801" y="1678676"/>
            <a:ext cx="4568370" cy="3695910"/>
          </a:xfrm>
        </p:spPr>
        <p:txBody>
          <a:bodyPr>
            <a:normAutofit fontScale="62500" lnSpcReduction="20000"/>
          </a:bodyPr>
          <a:lstStyle/>
          <a:p>
            <a:r>
              <a:rPr lang="es-MX" dirty="0"/>
              <a:t>Primero para cargar las imágenes usamos </a:t>
            </a:r>
            <a:r>
              <a:rPr lang="es-MX" dirty="0" err="1">
                <a:solidFill>
                  <a:srgbClr val="0070C0"/>
                </a:solidFill>
              </a:rPr>
              <a:t>pygame.image.load</a:t>
            </a:r>
            <a:r>
              <a:rPr lang="es-MX" dirty="0">
                <a:solidFill>
                  <a:srgbClr val="0070C0"/>
                </a:solidFill>
              </a:rPr>
              <a:t>()</a:t>
            </a:r>
            <a:r>
              <a:rPr lang="es-MX" dirty="0"/>
              <a:t>, con ello se crea un objeto que contiene la superficie de la imagen (aun no la muestra). Luego de esto hay que indicar las posiciones de esta imagen, para lo cual se usa </a:t>
            </a:r>
            <a:r>
              <a:rPr lang="es-MX" dirty="0" err="1">
                <a:solidFill>
                  <a:srgbClr val="0070C0"/>
                </a:solidFill>
              </a:rPr>
              <a:t>blit</a:t>
            </a:r>
            <a:r>
              <a:rPr lang="es-MX" dirty="0">
                <a:solidFill>
                  <a:srgbClr val="0070C0"/>
                </a:solidFill>
              </a:rPr>
              <a:t>(imagen, (</a:t>
            </a:r>
            <a:r>
              <a:rPr lang="es-MX" dirty="0" err="1">
                <a:solidFill>
                  <a:srgbClr val="0070C0"/>
                </a:solidFill>
              </a:rPr>
              <a:t>coordenada_x</a:t>
            </a:r>
            <a:r>
              <a:rPr lang="es-MX" dirty="0">
                <a:solidFill>
                  <a:srgbClr val="0070C0"/>
                </a:solidFill>
              </a:rPr>
              <a:t>, </a:t>
            </a:r>
            <a:r>
              <a:rPr lang="es-MX" dirty="0" err="1">
                <a:solidFill>
                  <a:srgbClr val="0070C0"/>
                </a:solidFill>
              </a:rPr>
              <a:t>coordenada_y</a:t>
            </a:r>
            <a:r>
              <a:rPr lang="es-MX" dirty="0">
                <a:solidFill>
                  <a:srgbClr val="0070C0"/>
                </a:solidFill>
              </a:rPr>
              <a:t>))</a:t>
            </a:r>
            <a:endParaRPr lang="es-CL" dirty="0">
              <a:solidFill>
                <a:srgbClr val="0070C0"/>
              </a:solidFill>
            </a:endParaRPr>
          </a:p>
        </p:txBody>
      </p:sp>
      <p:pic>
        <p:nvPicPr>
          <p:cNvPr id="4" name="Imagen 3">
            <a:extLst>
              <a:ext uri="{FF2B5EF4-FFF2-40B4-BE49-F238E27FC236}">
                <a16:creationId xmlns:a16="http://schemas.microsoft.com/office/drawing/2014/main" id="{73B8BAAE-4A52-4C3F-87B8-BB686361BF53}"/>
              </a:ext>
            </a:extLst>
          </p:cNvPr>
          <p:cNvPicPr>
            <a:picLocks noChangeAspect="1"/>
          </p:cNvPicPr>
          <p:nvPr/>
        </p:nvPicPr>
        <p:blipFill>
          <a:blip r:embed="rId2"/>
          <a:stretch>
            <a:fillRect/>
          </a:stretch>
        </p:blipFill>
        <p:spPr>
          <a:xfrm>
            <a:off x="5254171" y="1580705"/>
            <a:ext cx="6710433" cy="5081352"/>
          </a:xfrm>
          <a:prstGeom prst="rect">
            <a:avLst/>
          </a:prstGeom>
        </p:spPr>
      </p:pic>
    </p:spTree>
    <p:extLst>
      <p:ext uri="{BB962C8B-B14F-4D97-AF65-F5344CB8AC3E}">
        <p14:creationId xmlns:p14="http://schemas.microsoft.com/office/powerpoint/2010/main" val="270598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2A231AC-E015-4371-8AEA-DC2BB44F2AA8}"/>
              </a:ext>
            </a:extLst>
          </p:cNvPr>
          <p:cNvSpPr>
            <a:spLocks noGrp="1"/>
          </p:cNvSpPr>
          <p:nvPr>
            <p:ph sz="quarter" idx="13"/>
          </p:nvPr>
        </p:nvSpPr>
        <p:spPr>
          <a:xfrm>
            <a:off x="464024" y="151240"/>
            <a:ext cx="10658901" cy="1485022"/>
          </a:xfrm>
        </p:spPr>
        <p:txBody>
          <a:bodyPr>
            <a:normAutofit fontScale="77500" lnSpcReduction="20000"/>
          </a:bodyPr>
          <a:lstStyle/>
          <a:p>
            <a:r>
              <a:rPr lang="es-MX" dirty="0"/>
              <a:t>Ahora que ya sabemos sobre coordenadas, vamos a insertar un fondo y una imagen en nuestra ventana, usaremos las siguientes:</a:t>
            </a:r>
            <a:endParaRPr lang="es-CL" dirty="0"/>
          </a:p>
        </p:txBody>
      </p:sp>
      <p:pic>
        <p:nvPicPr>
          <p:cNvPr id="5" name="Imagen 4">
            <a:extLst>
              <a:ext uri="{FF2B5EF4-FFF2-40B4-BE49-F238E27FC236}">
                <a16:creationId xmlns:a16="http://schemas.microsoft.com/office/drawing/2014/main" id="{5507E652-C730-45A7-9774-A467A6696AF6}"/>
              </a:ext>
            </a:extLst>
          </p:cNvPr>
          <p:cNvPicPr>
            <a:picLocks noChangeAspect="1"/>
          </p:cNvPicPr>
          <p:nvPr/>
        </p:nvPicPr>
        <p:blipFill>
          <a:blip r:embed="rId2"/>
          <a:stretch>
            <a:fillRect/>
          </a:stretch>
        </p:blipFill>
        <p:spPr>
          <a:xfrm>
            <a:off x="404944" y="1508248"/>
            <a:ext cx="1784444" cy="1321036"/>
          </a:xfrm>
          <a:prstGeom prst="rect">
            <a:avLst/>
          </a:prstGeom>
        </p:spPr>
      </p:pic>
      <p:sp>
        <p:nvSpPr>
          <p:cNvPr id="6" name="Rectángulo 5">
            <a:extLst>
              <a:ext uri="{FF2B5EF4-FFF2-40B4-BE49-F238E27FC236}">
                <a16:creationId xmlns:a16="http://schemas.microsoft.com/office/drawing/2014/main" id="{D1641543-1DF8-4936-AAAA-BD7ECB64C897}"/>
              </a:ext>
            </a:extLst>
          </p:cNvPr>
          <p:cNvSpPr/>
          <p:nvPr/>
        </p:nvSpPr>
        <p:spPr>
          <a:xfrm>
            <a:off x="404944" y="2829284"/>
            <a:ext cx="2031325" cy="369332"/>
          </a:xfrm>
          <a:prstGeom prst="rect">
            <a:avLst/>
          </a:prstGeom>
        </p:spPr>
        <p:txBody>
          <a:bodyPr wrap="none">
            <a:spAutoFit/>
          </a:bodyPr>
          <a:lstStyle/>
          <a:p>
            <a:r>
              <a:rPr lang="es-CL" dirty="0">
                <a:solidFill>
                  <a:srgbClr val="000000"/>
                </a:solidFill>
                <a:latin typeface="Abadi" panose="020B0604020104020204" pitchFamily="34" charset="0"/>
              </a:rPr>
              <a:t>Fondo: </a:t>
            </a:r>
            <a:r>
              <a:rPr lang="es-CL" dirty="0">
                <a:latin typeface="Abadi" panose="020B0604020104020204" pitchFamily="34" charset="0"/>
              </a:rPr>
              <a:t>fondo.jpg 	</a:t>
            </a:r>
          </a:p>
        </p:txBody>
      </p:sp>
      <p:sp>
        <p:nvSpPr>
          <p:cNvPr id="7" name="Rectángulo 6">
            <a:extLst>
              <a:ext uri="{FF2B5EF4-FFF2-40B4-BE49-F238E27FC236}">
                <a16:creationId xmlns:a16="http://schemas.microsoft.com/office/drawing/2014/main" id="{BF5B9177-2F9C-4E41-9CA3-58270FF2EFD8}"/>
              </a:ext>
            </a:extLst>
          </p:cNvPr>
          <p:cNvSpPr/>
          <p:nvPr/>
        </p:nvSpPr>
        <p:spPr>
          <a:xfrm>
            <a:off x="0" y="5224848"/>
            <a:ext cx="2954655" cy="369332"/>
          </a:xfrm>
          <a:prstGeom prst="rect">
            <a:avLst/>
          </a:prstGeom>
        </p:spPr>
        <p:txBody>
          <a:bodyPr wrap="none">
            <a:spAutoFit/>
          </a:bodyPr>
          <a:lstStyle/>
          <a:p>
            <a:r>
              <a:rPr lang="es-CL" dirty="0">
                <a:solidFill>
                  <a:srgbClr val="000000"/>
                </a:solidFill>
                <a:latin typeface="Abadi" panose="020B0604020104020204" pitchFamily="34" charset="0"/>
              </a:rPr>
              <a:t>imagen a mostrar: </a:t>
            </a:r>
            <a:r>
              <a:rPr lang="es-CL" dirty="0">
                <a:latin typeface="Abadi" panose="020B0604020104020204" pitchFamily="34" charset="0"/>
              </a:rPr>
              <a:t>tux.png </a:t>
            </a:r>
            <a:r>
              <a:rPr lang="es-CL" dirty="0">
                <a:solidFill>
                  <a:srgbClr val="000000"/>
                </a:solidFill>
                <a:latin typeface="Abadi" panose="020B0604020104020204" pitchFamily="34" charset="0"/>
              </a:rPr>
              <a:t>	</a:t>
            </a:r>
          </a:p>
        </p:txBody>
      </p:sp>
      <p:pic>
        <p:nvPicPr>
          <p:cNvPr id="9" name="Imagen 8">
            <a:extLst>
              <a:ext uri="{FF2B5EF4-FFF2-40B4-BE49-F238E27FC236}">
                <a16:creationId xmlns:a16="http://schemas.microsoft.com/office/drawing/2014/main" id="{58100F84-05D5-42E4-A395-42B0CF3EE50A}"/>
              </a:ext>
            </a:extLst>
          </p:cNvPr>
          <p:cNvPicPr>
            <a:picLocks noChangeAspect="1"/>
          </p:cNvPicPr>
          <p:nvPr/>
        </p:nvPicPr>
        <p:blipFill rotWithShape="1">
          <a:blip r:embed="rId3"/>
          <a:srcRect l="4536" r="8644"/>
          <a:stretch/>
        </p:blipFill>
        <p:spPr>
          <a:xfrm>
            <a:off x="2447778" y="1386466"/>
            <a:ext cx="9087729" cy="2830026"/>
          </a:xfrm>
          <a:prstGeom prst="rect">
            <a:avLst/>
          </a:prstGeom>
          <a:ln>
            <a:solidFill>
              <a:schemeClr val="tx2"/>
            </a:solidFill>
          </a:ln>
          <a:effectLst>
            <a:outerShdw blurRad="63500" sx="102000" sy="102000" algn="ctr" rotWithShape="0">
              <a:prstClr val="black">
                <a:alpha val="40000"/>
              </a:prstClr>
            </a:outerShdw>
          </a:effectLst>
        </p:spPr>
      </p:pic>
      <p:pic>
        <p:nvPicPr>
          <p:cNvPr id="10" name="Imagen 9" descr="Imagen que contiene transporte&#10;&#10;Descripción generada con confianza alta">
            <a:extLst>
              <a:ext uri="{FF2B5EF4-FFF2-40B4-BE49-F238E27FC236}">
                <a16:creationId xmlns:a16="http://schemas.microsoft.com/office/drawing/2014/main" id="{1096A7D0-06AB-4440-88A6-5AFA6C17CDC5}"/>
              </a:ext>
            </a:extLst>
          </p:cNvPr>
          <p:cNvPicPr>
            <a:picLocks noChangeAspect="1"/>
          </p:cNvPicPr>
          <p:nvPr/>
        </p:nvPicPr>
        <p:blipFill>
          <a:blip r:embed="rId4"/>
          <a:stretch>
            <a:fillRect/>
          </a:stretch>
        </p:blipFill>
        <p:spPr>
          <a:xfrm>
            <a:off x="849177" y="4042306"/>
            <a:ext cx="1142857" cy="1142857"/>
          </a:xfrm>
          <a:prstGeom prst="rect">
            <a:avLst/>
          </a:prstGeom>
        </p:spPr>
      </p:pic>
    </p:spTree>
    <p:extLst>
      <p:ext uri="{BB962C8B-B14F-4D97-AF65-F5344CB8AC3E}">
        <p14:creationId xmlns:p14="http://schemas.microsoft.com/office/powerpoint/2010/main" val="300179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3.54167E-6 4.81481E-6 L -0.25 4.81481E-6 " pathEditMode="relative" rAng="0" ptsTypes="AA">
                                      <p:cBhvr>
                                        <p:cTn id="6" dur="2000" fill="hold"/>
                                        <p:tgtEl>
                                          <p:spTgt spid="10"/>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15DA87D-133C-4F77-8863-8B66D40F993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2" name="Group 11">
            <a:extLst>
              <a:ext uri="{FF2B5EF4-FFF2-40B4-BE49-F238E27FC236}">
                <a16:creationId xmlns:a16="http://schemas.microsoft.com/office/drawing/2014/main" id="{5C436ED1-B374-4FA9-AC69-CA9B086E4F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 name="Rectangle 12">
              <a:extLst>
                <a:ext uri="{FF2B5EF4-FFF2-40B4-BE49-F238E27FC236}">
                  <a16:creationId xmlns:a16="http://schemas.microsoft.com/office/drawing/2014/main" id="{0BF795C8-C503-458A-B6C7-5C3B78FA6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4" name="Freeform 11">
              <a:extLst>
                <a:ext uri="{FF2B5EF4-FFF2-40B4-BE49-F238E27FC236}">
                  <a16:creationId xmlns:a16="http://schemas.microsoft.com/office/drawing/2014/main" id="{29605B65-A1AD-48AA-9FA4-0239C3E34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5" name="Rectangle 14">
              <a:extLst>
                <a:ext uri="{FF2B5EF4-FFF2-40B4-BE49-F238E27FC236}">
                  <a16:creationId xmlns:a16="http://schemas.microsoft.com/office/drawing/2014/main" id="{C158A24C-9ADB-45F1-90ED-8B0C00DF8C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pic>
        <p:nvPicPr>
          <p:cNvPr id="5" name="Imagen 4" descr="Imagen que contiene naturaleza&#10;&#10;Descripción generada con confianza alta">
            <a:extLst>
              <a:ext uri="{FF2B5EF4-FFF2-40B4-BE49-F238E27FC236}">
                <a16:creationId xmlns:a16="http://schemas.microsoft.com/office/drawing/2014/main" id="{C087F789-2CA6-4107-B4F5-792035B8C8EC}"/>
              </a:ext>
            </a:extLst>
          </p:cNvPr>
          <p:cNvPicPr>
            <a:picLocks noChangeAspect="1"/>
          </p:cNvPicPr>
          <p:nvPr/>
        </p:nvPicPr>
        <p:blipFill rotWithShape="1">
          <a:blip r:embed="rId4"/>
          <a:srcRect t="25000"/>
          <a:stretch/>
        </p:blipFill>
        <p:spPr>
          <a:xfrm>
            <a:off x="20" y="10"/>
            <a:ext cx="12191980" cy="6857990"/>
          </a:xfrm>
          <a:prstGeom prst="rect">
            <a:avLst/>
          </a:prstGeom>
        </p:spPr>
      </p:pic>
      <p:pic>
        <p:nvPicPr>
          <p:cNvPr id="7" name="Imagen 6" descr="Imagen que contiene transporte&#10;&#10;Descripción generada con confianza alta">
            <a:extLst>
              <a:ext uri="{FF2B5EF4-FFF2-40B4-BE49-F238E27FC236}">
                <a16:creationId xmlns:a16="http://schemas.microsoft.com/office/drawing/2014/main" id="{B50E01BA-ABC7-44AA-A9BC-7B21C71F3C25}"/>
              </a:ext>
            </a:extLst>
          </p:cNvPr>
          <p:cNvPicPr>
            <a:picLocks noChangeAspect="1"/>
          </p:cNvPicPr>
          <p:nvPr/>
        </p:nvPicPr>
        <p:blipFill>
          <a:blip r:embed="rId5"/>
          <a:stretch>
            <a:fillRect/>
          </a:stretch>
        </p:blipFill>
        <p:spPr>
          <a:xfrm>
            <a:off x="10563656" y="2638328"/>
            <a:ext cx="1142857" cy="1142857"/>
          </a:xfrm>
          <a:prstGeom prst="rect">
            <a:avLst/>
          </a:prstGeom>
        </p:spPr>
      </p:pic>
    </p:spTree>
    <p:extLst>
      <p:ext uri="{BB962C8B-B14F-4D97-AF65-F5344CB8AC3E}">
        <p14:creationId xmlns:p14="http://schemas.microsoft.com/office/powerpoint/2010/main" val="307136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940F8D-EA7A-49E2-841E-8F3A05D91293}"/>
              </a:ext>
            </a:extLst>
          </p:cNvPr>
          <p:cNvSpPr>
            <a:spLocks noGrp="1"/>
          </p:cNvSpPr>
          <p:nvPr>
            <p:ph type="title"/>
          </p:nvPr>
        </p:nvSpPr>
        <p:spPr/>
        <p:txBody>
          <a:bodyPr/>
          <a:lstStyle/>
          <a:p>
            <a:r>
              <a:rPr lang="es-MX" b="1" dirty="0"/>
              <a:t>Paso 4: Moviendo la imagen </a:t>
            </a:r>
            <a:endParaRPr lang="es-CL" dirty="0"/>
          </a:p>
        </p:txBody>
      </p:sp>
      <p:sp>
        <p:nvSpPr>
          <p:cNvPr id="3" name="Marcador de contenido 2">
            <a:extLst>
              <a:ext uri="{FF2B5EF4-FFF2-40B4-BE49-F238E27FC236}">
                <a16:creationId xmlns:a16="http://schemas.microsoft.com/office/drawing/2014/main" id="{62D1C06D-BF91-4885-8DA3-4A01D0A1D045}"/>
              </a:ext>
            </a:extLst>
          </p:cNvPr>
          <p:cNvSpPr>
            <a:spLocks noGrp="1"/>
          </p:cNvSpPr>
          <p:nvPr>
            <p:ph sz="quarter" idx="13"/>
          </p:nvPr>
        </p:nvSpPr>
        <p:spPr>
          <a:xfrm>
            <a:off x="685801" y="1757296"/>
            <a:ext cx="7400429" cy="2248648"/>
          </a:xfrm>
        </p:spPr>
        <p:txBody>
          <a:bodyPr>
            <a:normAutofit fontScale="77500" lnSpcReduction="20000"/>
          </a:bodyPr>
          <a:lstStyle/>
          <a:p>
            <a:r>
              <a:rPr lang="es-MX" dirty="0"/>
              <a:t>Ahora vamos a hacer que </a:t>
            </a:r>
            <a:r>
              <a:rPr lang="es-MX" dirty="0" err="1"/>
              <a:t>tux</a:t>
            </a:r>
            <a:r>
              <a:rPr lang="es-MX" dirty="0"/>
              <a:t> se mueva a la izquierda, para ello, simplemente a su posición en el eje x le vamos a restar -1 en cada ciclo del bucle principal. Para ello modificamos el código para que quede de la siguiente manera:</a:t>
            </a:r>
            <a:endParaRPr lang="es-CL" dirty="0"/>
          </a:p>
        </p:txBody>
      </p:sp>
      <p:pic>
        <p:nvPicPr>
          <p:cNvPr id="4" name="Imagen 3">
            <a:extLst>
              <a:ext uri="{FF2B5EF4-FFF2-40B4-BE49-F238E27FC236}">
                <a16:creationId xmlns:a16="http://schemas.microsoft.com/office/drawing/2014/main" id="{8A0DAC0D-BF7F-416C-A803-8CEB760E8AE7}"/>
              </a:ext>
            </a:extLst>
          </p:cNvPr>
          <p:cNvPicPr>
            <a:picLocks noChangeAspect="1"/>
          </p:cNvPicPr>
          <p:nvPr/>
        </p:nvPicPr>
        <p:blipFill>
          <a:blip r:embed="rId2"/>
          <a:stretch>
            <a:fillRect/>
          </a:stretch>
        </p:blipFill>
        <p:spPr>
          <a:xfrm>
            <a:off x="683626" y="1626669"/>
            <a:ext cx="7402604" cy="4759617"/>
          </a:xfrm>
          <a:prstGeom prst="rect">
            <a:avLst/>
          </a:prstGeom>
        </p:spPr>
      </p:pic>
      <p:pic>
        <p:nvPicPr>
          <p:cNvPr id="6" name="Imagen 5">
            <a:extLst>
              <a:ext uri="{FF2B5EF4-FFF2-40B4-BE49-F238E27FC236}">
                <a16:creationId xmlns:a16="http://schemas.microsoft.com/office/drawing/2014/main" id="{264F2064-01CF-4EC0-817F-412AD312FD3A}"/>
              </a:ext>
            </a:extLst>
          </p:cNvPr>
          <p:cNvPicPr>
            <a:picLocks noChangeAspect="1"/>
          </p:cNvPicPr>
          <p:nvPr/>
        </p:nvPicPr>
        <p:blipFill>
          <a:blip r:embed="rId3"/>
          <a:stretch>
            <a:fillRect/>
          </a:stretch>
        </p:blipFill>
        <p:spPr>
          <a:xfrm>
            <a:off x="6664944" y="2229239"/>
            <a:ext cx="4569114" cy="3553409"/>
          </a:xfrm>
          <a:prstGeom prst="rect">
            <a:avLst/>
          </a:prstGeom>
        </p:spPr>
      </p:pic>
    </p:spTree>
    <p:extLst>
      <p:ext uri="{BB962C8B-B14F-4D97-AF65-F5344CB8AC3E}">
        <p14:creationId xmlns:p14="http://schemas.microsoft.com/office/powerpoint/2010/main" val="374254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1+#ppt_w/2"/>
                                          </p:val>
                                        </p:tav>
                                        <p:tav tm="100000">
                                          <p:val>
                                            <p:strVal val="#ppt_x"/>
                                          </p:val>
                                        </p:tav>
                                      </p:tavLst>
                                    </p:anim>
                                    <p:anim calcmode="lin" valueType="num">
                                      <p:cBhvr additive="base">
                                        <p:cTn id="1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A8767A-5EB8-4ABA-9117-B9756810B26C}"/>
              </a:ext>
            </a:extLst>
          </p:cNvPr>
          <p:cNvSpPr>
            <a:spLocks noGrp="1"/>
          </p:cNvSpPr>
          <p:nvPr>
            <p:ph type="title"/>
          </p:nvPr>
        </p:nvSpPr>
        <p:spPr>
          <a:xfrm>
            <a:off x="685801" y="197681"/>
            <a:ext cx="10396882" cy="1151965"/>
          </a:xfrm>
        </p:spPr>
        <p:txBody>
          <a:bodyPr>
            <a:noAutofit/>
          </a:bodyPr>
          <a:lstStyle/>
          <a:p>
            <a:r>
              <a:rPr lang="es-MX" sz="4000" dirty="0"/>
              <a:t>Paso 5: Refrescando/borrando la pantalla</a:t>
            </a:r>
            <a:endParaRPr lang="es-CL" sz="4000" dirty="0"/>
          </a:p>
        </p:txBody>
      </p:sp>
      <p:sp>
        <p:nvSpPr>
          <p:cNvPr id="3" name="Marcador de contenido 2">
            <a:extLst>
              <a:ext uri="{FF2B5EF4-FFF2-40B4-BE49-F238E27FC236}">
                <a16:creationId xmlns:a16="http://schemas.microsoft.com/office/drawing/2014/main" id="{7909C9EA-4389-428D-8C1D-9BF080105C87}"/>
              </a:ext>
            </a:extLst>
          </p:cNvPr>
          <p:cNvSpPr>
            <a:spLocks noGrp="1"/>
          </p:cNvSpPr>
          <p:nvPr>
            <p:ph sz="quarter" idx="13"/>
          </p:nvPr>
        </p:nvSpPr>
        <p:spPr>
          <a:xfrm>
            <a:off x="687976" y="1599373"/>
            <a:ext cx="10394707" cy="1566908"/>
          </a:xfrm>
        </p:spPr>
        <p:txBody>
          <a:bodyPr>
            <a:normAutofit fontScale="62500" lnSpcReduction="20000"/>
          </a:bodyPr>
          <a:lstStyle/>
          <a:p>
            <a:r>
              <a:rPr lang="es-MX" dirty="0"/>
              <a:t>La solución más fácil para borrar el "rastro" que se deja al moverse, es simplemente redibujar toda la pantalla (fondo incluido) en cada ciclo del juego, por lo tanto dentro del </a:t>
            </a:r>
            <a:r>
              <a:rPr lang="es-MX" dirty="0" err="1">
                <a:solidFill>
                  <a:srgbClr val="0070C0"/>
                </a:solidFill>
              </a:rPr>
              <a:t>while</a:t>
            </a:r>
            <a:r>
              <a:rPr lang="es-MX" dirty="0"/>
              <a:t>, después de actualizar la posición del pingüino, se redibuja tota la pantalla usando </a:t>
            </a:r>
            <a:r>
              <a:rPr lang="es-MX" dirty="0" err="1">
                <a:solidFill>
                  <a:srgbClr val="0070C0"/>
                </a:solidFill>
              </a:rPr>
              <a:t>blit</a:t>
            </a:r>
            <a:r>
              <a:rPr lang="es-MX" dirty="0">
                <a:solidFill>
                  <a:srgbClr val="0070C0"/>
                </a:solidFill>
              </a:rPr>
              <a:t>() </a:t>
            </a:r>
            <a:r>
              <a:rPr lang="es-MX" dirty="0"/>
              <a:t>y </a:t>
            </a:r>
            <a:r>
              <a:rPr lang="es-MX" dirty="0" err="1">
                <a:solidFill>
                  <a:srgbClr val="0070C0"/>
                </a:solidFill>
              </a:rPr>
              <a:t>pygame.display.flip</a:t>
            </a:r>
            <a:r>
              <a:rPr lang="es-MX" dirty="0">
                <a:solidFill>
                  <a:srgbClr val="0070C0"/>
                </a:solidFill>
              </a:rPr>
              <a:t>()</a:t>
            </a:r>
            <a:r>
              <a:rPr lang="es-MX" dirty="0"/>
              <a:t>.</a:t>
            </a:r>
            <a:endParaRPr lang="es-CL" dirty="0"/>
          </a:p>
        </p:txBody>
      </p:sp>
      <p:pic>
        <p:nvPicPr>
          <p:cNvPr id="4" name="Imagen 3">
            <a:extLst>
              <a:ext uri="{FF2B5EF4-FFF2-40B4-BE49-F238E27FC236}">
                <a16:creationId xmlns:a16="http://schemas.microsoft.com/office/drawing/2014/main" id="{10718294-AA83-4650-B834-83614916B121}"/>
              </a:ext>
            </a:extLst>
          </p:cNvPr>
          <p:cNvPicPr>
            <a:picLocks noChangeAspect="1"/>
          </p:cNvPicPr>
          <p:nvPr/>
        </p:nvPicPr>
        <p:blipFill>
          <a:blip r:embed="rId2"/>
          <a:stretch>
            <a:fillRect/>
          </a:stretch>
        </p:blipFill>
        <p:spPr>
          <a:xfrm>
            <a:off x="687976" y="1254954"/>
            <a:ext cx="10394707" cy="4348091"/>
          </a:xfrm>
          <a:prstGeom prst="rect">
            <a:avLst/>
          </a:prstGeom>
        </p:spPr>
      </p:pic>
    </p:spTree>
    <p:extLst>
      <p:ext uri="{BB962C8B-B14F-4D97-AF65-F5344CB8AC3E}">
        <p14:creationId xmlns:p14="http://schemas.microsoft.com/office/powerpoint/2010/main" val="73959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15DA87D-133C-4F77-8863-8B66D40F993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2" name="Group 11">
            <a:extLst>
              <a:ext uri="{FF2B5EF4-FFF2-40B4-BE49-F238E27FC236}">
                <a16:creationId xmlns:a16="http://schemas.microsoft.com/office/drawing/2014/main" id="{5C436ED1-B374-4FA9-AC69-CA9B086E4F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397" y="0"/>
            <a:ext cx="12005350" cy="6644081"/>
            <a:chOff x="-25397" y="0"/>
            <a:chExt cx="12005350" cy="6644081"/>
          </a:xfrm>
        </p:grpSpPr>
        <p:sp useBgFill="1">
          <p:nvSpPr>
            <p:cNvPr id="13" name="Rectangle 12">
              <a:extLst>
                <a:ext uri="{FF2B5EF4-FFF2-40B4-BE49-F238E27FC236}">
                  <a16:creationId xmlns:a16="http://schemas.microsoft.com/office/drawing/2014/main" id="{0BF795C8-C503-458A-B6C7-5C3B78FA6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4" name="Freeform 11">
              <a:extLst>
                <a:ext uri="{FF2B5EF4-FFF2-40B4-BE49-F238E27FC236}">
                  <a16:creationId xmlns:a16="http://schemas.microsoft.com/office/drawing/2014/main" id="{29605B65-A1AD-48AA-9FA4-0239C3E34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5" name="Rectangle 14">
              <a:extLst>
                <a:ext uri="{FF2B5EF4-FFF2-40B4-BE49-F238E27FC236}">
                  <a16:creationId xmlns:a16="http://schemas.microsoft.com/office/drawing/2014/main" id="{C158A24C-9ADB-45F1-90ED-8B0C00DF8C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pic>
        <p:nvPicPr>
          <p:cNvPr id="5" name="Imagen 4" descr="Imagen que contiene naturaleza&#10;&#10;Descripción generada con confianza alta">
            <a:extLst>
              <a:ext uri="{FF2B5EF4-FFF2-40B4-BE49-F238E27FC236}">
                <a16:creationId xmlns:a16="http://schemas.microsoft.com/office/drawing/2014/main" id="{C087F789-2CA6-4107-B4F5-792035B8C8EC}"/>
              </a:ext>
            </a:extLst>
          </p:cNvPr>
          <p:cNvPicPr>
            <a:picLocks noChangeAspect="1"/>
          </p:cNvPicPr>
          <p:nvPr/>
        </p:nvPicPr>
        <p:blipFill rotWithShape="1">
          <a:blip r:embed="rId4"/>
          <a:srcRect t="25000"/>
          <a:stretch/>
        </p:blipFill>
        <p:spPr>
          <a:xfrm>
            <a:off x="20" y="10"/>
            <a:ext cx="12191980" cy="6857990"/>
          </a:xfrm>
          <a:prstGeom prst="rect">
            <a:avLst/>
          </a:prstGeom>
        </p:spPr>
      </p:pic>
      <p:pic>
        <p:nvPicPr>
          <p:cNvPr id="7" name="Imagen 6" descr="Imagen que contiene transporte&#10;&#10;Descripción generada con confianza alta">
            <a:extLst>
              <a:ext uri="{FF2B5EF4-FFF2-40B4-BE49-F238E27FC236}">
                <a16:creationId xmlns:a16="http://schemas.microsoft.com/office/drawing/2014/main" id="{B50E01BA-ABC7-44AA-A9BC-7B21C71F3C25}"/>
              </a:ext>
            </a:extLst>
          </p:cNvPr>
          <p:cNvPicPr>
            <a:picLocks noChangeAspect="1"/>
          </p:cNvPicPr>
          <p:nvPr/>
        </p:nvPicPr>
        <p:blipFill>
          <a:blip r:embed="rId5"/>
          <a:stretch>
            <a:fillRect/>
          </a:stretch>
        </p:blipFill>
        <p:spPr>
          <a:xfrm>
            <a:off x="10563656" y="2638328"/>
            <a:ext cx="1142857" cy="1142857"/>
          </a:xfrm>
          <a:prstGeom prst="rect">
            <a:avLst/>
          </a:prstGeom>
        </p:spPr>
      </p:pic>
    </p:spTree>
    <p:extLst>
      <p:ext uri="{BB962C8B-B14F-4D97-AF65-F5344CB8AC3E}">
        <p14:creationId xmlns:p14="http://schemas.microsoft.com/office/powerpoint/2010/main" val="374955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AA1BC4-1CAC-4F7F-BA94-ABBBAB104D98}"/>
              </a:ext>
            </a:extLst>
          </p:cNvPr>
          <p:cNvSpPr>
            <a:spLocks noGrp="1"/>
          </p:cNvSpPr>
          <p:nvPr>
            <p:ph type="title"/>
          </p:nvPr>
        </p:nvSpPr>
        <p:spPr/>
        <p:txBody>
          <a:bodyPr/>
          <a:lstStyle/>
          <a:p>
            <a:r>
              <a:rPr lang="es-CL" dirty="0"/>
              <a:t>TUX: Mover según desea el usuario</a:t>
            </a:r>
          </a:p>
        </p:txBody>
      </p:sp>
      <p:sp>
        <p:nvSpPr>
          <p:cNvPr id="3" name="Marcador de contenido 2">
            <a:extLst>
              <a:ext uri="{FF2B5EF4-FFF2-40B4-BE49-F238E27FC236}">
                <a16:creationId xmlns:a16="http://schemas.microsoft.com/office/drawing/2014/main" id="{79100021-908F-4512-BB16-B7A2D2BE89B4}"/>
              </a:ext>
            </a:extLst>
          </p:cNvPr>
          <p:cNvSpPr>
            <a:spLocks noGrp="1"/>
          </p:cNvSpPr>
          <p:nvPr>
            <p:ph sz="quarter" idx="13"/>
          </p:nvPr>
        </p:nvSpPr>
        <p:spPr>
          <a:xfrm>
            <a:off x="685800" y="1696778"/>
            <a:ext cx="6333978" cy="3114373"/>
          </a:xfrm>
        </p:spPr>
        <p:txBody>
          <a:bodyPr>
            <a:normAutofit fontScale="85000" lnSpcReduction="20000"/>
          </a:bodyPr>
          <a:lstStyle/>
          <a:p>
            <a:r>
              <a:rPr lang="es-CL" b="1" dirty="0" err="1"/>
              <a:t>Tux</a:t>
            </a:r>
            <a:r>
              <a:rPr lang="es-CL" dirty="0"/>
              <a:t>, ahora deberá convertirse en un objeto (</a:t>
            </a:r>
            <a:r>
              <a:rPr lang="es-CL" i="1" dirty="0"/>
              <a:t>encapsulado</a:t>
            </a:r>
            <a:r>
              <a:rPr lang="es-CL" dirty="0"/>
              <a:t>) de tal manera que pueda moverse según las teclas que se presiona.</a:t>
            </a:r>
          </a:p>
          <a:p>
            <a:r>
              <a:rPr lang="es-CL" dirty="0"/>
              <a:t>Por ello se diseña el diagrama </a:t>
            </a:r>
            <a:r>
              <a:rPr lang="es-CL" i="1" dirty="0"/>
              <a:t>UML</a:t>
            </a:r>
            <a:r>
              <a:rPr lang="es-CL" dirty="0"/>
              <a:t>, para nuestra clase Pingüino</a:t>
            </a:r>
          </a:p>
        </p:txBody>
      </p:sp>
      <p:pic>
        <p:nvPicPr>
          <p:cNvPr id="4" name="Imagen 3" descr="Imagen que contiene transporte&#10;&#10;Descripción generada con confianza alta">
            <a:extLst>
              <a:ext uri="{FF2B5EF4-FFF2-40B4-BE49-F238E27FC236}">
                <a16:creationId xmlns:a16="http://schemas.microsoft.com/office/drawing/2014/main" id="{E963F7CD-55BF-4D5F-B338-F1E8F9FC622D}"/>
              </a:ext>
            </a:extLst>
          </p:cNvPr>
          <p:cNvPicPr>
            <a:picLocks noChangeAspect="1"/>
          </p:cNvPicPr>
          <p:nvPr/>
        </p:nvPicPr>
        <p:blipFill>
          <a:blip r:embed="rId2"/>
          <a:stretch>
            <a:fillRect/>
          </a:stretch>
        </p:blipFill>
        <p:spPr>
          <a:xfrm>
            <a:off x="5876921" y="4357612"/>
            <a:ext cx="1142857" cy="1142857"/>
          </a:xfrm>
          <a:prstGeom prst="rect">
            <a:avLst/>
          </a:prstGeom>
        </p:spPr>
      </p:pic>
      <p:pic>
        <p:nvPicPr>
          <p:cNvPr id="6" name="Imagen 5">
            <a:extLst>
              <a:ext uri="{FF2B5EF4-FFF2-40B4-BE49-F238E27FC236}">
                <a16:creationId xmlns:a16="http://schemas.microsoft.com/office/drawing/2014/main" id="{10CA3500-3BB9-4251-935D-87F3B8E9EE59}"/>
              </a:ext>
            </a:extLst>
          </p:cNvPr>
          <p:cNvPicPr>
            <a:picLocks noChangeAspect="1"/>
          </p:cNvPicPr>
          <p:nvPr/>
        </p:nvPicPr>
        <p:blipFill rotWithShape="1">
          <a:blip r:embed="rId3"/>
          <a:srcRect l="10299" b="7524"/>
          <a:stretch/>
        </p:blipFill>
        <p:spPr>
          <a:xfrm>
            <a:off x="7136784" y="1696778"/>
            <a:ext cx="4369415" cy="380369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3791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3.75E-6 1.11022E-16 L -0.25 1.11022E-16 " pathEditMode="relative" rAng="0" ptsTypes="AA">
                                      <p:cBhvr>
                                        <p:cTn id="6" dur="2000" fill="hold"/>
                                        <p:tgtEl>
                                          <p:spTgt spid="4"/>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97A9D6-5570-4084-861B-A5168EE4B55E}"/>
              </a:ext>
            </a:extLst>
          </p:cNvPr>
          <p:cNvSpPr>
            <a:spLocks noGrp="1"/>
          </p:cNvSpPr>
          <p:nvPr>
            <p:ph type="title"/>
          </p:nvPr>
        </p:nvSpPr>
        <p:spPr>
          <a:xfrm>
            <a:off x="7973977" y="406400"/>
            <a:ext cx="3578796" cy="1503936"/>
          </a:xfrm>
        </p:spPr>
        <p:txBody>
          <a:bodyPr>
            <a:normAutofit fontScale="90000"/>
          </a:bodyPr>
          <a:lstStyle/>
          <a:p>
            <a:r>
              <a:rPr lang="es-CL" dirty="0"/>
              <a:t>Definir clase </a:t>
            </a:r>
            <a:r>
              <a:rPr lang="es-CL" dirty="0" err="1"/>
              <a:t>tux</a:t>
            </a:r>
            <a:endParaRPr lang="es-CL" dirty="0"/>
          </a:p>
        </p:txBody>
      </p:sp>
      <p:sp>
        <p:nvSpPr>
          <p:cNvPr id="3" name="Marcador de contenido 2">
            <a:extLst>
              <a:ext uri="{FF2B5EF4-FFF2-40B4-BE49-F238E27FC236}">
                <a16:creationId xmlns:a16="http://schemas.microsoft.com/office/drawing/2014/main" id="{893C7418-0224-4D5B-9E71-89EBDEDAF97F}"/>
              </a:ext>
            </a:extLst>
          </p:cNvPr>
          <p:cNvSpPr>
            <a:spLocks noGrp="1"/>
          </p:cNvSpPr>
          <p:nvPr>
            <p:ph sz="quarter" idx="13"/>
          </p:nvPr>
        </p:nvSpPr>
        <p:spPr>
          <a:xfrm>
            <a:off x="7973976" y="2153233"/>
            <a:ext cx="3578797" cy="3311189"/>
          </a:xfrm>
        </p:spPr>
        <p:txBody>
          <a:bodyPr>
            <a:normAutofit fontScale="92500" lnSpcReduction="20000"/>
          </a:bodyPr>
          <a:lstStyle/>
          <a:p>
            <a:r>
              <a:rPr lang="es-CL" dirty="0"/>
              <a:t>En el código se observa, la dependencia de la librería de </a:t>
            </a:r>
            <a:r>
              <a:rPr lang="es-CL" dirty="0" err="1"/>
              <a:t>Pygame</a:t>
            </a:r>
            <a:r>
              <a:rPr lang="es-CL" dirty="0"/>
              <a:t> y su clase Sprite.</a:t>
            </a:r>
          </a:p>
        </p:txBody>
      </p:sp>
      <p:pic>
        <p:nvPicPr>
          <p:cNvPr id="5" name="Imagen 4">
            <a:extLst>
              <a:ext uri="{FF2B5EF4-FFF2-40B4-BE49-F238E27FC236}">
                <a16:creationId xmlns:a16="http://schemas.microsoft.com/office/drawing/2014/main" id="{403439B4-0295-48A3-9589-0227B888216A}"/>
              </a:ext>
            </a:extLst>
          </p:cNvPr>
          <p:cNvPicPr>
            <a:picLocks noChangeAspect="1"/>
          </p:cNvPicPr>
          <p:nvPr/>
        </p:nvPicPr>
        <p:blipFill>
          <a:blip r:embed="rId2"/>
          <a:stretch>
            <a:fillRect/>
          </a:stretch>
        </p:blipFill>
        <p:spPr>
          <a:xfrm>
            <a:off x="226062" y="406400"/>
            <a:ext cx="7529823" cy="4783985"/>
          </a:xfrm>
          <a:prstGeom prst="rect">
            <a:avLst/>
          </a:prstGeom>
          <a:ln w="28575">
            <a:solidFill>
              <a:srgbClr val="C0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129951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035921-BC9B-4A87-BFCB-D17C004B208F}"/>
              </a:ext>
            </a:extLst>
          </p:cNvPr>
          <p:cNvSpPr>
            <a:spLocks noGrp="1"/>
          </p:cNvSpPr>
          <p:nvPr>
            <p:ph type="title"/>
          </p:nvPr>
        </p:nvSpPr>
        <p:spPr/>
        <p:txBody>
          <a:bodyPr/>
          <a:lstStyle/>
          <a:p>
            <a:r>
              <a:rPr lang="es-CL" dirty="0"/>
              <a:t>El constructor</a:t>
            </a:r>
          </a:p>
        </p:txBody>
      </p:sp>
      <p:pic>
        <p:nvPicPr>
          <p:cNvPr id="4" name="Marcador de contenido 3">
            <a:extLst>
              <a:ext uri="{FF2B5EF4-FFF2-40B4-BE49-F238E27FC236}">
                <a16:creationId xmlns:a16="http://schemas.microsoft.com/office/drawing/2014/main" id="{28C0C477-4249-44B6-A8B0-3E5B526A4670}"/>
              </a:ext>
            </a:extLst>
          </p:cNvPr>
          <p:cNvPicPr>
            <a:picLocks noGrp="1" noChangeAspect="1"/>
          </p:cNvPicPr>
          <p:nvPr>
            <p:ph sz="quarter" idx="13"/>
          </p:nvPr>
        </p:nvPicPr>
        <p:blipFill rotWithShape="1">
          <a:blip r:embed="rId2"/>
          <a:srcRect b="59024"/>
          <a:stretch/>
        </p:blipFill>
        <p:spPr>
          <a:xfrm>
            <a:off x="685801" y="1953879"/>
            <a:ext cx="10056605" cy="2618121"/>
          </a:xfrm>
          <a:prstGeom prst="rect">
            <a:avLst/>
          </a:prstGeom>
          <a:ln w="28575">
            <a:solidFill>
              <a:srgbClr val="C0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05543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217EEC-56B8-4E0F-B160-30373968807E}"/>
              </a:ext>
            </a:extLst>
          </p:cNvPr>
          <p:cNvSpPr>
            <a:spLocks noGrp="1"/>
          </p:cNvSpPr>
          <p:nvPr>
            <p:ph type="title"/>
          </p:nvPr>
        </p:nvSpPr>
        <p:spPr/>
        <p:txBody>
          <a:bodyPr/>
          <a:lstStyle/>
          <a:p>
            <a:r>
              <a:rPr lang="es-CL" dirty="0"/>
              <a:t>Los métodos</a:t>
            </a:r>
          </a:p>
        </p:txBody>
      </p:sp>
      <p:pic>
        <p:nvPicPr>
          <p:cNvPr id="4" name="Marcador de contenido 3">
            <a:extLst>
              <a:ext uri="{FF2B5EF4-FFF2-40B4-BE49-F238E27FC236}">
                <a16:creationId xmlns:a16="http://schemas.microsoft.com/office/drawing/2014/main" id="{68507B1A-598E-499F-9DCC-99A279636012}"/>
              </a:ext>
            </a:extLst>
          </p:cNvPr>
          <p:cNvPicPr>
            <a:picLocks noGrp="1" noChangeAspect="1"/>
          </p:cNvPicPr>
          <p:nvPr>
            <p:ph sz="quarter" idx="13"/>
          </p:nvPr>
        </p:nvPicPr>
        <p:blipFill rotWithShape="1">
          <a:blip r:embed="rId2"/>
          <a:srcRect t="40976"/>
          <a:stretch/>
        </p:blipFill>
        <p:spPr>
          <a:xfrm>
            <a:off x="984370" y="1663594"/>
            <a:ext cx="10098313" cy="3786866"/>
          </a:xfrm>
          <a:prstGeom prst="rect">
            <a:avLst/>
          </a:prstGeom>
          <a:ln w="28575">
            <a:solidFill>
              <a:srgbClr val="C0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45684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841123-6F6D-40DE-A013-7626DCC7F63D}"/>
              </a:ext>
            </a:extLst>
          </p:cNvPr>
          <p:cNvSpPr>
            <a:spLocks noGrp="1"/>
          </p:cNvSpPr>
          <p:nvPr>
            <p:ph type="title"/>
          </p:nvPr>
        </p:nvSpPr>
        <p:spPr>
          <a:xfrm>
            <a:off x="197183" y="140323"/>
            <a:ext cx="1572145" cy="5305134"/>
          </a:xfrm>
        </p:spPr>
        <p:txBody>
          <a:bodyPr vert="vert270">
            <a:normAutofit fontScale="90000"/>
          </a:bodyPr>
          <a:lstStyle/>
          <a:p>
            <a:r>
              <a:rPr lang="es-CL" dirty="0"/>
              <a:t>Crear el objeto:</a:t>
            </a:r>
            <a:br>
              <a:rPr lang="es-CL" dirty="0"/>
            </a:br>
            <a:r>
              <a:rPr lang="es-CL" dirty="0"/>
              <a:t>TUX</a:t>
            </a:r>
          </a:p>
        </p:txBody>
      </p:sp>
      <p:pic>
        <p:nvPicPr>
          <p:cNvPr id="7" name="Marcador de contenido 6">
            <a:extLst>
              <a:ext uri="{FF2B5EF4-FFF2-40B4-BE49-F238E27FC236}">
                <a16:creationId xmlns:a16="http://schemas.microsoft.com/office/drawing/2014/main" id="{EFE0AD2A-6022-4CD0-84FC-25942A90B728}"/>
              </a:ext>
            </a:extLst>
          </p:cNvPr>
          <p:cNvPicPr>
            <a:picLocks noGrp="1" noChangeAspect="1"/>
          </p:cNvPicPr>
          <p:nvPr>
            <p:ph sz="quarter" idx="13"/>
          </p:nvPr>
        </p:nvPicPr>
        <p:blipFill>
          <a:blip r:embed="rId2"/>
          <a:stretch>
            <a:fillRect/>
          </a:stretch>
        </p:blipFill>
        <p:spPr>
          <a:xfrm>
            <a:off x="2695859" y="140323"/>
            <a:ext cx="8618197" cy="5745465"/>
          </a:xfrm>
          <a:prstGeom prst="rect">
            <a:avLst/>
          </a:prstGeom>
        </p:spPr>
      </p:pic>
      <p:sp>
        <p:nvSpPr>
          <p:cNvPr id="8" name="Flecha: a la derecha 7">
            <a:extLst>
              <a:ext uri="{FF2B5EF4-FFF2-40B4-BE49-F238E27FC236}">
                <a16:creationId xmlns:a16="http://schemas.microsoft.com/office/drawing/2014/main" id="{7A0C30C0-6417-4F72-827E-205E29541B13}"/>
              </a:ext>
            </a:extLst>
          </p:cNvPr>
          <p:cNvSpPr/>
          <p:nvPr/>
        </p:nvSpPr>
        <p:spPr>
          <a:xfrm>
            <a:off x="2208659" y="3797976"/>
            <a:ext cx="974400" cy="5805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59459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AE9D7FC-EACB-412A-9548-20EE660B302E}"/>
              </a:ext>
            </a:extLst>
          </p:cNvPr>
          <p:cNvPicPr>
            <a:picLocks noChangeAspect="1"/>
          </p:cNvPicPr>
          <p:nvPr/>
        </p:nvPicPr>
        <p:blipFill>
          <a:blip r:embed="rId2"/>
          <a:stretch>
            <a:fillRect/>
          </a:stretch>
        </p:blipFill>
        <p:spPr>
          <a:xfrm>
            <a:off x="1483768" y="194740"/>
            <a:ext cx="10107336" cy="6560902"/>
          </a:xfrm>
          <a:prstGeom prst="rect">
            <a:avLst/>
          </a:prstGeom>
        </p:spPr>
      </p:pic>
      <p:sp>
        <p:nvSpPr>
          <p:cNvPr id="2" name="Título 1">
            <a:extLst>
              <a:ext uri="{FF2B5EF4-FFF2-40B4-BE49-F238E27FC236}">
                <a16:creationId xmlns:a16="http://schemas.microsoft.com/office/drawing/2014/main" id="{42C45E32-1935-4EA3-9548-1D7562EAAC92}"/>
              </a:ext>
            </a:extLst>
          </p:cNvPr>
          <p:cNvSpPr>
            <a:spLocks noGrp="1"/>
          </p:cNvSpPr>
          <p:nvPr>
            <p:ph type="title"/>
          </p:nvPr>
        </p:nvSpPr>
        <p:spPr>
          <a:xfrm>
            <a:off x="249072" y="385550"/>
            <a:ext cx="992874" cy="4689475"/>
          </a:xfrm>
        </p:spPr>
        <p:txBody>
          <a:bodyPr vert="vert270">
            <a:normAutofit/>
          </a:bodyPr>
          <a:lstStyle/>
          <a:p>
            <a:pPr algn="r"/>
            <a:r>
              <a:rPr lang="es-CL" dirty="0"/>
              <a:t>El evento</a:t>
            </a:r>
          </a:p>
        </p:txBody>
      </p:sp>
      <p:sp>
        <p:nvSpPr>
          <p:cNvPr id="5" name="Flecha: a la derecha 4">
            <a:extLst>
              <a:ext uri="{FF2B5EF4-FFF2-40B4-BE49-F238E27FC236}">
                <a16:creationId xmlns:a16="http://schemas.microsoft.com/office/drawing/2014/main" id="{98ABAD17-6924-4C09-86EF-395981441D2E}"/>
              </a:ext>
            </a:extLst>
          </p:cNvPr>
          <p:cNvSpPr/>
          <p:nvPr/>
        </p:nvSpPr>
        <p:spPr>
          <a:xfrm>
            <a:off x="2210937" y="3099838"/>
            <a:ext cx="709684" cy="3291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Cerrar llave 5">
            <a:extLst>
              <a:ext uri="{FF2B5EF4-FFF2-40B4-BE49-F238E27FC236}">
                <a16:creationId xmlns:a16="http://schemas.microsoft.com/office/drawing/2014/main" id="{295B8AA6-C1A1-471F-8BAE-56B0D316D5A3}"/>
              </a:ext>
            </a:extLst>
          </p:cNvPr>
          <p:cNvSpPr/>
          <p:nvPr/>
        </p:nvSpPr>
        <p:spPr>
          <a:xfrm>
            <a:off x="7710985" y="3534770"/>
            <a:ext cx="382137" cy="2442949"/>
          </a:xfrm>
          <a:prstGeom prst="rightBrace">
            <a:avLst>
              <a:gd name="adj1" fmla="val 8333"/>
              <a:gd name="adj2" fmla="val 47207"/>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p>
        </p:txBody>
      </p:sp>
      <p:sp>
        <p:nvSpPr>
          <p:cNvPr id="7" name="CuadroTexto 6">
            <a:extLst>
              <a:ext uri="{FF2B5EF4-FFF2-40B4-BE49-F238E27FC236}">
                <a16:creationId xmlns:a16="http://schemas.microsoft.com/office/drawing/2014/main" id="{B7C92D5D-E842-48D5-9DEE-E9B8DAC6E761}"/>
              </a:ext>
            </a:extLst>
          </p:cNvPr>
          <p:cNvSpPr txBox="1"/>
          <p:nvPr/>
        </p:nvSpPr>
        <p:spPr>
          <a:xfrm>
            <a:off x="8238698" y="4468799"/>
            <a:ext cx="1882247" cy="369332"/>
          </a:xfrm>
          <a:prstGeom prst="rect">
            <a:avLst/>
          </a:prstGeom>
          <a:noFill/>
        </p:spPr>
        <p:txBody>
          <a:bodyPr wrap="none" rtlCol="0">
            <a:spAutoFit/>
          </a:bodyPr>
          <a:lstStyle/>
          <a:p>
            <a:r>
              <a:rPr lang="es-CL" dirty="0"/>
              <a:t>Detecta las teclas</a:t>
            </a:r>
          </a:p>
        </p:txBody>
      </p:sp>
    </p:spTree>
    <p:extLst>
      <p:ext uri="{BB962C8B-B14F-4D97-AF65-F5344CB8AC3E}">
        <p14:creationId xmlns:p14="http://schemas.microsoft.com/office/powerpoint/2010/main" val="281087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62BC03-A913-43C0-8AA8-6FA45C468818}"/>
              </a:ext>
            </a:extLst>
          </p:cNvPr>
          <p:cNvSpPr>
            <a:spLocks noGrp="1"/>
          </p:cNvSpPr>
          <p:nvPr>
            <p:ph type="title"/>
          </p:nvPr>
        </p:nvSpPr>
        <p:spPr>
          <a:xfrm>
            <a:off x="208129" y="120197"/>
            <a:ext cx="1183942" cy="5254388"/>
          </a:xfrm>
        </p:spPr>
        <p:txBody>
          <a:bodyPr vert="vert270">
            <a:normAutofit fontScale="90000"/>
          </a:bodyPr>
          <a:lstStyle/>
          <a:p>
            <a:r>
              <a:rPr lang="es-CL"/>
              <a:t>El resto del CODIGO</a:t>
            </a:r>
            <a:endParaRPr lang="es-CL" dirty="0"/>
          </a:p>
        </p:txBody>
      </p:sp>
      <p:pic>
        <p:nvPicPr>
          <p:cNvPr id="5" name="Imagen 4">
            <a:extLst>
              <a:ext uri="{FF2B5EF4-FFF2-40B4-BE49-F238E27FC236}">
                <a16:creationId xmlns:a16="http://schemas.microsoft.com/office/drawing/2014/main" id="{F68FDD0A-666F-4343-A249-DE563064BF67}"/>
              </a:ext>
            </a:extLst>
          </p:cNvPr>
          <p:cNvPicPr>
            <a:picLocks noChangeAspect="1"/>
          </p:cNvPicPr>
          <p:nvPr/>
        </p:nvPicPr>
        <p:blipFill>
          <a:blip r:embed="rId2"/>
          <a:stretch>
            <a:fillRect/>
          </a:stretch>
        </p:blipFill>
        <p:spPr>
          <a:xfrm>
            <a:off x="1232414" y="480801"/>
            <a:ext cx="9950170" cy="5254388"/>
          </a:xfrm>
          <a:prstGeom prst="rect">
            <a:avLst/>
          </a:prstGeom>
        </p:spPr>
      </p:pic>
    </p:spTree>
    <p:extLst>
      <p:ext uri="{BB962C8B-B14F-4D97-AF65-F5344CB8AC3E}">
        <p14:creationId xmlns:p14="http://schemas.microsoft.com/office/powerpoint/2010/main" val="226003612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Evento principal">
  <a:themeElements>
    <a:clrScheme name="Verde">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Evento principal</Template>
  <TotalTime>319</TotalTime>
  <Words>623</Words>
  <Application>Microsoft Office PowerPoint</Application>
  <PresentationFormat>Panorámica</PresentationFormat>
  <Paragraphs>58</Paragraphs>
  <Slides>23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Yu Mincho</vt:lpstr>
      <vt:lpstr>Abadi</vt:lpstr>
      <vt:lpstr>Arial</vt:lpstr>
      <vt:lpstr>HP Simplified</vt:lpstr>
      <vt:lpstr>Impact</vt:lpstr>
      <vt:lpstr>Evento principal</vt:lpstr>
      <vt:lpstr>Presentación de PowerPoint</vt:lpstr>
      <vt:lpstr>Objetivos de Aprendizajes</vt:lpstr>
      <vt:lpstr>Concepto de POO</vt:lpstr>
      <vt:lpstr>Pyscriper Español</vt:lpstr>
      <vt:lpstr>Instalar Pygame</vt:lpstr>
      <vt:lpstr>Estructura</vt:lpstr>
      <vt:lpstr>Iniciar Pygame</vt:lpstr>
      <vt:lpstr>Antes de empezar</vt:lpstr>
      <vt:lpstr>Paso 1: Creando una ventana </vt:lpstr>
      <vt:lpstr>Paso 2: el bucle principal</vt:lpstr>
      <vt:lpstr>Paso 3: Cargando el fondo y una imagen </vt:lpstr>
      <vt:lpstr>Presentación de PowerPoint</vt:lpstr>
      <vt:lpstr>Presentación de PowerPoint</vt:lpstr>
      <vt:lpstr>Paso 4: Moviendo la imagen </vt:lpstr>
      <vt:lpstr>Paso 5: Refrescando/borrando la pantalla</vt:lpstr>
      <vt:lpstr>Presentación de PowerPoint</vt:lpstr>
      <vt:lpstr>TUX: Mover según desea el usuario</vt:lpstr>
      <vt:lpstr>Definir clase tux</vt:lpstr>
      <vt:lpstr>El constructor</vt:lpstr>
      <vt:lpstr>Los métodos</vt:lpstr>
      <vt:lpstr>Crear el objeto: TUX</vt:lpstr>
      <vt:lpstr>El evento</vt:lpstr>
      <vt:lpstr>El resto del CODIGO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PYGAME</dc:title>
  <dc:creator>Rolando E. Montero A.</dc:creator>
  <cp:lastModifiedBy>Rolando E. Montero A.</cp:lastModifiedBy>
  <cp:revision>18</cp:revision>
  <dcterms:created xsi:type="dcterms:W3CDTF">2018-09-20T02:44:47Z</dcterms:created>
  <dcterms:modified xsi:type="dcterms:W3CDTF">2022-10-17T14:27:54Z</dcterms:modified>
</cp:coreProperties>
</file>