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  <p:sldMasterId id="2147483769" r:id="rId2"/>
    <p:sldMasterId id="2147483787" r:id="rId3"/>
    <p:sldMasterId id="2147483805" r:id="rId4"/>
  </p:sldMasterIdLst>
  <p:sldIdLst>
    <p:sldId id="305" r:id="rId5"/>
    <p:sldId id="306" r:id="rId6"/>
    <p:sldId id="319" r:id="rId7"/>
    <p:sldId id="308" r:id="rId8"/>
    <p:sldId id="313" r:id="rId9"/>
    <p:sldId id="330" r:id="rId10"/>
    <p:sldId id="331" r:id="rId11"/>
    <p:sldId id="310" r:id="rId12"/>
    <p:sldId id="315" r:id="rId13"/>
    <p:sldId id="309" r:id="rId14"/>
    <p:sldId id="321" r:id="rId15"/>
    <p:sldId id="332" r:id="rId16"/>
    <p:sldId id="333" r:id="rId17"/>
    <p:sldId id="334" r:id="rId18"/>
    <p:sldId id="335" r:id="rId19"/>
    <p:sldId id="336" r:id="rId20"/>
    <p:sldId id="337" r:id="rId21"/>
    <p:sldId id="338" r:id="rId22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5385"/>
    <a:srgbClr val="B18E35"/>
    <a:srgbClr val="58B5DC"/>
    <a:srgbClr val="EE8011"/>
    <a:srgbClr val="6DAABD"/>
    <a:srgbClr val="B24A4B"/>
    <a:srgbClr val="F7CDBC"/>
    <a:srgbClr val="FFF2CC"/>
    <a:srgbClr val="1863AF"/>
    <a:srgbClr val="E5F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A9091D-E0AF-4ADE-9DE6-91D21C573EE7}" v="340" dt="2020-11-05T02:49:38.78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62" autoAdjust="0"/>
    <p:restoredTop sz="93727" autoAdjust="0"/>
  </p:normalViewPr>
  <p:slideViewPr>
    <p:cSldViewPr>
      <p:cViewPr varScale="1">
        <p:scale>
          <a:sx n="69" d="100"/>
          <a:sy n="69" d="100"/>
        </p:scale>
        <p:origin x="366" y="72"/>
      </p:cViewPr>
      <p:guideLst>
        <p:guide orient="horz" pos="196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ando E. Montero A." userId="db44b2c1daed2876" providerId="LiveId" clId="{313F95CA-920E-483C-8B94-477AFBEA1CA1}"/>
    <pc:docChg chg="undo custSel addSld delSld modSld sldOrd">
      <pc:chgData name="Rolando E. Montero A." userId="db44b2c1daed2876" providerId="LiveId" clId="{313F95CA-920E-483C-8B94-477AFBEA1CA1}" dt="2020-11-02T01:54:44.223" v="1320" actId="20577"/>
      <pc:docMkLst>
        <pc:docMk/>
      </pc:docMkLst>
      <pc:sldChg chg="del">
        <pc:chgData name="Rolando E. Montero A." userId="db44b2c1daed2876" providerId="LiveId" clId="{313F95CA-920E-483C-8B94-477AFBEA1CA1}" dt="2020-10-29T12:32:20.692" v="341" actId="47"/>
        <pc:sldMkLst>
          <pc:docMk/>
          <pc:sldMk cId="1726479055" sldId="257"/>
        </pc:sldMkLst>
      </pc:sldChg>
      <pc:sldChg chg="del">
        <pc:chgData name="Rolando E. Montero A." userId="db44b2c1daed2876" providerId="LiveId" clId="{313F95CA-920E-483C-8B94-477AFBEA1CA1}" dt="2020-10-29T12:32:23.382" v="342" actId="47"/>
        <pc:sldMkLst>
          <pc:docMk/>
          <pc:sldMk cId="4192240997" sldId="258"/>
        </pc:sldMkLst>
      </pc:sldChg>
      <pc:sldChg chg="modSp mod">
        <pc:chgData name="Rolando E. Montero A." userId="db44b2c1daed2876" providerId="LiveId" clId="{313F95CA-920E-483C-8B94-477AFBEA1CA1}" dt="2020-11-02T01:54:44.223" v="1320" actId="20577"/>
        <pc:sldMkLst>
          <pc:docMk/>
          <pc:sldMk cId="191823659" sldId="305"/>
        </pc:sldMkLst>
        <pc:spChg chg="mod">
          <ac:chgData name="Rolando E. Montero A." userId="db44b2c1daed2876" providerId="LiveId" clId="{313F95CA-920E-483C-8B94-477AFBEA1CA1}" dt="2020-10-29T12:09:26.442" v="14" actId="20577"/>
          <ac:spMkLst>
            <pc:docMk/>
            <pc:sldMk cId="191823659" sldId="305"/>
            <ac:spMk id="4" creationId="{4B9814E9-AA5A-44D6-AC60-BAD70EFEA632}"/>
          </ac:spMkLst>
        </pc:spChg>
        <pc:spChg chg="mod">
          <ac:chgData name="Rolando E. Montero A." userId="db44b2c1daed2876" providerId="LiveId" clId="{313F95CA-920E-483C-8B94-477AFBEA1CA1}" dt="2020-11-02T01:54:44.223" v="1320" actId="20577"/>
          <ac:spMkLst>
            <pc:docMk/>
            <pc:sldMk cId="191823659" sldId="305"/>
            <ac:spMk id="5" creationId="{518F2013-4D40-4305-9C6C-77B2D54E2670}"/>
          </ac:spMkLst>
        </pc:spChg>
      </pc:sldChg>
      <pc:sldChg chg="modSp mod">
        <pc:chgData name="Rolando E. Montero A." userId="db44b2c1daed2876" providerId="LiveId" clId="{313F95CA-920E-483C-8B94-477AFBEA1CA1}" dt="2020-10-29T12:31:39.411" v="314" actId="20577"/>
        <pc:sldMkLst>
          <pc:docMk/>
          <pc:sldMk cId="2400105456" sldId="306"/>
        </pc:sldMkLst>
        <pc:graphicFrameChg chg="modGraphic">
          <ac:chgData name="Rolando E. Montero A." userId="db44b2c1daed2876" providerId="LiveId" clId="{313F95CA-920E-483C-8B94-477AFBEA1CA1}" dt="2020-10-29T12:31:39.411" v="314" actId="20577"/>
          <ac:graphicFrameMkLst>
            <pc:docMk/>
            <pc:sldMk cId="2400105456" sldId="306"/>
            <ac:graphicFrameMk id="4" creationId="{C8276553-2A79-437F-B57F-448598174CD7}"/>
          </ac:graphicFrameMkLst>
        </pc:graphicFrameChg>
      </pc:sldChg>
      <pc:sldChg chg="modSp mod">
        <pc:chgData name="Rolando E. Montero A." userId="db44b2c1daed2876" providerId="LiveId" clId="{313F95CA-920E-483C-8B94-477AFBEA1CA1}" dt="2020-10-29T12:29:43.646" v="204" actId="6549"/>
        <pc:sldMkLst>
          <pc:docMk/>
          <pc:sldMk cId="1154411732" sldId="308"/>
        </pc:sldMkLst>
        <pc:spChg chg="mod">
          <ac:chgData name="Rolando E. Montero A." userId="db44b2c1daed2876" providerId="LiveId" clId="{313F95CA-920E-483C-8B94-477AFBEA1CA1}" dt="2020-10-29T12:26:54.061" v="66" actId="20577"/>
          <ac:spMkLst>
            <pc:docMk/>
            <pc:sldMk cId="1154411732" sldId="308"/>
            <ac:spMk id="2" creationId="{4BEBAD61-B030-478F-9EFC-587E811BE169}"/>
          </ac:spMkLst>
        </pc:spChg>
        <pc:spChg chg="mod">
          <ac:chgData name="Rolando E. Montero A." userId="db44b2c1daed2876" providerId="LiveId" clId="{313F95CA-920E-483C-8B94-477AFBEA1CA1}" dt="2020-10-29T12:29:43.646" v="204" actId="6549"/>
          <ac:spMkLst>
            <pc:docMk/>
            <pc:sldMk cId="1154411732" sldId="308"/>
            <ac:spMk id="3" creationId="{490040E4-F064-42A8-89C3-A1A1F51CB4FA}"/>
          </ac:spMkLst>
        </pc:spChg>
      </pc:sldChg>
      <pc:sldChg chg="modSp add del mod">
        <pc:chgData name="Rolando E. Montero A." userId="db44b2c1daed2876" providerId="LiveId" clId="{313F95CA-920E-483C-8B94-477AFBEA1CA1}" dt="2020-10-29T13:03:33.398" v="843" actId="2696"/>
        <pc:sldMkLst>
          <pc:docMk/>
          <pc:sldMk cId="2474666180" sldId="309"/>
        </pc:sldMkLst>
        <pc:spChg chg="mod">
          <ac:chgData name="Rolando E. Montero A." userId="db44b2c1daed2876" providerId="LiveId" clId="{313F95CA-920E-483C-8B94-477AFBEA1CA1}" dt="2020-10-29T13:02:54.815" v="839" actId="20577"/>
          <ac:spMkLst>
            <pc:docMk/>
            <pc:sldMk cId="2474666180" sldId="309"/>
            <ac:spMk id="3" creationId="{3B87B0A5-F419-4834-9784-E1D4934CE3AE}"/>
          </ac:spMkLst>
        </pc:spChg>
      </pc:sldChg>
      <pc:sldChg chg="addSp delSp modSp mod setBg">
        <pc:chgData name="Rolando E. Montero A." userId="db44b2c1daed2876" providerId="LiveId" clId="{313F95CA-920E-483C-8B94-477AFBEA1CA1}" dt="2020-10-29T12:54:51.414" v="584" actId="1076"/>
        <pc:sldMkLst>
          <pc:docMk/>
          <pc:sldMk cId="322873346" sldId="310"/>
        </pc:sldMkLst>
        <pc:spChg chg="mod ord">
          <ac:chgData name="Rolando E. Montero A." userId="db44b2c1daed2876" providerId="LiveId" clId="{313F95CA-920E-483C-8B94-477AFBEA1CA1}" dt="2020-10-29T12:54:24.078" v="578" actId="1076"/>
          <ac:spMkLst>
            <pc:docMk/>
            <pc:sldMk cId="322873346" sldId="310"/>
            <ac:spMk id="3" creationId="{3B87B0A5-F419-4834-9784-E1D4934CE3AE}"/>
          </ac:spMkLst>
        </pc:spChg>
        <pc:spChg chg="del">
          <ac:chgData name="Rolando E. Montero A." userId="db44b2c1daed2876" providerId="LiveId" clId="{313F95CA-920E-483C-8B94-477AFBEA1CA1}" dt="2020-10-29T12:49:03.722" v="526" actId="478"/>
          <ac:spMkLst>
            <pc:docMk/>
            <pc:sldMk cId="322873346" sldId="310"/>
            <ac:spMk id="7" creationId="{5BD8C6F3-0267-4B5B-B6FE-C3022FA808CA}"/>
          </ac:spMkLst>
        </pc:spChg>
        <pc:spChg chg="add del mod">
          <ac:chgData name="Rolando E. Montero A." userId="db44b2c1daed2876" providerId="LiveId" clId="{313F95CA-920E-483C-8B94-477AFBEA1CA1}" dt="2020-10-29T12:54:03.627" v="575" actId="14100"/>
          <ac:spMkLst>
            <pc:docMk/>
            <pc:sldMk cId="322873346" sldId="310"/>
            <ac:spMk id="9" creationId="{82781D17-3433-4129-B4CF-5D87EF05C8BA}"/>
          </ac:spMkLst>
        </pc:spChg>
        <pc:spChg chg="add del mod">
          <ac:chgData name="Rolando E. Montero A." userId="db44b2c1daed2876" providerId="LiveId" clId="{313F95CA-920E-483C-8B94-477AFBEA1CA1}" dt="2020-10-29T12:48:24.172" v="439"/>
          <ac:spMkLst>
            <pc:docMk/>
            <pc:sldMk cId="322873346" sldId="310"/>
            <ac:spMk id="13" creationId="{15E4C1B0-BF8D-4CF6-AC58-D56D53A209C1}"/>
          </ac:spMkLst>
        </pc:spChg>
        <pc:spChg chg="add del mod">
          <ac:chgData name="Rolando E. Montero A." userId="db44b2c1daed2876" providerId="LiveId" clId="{313F95CA-920E-483C-8B94-477AFBEA1CA1}" dt="2020-10-29T12:48:24.172" v="439"/>
          <ac:spMkLst>
            <pc:docMk/>
            <pc:sldMk cId="322873346" sldId="310"/>
            <ac:spMk id="14" creationId="{0A64B43B-522A-429A-861B-58011A9CA9E9}"/>
          </ac:spMkLst>
        </pc:spChg>
        <pc:spChg chg="add del mod">
          <ac:chgData name="Rolando E. Montero A." userId="db44b2c1daed2876" providerId="LiveId" clId="{313F95CA-920E-483C-8B94-477AFBEA1CA1}" dt="2020-10-29T12:48:24.172" v="439"/>
          <ac:spMkLst>
            <pc:docMk/>
            <pc:sldMk cId="322873346" sldId="310"/>
            <ac:spMk id="15" creationId="{03461FBD-97B1-4E0B-AF45-80A7DBC365AB}"/>
          </ac:spMkLst>
        </pc:spChg>
        <pc:spChg chg="add del mod">
          <ac:chgData name="Rolando E. Montero A." userId="db44b2c1daed2876" providerId="LiveId" clId="{313F95CA-920E-483C-8B94-477AFBEA1CA1}" dt="2020-10-29T12:48:24.172" v="439"/>
          <ac:spMkLst>
            <pc:docMk/>
            <pc:sldMk cId="322873346" sldId="310"/>
            <ac:spMk id="16" creationId="{66E9A5C2-FACA-4941-A15F-55C1835004B4}"/>
          </ac:spMkLst>
        </pc:spChg>
        <pc:spChg chg="add del mod">
          <ac:chgData name="Rolando E. Montero A." userId="db44b2c1daed2876" providerId="LiveId" clId="{313F95CA-920E-483C-8B94-477AFBEA1CA1}" dt="2020-10-29T12:48:24.172" v="439"/>
          <ac:spMkLst>
            <pc:docMk/>
            <pc:sldMk cId="322873346" sldId="310"/>
            <ac:spMk id="17" creationId="{ABFCA6F4-CAAF-4849-B873-622A093DE4D7}"/>
          </ac:spMkLst>
        </pc:spChg>
        <pc:spChg chg="add del mod">
          <ac:chgData name="Rolando E. Montero A." userId="db44b2c1daed2876" providerId="LiveId" clId="{313F95CA-920E-483C-8B94-477AFBEA1CA1}" dt="2020-10-29T12:48:24.172" v="439"/>
          <ac:spMkLst>
            <pc:docMk/>
            <pc:sldMk cId="322873346" sldId="310"/>
            <ac:spMk id="18" creationId="{CCE96011-3E1E-4E29-B0BA-57D6A9F16DE7}"/>
          </ac:spMkLst>
        </pc:spChg>
        <pc:spChg chg="add del mod">
          <ac:chgData name="Rolando E. Montero A." userId="db44b2c1daed2876" providerId="LiveId" clId="{313F95CA-920E-483C-8B94-477AFBEA1CA1}" dt="2020-10-29T12:48:24.172" v="439"/>
          <ac:spMkLst>
            <pc:docMk/>
            <pc:sldMk cId="322873346" sldId="310"/>
            <ac:spMk id="19" creationId="{B6411DB9-B256-40BA-BAF9-453D30A7F567}"/>
          </ac:spMkLst>
        </pc:spChg>
        <pc:spChg chg="add mod">
          <ac:chgData name="Rolando E. Montero A." userId="db44b2c1daed2876" providerId="LiveId" clId="{313F95CA-920E-483C-8B94-477AFBEA1CA1}" dt="2020-10-29T12:54:51.414" v="584" actId="1076"/>
          <ac:spMkLst>
            <pc:docMk/>
            <pc:sldMk cId="322873346" sldId="310"/>
            <ac:spMk id="23" creationId="{62F11818-B45D-4FEF-A360-0D5460582159}"/>
          </ac:spMkLst>
        </pc:spChg>
        <pc:grpChg chg="add mod">
          <ac:chgData name="Rolando E. Montero A." userId="db44b2c1daed2876" providerId="LiveId" clId="{313F95CA-920E-483C-8B94-477AFBEA1CA1}" dt="2020-10-29T12:54:00.524" v="573" actId="1076"/>
          <ac:grpSpMkLst>
            <pc:docMk/>
            <pc:sldMk cId="322873346" sldId="310"/>
            <ac:grpSpMk id="20" creationId="{30884DFF-D8B0-4B27-82ED-96689289C416}"/>
          </ac:grpSpMkLst>
        </pc:grpChg>
        <pc:picChg chg="del">
          <ac:chgData name="Rolando E. Montero A." userId="db44b2c1daed2876" providerId="LiveId" clId="{313F95CA-920E-483C-8B94-477AFBEA1CA1}" dt="2020-10-29T12:39:34.657" v="400" actId="478"/>
          <ac:picMkLst>
            <pc:docMk/>
            <pc:sldMk cId="322873346" sldId="310"/>
            <ac:picMk id="8" creationId="{444B40F3-20A1-4420-A4E2-D945CA823AA4}"/>
          </ac:picMkLst>
        </pc:picChg>
        <pc:picChg chg="add mod">
          <ac:chgData name="Rolando E. Montero A." userId="db44b2c1daed2876" providerId="LiveId" clId="{313F95CA-920E-483C-8B94-477AFBEA1CA1}" dt="2020-10-29T12:49:09.770" v="527" actId="164"/>
          <ac:picMkLst>
            <pc:docMk/>
            <pc:sldMk cId="322873346" sldId="310"/>
            <ac:picMk id="10" creationId="{D5939EF5-0BB7-49CA-AF56-4CFF1F5C39E6}"/>
          </ac:picMkLst>
        </pc:picChg>
        <pc:picChg chg="add mod">
          <ac:chgData name="Rolando E. Montero A." userId="db44b2c1daed2876" providerId="LiveId" clId="{313F95CA-920E-483C-8B94-477AFBEA1CA1}" dt="2020-10-29T12:49:09.770" v="527" actId="164"/>
          <ac:picMkLst>
            <pc:docMk/>
            <pc:sldMk cId="322873346" sldId="310"/>
            <ac:picMk id="12" creationId="{27A0E401-E0D2-4146-9CC9-316E0E915D07}"/>
          </ac:picMkLst>
        </pc:picChg>
        <pc:picChg chg="add del">
          <ac:chgData name="Rolando E. Montero A." userId="db44b2c1daed2876" providerId="LiveId" clId="{313F95CA-920E-483C-8B94-477AFBEA1CA1}" dt="2020-10-29T12:41:47.910" v="407" actId="478"/>
          <ac:picMkLst>
            <pc:docMk/>
            <pc:sldMk cId="322873346" sldId="310"/>
            <ac:picMk id="2050" creationId="{71C863CA-3797-460F-8925-BD259B3D8DC4}"/>
          </ac:picMkLst>
        </pc:picChg>
      </pc:sldChg>
      <pc:sldChg chg="addSp delSp modSp mod modAnim">
        <pc:chgData name="Rolando E. Montero A." userId="db44b2c1daed2876" providerId="LiveId" clId="{313F95CA-920E-483C-8B94-477AFBEA1CA1}" dt="2020-10-29T12:46:28.395" v="426" actId="1076"/>
        <pc:sldMkLst>
          <pc:docMk/>
          <pc:sldMk cId="599202311" sldId="313"/>
        </pc:sldMkLst>
        <pc:spChg chg="mod">
          <ac:chgData name="Rolando E. Montero A." userId="db44b2c1daed2876" providerId="LiveId" clId="{313F95CA-920E-483C-8B94-477AFBEA1CA1}" dt="2020-10-29T12:38:33.476" v="393" actId="1076"/>
          <ac:spMkLst>
            <pc:docMk/>
            <pc:sldMk cId="599202311" sldId="313"/>
            <ac:spMk id="3" creationId="{3B87B0A5-F419-4834-9784-E1D4934CE3AE}"/>
          </ac:spMkLst>
        </pc:spChg>
        <pc:spChg chg="add mod">
          <ac:chgData name="Rolando E. Montero A." userId="db44b2c1daed2876" providerId="LiveId" clId="{313F95CA-920E-483C-8B94-477AFBEA1CA1}" dt="2020-10-29T12:38:51.342" v="397" actId="1582"/>
          <ac:spMkLst>
            <pc:docMk/>
            <pc:sldMk cId="599202311" sldId="313"/>
            <ac:spMk id="8" creationId="{8E4A4159-60E4-4522-97F1-B17BA89140C5}"/>
          </ac:spMkLst>
        </pc:spChg>
        <pc:spChg chg="del">
          <ac:chgData name="Rolando E. Montero A." userId="db44b2c1daed2876" providerId="LiveId" clId="{313F95CA-920E-483C-8B94-477AFBEA1CA1}" dt="2020-10-29T12:33:47.871" v="347" actId="478"/>
          <ac:spMkLst>
            <pc:docMk/>
            <pc:sldMk cId="599202311" sldId="313"/>
            <ac:spMk id="10" creationId="{EDAF21E9-0538-41F4-96B2-539AEF526742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11" creationId="{85238B18-7E46-4711-8B24-E08C59261AF4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12" creationId="{E45E13F3-8FA6-4E27-A5D0-2B16DA51E1B7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17" creationId="{EDA2BE1E-9891-4E1C-A612-E6B061375BED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18" creationId="{A83C80FE-B640-45EF-A11D-3F6F16F03E05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19" creationId="{4C15EC4E-29BA-4A0D-B64E-2C9F42A3B00D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20" creationId="{91CDEC0E-4469-4670-B987-C9255D484AFF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21" creationId="{FC5B21BD-6997-448F-A586-B8997C713147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22" creationId="{8375F75E-F4B8-4BEC-850A-038BE4B5420F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23" creationId="{88B42560-275C-42A7-B041-BC4AEFFFEC8C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24" creationId="{D807A86D-83AF-4301-9684-665067E42115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25" creationId="{6CB7FB39-6E16-4872-9A34-3E3650157101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26" creationId="{D122D2F5-DC71-4629-AA52-F96710777EE3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27" creationId="{64140793-3C58-49BD-9151-862B1011BAED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28" creationId="{2B93204B-EB12-40F3-B3BD-B739ED690874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29" creationId="{1B2E771A-6C2C-4C35-86A8-70171F0ADD0B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30" creationId="{6811B1AF-89C1-4A2B-B11E-17B1E60629C4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32" creationId="{C6799902-BDA3-4BAC-B5B2-AE3312CA2AC8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33" creationId="{6C5AFCBD-017D-483B-B673-CB6440BBC72B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34" creationId="{26532D17-F3CF-40E5-A229-C1FEB0A1772D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35" creationId="{0360C263-E0FB-47D8-8F8F-CE23A294B446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36" creationId="{9372E138-0CD8-4032-9138-3DA987FC2B21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38" creationId="{90AF35EC-28A6-401C-87F5-3855C0E63337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39" creationId="{E6ECC6C4-FBCD-4373-A5B8-636F02F1DC42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40" creationId="{B2C8E402-AFCC-4A9E-BBE3-71407D25D87C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41" creationId="{11CE9E7F-F572-475E-B82A-E19918D49D17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42" creationId="{AF7D3D54-F84B-4AFD-A2AB-93906ED1F5CD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43" creationId="{CB93DC95-C480-4165-8DB2-BBCFB25A0B18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44" creationId="{B68D4BF0-725E-4A79-B610-0E9FC0F4EEDB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45" creationId="{C9B14017-ACD5-49DA-93FA-AED1BDCC9FDE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46" creationId="{791636D6-C170-473C-AC2C-B14290E69384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47" creationId="{D561410D-9AF7-4E2D-BC19-CB3C9A4B186A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48" creationId="{5680936D-5F8C-4AF3-A1EA-E988C300B0C2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49" creationId="{0932EC52-7971-4EFF-A87F-A8ABA144C862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50" creationId="{1070A7B7-A952-4156-953E-D9208DE14D73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51" creationId="{3AFD1F3A-4D9F-4293-97D7-07D4FA40C3F8}"/>
          </ac:spMkLst>
        </pc:spChg>
        <pc:spChg chg="mod topLvl">
          <ac:chgData name="Rolando E. Montero A." userId="db44b2c1daed2876" providerId="LiveId" clId="{313F95CA-920E-483C-8B94-477AFBEA1CA1}" dt="2020-10-29T12:38:25.687" v="392" actId="338"/>
          <ac:spMkLst>
            <pc:docMk/>
            <pc:sldMk cId="599202311" sldId="313"/>
            <ac:spMk id="52" creationId="{8E3F0D00-F7A8-485E-B0B3-F4D9E78DCF22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61" creationId="{730BF07D-CEB6-4C49-982E-C8B8D5EE45CB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63" creationId="{54365464-448A-4BDD-9519-075492F8E1D2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65" creationId="{AAD75995-7535-424B-BD7F-BADE8AE8D291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67" creationId="{AE8949A4-2A2F-44E4-8B45-2A3A30C5F5FF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68" creationId="{5883ED61-41E7-4A6C-816E-B8AFC2409C29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70" creationId="{0FA2A949-37A9-47C6-8AD6-A93DB977560F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71" creationId="{09AA4F9A-EA4B-4EA4-9AEE-91EB6FD095D5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73" creationId="{C741DBA6-ABE4-4744-8A04-625755FCB5CB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75" creationId="{FB8AB837-AA28-4DD1-8EBE-8F45121D6095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77" creationId="{79467B4D-4D3F-4EEE-8A6B-19269A76E97D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78" creationId="{BA3F17C3-3525-4A71-AF5E-448BE43E114C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80" creationId="{735D0BFA-A1A8-4E9D-9C21-CE0DA6738E9D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81" creationId="{89362E0C-E386-46AF-B657-326179D7708E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82" creationId="{DA222A30-086E-4F4B-AD69-128DEF007A3C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83" creationId="{2F7EEFAD-D599-4C9D-91E7-F7D2A58DB9A5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85" creationId="{B66E2F2A-B507-46CC-932B-D1C1B7FF8FBC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87" creationId="{DB3D6034-B235-47D6-8C2E-51966E74C0E5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88" creationId="{C39C056D-5536-4D20-AFBC-984DA2443255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90" creationId="{F7A7DC2F-C5C9-4568-B222-12A24DCAEE23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91" creationId="{1C3EC760-5D6B-49B3-878A-7A6A9F3B8BC5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93" creationId="{67E50A3B-3801-4EF8-9BBD-7D95AF8F858D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94" creationId="{9DD2D74E-E8E3-42CC-A983-AF9DA57E6C85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96" creationId="{D752BF34-6007-4468-BA9B-5199DE653404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97" creationId="{B1907FF3-04A6-4347-B443-11F8C63467DD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98" creationId="{B13B10C1-9F62-4632-8ACB-E456B80E88DD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100" creationId="{127E384A-4DF9-4677-BB01-DB3F6BFDE0BD}"/>
          </ac:spMkLst>
        </pc:spChg>
        <pc:spChg chg="mod">
          <ac:chgData name="Rolando E. Montero A." userId="db44b2c1daed2876" providerId="LiveId" clId="{313F95CA-920E-483C-8B94-477AFBEA1CA1}" dt="2020-10-29T12:38:12.598" v="391" actId="2085"/>
          <ac:spMkLst>
            <pc:docMk/>
            <pc:sldMk cId="599202311" sldId="313"/>
            <ac:spMk id="101" creationId="{61BC642E-6BF9-4515-BDF8-6D44CA147285}"/>
          </ac:spMkLst>
        </pc:spChg>
        <pc:grpChg chg="add mod">
          <ac:chgData name="Rolando E. Montero A." userId="db44b2c1daed2876" providerId="LiveId" clId="{313F95CA-920E-483C-8B94-477AFBEA1CA1}" dt="2020-10-29T12:46:15.295" v="424" actId="1076"/>
          <ac:grpSpMkLst>
            <pc:docMk/>
            <pc:sldMk cId="599202311" sldId="313"/>
            <ac:grpSpMk id="7" creationId="{184CA67C-98EF-4C67-9DD7-F22EB944FC21}"/>
          </ac:grpSpMkLst>
        </pc:grpChg>
        <pc:grpChg chg="add del mod">
          <ac:chgData name="Rolando E. Montero A." userId="db44b2c1daed2876" providerId="LiveId" clId="{313F95CA-920E-483C-8B94-477AFBEA1CA1}" dt="2020-10-29T12:37:32.966" v="388" actId="165"/>
          <ac:grpSpMkLst>
            <pc:docMk/>
            <pc:sldMk cId="599202311" sldId="313"/>
            <ac:grpSpMk id="9" creationId="{FA783C56-CE13-433E-9A09-C13ED7D1DF44}"/>
          </ac:grpSpMkLst>
        </pc:grpChg>
        <pc:grpChg chg="mod topLvl">
          <ac:chgData name="Rolando E. Montero A." userId="db44b2c1daed2876" providerId="LiveId" clId="{313F95CA-920E-483C-8B94-477AFBEA1CA1}" dt="2020-10-29T12:38:25.687" v="392" actId="338"/>
          <ac:grpSpMkLst>
            <pc:docMk/>
            <pc:sldMk cId="599202311" sldId="313"/>
            <ac:grpSpMk id="13" creationId="{15A47A50-9379-49B2-AF5B-A0AD09C3525B}"/>
          </ac:grpSpMkLst>
        </pc:grpChg>
        <pc:grpChg chg="mod topLvl">
          <ac:chgData name="Rolando E. Montero A." userId="db44b2c1daed2876" providerId="LiveId" clId="{313F95CA-920E-483C-8B94-477AFBEA1CA1}" dt="2020-10-29T12:38:25.687" v="392" actId="338"/>
          <ac:grpSpMkLst>
            <pc:docMk/>
            <pc:sldMk cId="599202311" sldId="313"/>
            <ac:grpSpMk id="14" creationId="{EBB0F7AA-D16F-48EA-B5B7-4DA0710122B6}"/>
          </ac:grpSpMkLst>
        </pc:grpChg>
        <pc:grpChg chg="mod topLvl">
          <ac:chgData name="Rolando E. Montero A." userId="db44b2c1daed2876" providerId="LiveId" clId="{313F95CA-920E-483C-8B94-477AFBEA1CA1}" dt="2020-10-29T12:38:25.687" v="392" actId="338"/>
          <ac:grpSpMkLst>
            <pc:docMk/>
            <pc:sldMk cId="599202311" sldId="313"/>
            <ac:grpSpMk id="15" creationId="{D1E10F32-32FF-4E5B-BE97-69CDF6A47E11}"/>
          </ac:grpSpMkLst>
        </pc:grpChg>
        <pc:grpChg chg="mod topLvl">
          <ac:chgData name="Rolando E. Montero A." userId="db44b2c1daed2876" providerId="LiveId" clId="{313F95CA-920E-483C-8B94-477AFBEA1CA1}" dt="2020-10-29T12:38:25.687" v="392" actId="338"/>
          <ac:grpSpMkLst>
            <pc:docMk/>
            <pc:sldMk cId="599202311" sldId="313"/>
            <ac:grpSpMk id="16" creationId="{118D0027-6595-49C0-8360-8BC41CAC82C2}"/>
          </ac:grpSpMkLst>
        </pc:grpChg>
        <pc:grpChg chg="mod topLvl">
          <ac:chgData name="Rolando E. Montero A." userId="db44b2c1daed2876" providerId="LiveId" clId="{313F95CA-920E-483C-8B94-477AFBEA1CA1}" dt="2020-10-29T12:38:25.687" v="392" actId="338"/>
          <ac:grpSpMkLst>
            <pc:docMk/>
            <pc:sldMk cId="599202311" sldId="313"/>
            <ac:grpSpMk id="31" creationId="{FE5AEF32-4AF4-4CAC-8630-4D0E6D3B8E3E}"/>
          </ac:grpSpMkLst>
        </pc:grpChg>
        <pc:grpChg chg="mod topLvl">
          <ac:chgData name="Rolando E. Montero A." userId="db44b2c1daed2876" providerId="LiveId" clId="{313F95CA-920E-483C-8B94-477AFBEA1CA1}" dt="2020-10-29T12:38:25.687" v="392" actId="338"/>
          <ac:grpSpMkLst>
            <pc:docMk/>
            <pc:sldMk cId="599202311" sldId="313"/>
            <ac:grpSpMk id="37" creationId="{2A128A44-EB0C-400D-BBA9-F9D3AAF51961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60" creationId="{E65C85D8-DF43-4FD5-A669-A32C2AEAC5E3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62" creationId="{4123E490-8B35-4B50-BE7D-E747B9D29002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64" creationId="{8DF2029C-72F2-48BD-87D1-321C71F8C699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66" creationId="{650ACD06-63BA-4D6B-BDAD-F9DDE91163E3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69" creationId="{F2BA3EC2-71F7-40A3-B710-F52ED43C4110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72" creationId="{35F08033-13F8-421D-B90F-1568AB1102AB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74" creationId="{4D03BC57-2629-4188-8A21-052726DAA592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76" creationId="{F62E4492-EF21-4068-B29E-858B910150EF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79" creationId="{B05B2663-C238-440D-A74D-A556EBDF0BAA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84" creationId="{B711D67D-9DE3-4F33-B405-B4450F2CA6F3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86" creationId="{72FB559D-B883-4899-98B7-8490AB71A3AA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89" creationId="{F7FA41DD-D12E-422B-BF48-9F3672EE6C34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92" creationId="{27743563-E971-460B-8515-07F7D92DBA67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95" creationId="{361E20D4-CDE2-4B09-A418-37E1E241B458}"/>
          </ac:grpSpMkLst>
        </pc:grpChg>
        <pc:grpChg chg="mod">
          <ac:chgData name="Rolando E. Montero A." userId="db44b2c1daed2876" providerId="LiveId" clId="{313F95CA-920E-483C-8B94-477AFBEA1CA1}" dt="2020-10-29T12:37:51.819" v="389" actId="207"/>
          <ac:grpSpMkLst>
            <pc:docMk/>
            <pc:sldMk cId="599202311" sldId="313"/>
            <ac:grpSpMk id="99" creationId="{92AEEBF8-0199-4AD8-8993-7BE722EF4237}"/>
          </ac:grpSpMkLst>
        </pc:grpChg>
        <pc:picChg chg="add del mod">
          <ac:chgData name="Rolando E. Montero A." userId="db44b2c1daed2876" providerId="LiveId" clId="{313F95CA-920E-483C-8B94-477AFBEA1CA1}" dt="2020-10-29T12:40:43.385" v="403" actId="478"/>
          <ac:picMkLst>
            <pc:docMk/>
            <pc:sldMk cId="599202311" sldId="313"/>
            <ac:picMk id="1026" creationId="{024C9349-E5BE-49C1-98D7-A780F2B1303A}"/>
          </ac:picMkLst>
        </pc:picChg>
        <pc:picChg chg="add mod">
          <ac:chgData name="Rolando E. Montero A." userId="db44b2c1daed2876" providerId="LiveId" clId="{313F95CA-920E-483C-8B94-477AFBEA1CA1}" dt="2020-10-29T12:46:28.395" v="426" actId="1076"/>
          <ac:picMkLst>
            <pc:docMk/>
            <pc:sldMk cId="599202311" sldId="313"/>
            <ac:picMk id="1028" creationId="{9BCF8BE1-9B54-4C97-A837-E5EBE039F5BE}"/>
          </ac:picMkLst>
        </pc:picChg>
        <pc:cxnChg chg="mod topLvl">
          <ac:chgData name="Rolando E. Montero A." userId="db44b2c1daed2876" providerId="LiveId" clId="{313F95CA-920E-483C-8B94-477AFBEA1CA1}" dt="2020-10-29T12:38:25.687" v="392" actId="338"/>
          <ac:cxnSpMkLst>
            <pc:docMk/>
            <pc:sldMk cId="599202311" sldId="313"/>
            <ac:cxnSpMk id="53" creationId="{DBC591D9-1C1C-4F7A-9257-429CFA37F871}"/>
          </ac:cxnSpMkLst>
        </pc:cxnChg>
        <pc:cxnChg chg="mod topLvl">
          <ac:chgData name="Rolando E. Montero A." userId="db44b2c1daed2876" providerId="LiveId" clId="{313F95CA-920E-483C-8B94-477AFBEA1CA1}" dt="2020-10-29T12:38:25.687" v="392" actId="338"/>
          <ac:cxnSpMkLst>
            <pc:docMk/>
            <pc:sldMk cId="599202311" sldId="313"/>
            <ac:cxnSpMk id="54" creationId="{78F13415-2850-4C48-8E9C-2A92B86F760C}"/>
          </ac:cxnSpMkLst>
        </pc:cxnChg>
        <pc:cxnChg chg="mod topLvl">
          <ac:chgData name="Rolando E. Montero A." userId="db44b2c1daed2876" providerId="LiveId" clId="{313F95CA-920E-483C-8B94-477AFBEA1CA1}" dt="2020-10-29T12:38:25.687" v="392" actId="338"/>
          <ac:cxnSpMkLst>
            <pc:docMk/>
            <pc:sldMk cId="599202311" sldId="313"/>
            <ac:cxnSpMk id="55" creationId="{C91EF55A-AFE5-4302-91C1-DFEC263EDCC7}"/>
          </ac:cxnSpMkLst>
        </pc:cxnChg>
        <pc:cxnChg chg="mod topLvl">
          <ac:chgData name="Rolando E. Montero A." userId="db44b2c1daed2876" providerId="LiveId" clId="{313F95CA-920E-483C-8B94-477AFBEA1CA1}" dt="2020-10-29T12:38:25.687" v="392" actId="338"/>
          <ac:cxnSpMkLst>
            <pc:docMk/>
            <pc:sldMk cId="599202311" sldId="313"/>
            <ac:cxnSpMk id="56" creationId="{F1215DE8-1756-4F4F-BC57-85B4493376DE}"/>
          </ac:cxnSpMkLst>
        </pc:cxnChg>
        <pc:cxnChg chg="mod topLvl">
          <ac:chgData name="Rolando E. Montero A." userId="db44b2c1daed2876" providerId="LiveId" clId="{313F95CA-920E-483C-8B94-477AFBEA1CA1}" dt="2020-10-29T12:38:25.687" v="392" actId="338"/>
          <ac:cxnSpMkLst>
            <pc:docMk/>
            <pc:sldMk cId="599202311" sldId="313"/>
            <ac:cxnSpMk id="57" creationId="{2F08F442-E23B-4035-B209-AC39223008D2}"/>
          </ac:cxnSpMkLst>
        </pc:cxnChg>
        <pc:cxnChg chg="mod topLvl">
          <ac:chgData name="Rolando E. Montero A." userId="db44b2c1daed2876" providerId="LiveId" clId="{313F95CA-920E-483C-8B94-477AFBEA1CA1}" dt="2020-10-29T12:38:25.687" v="392" actId="338"/>
          <ac:cxnSpMkLst>
            <pc:docMk/>
            <pc:sldMk cId="599202311" sldId="313"/>
            <ac:cxnSpMk id="58" creationId="{86DDE827-0E9A-4FD4-A35E-15C2F6B343E4}"/>
          </ac:cxnSpMkLst>
        </pc:cxnChg>
        <pc:cxnChg chg="mod topLvl">
          <ac:chgData name="Rolando E. Montero A." userId="db44b2c1daed2876" providerId="LiveId" clId="{313F95CA-920E-483C-8B94-477AFBEA1CA1}" dt="2020-10-29T12:38:25.687" v="392" actId="338"/>
          <ac:cxnSpMkLst>
            <pc:docMk/>
            <pc:sldMk cId="599202311" sldId="313"/>
            <ac:cxnSpMk id="59" creationId="{7D232A3B-9941-4E92-A7B5-B5D4C9A360C4}"/>
          </ac:cxnSpMkLst>
        </pc:cxnChg>
      </pc:sldChg>
      <pc:sldChg chg="del">
        <pc:chgData name="Rolando E. Montero A." userId="db44b2c1daed2876" providerId="LiveId" clId="{313F95CA-920E-483C-8B94-477AFBEA1CA1}" dt="2020-10-29T12:39:04.314" v="399" actId="47"/>
        <pc:sldMkLst>
          <pc:docMk/>
          <pc:sldMk cId="3939148674" sldId="314"/>
        </pc:sldMkLst>
      </pc:sldChg>
      <pc:sldChg chg="addSp delSp modSp mod">
        <pc:chgData name="Rolando E. Montero A." userId="db44b2c1daed2876" providerId="LiveId" clId="{313F95CA-920E-483C-8B94-477AFBEA1CA1}" dt="2020-10-29T12:58:35.612" v="629" actId="1076"/>
        <pc:sldMkLst>
          <pc:docMk/>
          <pc:sldMk cId="1689023364" sldId="315"/>
        </pc:sldMkLst>
        <pc:spChg chg="del">
          <ac:chgData name="Rolando E. Montero A." userId="db44b2c1daed2876" providerId="LiveId" clId="{313F95CA-920E-483C-8B94-477AFBEA1CA1}" dt="2020-10-29T12:55:18.070" v="586" actId="478"/>
          <ac:spMkLst>
            <pc:docMk/>
            <pc:sldMk cId="1689023364" sldId="315"/>
            <ac:spMk id="3" creationId="{3B87B0A5-F419-4834-9784-E1D4934CE3AE}"/>
          </ac:spMkLst>
        </pc:spChg>
        <pc:spChg chg="add del mod">
          <ac:chgData name="Rolando E. Montero A." userId="db44b2c1daed2876" providerId="LiveId" clId="{313F95CA-920E-483C-8B94-477AFBEA1CA1}" dt="2020-10-29T12:56:16.825" v="588" actId="22"/>
          <ac:spMkLst>
            <pc:docMk/>
            <pc:sldMk cId="1689023364" sldId="315"/>
            <ac:spMk id="7" creationId="{75DAFC30-A271-49CD-B61D-B697C331C549}"/>
          </ac:spMkLst>
        </pc:spChg>
        <pc:spChg chg="add mod">
          <ac:chgData name="Rolando E. Montero A." userId="db44b2c1daed2876" providerId="LiveId" clId="{313F95CA-920E-483C-8B94-477AFBEA1CA1}" dt="2020-10-29T12:57:32.127" v="601" actId="1076"/>
          <ac:spMkLst>
            <pc:docMk/>
            <pc:sldMk cId="1689023364" sldId="315"/>
            <ac:spMk id="8" creationId="{4B5D6B96-CEA5-4457-B903-DD16C5EEA2D6}"/>
          </ac:spMkLst>
        </pc:spChg>
        <pc:spChg chg="del">
          <ac:chgData name="Rolando E. Montero A." userId="db44b2c1daed2876" providerId="LiveId" clId="{313F95CA-920E-483C-8B94-477AFBEA1CA1}" dt="2020-10-29T12:55:18.070" v="586" actId="478"/>
          <ac:spMkLst>
            <pc:docMk/>
            <pc:sldMk cId="1689023364" sldId="315"/>
            <ac:spMk id="12" creationId="{7C684B6F-2985-4237-8303-EA6FE6800166}"/>
          </ac:spMkLst>
        </pc:spChg>
        <pc:spChg chg="add mod">
          <ac:chgData name="Rolando E. Montero A." userId="db44b2c1daed2876" providerId="LiveId" clId="{313F95CA-920E-483C-8B94-477AFBEA1CA1}" dt="2020-10-29T12:58:35.612" v="629" actId="1076"/>
          <ac:spMkLst>
            <pc:docMk/>
            <pc:sldMk cId="1689023364" sldId="315"/>
            <ac:spMk id="13" creationId="{E9DF1C2B-F585-44BA-B027-FDD9A3C44DCE}"/>
          </ac:spMkLst>
        </pc:spChg>
        <pc:picChg chg="del">
          <ac:chgData name="Rolando E. Montero A." userId="db44b2c1daed2876" providerId="LiveId" clId="{313F95CA-920E-483C-8B94-477AFBEA1CA1}" dt="2020-10-29T12:55:13.905" v="585" actId="478"/>
          <ac:picMkLst>
            <pc:docMk/>
            <pc:sldMk cId="1689023364" sldId="315"/>
            <ac:picMk id="1028" creationId="{27863D5E-7ECB-4D9F-970B-3AB7EA78D0ED}"/>
          </ac:picMkLst>
        </pc:picChg>
      </pc:sldChg>
      <pc:sldChg chg="del">
        <pc:chgData name="Rolando E. Montero A." userId="db44b2c1daed2876" providerId="LiveId" clId="{313F95CA-920E-483C-8B94-477AFBEA1CA1}" dt="2020-10-29T12:58:40.498" v="630" actId="47"/>
        <pc:sldMkLst>
          <pc:docMk/>
          <pc:sldMk cId="3623549037" sldId="316"/>
        </pc:sldMkLst>
      </pc:sldChg>
      <pc:sldChg chg="del">
        <pc:chgData name="Rolando E. Montero A." userId="db44b2c1daed2876" providerId="LiveId" clId="{313F95CA-920E-483C-8B94-477AFBEA1CA1}" dt="2020-10-29T13:03:12.506" v="841" actId="47"/>
        <pc:sldMkLst>
          <pc:docMk/>
          <pc:sldMk cId="2648652626" sldId="317"/>
        </pc:sldMkLst>
      </pc:sldChg>
      <pc:sldChg chg="del">
        <pc:chgData name="Rolando E. Montero A." userId="db44b2c1daed2876" providerId="LiveId" clId="{313F95CA-920E-483C-8B94-477AFBEA1CA1}" dt="2020-10-29T13:03:07.600" v="840" actId="47"/>
        <pc:sldMkLst>
          <pc:docMk/>
          <pc:sldMk cId="872849663" sldId="318"/>
        </pc:sldMkLst>
      </pc:sldChg>
      <pc:sldChg chg="modSp new mod">
        <pc:chgData name="Rolando E. Montero A." userId="db44b2c1daed2876" providerId="LiveId" clId="{313F95CA-920E-483C-8B94-477AFBEA1CA1}" dt="2020-10-29T12:36:19.710" v="377" actId="404"/>
        <pc:sldMkLst>
          <pc:docMk/>
          <pc:sldMk cId="3589320921" sldId="319"/>
        </pc:sldMkLst>
        <pc:spChg chg="mod">
          <ac:chgData name="Rolando E. Montero A." userId="db44b2c1daed2876" providerId="LiveId" clId="{313F95CA-920E-483C-8B94-477AFBEA1CA1}" dt="2020-10-29T12:32:04.759" v="339" actId="20577"/>
          <ac:spMkLst>
            <pc:docMk/>
            <pc:sldMk cId="3589320921" sldId="319"/>
            <ac:spMk id="2" creationId="{5E1A6292-A0CF-4F63-9FE8-B5D1AEA3CFC2}"/>
          </ac:spMkLst>
        </pc:spChg>
        <pc:spChg chg="mod">
          <ac:chgData name="Rolando E. Montero A." userId="db44b2c1daed2876" providerId="LiveId" clId="{313F95CA-920E-483C-8B94-477AFBEA1CA1}" dt="2020-10-29T12:36:19.710" v="377" actId="404"/>
          <ac:spMkLst>
            <pc:docMk/>
            <pc:sldMk cId="3589320921" sldId="319"/>
            <ac:spMk id="3" creationId="{E1F069D1-2409-42C5-A8CA-C4A08B36F22A}"/>
          </ac:spMkLst>
        </pc:spChg>
      </pc:sldChg>
      <pc:sldChg chg="addSp delSp modSp new del mod ord">
        <pc:chgData name="Rolando E. Montero A." userId="db44b2c1daed2876" providerId="LiveId" clId="{313F95CA-920E-483C-8B94-477AFBEA1CA1}" dt="2020-10-29T13:15:34.669" v="1023" actId="47"/>
        <pc:sldMkLst>
          <pc:docMk/>
          <pc:sldMk cId="2587117723" sldId="320"/>
        </pc:sldMkLst>
        <pc:spChg chg="del">
          <ac:chgData name="Rolando E. Montero A." userId="db44b2c1daed2876" providerId="LiveId" clId="{313F95CA-920E-483C-8B94-477AFBEA1CA1}" dt="2020-10-29T12:25:29.288" v="52" actId="22"/>
          <ac:spMkLst>
            <pc:docMk/>
            <pc:sldMk cId="2587117723" sldId="320"/>
            <ac:spMk id="3" creationId="{3CE8DA9C-9C97-4D5D-A478-C6B7640E1523}"/>
          </ac:spMkLst>
        </pc:spChg>
        <pc:picChg chg="add mod ord">
          <ac:chgData name="Rolando E. Montero A." userId="db44b2c1daed2876" providerId="LiveId" clId="{313F95CA-920E-483C-8B94-477AFBEA1CA1}" dt="2020-10-29T12:25:31.914" v="53" actId="1076"/>
          <ac:picMkLst>
            <pc:docMk/>
            <pc:sldMk cId="2587117723" sldId="320"/>
            <ac:picMk id="5" creationId="{3634121F-8D78-4E9A-AFBF-0E0C98608853}"/>
          </ac:picMkLst>
        </pc:picChg>
        <pc:picChg chg="add mod">
          <ac:chgData name="Rolando E. Montero A." userId="db44b2c1daed2876" providerId="LiveId" clId="{313F95CA-920E-483C-8B94-477AFBEA1CA1}" dt="2020-10-29T12:26:07.575" v="55" actId="1076"/>
          <ac:picMkLst>
            <pc:docMk/>
            <pc:sldMk cId="2587117723" sldId="320"/>
            <ac:picMk id="7" creationId="{7F880363-227A-4CCC-B3E2-FDA41DDD867A}"/>
          </ac:picMkLst>
        </pc:picChg>
      </pc:sldChg>
      <pc:sldChg chg="new del">
        <pc:chgData name="Rolando E. Montero A." userId="db44b2c1daed2876" providerId="LiveId" clId="{313F95CA-920E-483C-8B94-477AFBEA1CA1}" dt="2020-10-29T12:32:29.842" v="343" actId="47"/>
        <pc:sldMkLst>
          <pc:docMk/>
          <pc:sldMk cId="1173012019" sldId="321"/>
        </pc:sldMkLst>
      </pc:sldChg>
      <pc:sldChg chg="addSp modSp add mod">
        <pc:chgData name="Rolando E. Montero A." userId="db44b2c1daed2876" providerId="LiveId" clId="{313F95CA-920E-483C-8B94-477AFBEA1CA1}" dt="2020-10-29T13:06:56.446" v="890" actId="14100"/>
        <pc:sldMkLst>
          <pc:docMk/>
          <pc:sldMk cId="1421943605" sldId="321"/>
        </pc:sldMkLst>
        <pc:spChg chg="mod">
          <ac:chgData name="Rolando E. Montero A." userId="db44b2c1daed2876" providerId="LiveId" clId="{313F95CA-920E-483C-8B94-477AFBEA1CA1}" dt="2020-10-29T13:05:48.812" v="874" actId="20577"/>
          <ac:spMkLst>
            <pc:docMk/>
            <pc:sldMk cId="1421943605" sldId="321"/>
            <ac:spMk id="2" creationId="{FD0527A8-85A6-44A2-8A78-C4BA4E1364E0}"/>
          </ac:spMkLst>
        </pc:spChg>
        <pc:spChg chg="mod">
          <ac:chgData name="Rolando E. Montero A." userId="db44b2c1daed2876" providerId="LiveId" clId="{313F95CA-920E-483C-8B94-477AFBEA1CA1}" dt="2020-10-29T13:06:41.491" v="885" actId="1076"/>
          <ac:spMkLst>
            <pc:docMk/>
            <pc:sldMk cId="1421943605" sldId="321"/>
            <ac:spMk id="3" creationId="{3B87B0A5-F419-4834-9784-E1D4934CE3AE}"/>
          </ac:spMkLst>
        </pc:spChg>
        <pc:picChg chg="add mod">
          <ac:chgData name="Rolando E. Montero A." userId="db44b2c1daed2876" providerId="LiveId" clId="{313F95CA-920E-483C-8B94-477AFBEA1CA1}" dt="2020-10-29T13:06:56.446" v="890" actId="14100"/>
          <ac:picMkLst>
            <pc:docMk/>
            <pc:sldMk cId="1421943605" sldId="321"/>
            <ac:picMk id="7" creationId="{903942F0-E18A-402B-A5D1-49F576B2F69C}"/>
          </ac:picMkLst>
        </pc:picChg>
        <pc:picChg chg="add mod">
          <ac:chgData name="Rolando E. Montero A." userId="db44b2c1daed2876" providerId="LiveId" clId="{313F95CA-920E-483C-8B94-477AFBEA1CA1}" dt="2020-10-29T13:06:42.913" v="886" actId="1076"/>
          <ac:picMkLst>
            <pc:docMk/>
            <pc:sldMk cId="1421943605" sldId="321"/>
            <ac:picMk id="8" creationId="{36BE98C2-A528-4670-8DA2-5CDB2CB31A4D}"/>
          </ac:picMkLst>
        </pc:picChg>
      </pc:sldChg>
      <pc:sldChg chg="add del">
        <pc:chgData name="Rolando E. Montero A." userId="db44b2c1daed2876" providerId="LiveId" clId="{313F95CA-920E-483C-8B94-477AFBEA1CA1}" dt="2020-10-29T12:46:36.324" v="427" actId="47"/>
        <pc:sldMkLst>
          <pc:docMk/>
          <pc:sldMk cId="2314006660" sldId="321"/>
        </pc:sldMkLst>
      </pc:sldChg>
      <pc:sldChg chg="add del">
        <pc:chgData name="Rolando E. Montero A." userId="db44b2c1daed2876" providerId="LiveId" clId="{313F95CA-920E-483C-8B94-477AFBEA1CA1}" dt="2020-10-29T12:38:54.697" v="398" actId="47"/>
        <pc:sldMkLst>
          <pc:docMk/>
          <pc:sldMk cId="2980764518" sldId="321"/>
        </pc:sldMkLst>
      </pc:sldChg>
      <pc:sldChg chg="addSp delSp modSp add mod modAnim">
        <pc:chgData name="Rolando E. Montero A." userId="db44b2c1daed2876" providerId="LiveId" clId="{313F95CA-920E-483C-8B94-477AFBEA1CA1}" dt="2020-10-29T13:09:36.872" v="939" actId="404"/>
        <pc:sldMkLst>
          <pc:docMk/>
          <pc:sldMk cId="1745711002" sldId="322"/>
        </pc:sldMkLst>
        <pc:spChg chg="mod">
          <ac:chgData name="Rolando E. Montero A." userId="db44b2c1daed2876" providerId="LiveId" clId="{313F95CA-920E-483C-8B94-477AFBEA1CA1}" dt="2020-10-29T13:07:22.184" v="894" actId="1076"/>
          <ac:spMkLst>
            <pc:docMk/>
            <pc:sldMk cId="1745711002" sldId="322"/>
            <ac:spMk id="3" creationId="{3B87B0A5-F419-4834-9784-E1D4934CE3AE}"/>
          </ac:spMkLst>
        </pc:spChg>
        <pc:spChg chg="add mod">
          <ac:chgData name="Rolando E. Montero A." userId="db44b2c1daed2876" providerId="LiveId" clId="{313F95CA-920E-483C-8B94-477AFBEA1CA1}" dt="2020-10-29T13:08:45.647" v="929" actId="1076"/>
          <ac:spMkLst>
            <pc:docMk/>
            <pc:sldMk cId="1745711002" sldId="322"/>
            <ac:spMk id="10" creationId="{6F9B5B3C-9907-4A6A-BEBB-E4D216193F8F}"/>
          </ac:spMkLst>
        </pc:spChg>
        <pc:spChg chg="add mod">
          <ac:chgData name="Rolando E. Montero A." userId="db44b2c1daed2876" providerId="LiveId" clId="{313F95CA-920E-483C-8B94-477AFBEA1CA1}" dt="2020-10-29T13:09:36.872" v="939" actId="404"/>
          <ac:spMkLst>
            <pc:docMk/>
            <pc:sldMk cId="1745711002" sldId="322"/>
            <ac:spMk id="12" creationId="{5D48E006-ACD0-4560-B90E-4F57538BFD1B}"/>
          </ac:spMkLst>
        </pc:spChg>
        <pc:picChg chg="add mod">
          <ac:chgData name="Rolando E. Montero A." userId="db44b2c1daed2876" providerId="LiveId" clId="{313F95CA-920E-483C-8B94-477AFBEA1CA1}" dt="2020-10-29T13:08:39.317" v="928" actId="1076"/>
          <ac:picMkLst>
            <pc:docMk/>
            <pc:sldMk cId="1745711002" sldId="322"/>
            <ac:picMk id="4" creationId="{8732A357-5DE4-49A1-9800-6DC8930C34C1}"/>
          </ac:picMkLst>
        </pc:picChg>
        <pc:picChg chg="del">
          <ac:chgData name="Rolando E. Montero A." userId="db44b2c1daed2876" providerId="LiveId" clId="{313F95CA-920E-483C-8B94-477AFBEA1CA1}" dt="2020-10-29T13:07:15.512" v="892" actId="478"/>
          <ac:picMkLst>
            <pc:docMk/>
            <pc:sldMk cId="1745711002" sldId="322"/>
            <ac:picMk id="7" creationId="{903942F0-E18A-402B-A5D1-49F576B2F69C}"/>
          </ac:picMkLst>
        </pc:picChg>
        <pc:picChg chg="del">
          <ac:chgData name="Rolando E. Montero A." userId="db44b2c1daed2876" providerId="LiveId" clId="{313F95CA-920E-483C-8B94-477AFBEA1CA1}" dt="2020-10-29T13:07:17.715" v="893" actId="478"/>
          <ac:picMkLst>
            <pc:docMk/>
            <pc:sldMk cId="1745711002" sldId="322"/>
            <ac:picMk id="8" creationId="{36BE98C2-A528-4670-8DA2-5CDB2CB31A4D}"/>
          </ac:picMkLst>
        </pc:picChg>
      </pc:sldChg>
      <pc:sldChg chg="addSp delSp modSp add mod delAnim modAnim">
        <pc:chgData name="Rolando E. Montero A." userId="db44b2c1daed2876" providerId="LiveId" clId="{313F95CA-920E-483C-8B94-477AFBEA1CA1}" dt="2020-10-29T13:13:54.791" v="974" actId="1076"/>
        <pc:sldMkLst>
          <pc:docMk/>
          <pc:sldMk cId="4231835606" sldId="323"/>
        </pc:sldMkLst>
        <pc:spChg chg="del">
          <ac:chgData name="Rolando E. Montero A." userId="db44b2c1daed2876" providerId="LiveId" clId="{313F95CA-920E-483C-8B94-477AFBEA1CA1}" dt="2020-10-29T13:10:40.570" v="946" actId="478"/>
          <ac:spMkLst>
            <pc:docMk/>
            <pc:sldMk cId="4231835606" sldId="323"/>
            <ac:spMk id="3" creationId="{3B87B0A5-F419-4834-9784-E1D4934CE3AE}"/>
          </ac:spMkLst>
        </pc:spChg>
        <pc:spChg chg="del mod">
          <ac:chgData name="Rolando E. Montero A." userId="db44b2c1daed2876" providerId="LiveId" clId="{313F95CA-920E-483C-8B94-477AFBEA1CA1}" dt="2020-10-29T13:10:33.570" v="945" actId="478"/>
          <ac:spMkLst>
            <pc:docMk/>
            <pc:sldMk cId="4231835606" sldId="323"/>
            <ac:spMk id="10" creationId="{6F9B5B3C-9907-4A6A-BEBB-E4D216193F8F}"/>
          </ac:spMkLst>
        </pc:spChg>
        <pc:spChg chg="add del mod">
          <ac:chgData name="Rolando E. Montero A." userId="db44b2c1daed2876" providerId="LiveId" clId="{313F95CA-920E-483C-8B94-477AFBEA1CA1}" dt="2020-10-29T13:10:43.836" v="947" actId="478"/>
          <ac:spMkLst>
            <pc:docMk/>
            <pc:sldMk cId="4231835606" sldId="323"/>
            <ac:spMk id="11" creationId="{8CE2CE48-C895-4B33-8403-36E57C9B170A}"/>
          </ac:spMkLst>
        </pc:spChg>
        <pc:spChg chg="del">
          <ac:chgData name="Rolando E. Montero A." userId="db44b2c1daed2876" providerId="LiveId" clId="{313F95CA-920E-483C-8B94-477AFBEA1CA1}" dt="2020-10-29T13:10:30.976" v="943" actId="478"/>
          <ac:spMkLst>
            <pc:docMk/>
            <pc:sldMk cId="4231835606" sldId="323"/>
            <ac:spMk id="12" creationId="{5D48E006-ACD0-4560-B90E-4F57538BFD1B}"/>
          </ac:spMkLst>
        </pc:spChg>
        <pc:spChg chg="add mod">
          <ac:chgData name="Rolando E. Montero A." userId="db44b2c1daed2876" providerId="LiveId" clId="{313F95CA-920E-483C-8B94-477AFBEA1CA1}" dt="2020-10-29T13:13:48.273" v="973" actId="20577"/>
          <ac:spMkLst>
            <pc:docMk/>
            <pc:sldMk cId="4231835606" sldId="323"/>
            <ac:spMk id="17" creationId="{C2B102ED-51C3-4779-9098-C9A25AA81C97}"/>
          </ac:spMkLst>
        </pc:spChg>
        <pc:picChg chg="del">
          <ac:chgData name="Rolando E. Montero A." userId="db44b2c1daed2876" providerId="LiveId" clId="{313F95CA-920E-483C-8B94-477AFBEA1CA1}" dt="2020-10-29T13:10:27.554" v="941" actId="478"/>
          <ac:picMkLst>
            <pc:docMk/>
            <pc:sldMk cId="4231835606" sldId="323"/>
            <ac:picMk id="4" creationId="{8732A357-5DE4-49A1-9800-6DC8930C34C1}"/>
          </ac:picMkLst>
        </pc:picChg>
        <pc:picChg chg="add mod">
          <ac:chgData name="Rolando E. Montero A." userId="db44b2c1daed2876" providerId="LiveId" clId="{313F95CA-920E-483C-8B94-477AFBEA1CA1}" dt="2020-10-29T13:11:44.936" v="959" actId="1076"/>
          <ac:picMkLst>
            <pc:docMk/>
            <pc:sldMk cId="4231835606" sldId="323"/>
            <ac:picMk id="8" creationId="{588ED736-F598-4798-B232-5EF7F20EE78E}"/>
          </ac:picMkLst>
        </pc:picChg>
        <pc:picChg chg="add mod">
          <ac:chgData name="Rolando E. Montero A." userId="db44b2c1daed2876" providerId="LiveId" clId="{313F95CA-920E-483C-8B94-477AFBEA1CA1}" dt="2020-10-29T13:11:49.326" v="961" actId="1076"/>
          <ac:picMkLst>
            <pc:docMk/>
            <pc:sldMk cId="4231835606" sldId="323"/>
            <ac:picMk id="14" creationId="{A1FB3902-EC50-41C4-A050-BC8B113CCE64}"/>
          </ac:picMkLst>
        </pc:picChg>
        <pc:picChg chg="add mod">
          <ac:chgData name="Rolando E. Montero A." userId="db44b2c1daed2876" providerId="LiveId" clId="{313F95CA-920E-483C-8B94-477AFBEA1CA1}" dt="2020-10-29T13:13:54.791" v="974" actId="1076"/>
          <ac:picMkLst>
            <pc:docMk/>
            <pc:sldMk cId="4231835606" sldId="323"/>
            <ac:picMk id="16" creationId="{02B25BA5-29D9-4D02-A2EC-531E7D3F7CBE}"/>
          </ac:picMkLst>
        </pc:picChg>
      </pc:sldChg>
      <pc:sldChg chg="addSp delSp modSp add mod delAnim modAnim">
        <pc:chgData name="Rolando E. Montero A." userId="db44b2c1daed2876" providerId="LiveId" clId="{313F95CA-920E-483C-8B94-477AFBEA1CA1}" dt="2020-10-29T13:15:25.950" v="1022"/>
        <pc:sldMkLst>
          <pc:docMk/>
          <pc:sldMk cId="3577399681" sldId="324"/>
        </pc:sldMkLst>
        <pc:spChg chg="add mod">
          <ac:chgData name="Rolando E. Montero A." userId="db44b2c1daed2876" providerId="LiveId" clId="{313F95CA-920E-483C-8B94-477AFBEA1CA1}" dt="2020-10-29T13:14:26.822" v="1015" actId="20577"/>
          <ac:spMkLst>
            <pc:docMk/>
            <pc:sldMk cId="3577399681" sldId="324"/>
            <ac:spMk id="10" creationId="{9A61768B-0ECB-4950-8760-A8890BE2EB12}"/>
          </ac:spMkLst>
        </pc:spChg>
        <pc:picChg chg="add mod">
          <ac:chgData name="Rolando E. Montero A." userId="db44b2c1daed2876" providerId="LiveId" clId="{313F95CA-920E-483C-8B94-477AFBEA1CA1}" dt="2020-10-29T13:14:02.119" v="976" actId="1076"/>
          <ac:picMkLst>
            <pc:docMk/>
            <pc:sldMk cId="3577399681" sldId="324"/>
            <ac:picMk id="4" creationId="{2DA3E123-75C7-4CC2-B77C-7AA2736AEBD6}"/>
          </ac:picMkLst>
        </pc:picChg>
        <pc:picChg chg="del">
          <ac:chgData name="Rolando E. Montero A." userId="db44b2c1daed2876" providerId="LiveId" clId="{313F95CA-920E-483C-8B94-477AFBEA1CA1}" dt="2020-10-29T13:13:31.412" v="968" actId="478"/>
          <ac:picMkLst>
            <pc:docMk/>
            <pc:sldMk cId="3577399681" sldId="324"/>
            <ac:picMk id="8" creationId="{588ED736-F598-4798-B232-5EF7F20EE78E}"/>
          </ac:picMkLst>
        </pc:picChg>
        <pc:picChg chg="add mod">
          <ac:chgData name="Rolando E. Montero A." userId="db44b2c1daed2876" providerId="LiveId" clId="{313F95CA-920E-483C-8B94-477AFBEA1CA1}" dt="2020-10-29T13:15:07.884" v="1019" actId="1076"/>
          <ac:picMkLst>
            <pc:docMk/>
            <pc:sldMk cId="3577399681" sldId="324"/>
            <ac:picMk id="9" creationId="{744AFC9C-12E7-4A6C-8BCC-FF3192660FBC}"/>
          </ac:picMkLst>
        </pc:picChg>
        <pc:picChg chg="del">
          <ac:chgData name="Rolando E. Montero A." userId="db44b2c1daed2876" providerId="LiveId" clId="{313F95CA-920E-483C-8B94-477AFBEA1CA1}" dt="2020-10-29T13:13:32.131" v="969" actId="478"/>
          <ac:picMkLst>
            <pc:docMk/>
            <pc:sldMk cId="3577399681" sldId="324"/>
            <ac:picMk id="14" creationId="{A1FB3902-EC50-41C4-A050-BC8B113CCE64}"/>
          </ac:picMkLst>
        </pc:picChg>
        <pc:picChg chg="mod">
          <ac:chgData name="Rolando E. Montero A." userId="db44b2c1daed2876" providerId="LiveId" clId="{313F95CA-920E-483C-8B94-477AFBEA1CA1}" dt="2020-10-29T13:14:03.416" v="977" actId="1076"/>
          <ac:picMkLst>
            <pc:docMk/>
            <pc:sldMk cId="3577399681" sldId="324"/>
            <ac:picMk id="16" creationId="{02B25BA5-29D9-4D02-A2EC-531E7D3F7CBE}"/>
          </ac:picMkLst>
        </pc:picChg>
      </pc:sldChg>
      <pc:sldChg chg="addSp delSp modSp add mod delAnim">
        <pc:chgData name="Rolando E. Montero A." userId="db44b2c1daed2876" providerId="LiveId" clId="{313F95CA-920E-483C-8B94-477AFBEA1CA1}" dt="2020-10-29T17:12:29.283" v="1305" actId="1076"/>
        <pc:sldMkLst>
          <pc:docMk/>
          <pc:sldMk cId="1201488058" sldId="325"/>
        </pc:sldMkLst>
        <pc:spChg chg="mod">
          <ac:chgData name="Rolando E. Montero A." userId="db44b2c1daed2876" providerId="LiveId" clId="{313F95CA-920E-483C-8B94-477AFBEA1CA1}" dt="2020-10-29T17:12:08.876" v="1299" actId="1076"/>
          <ac:spMkLst>
            <pc:docMk/>
            <pc:sldMk cId="1201488058" sldId="325"/>
            <ac:spMk id="10" creationId="{9A61768B-0ECB-4950-8760-A8890BE2EB12}"/>
          </ac:spMkLst>
        </pc:spChg>
        <pc:picChg chg="del">
          <ac:chgData name="Rolando E. Montero A." userId="db44b2c1daed2876" providerId="LiveId" clId="{313F95CA-920E-483C-8B94-477AFBEA1CA1}" dt="2020-10-29T13:17:52.728" v="1025" actId="478"/>
          <ac:picMkLst>
            <pc:docMk/>
            <pc:sldMk cId="1201488058" sldId="325"/>
            <ac:picMk id="4" creationId="{2DA3E123-75C7-4CC2-B77C-7AA2736AEBD6}"/>
          </ac:picMkLst>
        </pc:picChg>
        <pc:picChg chg="add mod">
          <ac:chgData name="Rolando E. Montero A." userId="db44b2c1daed2876" providerId="LiveId" clId="{313F95CA-920E-483C-8B94-477AFBEA1CA1}" dt="2020-10-29T17:12:29.283" v="1305" actId="1076"/>
          <ac:picMkLst>
            <pc:docMk/>
            <pc:sldMk cId="1201488058" sldId="325"/>
            <ac:picMk id="4" creationId="{B2EE1237-7D76-480B-9043-B54249FF6616}"/>
          </ac:picMkLst>
        </pc:picChg>
        <pc:picChg chg="add del mod modCrop">
          <ac:chgData name="Rolando E. Montero A." userId="db44b2c1daed2876" providerId="LiveId" clId="{313F95CA-920E-483C-8B94-477AFBEA1CA1}" dt="2020-10-29T16:39:55.523" v="1162" actId="478"/>
          <ac:picMkLst>
            <pc:docMk/>
            <pc:sldMk cId="1201488058" sldId="325"/>
            <ac:picMk id="7" creationId="{73232C0A-2B32-429A-AF9A-EDA85730B4E9}"/>
          </ac:picMkLst>
        </pc:picChg>
        <pc:picChg chg="del">
          <ac:chgData name="Rolando E. Montero A." userId="db44b2c1daed2876" providerId="LiveId" clId="{313F95CA-920E-483C-8B94-477AFBEA1CA1}" dt="2020-10-29T13:17:55.265" v="1026" actId="478"/>
          <ac:picMkLst>
            <pc:docMk/>
            <pc:sldMk cId="1201488058" sldId="325"/>
            <ac:picMk id="9" creationId="{744AFC9C-12E7-4A6C-8BCC-FF3192660FBC}"/>
          </ac:picMkLst>
        </pc:picChg>
        <pc:picChg chg="mod ord">
          <ac:chgData name="Rolando E. Montero A." userId="db44b2c1daed2876" providerId="LiveId" clId="{313F95CA-920E-483C-8B94-477AFBEA1CA1}" dt="2020-10-29T17:12:14.185" v="1301" actId="166"/>
          <ac:picMkLst>
            <pc:docMk/>
            <pc:sldMk cId="1201488058" sldId="325"/>
            <ac:picMk id="16" creationId="{02B25BA5-29D9-4D02-A2EC-531E7D3F7CBE}"/>
          </ac:picMkLst>
        </pc:picChg>
      </pc:sldChg>
      <pc:sldChg chg="addSp delSp modSp add mod">
        <pc:chgData name="Rolando E. Montero A." userId="db44b2c1daed2876" providerId="LiveId" clId="{313F95CA-920E-483C-8B94-477AFBEA1CA1}" dt="2020-10-29T17:06:06.704" v="1293" actId="1076"/>
        <pc:sldMkLst>
          <pc:docMk/>
          <pc:sldMk cId="431939749" sldId="326"/>
        </pc:sldMkLst>
        <pc:spChg chg="mod">
          <ac:chgData name="Rolando E. Montero A." userId="db44b2c1daed2876" providerId="LiveId" clId="{313F95CA-920E-483C-8B94-477AFBEA1CA1}" dt="2020-10-29T16:45:04.411" v="1267" actId="207"/>
          <ac:spMkLst>
            <pc:docMk/>
            <pc:sldMk cId="431939749" sldId="326"/>
            <ac:spMk id="10" creationId="{9A61768B-0ECB-4950-8760-A8890BE2EB12}"/>
          </ac:spMkLst>
        </pc:spChg>
        <pc:picChg chg="add del mod">
          <ac:chgData name="Rolando E. Montero A." userId="db44b2c1daed2876" providerId="LiveId" clId="{313F95CA-920E-483C-8B94-477AFBEA1CA1}" dt="2020-10-29T16:41:32.893" v="1166" actId="478"/>
          <ac:picMkLst>
            <pc:docMk/>
            <pc:sldMk cId="431939749" sldId="326"/>
            <ac:picMk id="4" creationId="{72031363-EFF9-4B02-81D4-F7651533F339}"/>
          </ac:picMkLst>
        </pc:picChg>
        <pc:picChg chg="del">
          <ac:chgData name="Rolando E. Montero A." userId="db44b2c1daed2876" providerId="LiveId" clId="{313F95CA-920E-483C-8B94-477AFBEA1CA1}" dt="2020-10-29T13:20:58.409" v="1041" actId="478"/>
          <ac:picMkLst>
            <pc:docMk/>
            <pc:sldMk cId="431939749" sldId="326"/>
            <ac:picMk id="7" creationId="{73232C0A-2B32-429A-AF9A-EDA85730B4E9}"/>
          </ac:picMkLst>
        </pc:picChg>
        <pc:picChg chg="add mod ord">
          <ac:chgData name="Rolando E. Montero A." userId="db44b2c1daed2876" providerId="LiveId" clId="{313F95CA-920E-483C-8B94-477AFBEA1CA1}" dt="2020-10-29T17:06:06.704" v="1293" actId="1076"/>
          <ac:picMkLst>
            <pc:docMk/>
            <pc:sldMk cId="431939749" sldId="326"/>
            <ac:picMk id="7" creationId="{B049C8DE-C34C-4799-92AA-3E25A3132961}"/>
          </ac:picMkLst>
        </pc:picChg>
        <pc:picChg chg="add del mod ord">
          <ac:chgData name="Rolando E. Montero A." userId="db44b2c1daed2876" providerId="LiveId" clId="{313F95CA-920E-483C-8B94-477AFBEA1CA1}" dt="2020-10-29T13:24:24.367" v="1059" actId="22"/>
          <ac:picMkLst>
            <pc:docMk/>
            <pc:sldMk cId="431939749" sldId="326"/>
            <ac:picMk id="9" creationId="{74119537-7F00-4134-B0F5-AA03DCCC8EB6}"/>
          </ac:picMkLst>
        </pc:picChg>
        <pc:picChg chg="mod ord">
          <ac:chgData name="Rolando E. Montero A." userId="db44b2c1daed2876" providerId="LiveId" clId="{313F95CA-920E-483C-8B94-477AFBEA1CA1}" dt="2020-10-29T13:21:24.615" v="1050" actId="1076"/>
          <ac:picMkLst>
            <pc:docMk/>
            <pc:sldMk cId="431939749" sldId="326"/>
            <ac:picMk id="16" creationId="{02B25BA5-29D9-4D02-A2EC-531E7D3F7CBE}"/>
          </ac:picMkLst>
        </pc:picChg>
      </pc:sldChg>
      <pc:sldChg chg="addSp delSp modSp add mod">
        <pc:chgData name="Rolando E. Montero A." userId="db44b2c1daed2876" providerId="LiveId" clId="{313F95CA-920E-483C-8B94-477AFBEA1CA1}" dt="2020-10-29T16:43:57.995" v="1184" actId="171"/>
        <pc:sldMkLst>
          <pc:docMk/>
          <pc:sldMk cId="557184343" sldId="327"/>
        </pc:sldMkLst>
        <pc:spChg chg="mod">
          <ac:chgData name="Rolando E. Montero A." userId="db44b2c1daed2876" providerId="LiveId" clId="{313F95CA-920E-483C-8B94-477AFBEA1CA1}" dt="2020-10-29T14:52:53.818" v="1161" actId="207"/>
          <ac:spMkLst>
            <pc:docMk/>
            <pc:sldMk cId="557184343" sldId="327"/>
            <ac:spMk id="10" creationId="{9A61768B-0ECB-4950-8760-A8890BE2EB12}"/>
          </ac:spMkLst>
        </pc:spChg>
        <pc:picChg chg="del">
          <ac:chgData name="Rolando E. Montero A." userId="db44b2c1daed2876" providerId="LiveId" clId="{313F95CA-920E-483C-8B94-477AFBEA1CA1}" dt="2020-10-29T13:24:31.304" v="1062" actId="478"/>
          <ac:picMkLst>
            <pc:docMk/>
            <pc:sldMk cId="557184343" sldId="327"/>
            <ac:picMk id="4" creationId="{72031363-EFF9-4B02-81D4-F7651533F339}"/>
          </ac:picMkLst>
        </pc:picChg>
        <pc:picChg chg="add mod ord">
          <ac:chgData name="Rolando E. Montero A." userId="db44b2c1daed2876" providerId="LiveId" clId="{313F95CA-920E-483C-8B94-477AFBEA1CA1}" dt="2020-10-29T16:43:57.995" v="1184" actId="171"/>
          <ac:picMkLst>
            <pc:docMk/>
            <pc:sldMk cId="557184343" sldId="327"/>
            <ac:picMk id="4" creationId="{C9832BDA-B02F-47F4-8536-0366496CCF50}"/>
          </ac:picMkLst>
        </pc:picChg>
        <pc:picChg chg="add del mod ord">
          <ac:chgData name="Rolando E. Montero A." userId="db44b2c1daed2876" providerId="LiveId" clId="{313F95CA-920E-483C-8B94-477AFBEA1CA1}" dt="2020-10-29T16:43:27.531" v="1180" actId="478"/>
          <ac:picMkLst>
            <pc:docMk/>
            <pc:sldMk cId="557184343" sldId="327"/>
            <ac:picMk id="7" creationId="{37990111-6EE8-4E5E-ABB0-CB0129C09574}"/>
          </ac:picMkLst>
        </pc:picChg>
      </pc:sldChg>
      <pc:sldChg chg="addSp delSp modSp add mod ord">
        <pc:chgData name="Rolando E. Montero A." userId="db44b2c1daed2876" providerId="LiveId" clId="{313F95CA-920E-483C-8B94-477AFBEA1CA1}" dt="2020-10-29T13:29:59.300" v="1108" actId="1076"/>
        <pc:sldMkLst>
          <pc:docMk/>
          <pc:sldMk cId="2013609090" sldId="328"/>
        </pc:sldMkLst>
        <pc:spChg chg="mod">
          <ac:chgData name="Rolando E. Montero A." userId="db44b2c1daed2876" providerId="LiveId" clId="{313F95CA-920E-483C-8B94-477AFBEA1CA1}" dt="2020-10-29T13:25:21.968" v="1082" actId="20577"/>
          <ac:spMkLst>
            <pc:docMk/>
            <pc:sldMk cId="2013609090" sldId="328"/>
            <ac:spMk id="2" creationId="{FD0527A8-85A6-44A2-8A78-C4BA4E1364E0}"/>
          </ac:spMkLst>
        </pc:spChg>
        <pc:spChg chg="mod">
          <ac:chgData name="Rolando E. Montero A." userId="db44b2c1daed2876" providerId="LiveId" clId="{313F95CA-920E-483C-8B94-477AFBEA1CA1}" dt="2020-10-29T13:25:38.095" v="1092" actId="1076"/>
          <ac:spMkLst>
            <pc:docMk/>
            <pc:sldMk cId="2013609090" sldId="328"/>
            <ac:spMk id="3" creationId="{3B87B0A5-F419-4834-9784-E1D4934CE3AE}"/>
          </ac:spMkLst>
        </pc:spChg>
        <pc:picChg chg="del">
          <ac:chgData name="Rolando E. Montero A." userId="db44b2c1daed2876" providerId="LiveId" clId="{313F95CA-920E-483C-8B94-477AFBEA1CA1}" dt="2020-10-29T13:25:24.343" v="1083" actId="478"/>
          <ac:picMkLst>
            <pc:docMk/>
            <pc:sldMk cId="2013609090" sldId="328"/>
            <ac:picMk id="7" creationId="{903942F0-E18A-402B-A5D1-49F576B2F69C}"/>
          </ac:picMkLst>
        </pc:picChg>
        <pc:picChg chg="del">
          <ac:chgData name="Rolando E. Montero A." userId="db44b2c1daed2876" providerId="LiveId" clId="{313F95CA-920E-483C-8B94-477AFBEA1CA1}" dt="2020-10-29T13:25:25.218" v="1084" actId="478"/>
          <ac:picMkLst>
            <pc:docMk/>
            <pc:sldMk cId="2013609090" sldId="328"/>
            <ac:picMk id="8" creationId="{36BE98C2-A528-4670-8DA2-5CDB2CB31A4D}"/>
          </ac:picMkLst>
        </pc:picChg>
        <pc:picChg chg="add del mod">
          <ac:chgData name="Rolando E. Montero A." userId="db44b2c1daed2876" providerId="LiveId" clId="{313F95CA-920E-483C-8B94-477AFBEA1CA1}" dt="2020-10-29T13:25:49.189" v="1098" actId="478"/>
          <ac:picMkLst>
            <pc:docMk/>
            <pc:sldMk cId="2013609090" sldId="328"/>
            <ac:picMk id="9" creationId="{4310B98D-0241-45C3-B5F5-92E28670DF5F}"/>
          </ac:picMkLst>
        </pc:picChg>
        <pc:picChg chg="add del mod">
          <ac:chgData name="Rolando E. Montero A." userId="db44b2c1daed2876" providerId="LiveId" clId="{313F95CA-920E-483C-8B94-477AFBEA1CA1}" dt="2020-10-29T13:27:27.012" v="1102" actId="478"/>
          <ac:picMkLst>
            <pc:docMk/>
            <pc:sldMk cId="2013609090" sldId="328"/>
            <ac:picMk id="11" creationId="{24F05BD8-02DC-4E86-A6DD-6EB6D4D42B16}"/>
          </ac:picMkLst>
        </pc:picChg>
        <pc:picChg chg="add mod">
          <ac:chgData name="Rolando E. Montero A." userId="db44b2c1daed2876" providerId="LiveId" clId="{313F95CA-920E-483C-8B94-477AFBEA1CA1}" dt="2020-10-29T13:29:59.300" v="1108" actId="1076"/>
          <ac:picMkLst>
            <pc:docMk/>
            <pc:sldMk cId="2013609090" sldId="328"/>
            <ac:picMk id="13" creationId="{32D65D61-465C-44C6-AE3F-61B926B7543C}"/>
          </ac:picMkLst>
        </pc:picChg>
      </pc:sldChg>
      <pc:sldChg chg="addSp delSp modSp add mod">
        <pc:chgData name="Rolando E. Montero A." userId="db44b2c1daed2876" providerId="LiveId" clId="{313F95CA-920E-483C-8B94-477AFBEA1CA1}" dt="2020-10-29T17:06:04.017" v="1292" actId="1076"/>
        <pc:sldMkLst>
          <pc:docMk/>
          <pc:sldMk cId="239538332" sldId="329"/>
        </pc:sldMkLst>
        <pc:spChg chg="mod">
          <ac:chgData name="Rolando E. Montero A." userId="db44b2c1daed2876" providerId="LiveId" clId="{313F95CA-920E-483C-8B94-477AFBEA1CA1}" dt="2020-10-29T16:44:42.179" v="1242" actId="20577"/>
          <ac:spMkLst>
            <pc:docMk/>
            <pc:sldMk cId="239538332" sldId="329"/>
            <ac:spMk id="10" creationId="{9A61768B-0ECB-4950-8760-A8890BE2EB12}"/>
          </ac:spMkLst>
        </pc:spChg>
        <pc:picChg chg="add mod ord">
          <ac:chgData name="Rolando E. Montero A." userId="db44b2c1daed2876" providerId="LiveId" clId="{313F95CA-920E-483C-8B94-477AFBEA1CA1}" dt="2020-10-29T17:06:04.017" v="1292" actId="1076"/>
          <ac:picMkLst>
            <pc:docMk/>
            <pc:sldMk cId="239538332" sldId="329"/>
            <ac:picMk id="4" creationId="{64B72274-2DD3-4C7A-A992-AD51E467D06B}"/>
          </ac:picMkLst>
        </pc:picChg>
        <pc:picChg chg="del">
          <ac:chgData name="Rolando E. Montero A." userId="db44b2c1daed2876" providerId="LiveId" clId="{313F95CA-920E-483C-8B94-477AFBEA1CA1}" dt="2020-10-29T16:41:52.529" v="1172" actId="478"/>
          <ac:picMkLst>
            <pc:docMk/>
            <pc:sldMk cId="239538332" sldId="329"/>
            <ac:picMk id="7" creationId="{B049C8DE-C34C-4799-92AA-3E25A3132961}"/>
          </ac:picMkLst>
        </pc:picChg>
      </pc:sldChg>
      <pc:sldMasterChg chg="delSldLayout">
        <pc:chgData name="Rolando E. Montero A." userId="db44b2c1daed2876" providerId="LiveId" clId="{313F95CA-920E-483C-8B94-477AFBEA1CA1}" dt="2020-10-29T12:38:54.697" v="398" actId="47"/>
        <pc:sldMasterMkLst>
          <pc:docMk/>
          <pc:sldMasterMk cId="1604139482" sldId="2147483805"/>
        </pc:sldMasterMkLst>
        <pc:sldLayoutChg chg="del">
          <pc:chgData name="Rolando E. Montero A." userId="db44b2c1daed2876" providerId="LiveId" clId="{313F95CA-920E-483C-8B94-477AFBEA1CA1}" dt="2020-10-29T12:38:54.697" v="398" actId="47"/>
          <pc:sldLayoutMkLst>
            <pc:docMk/>
            <pc:sldMasterMk cId="1604139482" sldId="2147483805"/>
            <pc:sldLayoutMk cId="2727563736" sldId="2147483824"/>
          </pc:sldLayoutMkLst>
        </pc:sldLayoutChg>
      </pc:sldMasterChg>
    </pc:docChg>
  </pc:docChgLst>
  <pc:docChgLst>
    <pc:chgData name="Rolando E. Montero A." userId="db44b2c1daed2876" providerId="LiveId" clId="{5CA9091D-E0AF-4ADE-9DE6-91D21C573EE7}"/>
    <pc:docChg chg="undo custSel addSld delSld modSld modMainMaster">
      <pc:chgData name="Rolando E. Montero A." userId="db44b2c1daed2876" providerId="LiveId" clId="{5CA9091D-E0AF-4ADE-9DE6-91D21C573EE7}" dt="2020-11-05T02:49:38.784" v="2195"/>
      <pc:docMkLst>
        <pc:docMk/>
      </pc:docMkLst>
      <pc:sldChg chg="modSp mod">
        <pc:chgData name="Rolando E. Montero A." userId="db44b2c1daed2876" providerId="LiveId" clId="{5CA9091D-E0AF-4ADE-9DE6-91D21C573EE7}" dt="2020-11-05T01:09:30.117" v="690" actId="403"/>
        <pc:sldMkLst>
          <pc:docMk/>
          <pc:sldMk cId="191823659" sldId="305"/>
        </pc:sldMkLst>
        <pc:spChg chg="mod">
          <ac:chgData name="Rolando E. Montero A." userId="db44b2c1daed2876" providerId="LiveId" clId="{5CA9091D-E0AF-4ADE-9DE6-91D21C573EE7}" dt="2020-11-05T01:09:30.117" v="690" actId="403"/>
          <ac:spMkLst>
            <pc:docMk/>
            <pc:sldMk cId="191823659" sldId="305"/>
            <ac:spMk id="5" creationId="{518F2013-4D40-4305-9C6C-77B2D54E2670}"/>
          </ac:spMkLst>
        </pc:spChg>
      </pc:sldChg>
      <pc:sldChg chg="modSp mod">
        <pc:chgData name="Rolando E. Montero A." userId="db44b2c1daed2876" providerId="LiveId" clId="{5CA9091D-E0AF-4ADE-9DE6-91D21C573EE7}" dt="2020-11-04T15:54:54.167" v="81"/>
        <pc:sldMkLst>
          <pc:docMk/>
          <pc:sldMk cId="2400105456" sldId="306"/>
        </pc:sldMkLst>
        <pc:spChg chg="mod">
          <ac:chgData name="Rolando E. Montero A." userId="db44b2c1daed2876" providerId="LiveId" clId="{5CA9091D-E0AF-4ADE-9DE6-91D21C573EE7}" dt="2020-11-04T15:54:54.167" v="81"/>
          <ac:spMkLst>
            <pc:docMk/>
            <pc:sldMk cId="2400105456" sldId="306"/>
            <ac:spMk id="2" creationId="{A6274ACA-D4BC-485B-985B-829E1C7C23A6}"/>
          </ac:spMkLst>
        </pc:spChg>
        <pc:graphicFrameChg chg="modGraphic">
          <ac:chgData name="Rolando E. Montero A." userId="db44b2c1daed2876" providerId="LiveId" clId="{5CA9091D-E0AF-4ADE-9DE6-91D21C573EE7}" dt="2020-11-04T15:54:48.992" v="80" actId="2062"/>
          <ac:graphicFrameMkLst>
            <pc:docMk/>
            <pc:sldMk cId="2400105456" sldId="306"/>
            <ac:graphicFrameMk id="4" creationId="{C8276553-2A79-437F-B57F-448598174CD7}"/>
          </ac:graphicFrameMkLst>
        </pc:graphicFrameChg>
      </pc:sldChg>
      <pc:sldChg chg="modSp mod">
        <pc:chgData name="Rolando E. Montero A." userId="db44b2c1daed2876" providerId="LiveId" clId="{5CA9091D-E0AF-4ADE-9DE6-91D21C573EE7}" dt="2020-11-04T16:12:57.509" v="217" actId="20577"/>
        <pc:sldMkLst>
          <pc:docMk/>
          <pc:sldMk cId="1154411732" sldId="308"/>
        </pc:sldMkLst>
        <pc:spChg chg="mod">
          <ac:chgData name="Rolando E. Montero A." userId="db44b2c1daed2876" providerId="LiveId" clId="{5CA9091D-E0AF-4ADE-9DE6-91D21C573EE7}" dt="2020-11-04T16:12:57.509" v="217" actId="20577"/>
          <ac:spMkLst>
            <pc:docMk/>
            <pc:sldMk cId="1154411732" sldId="308"/>
            <ac:spMk id="3" creationId="{490040E4-F064-42A8-89C3-A1A1F51CB4FA}"/>
          </ac:spMkLst>
        </pc:spChg>
      </pc:sldChg>
      <pc:sldChg chg="modSp mod">
        <pc:chgData name="Rolando E. Montero A." userId="db44b2c1daed2876" providerId="LiveId" clId="{5CA9091D-E0AF-4ADE-9DE6-91D21C573EE7}" dt="2020-11-05T01:46:53.910" v="1574" actId="6549"/>
        <pc:sldMkLst>
          <pc:docMk/>
          <pc:sldMk cId="2474666180" sldId="309"/>
        </pc:sldMkLst>
        <pc:spChg chg="mod">
          <ac:chgData name="Rolando E. Montero A." userId="db44b2c1daed2876" providerId="LiveId" clId="{5CA9091D-E0AF-4ADE-9DE6-91D21C573EE7}" dt="2020-11-05T01:46:53.910" v="1574" actId="6549"/>
          <ac:spMkLst>
            <pc:docMk/>
            <pc:sldMk cId="2474666180" sldId="309"/>
            <ac:spMk id="3" creationId="{3B87B0A5-F419-4834-9784-E1D4934CE3AE}"/>
          </ac:spMkLst>
        </pc:spChg>
      </pc:sldChg>
      <pc:sldChg chg="addSp delSp modSp mod">
        <pc:chgData name="Rolando E. Montero A." userId="db44b2c1daed2876" providerId="LiveId" clId="{5CA9091D-E0AF-4ADE-9DE6-91D21C573EE7}" dt="2020-11-05T01:26:49.161" v="1045" actId="1076"/>
        <pc:sldMkLst>
          <pc:docMk/>
          <pc:sldMk cId="322873346" sldId="310"/>
        </pc:sldMkLst>
        <pc:spChg chg="mod">
          <ac:chgData name="Rolando E. Montero A." userId="db44b2c1daed2876" providerId="LiveId" clId="{5CA9091D-E0AF-4ADE-9DE6-91D21C573EE7}" dt="2020-11-05T01:26:49.161" v="1045" actId="1076"/>
          <ac:spMkLst>
            <pc:docMk/>
            <pc:sldMk cId="322873346" sldId="310"/>
            <ac:spMk id="3" creationId="{3B87B0A5-F419-4834-9784-E1D4934CE3AE}"/>
          </ac:spMkLst>
        </pc:spChg>
        <pc:spChg chg="add del mod">
          <ac:chgData name="Rolando E. Montero A." userId="db44b2c1daed2876" providerId="LiveId" clId="{5CA9091D-E0AF-4ADE-9DE6-91D21C573EE7}" dt="2020-11-05T01:25:04.210" v="996" actId="478"/>
          <ac:spMkLst>
            <pc:docMk/>
            <pc:sldMk cId="322873346" sldId="310"/>
            <ac:spMk id="5" creationId="{EE15BE71-7BDA-4965-B503-5FF98AC58800}"/>
          </ac:spMkLst>
        </pc:spChg>
        <pc:spChg chg="add mod">
          <ac:chgData name="Rolando E. Montero A." userId="db44b2c1daed2876" providerId="LiveId" clId="{5CA9091D-E0AF-4ADE-9DE6-91D21C573EE7}" dt="2020-11-04T17:55:05.120" v="673" actId="1076"/>
          <ac:spMkLst>
            <pc:docMk/>
            <pc:sldMk cId="322873346" sldId="310"/>
            <ac:spMk id="7" creationId="{4E25772B-B355-4F2E-A60B-0091A4606C9D}"/>
          </ac:spMkLst>
        </pc:spChg>
        <pc:spChg chg="add mod">
          <ac:chgData name="Rolando E. Montero A." userId="db44b2c1daed2876" providerId="LiveId" clId="{5CA9091D-E0AF-4ADE-9DE6-91D21C573EE7}" dt="2020-11-04T17:54:12.417" v="659" actId="122"/>
          <ac:spMkLst>
            <pc:docMk/>
            <pc:sldMk cId="322873346" sldId="310"/>
            <ac:spMk id="8" creationId="{C6E8215A-AC9E-4352-8532-B59599BA9A56}"/>
          </ac:spMkLst>
        </pc:spChg>
        <pc:spChg chg="mod">
          <ac:chgData name="Rolando E. Montero A." userId="db44b2c1daed2876" providerId="LiveId" clId="{5CA9091D-E0AF-4ADE-9DE6-91D21C573EE7}" dt="2020-11-05T01:22:10.928" v="974" actId="13822"/>
          <ac:spMkLst>
            <pc:docMk/>
            <pc:sldMk cId="322873346" sldId="310"/>
            <ac:spMk id="9" creationId="{82781D17-3433-4129-B4CF-5D87EF05C8BA}"/>
          </ac:spMkLst>
        </pc:spChg>
        <pc:spChg chg="add del mod">
          <ac:chgData name="Rolando E. Montero A." userId="db44b2c1daed2876" providerId="LiveId" clId="{5CA9091D-E0AF-4ADE-9DE6-91D21C573EE7}" dt="2020-11-05T01:25:06.134" v="997" actId="478"/>
          <ac:spMkLst>
            <pc:docMk/>
            <pc:sldMk cId="322873346" sldId="310"/>
            <ac:spMk id="10" creationId="{885A8DD7-DBEB-4513-B8FC-56B506193F01}"/>
          </ac:spMkLst>
        </pc:spChg>
        <pc:spChg chg="add del mod">
          <ac:chgData name="Rolando E. Montero A." userId="db44b2c1daed2876" providerId="LiveId" clId="{5CA9091D-E0AF-4ADE-9DE6-91D21C573EE7}" dt="2020-11-05T01:25:07.936" v="998" actId="478"/>
          <ac:spMkLst>
            <pc:docMk/>
            <pc:sldMk cId="322873346" sldId="310"/>
            <ac:spMk id="11" creationId="{8ADC3908-CE32-4A46-804E-6681938542CE}"/>
          </ac:spMkLst>
        </pc:spChg>
        <pc:spChg chg="add mod">
          <ac:chgData name="Rolando E. Montero A." userId="db44b2c1daed2876" providerId="LiveId" clId="{5CA9091D-E0AF-4ADE-9DE6-91D21C573EE7}" dt="2020-11-05T01:22:26.184" v="978" actId="1076"/>
          <ac:spMkLst>
            <pc:docMk/>
            <pc:sldMk cId="322873346" sldId="310"/>
            <ac:spMk id="12" creationId="{5CE46571-E7B1-49E0-9637-8F5E23FB19B9}"/>
          </ac:spMkLst>
        </pc:spChg>
        <pc:spChg chg="add mod">
          <ac:chgData name="Rolando E. Montero A." userId="db44b2c1daed2876" providerId="LiveId" clId="{5CA9091D-E0AF-4ADE-9DE6-91D21C573EE7}" dt="2020-11-04T17:54:12.417" v="659" actId="122"/>
          <ac:spMkLst>
            <pc:docMk/>
            <pc:sldMk cId="322873346" sldId="310"/>
            <ac:spMk id="13" creationId="{42057665-33BF-41E9-926B-3EDFDE6045D9}"/>
          </ac:spMkLst>
        </pc:spChg>
        <pc:spChg chg="add mod">
          <ac:chgData name="Rolando E. Montero A." userId="db44b2c1daed2876" providerId="LiveId" clId="{5CA9091D-E0AF-4ADE-9DE6-91D21C573EE7}" dt="2020-11-05T01:22:55.866" v="985" actId="1076"/>
          <ac:spMkLst>
            <pc:docMk/>
            <pc:sldMk cId="322873346" sldId="310"/>
            <ac:spMk id="15" creationId="{A4239435-5E09-49C6-BC51-C9069F4B7B57}"/>
          </ac:spMkLst>
        </pc:spChg>
        <pc:spChg chg="add mod">
          <ac:chgData name="Rolando E. Montero A." userId="db44b2c1daed2876" providerId="LiveId" clId="{5CA9091D-E0AF-4ADE-9DE6-91D21C573EE7}" dt="2020-11-05T01:23:07.620" v="987"/>
          <ac:spMkLst>
            <pc:docMk/>
            <pc:sldMk cId="322873346" sldId="310"/>
            <ac:spMk id="17" creationId="{57BBF1F4-45E9-4EF3-B7DF-5C378EC944A1}"/>
          </ac:spMkLst>
        </pc:spChg>
        <pc:spChg chg="add del mod">
          <ac:chgData name="Rolando E. Montero A." userId="db44b2c1daed2876" providerId="LiveId" clId="{5CA9091D-E0AF-4ADE-9DE6-91D21C573EE7}" dt="2020-11-05T01:25:11.708" v="999" actId="478"/>
          <ac:spMkLst>
            <pc:docMk/>
            <pc:sldMk cId="322873346" sldId="310"/>
            <ac:spMk id="18" creationId="{29240429-73FA-42EA-B363-88182B1E41EF}"/>
          </ac:spMkLst>
        </pc:spChg>
        <pc:spChg chg="add del mod">
          <ac:chgData name="Rolando E. Montero A." userId="db44b2c1daed2876" providerId="LiveId" clId="{5CA9091D-E0AF-4ADE-9DE6-91D21C573EE7}" dt="2020-11-05T01:24:08.255" v="991" actId="478"/>
          <ac:spMkLst>
            <pc:docMk/>
            <pc:sldMk cId="322873346" sldId="310"/>
            <ac:spMk id="20" creationId="{539CAC92-846E-4962-AD09-3B6BED3860D5}"/>
          </ac:spMkLst>
        </pc:spChg>
        <pc:spChg chg="add mod">
          <ac:chgData name="Rolando E. Montero A." userId="db44b2c1daed2876" providerId="LiveId" clId="{5CA9091D-E0AF-4ADE-9DE6-91D21C573EE7}" dt="2020-11-04T17:54:57.134" v="670" actId="1076"/>
          <ac:spMkLst>
            <pc:docMk/>
            <pc:sldMk cId="322873346" sldId="310"/>
            <ac:spMk id="21" creationId="{1948DB09-923B-4A76-B45E-4BEB60004E14}"/>
          </ac:spMkLst>
        </pc:spChg>
        <pc:spChg chg="add mod">
          <ac:chgData name="Rolando E. Montero A." userId="db44b2c1daed2876" providerId="LiveId" clId="{5CA9091D-E0AF-4ADE-9DE6-91D21C573EE7}" dt="2020-11-04T17:55:41.094" v="686" actId="1076"/>
          <ac:spMkLst>
            <pc:docMk/>
            <pc:sldMk cId="322873346" sldId="310"/>
            <ac:spMk id="22" creationId="{887A631F-49B4-4E24-88EE-4489787AB261}"/>
          </ac:spMkLst>
        </pc:spChg>
        <pc:spChg chg="del">
          <ac:chgData name="Rolando E. Montero A." userId="db44b2c1daed2876" providerId="LiveId" clId="{5CA9091D-E0AF-4ADE-9DE6-91D21C573EE7}" dt="2020-11-05T01:17:46.508" v="721" actId="478"/>
          <ac:spMkLst>
            <pc:docMk/>
            <pc:sldMk cId="322873346" sldId="310"/>
            <ac:spMk id="23" creationId="{62F11818-B45D-4FEF-A360-0D5460582159}"/>
          </ac:spMkLst>
        </pc:spChg>
        <pc:spChg chg="add mod">
          <ac:chgData name="Rolando E. Montero A." userId="db44b2c1daed2876" providerId="LiveId" clId="{5CA9091D-E0AF-4ADE-9DE6-91D21C573EE7}" dt="2020-11-05T01:24:54.357" v="995" actId="1076"/>
          <ac:spMkLst>
            <pc:docMk/>
            <pc:sldMk cId="322873346" sldId="310"/>
            <ac:spMk id="27" creationId="{EA904356-1D20-4C5E-BB26-AFFC85459B5C}"/>
          </ac:spMkLst>
        </pc:spChg>
        <pc:grpChg chg="del">
          <ac:chgData name="Rolando E. Montero A." userId="db44b2c1daed2876" providerId="LiveId" clId="{5CA9091D-E0AF-4ADE-9DE6-91D21C573EE7}" dt="2020-11-04T17:49:06.833" v="610" actId="478"/>
          <ac:grpSpMkLst>
            <pc:docMk/>
            <pc:sldMk cId="322873346" sldId="310"/>
            <ac:grpSpMk id="20" creationId="{30884DFF-D8B0-4B27-82ED-96689289C416}"/>
          </ac:grpSpMkLst>
        </pc:grpChg>
      </pc:sldChg>
      <pc:sldChg chg="addSp delSp modSp mod delAnim modAnim">
        <pc:chgData name="Rolando E. Montero A." userId="db44b2c1daed2876" providerId="LiveId" clId="{5CA9091D-E0AF-4ADE-9DE6-91D21C573EE7}" dt="2020-11-05T01:11:01.400" v="700"/>
        <pc:sldMkLst>
          <pc:docMk/>
          <pc:sldMk cId="599202311" sldId="313"/>
        </pc:sldMkLst>
        <pc:spChg chg="mod">
          <ac:chgData name="Rolando E. Montero A." userId="db44b2c1daed2876" providerId="LiveId" clId="{5CA9091D-E0AF-4ADE-9DE6-91D21C573EE7}" dt="2020-11-04T17:36:32.552" v="272" actId="1076"/>
          <ac:spMkLst>
            <pc:docMk/>
            <pc:sldMk cId="599202311" sldId="313"/>
            <ac:spMk id="3" creationId="{3B87B0A5-F419-4834-9784-E1D4934CE3AE}"/>
          </ac:spMkLst>
        </pc:spChg>
        <pc:spChg chg="mod">
          <ac:chgData name="Rolando E. Montero A." userId="db44b2c1daed2876" providerId="LiveId" clId="{5CA9091D-E0AF-4ADE-9DE6-91D21C573EE7}" dt="2020-11-04T17:40:10.792" v="316" actId="14100"/>
          <ac:spMkLst>
            <pc:docMk/>
            <pc:sldMk cId="599202311" sldId="313"/>
            <ac:spMk id="8" creationId="{8E4A4159-60E4-4522-97F1-B17BA89140C5}"/>
          </ac:spMkLst>
        </pc:spChg>
        <pc:spChg chg="add mod">
          <ac:chgData name="Rolando E. Montero A." userId="db44b2c1daed2876" providerId="LiveId" clId="{5CA9091D-E0AF-4ADE-9DE6-91D21C573EE7}" dt="2020-11-04T17:38:21.142" v="306" actId="1076"/>
          <ac:spMkLst>
            <pc:docMk/>
            <pc:sldMk cId="599202311" sldId="313"/>
            <ac:spMk id="102" creationId="{3A13B979-6FCF-4D79-B1D3-052732FD5FA3}"/>
          </ac:spMkLst>
        </pc:spChg>
        <pc:grpChg chg="del">
          <ac:chgData name="Rolando E. Montero A." userId="db44b2c1daed2876" providerId="LiveId" clId="{5CA9091D-E0AF-4ADE-9DE6-91D21C573EE7}" dt="2020-11-04T17:35:52.152" v="237" actId="478"/>
          <ac:grpSpMkLst>
            <pc:docMk/>
            <pc:sldMk cId="599202311" sldId="313"/>
            <ac:grpSpMk id="7" creationId="{184CA67C-98EF-4C67-9DD7-F22EB944FC21}"/>
          </ac:grpSpMkLst>
        </pc:grpChg>
        <pc:picChg chg="add mod">
          <ac:chgData name="Rolando E. Montero A." userId="db44b2c1daed2876" providerId="LiveId" clId="{5CA9091D-E0AF-4ADE-9DE6-91D21C573EE7}" dt="2020-11-04T17:40:06.417" v="315" actId="1038"/>
          <ac:picMkLst>
            <pc:docMk/>
            <pc:sldMk cId="599202311" sldId="313"/>
            <ac:picMk id="10" creationId="{6012048F-2BD0-4FF8-BDAF-36B0481CC209}"/>
          </ac:picMkLst>
        </pc:picChg>
        <pc:picChg chg="del">
          <ac:chgData name="Rolando E. Montero A." userId="db44b2c1daed2876" providerId="LiveId" clId="{5CA9091D-E0AF-4ADE-9DE6-91D21C573EE7}" dt="2020-11-04T17:35:48.862" v="236" actId="478"/>
          <ac:picMkLst>
            <pc:docMk/>
            <pc:sldMk cId="599202311" sldId="313"/>
            <ac:picMk id="1028" creationId="{9BCF8BE1-9B54-4C97-A837-E5EBE039F5BE}"/>
          </ac:picMkLst>
        </pc:picChg>
        <pc:cxnChg chg="mod">
          <ac:chgData name="Rolando E. Montero A." userId="db44b2c1daed2876" providerId="LiveId" clId="{5CA9091D-E0AF-4ADE-9DE6-91D21C573EE7}" dt="2020-11-04T17:35:52.152" v="237" actId="478"/>
          <ac:cxnSpMkLst>
            <pc:docMk/>
            <pc:sldMk cId="599202311" sldId="313"/>
            <ac:cxnSpMk id="53" creationId="{DBC591D9-1C1C-4F7A-9257-429CFA37F871}"/>
          </ac:cxnSpMkLst>
        </pc:cxnChg>
      </pc:sldChg>
      <pc:sldChg chg="addSp delSp modSp mod modAnim">
        <pc:chgData name="Rolando E. Montero A." userId="db44b2c1daed2876" providerId="LiveId" clId="{5CA9091D-E0AF-4ADE-9DE6-91D21C573EE7}" dt="2020-11-05T01:43:37.176" v="1327"/>
        <pc:sldMkLst>
          <pc:docMk/>
          <pc:sldMk cId="1689023364" sldId="315"/>
        </pc:sldMkLst>
        <pc:spChg chg="mod">
          <ac:chgData name="Rolando E. Montero A." userId="db44b2c1daed2876" providerId="LiveId" clId="{5CA9091D-E0AF-4ADE-9DE6-91D21C573EE7}" dt="2020-11-05T01:27:20.035" v="1052" actId="20577"/>
          <ac:spMkLst>
            <pc:docMk/>
            <pc:sldMk cId="1689023364" sldId="315"/>
            <ac:spMk id="2" creationId="{FD0527A8-85A6-44A2-8A78-C4BA4E1364E0}"/>
          </ac:spMkLst>
        </pc:spChg>
        <pc:spChg chg="add mod">
          <ac:chgData name="Rolando E. Montero A." userId="db44b2c1daed2876" providerId="LiveId" clId="{5CA9091D-E0AF-4ADE-9DE6-91D21C573EE7}" dt="2020-11-05T01:33:57.139" v="1131" actId="14100"/>
          <ac:spMkLst>
            <pc:docMk/>
            <pc:sldMk cId="1689023364" sldId="315"/>
            <ac:spMk id="3" creationId="{249E0A59-CDF1-4D9F-963B-AA037D8723E8}"/>
          </ac:spMkLst>
        </pc:spChg>
        <pc:spChg chg="add mod ord">
          <ac:chgData name="Rolando E. Montero A." userId="db44b2c1daed2876" providerId="LiveId" clId="{5CA9091D-E0AF-4ADE-9DE6-91D21C573EE7}" dt="2020-11-05T01:34:28.402" v="1134" actId="164"/>
          <ac:spMkLst>
            <pc:docMk/>
            <pc:sldMk cId="1689023364" sldId="315"/>
            <ac:spMk id="5" creationId="{BAB71C94-313F-48ED-94F1-978DE18EB1DD}"/>
          </ac:spMkLst>
        </pc:spChg>
        <pc:spChg chg="mod">
          <ac:chgData name="Rolando E. Montero A." userId="db44b2c1daed2876" providerId="LiveId" clId="{5CA9091D-E0AF-4ADE-9DE6-91D21C573EE7}" dt="2020-11-05T01:41:49.791" v="1276" actId="1076"/>
          <ac:spMkLst>
            <pc:docMk/>
            <pc:sldMk cId="1689023364" sldId="315"/>
            <ac:spMk id="8" creationId="{4B5D6B96-CEA5-4457-B903-DD16C5EEA2D6}"/>
          </ac:spMkLst>
        </pc:spChg>
        <pc:spChg chg="add mod">
          <ac:chgData name="Rolando E. Montero A." userId="db44b2c1daed2876" providerId="LiveId" clId="{5CA9091D-E0AF-4ADE-9DE6-91D21C573EE7}" dt="2020-11-05T01:34:28.402" v="1134" actId="164"/>
          <ac:spMkLst>
            <pc:docMk/>
            <pc:sldMk cId="1689023364" sldId="315"/>
            <ac:spMk id="9" creationId="{F55BAD31-6C17-4EC0-AF6B-8C3B8E59A20B}"/>
          </ac:spMkLst>
        </pc:spChg>
        <pc:spChg chg="del">
          <ac:chgData name="Rolando E. Montero A." userId="db44b2c1daed2876" providerId="LiveId" clId="{5CA9091D-E0AF-4ADE-9DE6-91D21C573EE7}" dt="2020-11-05T01:27:24.623" v="1053" actId="478"/>
          <ac:spMkLst>
            <pc:docMk/>
            <pc:sldMk cId="1689023364" sldId="315"/>
            <ac:spMk id="13" creationId="{E9DF1C2B-F585-44BA-B027-FDD9A3C44DCE}"/>
          </ac:spMkLst>
        </pc:spChg>
        <pc:spChg chg="add mod">
          <ac:chgData name="Rolando E. Montero A." userId="db44b2c1daed2876" providerId="LiveId" clId="{5CA9091D-E0AF-4ADE-9DE6-91D21C573EE7}" dt="2020-11-05T01:37:20.462" v="1146" actId="1076"/>
          <ac:spMkLst>
            <pc:docMk/>
            <pc:sldMk cId="1689023364" sldId="315"/>
            <ac:spMk id="15" creationId="{1040C3B8-CE6F-4D26-BFB9-7B1E64302C89}"/>
          </ac:spMkLst>
        </pc:spChg>
        <pc:spChg chg="add mod">
          <ac:chgData name="Rolando E. Montero A." userId="db44b2c1daed2876" providerId="LiveId" clId="{5CA9091D-E0AF-4ADE-9DE6-91D21C573EE7}" dt="2020-11-05T01:38:32.183" v="1242" actId="1582"/>
          <ac:spMkLst>
            <pc:docMk/>
            <pc:sldMk cId="1689023364" sldId="315"/>
            <ac:spMk id="16" creationId="{4D1CDCFD-0729-4F1A-8A19-40424D72A502}"/>
          </ac:spMkLst>
        </pc:spChg>
        <pc:spChg chg="add mod">
          <ac:chgData name="Rolando E. Montero A." userId="db44b2c1daed2876" providerId="LiveId" clId="{5CA9091D-E0AF-4ADE-9DE6-91D21C573EE7}" dt="2020-11-05T01:42:31.763" v="1315" actId="1076"/>
          <ac:spMkLst>
            <pc:docMk/>
            <pc:sldMk cId="1689023364" sldId="315"/>
            <ac:spMk id="17" creationId="{057A2560-325B-4D54-A74C-F797CF9D7937}"/>
          </ac:spMkLst>
        </pc:spChg>
        <pc:spChg chg="add mod">
          <ac:chgData name="Rolando E. Montero A." userId="db44b2c1daed2876" providerId="LiveId" clId="{5CA9091D-E0AF-4ADE-9DE6-91D21C573EE7}" dt="2020-11-05T01:43:29.628" v="1325" actId="1076"/>
          <ac:spMkLst>
            <pc:docMk/>
            <pc:sldMk cId="1689023364" sldId="315"/>
            <ac:spMk id="18" creationId="{CC2BC36B-BDB7-4BC9-BE4C-6F5A4C0D96D8}"/>
          </ac:spMkLst>
        </pc:spChg>
        <pc:grpChg chg="add mod">
          <ac:chgData name="Rolando E. Montero A." userId="db44b2c1daed2876" providerId="LiveId" clId="{5CA9091D-E0AF-4ADE-9DE6-91D21C573EE7}" dt="2020-11-05T01:34:55.844" v="1137" actId="1076"/>
          <ac:grpSpMkLst>
            <pc:docMk/>
            <pc:sldMk cId="1689023364" sldId="315"/>
            <ac:grpSpMk id="11" creationId="{2F612B74-1F91-450A-A3CC-4E12E4A609CB}"/>
          </ac:grpSpMkLst>
        </pc:grpChg>
        <pc:picChg chg="add mod ord modCrop">
          <ac:chgData name="Rolando E. Montero A." userId="db44b2c1daed2876" providerId="LiveId" clId="{5CA9091D-E0AF-4ADE-9DE6-91D21C573EE7}" dt="2020-11-05T01:33:52.458" v="1130" actId="14100"/>
          <ac:picMkLst>
            <pc:docMk/>
            <pc:sldMk cId="1689023364" sldId="315"/>
            <ac:picMk id="7" creationId="{AF462AF7-39EA-4048-BAB2-2D3B1E632A5F}"/>
          </ac:picMkLst>
        </pc:picChg>
        <pc:cxnChg chg="add mod">
          <ac:chgData name="Rolando E. Montero A." userId="db44b2c1daed2876" providerId="LiveId" clId="{5CA9091D-E0AF-4ADE-9DE6-91D21C573EE7}" dt="2020-11-05T01:35:09.602" v="1139" actId="208"/>
          <ac:cxnSpMkLst>
            <pc:docMk/>
            <pc:sldMk cId="1689023364" sldId="315"/>
            <ac:cxnSpMk id="14" creationId="{D188BEA0-D225-4A85-B4F4-3FA0FE016411}"/>
          </ac:cxnSpMkLst>
        </pc:cxnChg>
      </pc:sldChg>
      <pc:sldChg chg="modSp mod">
        <pc:chgData name="Rolando E. Montero A." userId="db44b2c1daed2876" providerId="LiveId" clId="{5CA9091D-E0AF-4ADE-9DE6-91D21C573EE7}" dt="2020-11-04T16:12:16.474" v="160" actId="20577"/>
        <pc:sldMkLst>
          <pc:docMk/>
          <pc:sldMk cId="3589320921" sldId="319"/>
        </pc:sldMkLst>
        <pc:spChg chg="mod">
          <ac:chgData name="Rolando E. Montero A." userId="db44b2c1daed2876" providerId="LiveId" clId="{5CA9091D-E0AF-4ADE-9DE6-91D21C573EE7}" dt="2020-11-04T15:55:10.084" v="97" actId="20577"/>
          <ac:spMkLst>
            <pc:docMk/>
            <pc:sldMk cId="3589320921" sldId="319"/>
            <ac:spMk id="2" creationId="{5E1A6292-A0CF-4F63-9FE8-B5D1AEA3CFC2}"/>
          </ac:spMkLst>
        </pc:spChg>
        <pc:spChg chg="mod">
          <ac:chgData name="Rolando E. Montero A." userId="db44b2c1daed2876" providerId="LiveId" clId="{5CA9091D-E0AF-4ADE-9DE6-91D21C573EE7}" dt="2020-11-04T16:12:16.474" v="160" actId="20577"/>
          <ac:spMkLst>
            <pc:docMk/>
            <pc:sldMk cId="3589320921" sldId="319"/>
            <ac:spMk id="3" creationId="{E1F069D1-2409-42C5-A8CA-C4A08B36F22A}"/>
          </ac:spMkLst>
        </pc:spChg>
      </pc:sldChg>
      <pc:sldChg chg="addSp delSp modSp mod modAnim">
        <pc:chgData name="Rolando E. Montero A." userId="db44b2c1daed2876" providerId="LiveId" clId="{5CA9091D-E0AF-4ADE-9DE6-91D21C573EE7}" dt="2020-11-05T02:15:05.166" v="1829"/>
        <pc:sldMkLst>
          <pc:docMk/>
          <pc:sldMk cId="1421943605" sldId="321"/>
        </pc:sldMkLst>
        <pc:spChg chg="mod">
          <ac:chgData name="Rolando E. Montero A." userId="db44b2c1daed2876" providerId="LiveId" clId="{5CA9091D-E0AF-4ADE-9DE6-91D21C573EE7}" dt="2020-11-05T01:47:09.809" v="1598" actId="20577"/>
          <ac:spMkLst>
            <pc:docMk/>
            <pc:sldMk cId="1421943605" sldId="321"/>
            <ac:spMk id="2" creationId="{FD0527A8-85A6-44A2-8A78-C4BA4E1364E0}"/>
          </ac:spMkLst>
        </pc:spChg>
        <pc:spChg chg="del">
          <ac:chgData name="Rolando E. Montero A." userId="db44b2c1daed2876" providerId="LiveId" clId="{5CA9091D-E0AF-4ADE-9DE6-91D21C573EE7}" dt="2020-11-05T01:47:21.392" v="1600" actId="478"/>
          <ac:spMkLst>
            <pc:docMk/>
            <pc:sldMk cId="1421943605" sldId="321"/>
            <ac:spMk id="3" creationId="{3B87B0A5-F419-4834-9784-E1D4934CE3AE}"/>
          </ac:spMkLst>
        </pc:spChg>
        <pc:spChg chg="add del mod">
          <ac:chgData name="Rolando E. Montero A." userId="db44b2c1daed2876" providerId="LiveId" clId="{5CA9091D-E0AF-4ADE-9DE6-91D21C573EE7}" dt="2020-11-05T01:47:25.688" v="1601" actId="478"/>
          <ac:spMkLst>
            <pc:docMk/>
            <pc:sldMk cId="1421943605" sldId="321"/>
            <ac:spMk id="9" creationId="{EE740626-C420-4DA7-B0FB-D914FAFFB54A}"/>
          </ac:spMkLst>
        </pc:spChg>
        <pc:spChg chg="add del mod">
          <ac:chgData name="Rolando E. Montero A." userId="db44b2c1daed2876" providerId="LiveId" clId="{5CA9091D-E0AF-4ADE-9DE6-91D21C573EE7}" dt="2020-11-05T01:48:24.466" v="1612" actId="478"/>
          <ac:spMkLst>
            <pc:docMk/>
            <pc:sldMk cId="1421943605" sldId="321"/>
            <ac:spMk id="11" creationId="{31B4765D-E5B0-47B0-946F-47959E997931}"/>
          </ac:spMkLst>
        </pc:spChg>
        <pc:spChg chg="add mod">
          <ac:chgData name="Rolando E. Montero A." userId="db44b2c1daed2876" providerId="LiveId" clId="{5CA9091D-E0AF-4ADE-9DE6-91D21C573EE7}" dt="2020-11-05T01:51:53.279" v="1670" actId="1076"/>
          <ac:spMkLst>
            <pc:docMk/>
            <pc:sldMk cId="1421943605" sldId="321"/>
            <ac:spMk id="13" creationId="{113E883B-0290-46EB-8701-495A20FDCB9F}"/>
          </ac:spMkLst>
        </pc:spChg>
        <pc:spChg chg="add mod">
          <ac:chgData name="Rolando E. Montero A." userId="db44b2c1daed2876" providerId="LiveId" clId="{5CA9091D-E0AF-4ADE-9DE6-91D21C573EE7}" dt="2020-11-05T01:51:53.279" v="1670" actId="1076"/>
          <ac:spMkLst>
            <pc:docMk/>
            <pc:sldMk cId="1421943605" sldId="321"/>
            <ac:spMk id="15" creationId="{55FA6728-C899-45A2-A6B3-3C37C249D6BA}"/>
          </ac:spMkLst>
        </pc:spChg>
        <pc:spChg chg="add mod">
          <ac:chgData name="Rolando E. Montero A." userId="db44b2c1daed2876" providerId="LiveId" clId="{5CA9091D-E0AF-4ADE-9DE6-91D21C573EE7}" dt="2020-11-05T01:51:53.279" v="1670" actId="1076"/>
          <ac:spMkLst>
            <pc:docMk/>
            <pc:sldMk cId="1421943605" sldId="321"/>
            <ac:spMk id="17" creationId="{63A833B0-A856-4B66-B9D6-69880C510597}"/>
          </ac:spMkLst>
        </pc:spChg>
        <pc:spChg chg="add mod">
          <ac:chgData name="Rolando E. Montero A." userId="db44b2c1daed2876" providerId="LiveId" clId="{5CA9091D-E0AF-4ADE-9DE6-91D21C573EE7}" dt="2020-11-05T01:51:53.279" v="1670" actId="1076"/>
          <ac:spMkLst>
            <pc:docMk/>
            <pc:sldMk cId="1421943605" sldId="321"/>
            <ac:spMk id="19" creationId="{5B7BE5E9-DA24-43EF-86D6-D28436264185}"/>
          </ac:spMkLst>
        </pc:spChg>
        <pc:spChg chg="add mod">
          <ac:chgData name="Rolando E. Montero A." userId="db44b2c1daed2876" providerId="LiveId" clId="{5CA9091D-E0AF-4ADE-9DE6-91D21C573EE7}" dt="2020-11-05T01:51:53.279" v="1670" actId="1076"/>
          <ac:spMkLst>
            <pc:docMk/>
            <pc:sldMk cId="1421943605" sldId="321"/>
            <ac:spMk id="21" creationId="{8646E44A-81F6-4C17-930C-3BF0E1228009}"/>
          </ac:spMkLst>
        </pc:spChg>
        <pc:spChg chg="add del mod">
          <ac:chgData name="Rolando E. Montero A." userId="db44b2c1daed2876" providerId="LiveId" clId="{5CA9091D-E0AF-4ADE-9DE6-91D21C573EE7}" dt="2020-11-05T01:47:50.380" v="1604" actId="478"/>
          <ac:spMkLst>
            <pc:docMk/>
            <pc:sldMk cId="1421943605" sldId="321"/>
            <ac:spMk id="23" creationId="{A44A4EB6-6896-41DE-9F7A-CDA514F14932}"/>
          </ac:spMkLst>
        </pc:spChg>
        <pc:spChg chg="add del mod">
          <ac:chgData name="Rolando E. Montero A." userId="db44b2c1daed2876" providerId="LiveId" clId="{5CA9091D-E0AF-4ADE-9DE6-91D21C573EE7}" dt="2020-11-05T01:47:51.904" v="1605" actId="478"/>
          <ac:spMkLst>
            <pc:docMk/>
            <pc:sldMk cId="1421943605" sldId="321"/>
            <ac:spMk id="25" creationId="{DF6C0313-67C2-4019-9F9F-9D3F7AF2F707}"/>
          </ac:spMkLst>
        </pc:spChg>
        <pc:spChg chg="add del mod">
          <ac:chgData name="Rolando E. Montero A." userId="db44b2c1daed2876" providerId="LiveId" clId="{5CA9091D-E0AF-4ADE-9DE6-91D21C573EE7}" dt="2020-11-05T01:47:55.759" v="1607" actId="478"/>
          <ac:spMkLst>
            <pc:docMk/>
            <pc:sldMk cId="1421943605" sldId="321"/>
            <ac:spMk id="27" creationId="{977F392C-79BD-448A-AACD-C2AC4D8A17E7}"/>
          </ac:spMkLst>
        </pc:spChg>
        <pc:spChg chg="add del mod">
          <ac:chgData name="Rolando E. Montero A." userId="db44b2c1daed2876" providerId="LiveId" clId="{5CA9091D-E0AF-4ADE-9DE6-91D21C573EE7}" dt="2020-11-05T01:47:53.630" v="1606" actId="478"/>
          <ac:spMkLst>
            <pc:docMk/>
            <pc:sldMk cId="1421943605" sldId="321"/>
            <ac:spMk id="29" creationId="{15007DDA-1F53-43DB-AF95-CC94D942C7D4}"/>
          </ac:spMkLst>
        </pc:spChg>
        <pc:spChg chg="add mod ord">
          <ac:chgData name="Rolando E. Montero A." userId="db44b2c1daed2876" providerId="LiveId" clId="{5CA9091D-E0AF-4ADE-9DE6-91D21C573EE7}" dt="2020-11-05T01:51:53.279" v="1670" actId="1076"/>
          <ac:spMkLst>
            <pc:docMk/>
            <pc:sldMk cId="1421943605" sldId="321"/>
            <ac:spMk id="30" creationId="{92F0F2CD-0FD7-4759-ABAA-6A9F1EF8EC43}"/>
          </ac:spMkLst>
        </pc:spChg>
        <pc:spChg chg="add mod">
          <ac:chgData name="Rolando E. Montero A." userId="db44b2c1daed2876" providerId="LiveId" clId="{5CA9091D-E0AF-4ADE-9DE6-91D21C573EE7}" dt="2020-11-05T01:51:53.279" v="1670" actId="1076"/>
          <ac:spMkLst>
            <pc:docMk/>
            <pc:sldMk cId="1421943605" sldId="321"/>
            <ac:spMk id="31" creationId="{77AA8015-5B02-494F-A401-E139CD3BB4C7}"/>
          </ac:spMkLst>
        </pc:spChg>
        <pc:spChg chg="add mod">
          <ac:chgData name="Rolando E. Montero A." userId="db44b2c1daed2876" providerId="LiveId" clId="{5CA9091D-E0AF-4ADE-9DE6-91D21C573EE7}" dt="2020-11-05T01:52:04.517" v="1672" actId="14100"/>
          <ac:spMkLst>
            <pc:docMk/>
            <pc:sldMk cId="1421943605" sldId="321"/>
            <ac:spMk id="33" creationId="{F712A745-9055-4C2E-882D-3280B480BB32}"/>
          </ac:spMkLst>
        </pc:spChg>
        <pc:spChg chg="add mod">
          <ac:chgData name="Rolando E. Montero A." userId="db44b2c1daed2876" providerId="LiveId" clId="{5CA9091D-E0AF-4ADE-9DE6-91D21C573EE7}" dt="2020-11-05T01:51:53.279" v="1670" actId="1076"/>
          <ac:spMkLst>
            <pc:docMk/>
            <pc:sldMk cId="1421943605" sldId="321"/>
            <ac:spMk id="35" creationId="{0167D828-C06F-4325-805C-6E00796FBFAB}"/>
          </ac:spMkLst>
        </pc:spChg>
        <pc:spChg chg="add mod">
          <ac:chgData name="Rolando E. Montero A." userId="db44b2c1daed2876" providerId="LiveId" clId="{5CA9091D-E0AF-4ADE-9DE6-91D21C573EE7}" dt="2020-11-05T01:57:48.707" v="1697" actId="1076"/>
          <ac:spMkLst>
            <pc:docMk/>
            <pc:sldMk cId="1421943605" sldId="321"/>
            <ac:spMk id="37" creationId="{188F98A3-EF55-4181-B19D-BE6EABA03F23}"/>
          </ac:spMkLst>
        </pc:spChg>
        <pc:spChg chg="add mod">
          <ac:chgData name="Rolando E. Montero A." userId="db44b2c1daed2876" providerId="LiveId" clId="{5CA9091D-E0AF-4ADE-9DE6-91D21C573EE7}" dt="2020-11-05T01:57:48.707" v="1697" actId="1076"/>
          <ac:spMkLst>
            <pc:docMk/>
            <pc:sldMk cId="1421943605" sldId="321"/>
            <ac:spMk id="39" creationId="{D0C979A5-83ED-455D-9C71-D5DBD0CB585B}"/>
          </ac:spMkLst>
        </pc:spChg>
        <pc:spChg chg="add mod">
          <ac:chgData name="Rolando E. Montero A." userId="db44b2c1daed2876" providerId="LiveId" clId="{5CA9091D-E0AF-4ADE-9DE6-91D21C573EE7}" dt="2020-11-05T01:57:48.707" v="1697" actId="1076"/>
          <ac:spMkLst>
            <pc:docMk/>
            <pc:sldMk cId="1421943605" sldId="321"/>
            <ac:spMk id="41" creationId="{43DA930B-1AD5-46AB-A7E9-01176C5B078F}"/>
          </ac:spMkLst>
        </pc:spChg>
        <pc:spChg chg="add mod">
          <ac:chgData name="Rolando E. Montero A." userId="db44b2c1daed2876" providerId="LiveId" clId="{5CA9091D-E0AF-4ADE-9DE6-91D21C573EE7}" dt="2020-11-05T01:53:05.338" v="1680" actId="555"/>
          <ac:spMkLst>
            <pc:docMk/>
            <pc:sldMk cId="1421943605" sldId="321"/>
            <ac:spMk id="42" creationId="{DCC89E0B-B3A8-401B-BEF6-A81759BFAC07}"/>
          </ac:spMkLst>
        </pc:spChg>
        <pc:spChg chg="add mod">
          <ac:chgData name="Rolando E. Montero A." userId="db44b2c1daed2876" providerId="LiveId" clId="{5CA9091D-E0AF-4ADE-9DE6-91D21C573EE7}" dt="2020-11-05T01:53:05.338" v="1680" actId="555"/>
          <ac:spMkLst>
            <pc:docMk/>
            <pc:sldMk cId="1421943605" sldId="321"/>
            <ac:spMk id="44" creationId="{1CE9269C-616B-4D08-A8B3-FD5E901E35CB}"/>
          </ac:spMkLst>
        </pc:spChg>
        <pc:spChg chg="add mod">
          <ac:chgData name="Rolando E. Montero A." userId="db44b2c1daed2876" providerId="LiveId" clId="{5CA9091D-E0AF-4ADE-9DE6-91D21C573EE7}" dt="2020-11-05T01:53:05.338" v="1680" actId="555"/>
          <ac:spMkLst>
            <pc:docMk/>
            <pc:sldMk cId="1421943605" sldId="321"/>
            <ac:spMk id="46" creationId="{91E37903-D5E6-4A1F-9BF2-AF5D24ED6460}"/>
          </ac:spMkLst>
        </pc:spChg>
        <pc:spChg chg="add mod">
          <ac:chgData name="Rolando E. Montero A." userId="db44b2c1daed2876" providerId="LiveId" clId="{5CA9091D-E0AF-4ADE-9DE6-91D21C573EE7}" dt="2020-11-05T01:58:36.963" v="1727" actId="14100"/>
          <ac:spMkLst>
            <pc:docMk/>
            <pc:sldMk cId="1421943605" sldId="321"/>
            <ac:spMk id="48" creationId="{44DF6CCA-22F0-4116-A0B4-B80F12C34E86}"/>
          </ac:spMkLst>
        </pc:spChg>
        <pc:spChg chg="add mod">
          <ac:chgData name="Rolando E. Montero A." userId="db44b2c1daed2876" providerId="LiveId" clId="{5CA9091D-E0AF-4ADE-9DE6-91D21C573EE7}" dt="2020-11-05T02:00:34.920" v="1803" actId="1076"/>
          <ac:spMkLst>
            <pc:docMk/>
            <pc:sldMk cId="1421943605" sldId="321"/>
            <ac:spMk id="50" creationId="{D226775E-F548-41F2-8435-623775FBB8CB}"/>
          </ac:spMkLst>
        </pc:spChg>
        <pc:picChg chg="del">
          <ac:chgData name="Rolando E. Montero A." userId="db44b2c1daed2876" providerId="LiveId" clId="{5CA9091D-E0AF-4ADE-9DE6-91D21C573EE7}" dt="2020-11-05T01:47:25.688" v="1601" actId="478"/>
          <ac:picMkLst>
            <pc:docMk/>
            <pc:sldMk cId="1421943605" sldId="321"/>
            <ac:picMk id="7" creationId="{903942F0-E18A-402B-A5D1-49F576B2F69C}"/>
          </ac:picMkLst>
        </pc:picChg>
        <pc:picChg chg="del">
          <ac:chgData name="Rolando E. Montero A." userId="db44b2c1daed2876" providerId="LiveId" clId="{5CA9091D-E0AF-4ADE-9DE6-91D21C573EE7}" dt="2020-11-05T01:47:25.688" v="1601" actId="478"/>
          <ac:picMkLst>
            <pc:docMk/>
            <pc:sldMk cId="1421943605" sldId="321"/>
            <ac:picMk id="8" creationId="{36BE98C2-A528-4670-8DA2-5CDB2CB31A4D}"/>
          </ac:picMkLst>
        </pc:picChg>
        <pc:picChg chg="add mod">
          <ac:chgData name="Rolando E. Montero A." userId="db44b2c1daed2876" providerId="LiveId" clId="{5CA9091D-E0AF-4ADE-9DE6-91D21C573EE7}" dt="2020-11-05T02:14:57.690" v="1828" actId="1076"/>
          <ac:picMkLst>
            <pc:docMk/>
            <pc:sldMk cId="1421943605" sldId="321"/>
            <ac:picMk id="52" creationId="{3EA4740A-AC3B-4C89-B849-B9204405CBB0}"/>
          </ac:picMkLst>
        </pc:picChg>
      </pc:sldChg>
      <pc:sldChg chg="del">
        <pc:chgData name="Rolando E. Montero A." userId="db44b2c1daed2876" providerId="LiveId" clId="{5CA9091D-E0AF-4ADE-9DE6-91D21C573EE7}" dt="2020-11-05T02:38:44.667" v="1973" actId="47"/>
        <pc:sldMkLst>
          <pc:docMk/>
          <pc:sldMk cId="1745711002" sldId="322"/>
        </pc:sldMkLst>
      </pc:sldChg>
      <pc:sldChg chg="del">
        <pc:chgData name="Rolando E. Montero A." userId="db44b2c1daed2876" providerId="LiveId" clId="{5CA9091D-E0AF-4ADE-9DE6-91D21C573EE7}" dt="2020-11-05T02:38:44.667" v="1973" actId="47"/>
        <pc:sldMkLst>
          <pc:docMk/>
          <pc:sldMk cId="4231835606" sldId="323"/>
        </pc:sldMkLst>
      </pc:sldChg>
      <pc:sldChg chg="del">
        <pc:chgData name="Rolando E. Montero A." userId="db44b2c1daed2876" providerId="LiveId" clId="{5CA9091D-E0AF-4ADE-9DE6-91D21C573EE7}" dt="2020-11-05T02:38:44.667" v="1973" actId="47"/>
        <pc:sldMkLst>
          <pc:docMk/>
          <pc:sldMk cId="3577399681" sldId="324"/>
        </pc:sldMkLst>
      </pc:sldChg>
      <pc:sldChg chg="del">
        <pc:chgData name="Rolando E. Montero A." userId="db44b2c1daed2876" providerId="LiveId" clId="{5CA9091D-E0AF-4ADE-9DE6-91D21C573EE7}" dt="2020-11-05T02:38:44.667" v="1973" actId="47"/>
        <pc:sldMkLst>
          <pc:docMk/>
          <pc:sldMk cId="1201488058" sldId="325"/>
        </pc:sldMkLst>
      </pc:sldChg>
      <pc:sldChg chg="del">
        <pc:chgData name="Rolando E. Montero A." userId="db44b2c1daed2876" providerId="LiveId" clId="{5CA9091D-E0AF-4ADE-9DE6-91D21C573EE7}" dt="2020-11-05T02:38:44.667" v="1973" actId="47"/>
        <pc:sldMkLst>
          <pc:docMk/>
          <pc:sldMk cId="431939749" sldId="326"/>
        </pc:sldMkLst>
      </pc:sldChg>
      <pc:sldChg chg="del">
        <pc:chgData name="Rolando E. Montero A." userId="db44b2c1daed2876" providerId="LiveId" clId="{5CA9091D-E0AF-4ADE-9DE6-91D21C573EE7}" dt="2020-11-05T02:38:44.667" v="1973" actId="47"/>
        <pc:sldMkLst>
          <pc:docMk/>
          <pc:sldMk cId="557184343" sldId="327"/>
        </pc:sldMkLst>
      </pc:sldChg>
      <pc:sldChg chg="del">
        <pc:chgData name="Rolando E. Montero A." userId="db44b2c1daed2876" providerId="LiveId" clId="{5CA9091D-E0AF-4ADE-9DE6-91D21C573EE7}" dt="2020-11-05T02:38:44.667" v="1973" actId="47"/>
        <pc:sldMkLst>
          <pc:docMk/>
          <pc:sldMk cId="2013609090" sldId="328"/>
        </pc:sldMkLst>
      </pc:sldChg>
      <pc:sldChg chg="del">
        <pc:chgData name="Rolando E. Montero A." userId="db44b2c1daed2876" providerId="LiveId" clId="{5CA9091D-E0AF-4ADE-9DE6-91D21C573EE7}" dt="2020-11-05T02:38:44.667" v="1973" actId="47"/>
        <pc:sldMkLst>
          <pc:docMk/>
          <pc:sldMk cId="239538332" sldId="329"/>
        </pc:sldMkLst>
      </pc:sldChg>
      <pc:sldChg chg="addSp delSp modSp add mod modAnim">
        <pc:chgData name="Rolando E. Montero A." userId="db44b2c1daed2876" providerId="LiveId" clId="{5CA9091D-E0AF-4ADE-9DE6-91D21C573EE7}" dt="2020-11-05T01:10:15.217" v="693"/>
        <pc:sldMkLst>
          <pc:docMk/>
          <pc:sldMk cId="867210772" sldId="330"/>
        </pc:sldMkLst>
        <pc:spChg chg="mod">
          <ac:chgData name="Rolando E. Montero A." userId="db44b2c1daed2876" providerId="LiveId" clId="{5CA9091D-E0AF-4ADE-9DE6-91D21C573EE7}" dt="2020-11-04T17:43:14.032" v="342" actId="20577"/>
          <ac:spMkLst>
            <pc:docMk/>
            <pc:sldMk cId="867210772" sldId="330"/>
            <ac:spMk id="2" creationId="{FD0527A8-85A6-44A2-8A78-C4BA4E1364E0}"/>
          </ac:spMkLst>
        </pc:spChg>
        <pc:spChg chg="del">
          <ac:chgData name="Rolando E. Montero A." userId="db44b2c1daed2876" providerId="LiveId" clId="{5CA9091D-E0AF-4ADE-9DE6-91D21C573EE7}" dt="2020-11-04T17:41:12.442" v="319" actId="478"/>
          <ac:spMkLst>
            <pc:docMk/>
            <pc:sldMk cId="867210772" sldId="330"/>
            <ac:spMk id="3" creationId="{3B87B0A5-F419-4834-9784-E1D4934CE3AE}"/>
          </ac:spMkLst>
        </pc:spChg>
        <pc:spChg chg="add mod">
          <ac:chgData name="Rolando E. Montero A." userId="db44b2c1daed2876" providerId="LiveId" clId="{5CA9091D-E0AF-4ADE-9DE6-91D21C573EE7}" dt="2020-11-04T17:43:06.567" v="340" actId="403"/>
          <ac:spMkLst>
            <pc:docMk/>
            <pc:sldMk cId="867210772" sldId="330"/>
            <ac:spMk id="7" creationId="{31B809C8-EA55-4E40-A073-6F4F0CBE9C70}"/>
          </ac:spMkLst>
        </pc:spChg>
        <pc:spChg chg="mod">
          <ac:chgData name="Rolando E. Montero A." userId="db44b2c1daed2876" providerId="LiveId" clId="{5CA9091D-E0AF-4ADE-9DE6-91D21C573EE7}" dt="2020-11-04T17:42:03.743" v="326" actId="1076"/>
          <ac:spMkLst>
            <pc:docMk/>
            <pc:sldMk cId="867210772" sldId="330"/>
            <ac:spMk id="8" creationId="{8E4A4159-60E4-4522-97F1-B17BA89140C5}"/>
          </ac:spMkLst>
        </pc:spChg>
        <pc:spChg chg="add mod">
          <ac:chgData name="Rolando E. Montero A." userId="db44b2c1daed2876" providerId="LiveId" clId="{5CA9091D-E0AF-4ADE-9DE6-91D21C573EE7}" dt="2020-11-04T17:43:42.223" v="349" actId="1076"/>
          <ac:spMkLst>
            <pc:docMk/>
            <pc:sldMk cId="867210772" sldId="330"/>
            <ac:spMk id="14" creationId="{C9F08687-8199-446C-B100-07D119EA75E0}"/>
          </ac:spMkLst>
        </pc:spChg>
        <pc:spChg chg="del">
          <ac:chgData name="Rolando E. Montero A." userId="db44b2c1daed2876" providerId="LiveId" clId="{5CA9091D-E0AF-4ADE-9DE6-91D21C573EE7}" dt="2020-11-04T17:41:10.312" v="318" actId="478"/>
          <ac:spMkLst>
            <pc:docMk/>
            <pc:sldMk cId="867210772" sldId="330"/>
            <ac:spMk id="102" creationId="{3A13B979-6FCF-4D79-B1D3-052732FD5FA3}"/>
          </ac:spMkLst>
        </pc:spChg>
        <pc:picChg chg="del">
          <ac:chgData name="Rolando E. Montero A." userId="db44b2c1daed2876" providerId="LiveId" clId="{5CA9091D-E0AF-4ADE-9DE6-91D21C573EE7}" dt="2020-11-04T17:41:41.276" v="320" actId="478"/>
          <ac:picMkLst>
            <pc:docMk/>
            <pc:sldMk cId="867210772" sldId="330"/>
            <ac:picMk id="10" creationId="{6012048F-2BD0-4FF8-BDAF-36B0481CC209}"/>
          </ac:picMkLst>
        </pc:picChg>
        <pc:picChg chg="add mod">
          <ac:chgData name="Rolando E. Montero A." userId="db44b2c1daed2876" providerId="LiveId" clId="{5CA9091D-E0AF-4ADE-9DE6-91D21C573EE7}" dt="2020-11-04T17:42:12.352" v="328" actId="1076"/>
          <ac:picMkLst>
            <pc:docMk/>
            <pc:sldMk cId="867210772" sldId="330"/>
            <ac:picMk id="11" creationId="{008C39CD-31E3-49A9-B106-52E06F30F3D1}"/>
          </ac:picMkLst>
        </pc:picChg>
      </pc:sldChg>
      <pc:sldChg chg="addSp delSp modSp add mod modAnim">
        <pc:chgData name="Rolando E. Montero A." userId="db44b2c1daed2876" providerId="LiveId" clId="{5CA9091D-E0AF-4ADE-9DE6-91D21C573EE7}" dt="2020-11-05T02:46:28.119" v="2149" actId="1076"/>
        <pc:sldMkLst>
          <pc:docMk/>
          <pc:sldMk cId="518009718" sldId="331"/>
        </pc:sldMkLst>
        <pc:spChg chg="mod">
          <ac:chgData name="Rolando E. Montero A." userId="db44b2c1daed2876" providerId="LiveId" clId="{5CA9091D-E0AF-4ADE-9DE6-91D21C573EE7}" dt="2020-11-04T17:44:40.213" v="380" actId="20577"/>
          <ac:spMkLst>
            <pc:docMk/>
            <pc:sldMk cId="518009718" sldId="331"/>
            <ac:spMk id="2" creationId="{FD0527A8-85A6-44A2-8A78-C4BA4E1364E0}"/>
          </ac:spMkLst>
        </pc:spChg>
        <pc:spChg chg="mod">
          <ac:chgData name="Rolando E. Montero A." userId="db44b2c1daed2876" providerId="LiveId" clId="{5CA9091D-E0AF-4ADE-9DE6-91D21C573EE7}" dt="2020-11-05T01:11:12.427" v="701" actId="14100"/>
          <ac:spMkLst>
            <pc:docMk/>
            <pc:sldMk cId="518009718" sldId="331"/>
            <ac:spMk id="7" creationId="{31B809C8-EA55-4E40-A073-6F4F0CBE9C70}"/>
          </ac:spMkLst>
        </pc:spChg>
        <pc:spChg chg="del">
          <ac:chgData name="Rolando E. Montero A." userId="db44b2c1daed2876" providerId="LiveId" clId="{5CA9091D-E0AF-4ADE-9DE6-91D21C573EE7}" dt="2020-11-04T17:46:58.673" v="599" actId="478"/>
          <ac:spMkLst>
            <pc:docMk/>
            <pc:sldMk cId="518009718" sldId="331"/>
            <ac:spMk id="8" creationId="{8E4A4159-60E4-4522-97F1-B17BA89140C5}"/>
          </ac:spMkLst>
        </pc:spChg>
        <pc:spChg chg="del mod">
          <ac:chgData name="Rolando E. Montero A." userId="db44b2c1daed2876" providerId="LiveId" clId="{5CA9091D-E0AF-4ADE-9DE6-91D21C573EE7}" dt="2020-11-04T17:46:55.063" v="598" actId="478"/>
          <ac:spMkLst>
            <pc:docMk/>
            <pc:sldMk cId="518009718" sldId="331"/>
            <ac:spMk id="14" creationId="{C9F08687-8199-446C-B100-07D119EA75E0}"/>
          </ac:spMkLst>
        </pc:spChg>
        <pc:picChg chg="add mod">
          <ac:chgData name="Rolando E. Montero A." userId="db44b2c1daed2876" providerId="LiveId" clId="{5CA9091D-E0AF-4ADE-9DE6-91D21C573EE7}" dt="2020-11-04T17:48:14.093" v="605" actId="14100"/>
          <ac:picMkLst>
            <pc:docMk/>
            <pc:sldMk cId="518009718" sldId="331"/>
            <ac:picMk id="5" creationId="{05C26376-8E77-48E8-88CF-B78D8D4D48AB}"/>
          </ac:picMkLst>
        </pc:picChg>
        <pc:picChg chg="add mod">
          <ac:chgData name="Rolando E. Montero A." userId="db44b2c1daed2876" providerId="LiveId" clId="{5CA9091D-E0AF-4ADE-9DE6-91D21C573EE7}" dt="2020-11-05T02:46:28.119" v="2149" actId="1076"/>
          <ac:picMkLst>
            <pc:docMk/>
            <pc:sldMk cId="518009718" sldId="331"/>
            <ac:picMk id="8" creationId="{59394552-053C-479C-A9A1-AD8E61F66849}"/>
          </ac:picMkLst>
        </pc:picChg>
        <pc:picChg chg="add mod">
          <ac:chgData name="Rolando E. Montero A." userId="db44b2c1daed2876" providerId="LiveId" clId="{5CA9091D-E0AF-4ADE-9DE6-91D21C573EE7}" dt="2020-11-04T17:48:56.753" v="609" actId="1076"/>
          <ac:picMkLst>
            <pc:docMk/>
            <pc:sldMk cId="518009718" sldId="331"/>
            <ac:picMk id="10" creationId="{2C82427B-7B79-4B4D-8BB2-4DA923CF3921}"/>
          </ac:picMkLst>
        </pc:picChg>
        <pc:picChg chg="del">
          <ac:chgData name="Rolando E. Montero A." userId="db44b2c1daed2876" providerId="LiveId" clId="{5CA9091D-E0AF-4ADE-9DE6-91D21C573EE7}" dt="2020-11-04T17:47:07.993" v="601" actId="478"/>
          <ac:picMkLst>
            <pc:docMk/>
            <pc:sldMk cId="518009718" sldId="331"/>
            <ac:picMk id="11" creationId="{008C39CD-31E3-49A9-B106-52E06F30F3D1}"/>
          </ac:picMkLst>
        </pc:picChg>
      </pc:sldChg>
      <pc:sldChg chg="addSp delSp modSp add mod delAnim modAnim">
        <pc:chgData name="Rolando E. Montero A." userId="db44b2c1daed2876" providerId="LiveId" clId="{5CA9091D-E0AF-4ADE-9DE6-91D21C573EE7}" dt="2020-11-05T02:16:18.425" v="1840"/>
        <pc:sldMkLst>
          <pc:docMk/>
          <pc:sldMk cId="2981542771" sldId="332"/>
        </pc:sldMkLst>
        <pc:spChg chg="del">
          <ac:chgData name="Rolando E. Montero A." userId="db44b2c1daed2876" providerId="LiveId" clId="{5CA9091D-E0AF-4ADE-9DE6-91D21C573EE7}" dt="2020-11-05T02:01:48.719" v="1808" actId="478"/>
          <ac:spMkLst>
            <pc:docMk/>
            <pc:sldMk cId="2981542771" sldId="332"/>
            <ac:spMk id="3" creationId="{3B87B0A5-F419-4834-9784-E1D4934CE3AE}"/>
          </ac:spMkLst>
        </pc:spChg>
        <pc:spChg chg="add del mod">
          <ac:chgData name="Rolando E. Montero A." userId="db44b2c1daed2876" providerId="LiveId" clId="{5CA9091D-E0AF-4ADE-9DE6-91D21C573EE7}" dt="2020-11-05T02:01:50.713" v="1809" actId="478"/>
          <ac:spMkLst>
            <pc:docMk/>
            <pc:sldMk cId="2981542771" sldId="332"/>
            <ac:spMk id="9" creationId="{CEFC40D2-BDF7-491C-8406-8398AA484A4A}"/>
          </ac:spMkLst>
        </pc:spChg>
        <pc:spChg chg="add del mod">
          <ac:chgData name="Rolando E. Montero A." userId="db44b2c1daed2876" providerId="LiveId" clId="{5CA9091D-E0AF-4ADE-9DE6-91D21C573EE7}" dt="2020-11-05T02:15:24.844" v="1831" actId="478"/>
          <ac:spMkLst>
            <pc:docMk/>
            <pc:sldMk cId="2981542771" sldId="332"/>
            <ac:spMk id="10" creationId="{47DD679E-F2F1-4E6D-83F9-CFD51CC85BDE}"/>
          </ac:spMkLst>
        </pc:spChg>
        <pc:picChg chg="del">
          <ac:chgData name="Rolando E. Montero A." userId="db44b2c1daed2876" providerId="LiveId" clId="{5CA9091D-E0AF-4ADE-9DE6-91D21C573EE7}" dt="2020-11-05T02:01:45.054" v="1807" actId="478"/>
          <ac:picMkLst>
            <pc:docMk/>
            <pc:sldMk cId="2981542771" sldId="332"/>
            <ac:picMk id="7" creationId="{903942F0-E18A-402B-A5D1-49F576B2F69C}"/>
          </ac:picMkLst>
        </pc:picChg>
        <pc:picChg chg="del mod">
          <ac:chgData name="Rolando E. Montero A." userId="db44b2c1daed2876" providerId="LiveId" clId="{5CA9091D-E0AF-4ADE-9DE6-91D21C573EE7}" dt="2020-11-05T02:15:25.723" v="1832" actId="478"/>
          <ac:picMkLst>
            <pc:docMk/>
            <pc:sldMk cId="2981542771" sldId="332"/>
            <ac:picMk id="8" creationId="{36BE98C2-A528-4670-8DA2-5CDB2CB31A4D}"/>
          </ac:picMkLst>
        </pc:picChg>
        <pc:picChg chg="add mod">
          <ac:chgData name="Rolando E. Montero A." userId="db44b2c1daed2876" providerId="LiveId" clId="{5CA9091D-E0AF-4ADE-9DE6-91D21C573EE7}" dt="2020-11-05T02:15:34.166" v="1835" actId="14100"/>
          <ac:picMkLst>
            <pc:docMk/>
            <pc:sldMk cId="2981542771" sldId="332"/>
            <ac:picMk id="12" creationId="{26773B65-D73D-4977-AFA8-481A8FC9AC58}"/>
          </ac:picMkLst>
        </pc:picChg>
        <pc:picChg chg="add mod">
          <ac:chgData name="Rolando E. Montero A." userId="db44b2c1daed2876" providerId="LiveId" clId="{5CA9091D-E0AF-4ADE-9DE6-91D21C573EE7}" dt="2020-11-05T02:16:07.333" v="1839" actId="1076"/>
          <ac:picMkLst>
            <pc:docMk/>
            <pc:sldMk cId="2981542771" sldId="332"/>
            <ac:picMk id="14" creationId="{3C2CD85B-F3D2-4855-B478-7CFB8C75FFE5}"/>
          </ac:picMkLst>
        </pc:picChg>
      </pc:sldChg>
      <pc:sldChg chg="addSp modSp add mod modAnim">
        <pc:chgData name="Rolando E. Montero A." userId="db44b2c1daed2876" providerId="LiveId" clId="{5CA9091D-E0AF-4ADE-9DE6-91D21C573EE7}" dt="2020-11-05T02:41:24.782" v="2027"/>
        <pc:sldMkLst>
          <pc:docMk/>
          <pc:sldMk cId="1728560862" sldId="333"/>
        </pc:sldMkLst>
        <pc:spChg chg="mod">
          <ac:chgData name="Rolando E. Montero A." userId="db44b2c1daed2876" providerId="LiveId" clId="{5CA9091D-E0AF-4ADE-9DE6-91D21C573EE7}" dt="2020-11-05T02:16:32.544" v="1847" actId="20577"/>
          <ac:spMkLst>
            <pc:docMk/>
            <pc:sldMk cId="1728560862" sldId="333"/>
            <ac:spMk id="2" creationId="{FD0527A8-85A6-44A2-8A78-C4BA4E1364E0}"/>
          </ac:spMkLst>
        </pc:spChg>
        <pc:spChg chg="add mod">
          <ac:chgData name="Rolando E. Montero A." userId="db44b2c1daed2876" providerId="LiveId" clId="{5CA9091D-E0AF-4ADE-9DE6-91D21C573EE7}" dt="2020-11-05T02:41:14.889" v="2026" actId="14100"/>
          <ac:spMkLst>
            <pc:docMk/>
            <pc:sldMk cId="1728560862" sldId="333"/>
            <ac:spMk id="9" creationId="{88D786BA-B383-4D44-8339-484E13A10211}"/>
          </ac:spMkLst>
        </pc:spChg>
        <pc:spChg chg="mod">
          <ac:chgData name="Rolando E. Montero A." userId="db44b2c1daed2876" providerId="LiveId" clId="{5CA9091D-E0AF-4ADE-9DE6-91D21C573EE7}" dt="2020-11-05T02:40:33.276" v="1997" actId="1076"/>
          <ac:spMkLst>
            <pc:docMk/>
            <pc:sldMk cId="1728560862" sldId="333"/>
            <ac:spMk id="10" creationId="{47DD679E-F2F1-4E6D-83F9-CFD51CC85BDE}"/>
          </ac:spMkLst>
        </pc:spChg>
        <pc:picChg chg="add mod">
          <ac:chgData name="Rolando E. Montero A." userId="db44b2c1daed2876" providerId="LiveId" clId="{5CA9091D-E0AF-4ADE-9DE6-91D21C573EE7}" dt="2020-11-05T02:40:42.999" v="2000" actId="1076"/>
          <ac:picMkLst>
            <pc:docMk/>
            <pc:sldMk cId="1728560862" sldId="333"/>
            <ac:picMk id="4" creationId="{137AC698-7E36-4F71-AE2F-DCF7E1B36AF4}"/>
          </ac:picMkLst>
        </pc:picChg>
        <pc:picChg chg="mod">
          <ac:chgData name="Rolando E. Montero A." userId="db44b2c1daed2876" providerId="LiveId" clId="{5CA9091D-E0AF-4ADE-9DE6-91D21C573EE7}" dt="2020-11-05T02:40:29.202" v="1996" actId="14100"/>
          <ac:picMkLst>
            <pc:docMk/>
            <pc:sldMk cId="1728560862" sldId="333"/>
            <ac:picMk id="8" creationId="{36BE98C2-A528-4670-8DA2-5CDB2CB31A4D}"/>
          </ac:picMkLst>
        </pc:picChg>
      </pc:sldChg>
      <pc:sldChg chg="addSp delSp modSp add mod delAnim modAnim">
        <pc:chgData name="Rolando E. Montero A." userId="db44b2c1daed2876" providerId="LiveId" clId="{5CA9091D-E0AF-4ADE-9DE6-91D21C573EE7}" dt="2020-11-05T02:43:14.329" v="2115"/>
        <pc:sldMkLst>
          <pc:docMk/>
          <pc:sldMk cId="245037389" sldId="334"/>
        </pc:sldMkLst>
        <pc:spChg chg="del">
          <ac:chgData name="Rolando E. Montero A." userId="db44b2c1daed2876" providerId="LiveId" clId="{5CA9091D-E0AF-4ADE-9DE6-91D21C573EE7}" dt="2020-11-05T02:20:40.634" v="1862" actId="478"/>
          <ac:spMkLst>
            <pc:docMk/>
            <pc:sldMk cId="245037389" sldId="334"/>
            <ac:spMk id="10" creationId="{47DD679E-F2F1-4E6D-83F9-CFD51CC85BDE}"/>
          </ac:spMkLst>
        </pc:spChg>
        <pc:spChg chg="add mod">
          <ac:chgData name="Rolando E. Montero A." userId="db44b2c1daed2876" providerId="LiveId" clId="{5CA9091D-E0AF-4ADE-9DE6-91D21C573EE7}" dt="2020-11-05T02:21:39.114" v="1897" actId="208"/>
          <ac:spMkLst>
            <pc:docMk/>
            <pc:sldMk cId="245037389" sldId="334"/>
            <ac:spMk id="11" creationId="{D7ABEFCB-CBEF-4C6E-96F3-2261B8AAD2A7}"/>
          </ac:spMkLst>
        </pc:spChg>
        <pc:spChg chg="add mod">
          <ac:chgData name="Rolando E. Montero A." userId="db44b2c1daed2876" providerId="LiveId" clId="{5CA9091D-E0AF-4ADE-9DE6-91D21C573EE7}" dt="2020-11-05T02:42:18.694" v="2069" actId="1076"/>
          <ac:spMkLst>
            <pc:docMk/>
            <pc:sldMk cId="245037389" sldId="334"/>
            <ac:spMk id="12" creationId="{7068EE87-6A2F-40DE-B14A-B143CA78BCD3}"/>
          </ac:spMkLst>
        </pc:spChg>
        <pc:picChg chg="del">
          <ac:chgData name="Rolando E. Montero A." userId="db44b2c1daed2876" providerId="LiveId" clId="{5CA9091D-E0AF-4ADE-9DE6-91D21C573EE7}" dt="2020-11-05T02:20:40.634" v="1862" actId="478"/>
          <ac:picMkLst>
            <pc:docMk/>
            <pc:sldMk cId="245037389" sldId="334"/>
            <ac:picMk id="4" creationId="{137AC698-7E36-4F71-AE2F-DCF7E1B36AF4}"/>
          </ac:picMkLst>
        </pc:picChg>
        <pc:picChg chg="add mod">
          <ac:chgData name="Rolando E. Montero A." userId="db44b2c1daed2876" providerId="LiveId" clId="{5CA9091D-E0AF-4ADE-9DE6-91D21C573EE7}" dt="2020-11-05T02:20:50.700" v="1865" actId="14100"/>
          <ac:picMkLst>
            <pc:docMk/>
            <pc:sldMk cId="245037389" sldId="334"/>
            <ac:picMk id="7" creationId="{131460B8-CDE5-4B7E-BA2E-528DC31262C1}"/>
          </ac:picMkLst>
        </pc:picChg>
        <pc:picChg chg="del">
          <ac:chgData name="Rolando E. Montero A." userId="db44b2c1daed2876" providerId="LiveId" clId="{5CA9091D-E0AF-4ADE-9DE6-91D21C573EE7}" dt="2020-11-05T02:20:40.634" v="1862" actId="478"/>
          <ac:picMkLst>
            <pc:docMk/>
            <pc:sldMk cId="245037389" sldId="334"/>
            <ac:picMk id="8" creationId="{36BE98C2-A528-4670-8DA2-5CDB2CB31A4D}"/>
          </ac:picMkLst>
        </pc:picChg>
      </pc:sldChg>
      <pc:sldChg chg="addSp delSp modSp add mod modAnim">
        <pc:chgData name="Rolando E. Montero A." userId="db44b2c1daed2876" providerId="LiveId" clId="{5CA9091D-E0AF-4ADE-9DE6-91D21C573EE7}" dt="2020-11-05T02:43:18.688" v="2116"/>
        <pc:sldMkLst>
          <pc:docMk/>
          <pc:sldMk cId="4001111322" sldId="335"/>
        </pc:sldMkLst>
        <pc:spChg chg="add mod">
          <ac:chgData name="Rolando E. Montero A." userId="db44b2c1daed2876" providerId="LiveId" clId="{5CA9091D-E0AF-4ADE-9DE6-91D21C573EE7}" dt="2020-11-05T02:43:08.782" v="2114" actId="1076"/>
          <ac:spMkLst>
            <pc:docMk/>
            <pc:sldMk cId="4001111322" sldId="335"/>
            <ac:spMk id="9" creationId="{1480899E-7D89-4433-815C-6D140853D637}"/>
          </ac:spMkLst>
        </pc:spChg>
        <pc:spChg chg="mod">
          <ac:chgData name="Rolando E. Montero A." userId="db44b2c1daed2876" providerId="LiveId" clId="{5CA9091D-E0AF-4ADE-9DE6-91D21C573EE7}" dt="2020-11-05T02:23:21.069" v="1917" actId="20577"/>
          <ac:spMkLst>
            <pc:docMk/>
            <pc:sldMk cId="4001111322" sldId="335"/>
            <ac:spMk id="11" creationId="{D7ABEFCB-CBEF-4C6E-96F3-2261B8AAD2A7}"/>
          </ac:spMkLst>
        </pc:spChg>
        <pc:picChg chg="add mod">
          <ac:chgData name="Rolando E. Montero A." userId="db44b2c1daed2876" providerId="LiveId" clId="{5CA9091D-E0AF-4ADE-9DE6-91D21C573EE7}" dt="2020-11-05T02:22:55.918" v="1902" actId="14100"/>
          <ac:picMkLst>
            <pc:docMk/>
            <pc:sldMk cId="4001111322" sldId="335"/>
            <ac:picMk id="4" creationId="{3692CDDD-C0A3-45DB-B831-DDFF86AE16E6}"/>
          </ac:picMkLst>
        </pc:picChg>
        <pc:picChg chg="del">
          <ac:chgData name="Rolando E. Montero A." userId="db44b2c1daed2876" providerId="LiveId" clId="{5CA9091D-E0AF-4ADE-9DE6-91D21C573EE7}" dt="2020-11-05T02:22:49.060" v="1899" actId="478"/>
          <ac:picMkLst>
            <pc:docMk/>
            <pc:sldMk cId="4001111322" sldId="335"/>
            <ac:picMk id="7" creationId="{131460B8-CDE5-4B7E-BA2E-528DC31262C1}"/>
          </ac:picMkLst>
        </pc:picChg>
      </pc:sldChg>
      <pc:sldChg chg="addSp delSp modSp add mod delAnim modAnim">
        <pc:chgData name="Rolando E. Montero A." userId="db44b2c1daed2876" providerId="LiveId" clId="{5CA9091D-E0AF-4ADE-9DE6-91D21C573EE7}" dt="2020-11-05T02:43:43.211" v="2120" actId="14100"/>
        <pc:sldMkLst>
          <pc:docMk/>
          <pc:sldMk cId="76559354" sldId="336"/>
        </pc:sldMkLst>
        <pc:spChg chg="del">
          <ac:chgData name="Rolando E. Montero A." userId="db44b2c1daed2876" providerId="LiveId" clId="{5CA9091D-E0AF-4ADE-9DE6-91D21C573EE7}" dt="2020-11-05T02:24:02.581" v="1920" actId="478"/>
          <ac:spMkLst>
            <pc:docMk/>
            <pc:sldMk cId="76559354" sldId="336"/>
            <ac:spMk id="11" creationId="{D7ABEFCB-CBEF-4C6E-96F3-2261B8AAD2A7}"/>
          </ac:spMkLst>
        </pc:spChg>
        <pc:spChg chg="add mod">
          <ac:chgData name="Rolando E. Montero A." userId="db44b2c1daed2876" providerId="LiveId" clId="{5CA9091D-E0AF-4ADE-9DE6-91D21C573EE7}" dt="2020-11-05T02:43:43.211" v="2120" actId="14100"/>
          <ac:spMkLst>
            <pc:docMk/>
            <pc:sldMk cId="76559354" sldId="336"/>
            <ac:spMk id="14" creationId="{57550FEB-61D2-4C17-B080-69DFA426B360}"/>
          </ac:spMkLst>
        </pc:spChg>
        <pc:picChg chg="del">
          <ac:chgData name="Rolando E. Montero A." userId="db44b2c1daed2876" providerId="LiveId" clId="{5CA9091D-E0AF-4ADE-9DE6-91D21C573EE7}" dt="2020-11-05T02:24:00.644" v="1919" actId="478"/>
          <ac:picMkLst>
            <pc:docMk/>
            <pc:sldMk cId="76559354" sldId="336"/>
            <ac:picMk id="4" creationId="{3692CDDD-C0A3-45DB-B831-DDFF86AE16E6}"/>
          </ac:picMkLst>
        </pc:picChg>
        <pc:picChg chg="add mod">
          <ac:chgData name="Rolando E. Montero A." userId="db44b2c1daed2876" providerId="LiveId" clId="{5CA9091D-E0AF-4ADE-9DE6-91D21C573EE7}" dt="2020-11-05T02:26:49.003" v="1928"/>
          <ac:picMkLst>
            <pc:docMk/>
            <pc:sldMk cId="76559354" sldId="336"/>
            <ac:picMk id="7" creationId="{B373C48F-062D-4FF8-A6CE-2F6A53CD7F93}"/>
          </ac:picMkLst>
        </pc:picChg>
        <pc:picChg chg="add mod">
          <ac:chgData name="Rolando E. Montero A." userId="db44b2c1daed2876" providerId="LiveId" clId="{5CA9091D-E0AF-4ADE-9DE6-91D21C573EE7}" dt="2020-11-05T02:28:27.843" v="1937" actId="1076"/>
          <ac:picMkLst>
            <pc:docMk/>
            <pc:sldMk cId="76559354" sldId="336"/>
            <ac:picMk id="9" creationId="{9088F33E-E95B-46A6-AF6D-B448477EC90E}"/>
          </ac:picMkLst>
        </pc:picChg>
        <pc:cxnChg chg="add mod">
          <ac:chgData name="Rolando E. Montero A." userId="db44b2c1daed2876" providerId="LiveId" clId="{5CA9091D-E0AF-4ADE-9DE6-91D21C573EE7}" dt="2020-11-05T02:28:59.348" v="1941" actId="1582"/>
          <ac:cxnSpMkLst>
            <pc:docMk/>
            <pc:sldMk cId="76559354" sldId="336"/>
            <ac:cxnSpMk id="12" creationId="{13BC3C3C-024A-4A59-9971-986C1FD4A4FD}"/>
          </ac:cxnSpMkLst>
        </pc:cxnChg>
      </pc:sldChg>
      <pc:sldChg chg="addSp delSp modSp add mod delAnim modAnim">
        <pc:chgData name="Rolando E. Montero A." userId="db44b2c1daed2876" providerId="LiveId" clId="{5CA9091D-E0AF-4ADE-9DE6-91D21C573EE7}" dt="2020-11-05T02:44:10.630" v="2147" actId="20577"/>
        <pc:sldMkLst>
          <pc:docMk/>
          <pc:sldMk cId="2448197358" sldId="337"/>
        </pc:sldMkLst>
        <pc:spChg chg="add mod">
          <ac:chgData name="Rolando E. Montero A." userId="db44b2c1daed2876" providerId="LiveId" clId="{5CA9091D-E0AF-4ADE-9DE6-91D21C573EE7}" dt="2020-11-05T02:44:10.630" v="2147" actId="20577"/>
          <ac:spMkLst>
            <pc:docMk/>
            <pc:sldMk cId="2448197358" sldId="337"/>
            <ac:spMk id="11" creationId="{1FB70305-6F00-4974-B6E4-A7AD9AC059C7}"/>
          </ac:spMkLst>
        </pc:spChg>
        <pc:spChg chg="del">
          <ac:chgData name="Rolando E. Montero A." userId="db44b2c1daed2876" providerId="LiveId" clId="{5CA9091D-E0AF-4ADE-9DE6-91D21C573EE7}" dt="2020-11-05T02:39:09.744" v="1975" actId="478"/>
          <ac:spMkLst>
            <pc:docMk/>
            <pc:sldMk cId="2448197358" sldId="337"/>
            <ac:spMk id="14" creationId="{57550FEB-61D2-4C17-B080-69DFA426B360}"/>
          </ac:spMkLst>
        </pc:spChg>
        <pc:picChg chg="add mod">
          <ac:chgData name="Rolando E. Montero A." userId="db44b2c1daed2876" providerId="LiveId" clId="{5CA9091D-E0AF-4ADE-9DE6-91D21C573EE7}" dt="2020-11-05T02:43:53.611" v="2121" actId="1076"/>
          <ac:picMkLst>
            <pc:docMk/>
            <pc:sldMk cId="2448197358" sldId="337"/>
            <ac:picMk id="4" creationId="{7E173280-9F29-4FB7-B702-BC1A020BA6C2}"/>
          </ac:picMkLst>
        </pc:picChg>
        <pc:picChg chg="del">
          <ac:chgData name="Rolando E. Montero A." userId="db44b2c1daed2876" providerId="LiveId" clId="{5CA9091D-E0AF-4ADE-9DE6-91D21C573EE7}" dt="2020-11-05T02:39:09.744" v="1975" actId="478"/>
          <ac:picMkLst>
            <pc:docMk/>
            <pc:sldMk cId="2448197358" sldId="337"/>
            <ac:picMk id="7" creationId="{B373C48F-062D-4FF8-A6CE-2F6A53CD7F93}"/>
          </ac:picMkLst>
        </pc:picChg>
        <pc:picChg chg="del">
          <ac:chgData name="Rolando E. Montero A." userId="db44b2c1daed2876" providerId="LiveId" clId="{5CA9091D-E0AF-4ADE-9DE6-91D21C573EE7}" dt="2020-11-05T02:39:09.744" v="1975" actId="478"/>
          <ac:picMkLst>
            <pc:docMk/>
            <pc:sldMk cId="2448197358" sldId="337"/>
            <ac:picMk id="9" creationId="{9088F33E-E95B-46A6-AF6D-B448477EC90E}"/>
          </ac:picMkLst>
        </pc:picChg>
        <pc:cxnChg chg="del mod">
          <ac:chgData name="Rolando E. Montero A." userId="db44b2c1daed2876" providerId="LiveId" clId="{5CA9091D-E0AF-4ADE-9DE6-91D21C573EE7}" dt="2020-11-05T02:39:09.744" v="1975" actId="478"/>
          <ac:cxnSpMkLst>
            <pc:docMk/>
            <pc:sldMk cId="2448197358" sldId="337"/>
            <ac:cxnSpMk id="12" creationId="{13BC3C3C-024A-4A59-9971-986C1FD4A4FD}"/>
          </ac:cxnSpMkLst>
        </pc:cxnChg>
      </pc:sldChg>
      <pc:sldChg chg="addSp delSp modSp add mod addAnim delAnim">
        <pc:chgData name="Rolando E. Montero A." userId="db44b2c1daed2876" providerId="LiveId" clId="{5CA9091D-E0AF-4ADE-9DE6-91D21C573EE7}" dt="2020-11-05T02:49:38.784" v="2195"/>
        <pc:sldMkLst>
          <pc:docMk/>
          <pc:sldMk cId="2712694497" sldId="338"/>
        </pc:sldMkLst>
        <pc:spChg chg="add del mod">
          <ac:chgData name="Rolando E. Montero A." userId="db44b2c1daed2876" providerId="LiveId" clId="{5CA9091D-E0AF-4ADE-9DE6-91D21C573EE7}" dt="2020-11-05T02:47:59.434" v="2158" actId="313"/>
          <ac:spMkLst>
            <pc:docMk/>
            <pc:sldMk cId="2712694497" sldId="338"/>
            <ac:spMk id="11" creationId="{1FB70305-6F00-4974-B6E4-A7AD9AC059C7}"/>
          </ac:spMkLst>
        </pc:spChg>
        <pc:picChg chg="del">
          <ac:chgData name="Rolando E. Montero A." userId="db44b2c1daed2876" providerId="LiveId" clId="{5CA9091D-E0AF-4ADE-9DE6-91D21C573EE7}" dt="2020-11-05T02:47:44.027" v="2150" actId="478"/>
          <ac:picMkLst>
            <pc:docMk/>
            <pc:sldMk cId="2712694497" sldId="338"/>
            <ac:picMk id="4" creationId="{7E173280-9F29-4FB7-B702-BC1A020BA6C2}"/>
          </ac:picMkLst>
        </pc:picChg>
        <pc:picChg chg="add del">
          <ac:chgData name="Rolando E. Montero A." userId="db44b2c1daed2876" providerId="LiveId" clId="{5CA9091D-E0AF-4ADE-9DE6-91D21C573EE7}" dt="2020-11-05T02:47:50.404" v="2153" actId="22"/>
          <ac:picMkLst>
            <pc:docMk/>
            <pc:sldMk cId="2712694497" sldId="338"/>
            <ac:picMk id="7" creationId="{4C4360C5-F920-4E88-9C04-F0373CEB7AB4}"/>
          </ac:picMkLst>
        </pc:picChg>
        <pc:picChg chg="add mod">
          <ac:chgData name="Rolando E. Montero A." userId="db44b2c1daed2876" providerId="LiveId" clId="{5CA9091D-E0AF-4ADE-9DE6-91D21C573EE7}" dt="2020-11-05T02:49:38.784" v="2195"/>
          <ac:picMkLst>
            <pc:docMk/>
            <pc:sldMk cId="2712694497" sldId="338"/>
            <ac:picMk id="9" creationId="{F0749147-F25D-45A4-8A2C-9698F62B9CFE}"/>
          </ac:picMkLst>
        </pc:picChg>
      </pc:sldChg>
      <pc:sldMasterChg chg="modSldLayout">
        <pc:chgData name="Rolando E. Montero A." userId="db44b2c1daed2876" providerId="LiveId" clId="{5CA9091D-E0AF-4ADE-9DE6-91D21C573EE7}" dt="2020-11-04T15:53:26.471" v="6" actId="478"/>
        <pc:sldMasterMkLst>
          <pc:docMk/>
          <pc:sldMasterMk cId="3865913822" sldId="2147483769"/>
        </pc:sldMasterMkLst>
        <pc:sldLayoutChg chg="delSp mod">
          <pc:chgData name="Rolando E. Montero A." userId="db44b2c1daed2876" providerId="LiveId" clId="{5CA9091D-E0AF-4ADE-9DE6-91D21C573EE7}" dt="2020-11-04T15:53:26.471" v="6" actId="478"/>
          <pc:sldLayoutMkLst>
            <pc:docMk/>
            <pc:sldMasterMk cId="3865913822" sldId="2147483769"/>
            <pc:sldLayoutMk cId="1820924356" sldId="2147483770"/>
          </pc:sldLayoutMkLst>
          <pc:spChg chg="del">
            <ac:chgData name="Rolando E. Montero A." userId="db44b2c1daed2876" providerId="LiveId" clId="{5CA9091D-E0AF-4ADE-9DE6-91D21C573EE7}" dt="2020-11-04T15:53:26.471" v="6" actId="478"/>
            <ac:spMkLst>
              <pc:docMk/>
              <pc:sldMasterMk cId="3865913822" sldId="2147483769"/>
              <pc:sldLayoutMk cId="1820924356" sldId="2147483770"/>
              <ac:spMk id="25" creationId="{00000000-0000-0000-0000-000000000000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33F612-D58A-463A-BFC9-70C576E15BD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B28A1334-0A85-4D59-9AFF-4FEBA5A2E694}">
      <dgm:prSet phldrT="[Texto]"/>
      <dgm:spPr/>
      <dgm:t>
        <a:bodyPr/>
        <a:lstStyle/>
        <a:p>
          <a:r>
            <a:rPr lang="es-CL" dirty="0"/>
            <a:t>¿Qué sabemos?</a:t>
          </a:r>
        </a:p>
      </dgm:t>
    </dgm:pt>
    <dgm:pt modelId="{66F3B9D2-ED58-49BE-9C05-A74C7773B6A2}" type="parTrans" cxnId="{81488707-E36A-4496-A840-B0423BD895C8}">
      <dgm:prSet/>
      <dgm:spPr/>
      <dgm:t>
        <a:bodyPr/>
        <a:lstStyle/>
        <a:p>
          <a:endParaRPr lang="es-CL"/>
        </a:p>
      </dgm:t>
    </dgm:pt>
    <dgm:pt modelId="{9BB87A08-BD24-46D6-9574-1367C5845D4B}" type="sibTrans" cxnId="{81488707-E36A-4496-A840-B0423BD895C8}">
      <dgm:prSet/>
      <dgm:spPr/>
      <dgm:t>
        <a:bodyPr/>
        <a:lstStyle/>
        <a:p>
          <a:endParaRPr lang="es-CL"/>
        </a:p>
      </dgm:t>
    </dgm:pt>
    <dgm:pt modelId="{437C4974-E0E7-45B2-83F2-EB1BAD849920}">
      <dgm:prSet phldrT="[Texto]"/>
      <dgm:spPr/>
      <dgm:t>
        <a:bodyPr/>
        <a:lstStyle/>
        <a:p>
          <a:r>
            <a:rPr lang="es-CL" dirty="0"/>
            <a:t>¿Cuales son las variables</a:t>
          </a:r>
        </a:p>
      </dgm:t>
    </dgm:pt>
    <dgm:pt modelId="{511E129B-2C7E-4A5E-8A66-D61DFEB97343}" type="parTrans" cxnId="{B6962355-E746-4103-A815-7023A0A5B499}">
      <dgm:prSet/>
      <dgm:spPr/>
      <dgm:t>
        <a:bodyPr/>
        <a:lstStyle/>
        <a:p>
          <a:endParaRPr lang="es-CL"/>
        </a:p>
      </dgm:t>
    </dgm:pt>
    <dgm:pt modelId="{8C52A707-7796-4E11-BDE7-6A8301D6900D}" type="sibTrans" cxnId="{B6962355-E746-4103-A815-7023A0A5B499}">
      <dgm:prSet/>
      <dgm:spPr/>
      <dgm:t>
        <a:bodyPr/>
        <a:lstStyle/>
        <a:p>
          <a:endParaRPr lang="es-CL"/>
        </a:p>
      </dgm:t>
    </dgm:pt>
    <dgm:pt modelId="{3BE39E82-B6E9-4720-B4AB-D17A1616AC36}">
      <dgm:prSet phldrT="[Texto]"/>
      <dgm:spPr/>
      <dgm:t>
        <a:bodyPr/>
        <a:lstStyle/>
        <a:p>
          <a:r>
            <a:rPr lang="es-CL" dirty="0"/>
            <a:t>Algoritmo</a:t>
          </a:r>
        </a:p>
      </dgm:t>
    </dgm:pt>
    <dgm:pt modelId="{E102D255-8918-4CEA-B84D-D43C8701EC53}" type="parTrans" cxnId="{D8BE9E54-801B-45D1-8474-64DDE8642EE0}">
      <dgm:prSet/>
      <dgm:spPr/>
      <dgm:t>
        <a:bodyPr/>
        <a:lstStyle/>
        <a:p>
          <a:endParaRPr lang="es-CL"/>
        </a:p>
      </dgm:t>
    </dgm:pt>
    <dgm:pt modelId="{12F7465D-CC97-469F-AAF8-FC45AE72FB54}" type="sibTrans" cxnId="{D8BE9E54-801B-45D1-8474-64DDE8642EE0}">
      <dgm:prSet/>
      <dgm:spPr/>
      <dgm:t>
        <a:bodyPr/>
        <a:lstStyle/>
        <a:p>
          <a:endParaRPr lang="es-CL"/>
        </a:p>
      </dgm:t>
    </dgm:pt>
    <dgm:pt modelId="{A7210E1C-94A5-4080-A2CA-B10524543ACF}" type="pres">
      <dgm:prSet presAssocID="{A533F612-D58A-463A-BFC9-70C576E15BD2}" presName="linearFlow" presStyleCnt="0">
        <dgm:presLayoutVars>
          <dgm:dir/>
          <dgm:resizeHandles val="exact"/>
        </dgm:presLayoutVars>
      </dgm:prSet>
      <dgm:spPr/>
    </dgm:pt>
    <dgm:pt modelId="{2C91A0F7-1D81-4F6C-A08A-208F2627B214}" type="pres">
      <dgm:prSet presAssocID="{B28A1334-0A85-4D59-9AFF-4FEBA5A2E694}" presName="composite" presStyleCnt="0"/>
      <dgm:spPr/>
    </dgm:pt>
    <dgm:pt modelId="{A15742E2-0FAA-41F3-95B7-98455792891D}" type="pres">
      <dgm:prSet presAssocID="{B28A1334-0A85-4D59-9AFF-4FEBA5A2E694}" presName="imgShp" presStyleLbl="fgImgPlace1" presStyleIdx="0" presStyleCnt="3"/>
      <dgm:spPr>
        <a:solidFill>
          <a:srgbClr val="F7CDBC"/>
        </a:solidFill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AB526FBF-5088-4EF1-951C-AAD2B7805AF3}" type="pres">
      <dgm:prSet presAssocID="{B28A1334-0A85-4D59-9AFF-4FEBA5A2E694}" presName="txShp" presStyleLbl="node1" presStyleIdx="0" presStyleCnt="3">
        <dgm:presLayoutVars>
          <dgm:bulletEnabled val="1"/>
        </dgm:presLayoutVars>
      </dgm:prSet>
      <dgm:spPr/>
    </dgm:pt>
    <dgm:pt modelId="{89B32378-8088-426A-8CCB-41A2148B77B5}" type="pres">
      <dgm:prSet presAssocID="{9BB87A08-BD24-46D6-9574-1367C5845D4B}" presName="spacing" presStyleCnt="0"/>
      <dgm:spPr/>
    </dgm:pt>
    <dgm:pt modelId="{65BA466F-3EFB-4E2A-9E34-D7E4C69D73E1}" type="pres">
      <dgm:prSet presAssocID="{437C4974-E0E7-45B2-83F2-EB1BAD849920}" presName="composite" presStyleCnt="0"/>
      <dgm:spPr/>
    </dgm:pt>
    <dgm:pt modelId="{56E82B35-505B-4805-8C41-44627EB3A486}" type="pres">
      <dgm:prSet presAssocID="{437C4974-E0E7-45B2-83F2-EB1BAD849920}" presName="imgShp" presStyleLbl="fgImgPlace1" presStyleIdx="1" presStyleCnt="3"/>
      <dgm:spPr>
        <a:solidFill>
          <a:srgbClr val="F7CDBC"/>
        </a:solidFill>
      </dgm:spPr>
    </dgm:pt>
    <dgm:pt modelId="{CDC95750-D50B-4E82-9FB7-2C4239EAD52B}" type="pres">
      <dgm:prSet presAssocID="{437C4974-E0E7-45B2-83F2-EB1BAD849920}" presName="txShp" presStyleLbl="node1" presStyleIdx="1" presStyleCnt="3">
        <dgm:presLayoutVars>
          <dgm:bulletEnabled val="1"/>
        </dgm:presLayoutVars>
      </dgm:prSet>
      <dgm:spPr/>
    </dgm:pt>
    <dgm:pt modelId="{C4AEC4FB-7377-4573-BF52-095A30AA1486}" type="pres">
      <dgm:prSet presAssocID="{8C52A707-7796-4E11-BDE7-6A8301D6900D}" presName="spacing" presStyleCnt="0"/>
      <dgm:spPr/>
    </dgm:pt>
    <dgm:pt modelId="{1508937D-024F-4FF1-BCEE-EC3E3E3A7640}" type="pres">
      <dgm:prSet presAssocID="{3BE39E82-B6E9-4720-B4AB-D17A1616AC36}" presName="composite" presStyleCnt="0"/>
      <dgm:spPr/>
    </dgm:pt>
    <dgm:pt modelId="{A55C902D-D081-4302-9DD4-6394A2440F31}" type="pres">
      <dgm:prSet presAssocID="{3BE39E82-B6E9-4720-B4AB-D17A1616AC36}" presName="imgShp" presStyleLbl="fgImgPlace1" presStyleIdx="2" presStyleCnt="3"/>
      <dgm:spPr>
        <a:solidFill>
          <a:srgbClr val="F7CDBC"/>
        </a:solidFill>
      </dgm:spPr>
    </dgm:pt>
    <dgm:pt modelId="{A5EF84B8-D0C5-4F33-82D1-9216FF632C76}" type="pres">
      <dgm:prSet presAssocID="{3BE39E82-B6E9-4720-B4AB-D17A1616AC36}" presName="txShp" presStyleLbl="node1" presStyleIdx="2" presStyleCnt="3">
        <dgm:presLayoutVars>
          <dgm:bulletEnabled val="1"/>
        </dgm:presLayoutVars>
      </dgm:prSet>
      <dgm:spPr/>
    </dgm:pt>
  </dgm:ptLst>
  <dgm:cxnLst>
    <dgm:cxn modelId="{81488707-E36A-4496-A840-B0423BD895C8}" srcId="{A533F612-D58A-463A-BFC9-70C576E15BD2}" destId="{B28A1334-0A85-4D59-9AFF-4FEBA5A2E694}" srcOrd="0" destOrd="0" parTransId="{66F3B9D2-ED58-49BE-9C05-A74C7773B6A2}" sibTransId="{9BB87A08-BD24-46D6-9574-1367C5845D4B}"/>
    <dgm:cxn modelId="{1949CD1B-0B19-4E39-99FE-8A4548325123}" type="presOf" srcId="{3BE39E82-B6E9-4720-B4AB-D17A1616AC36}" destId="{A5EF84B8-D0C5-4F33-82D1-9216FF632C76}" srcOrd="0" destOrd="0" presId="urn:microsoft.com/office/officeart/2005/8/layout/vList3"/>
    <dgm:cxn modelId="{88C3FF72-5599-4785-A771-617C715C9353}" type="presOf" srcId="{437C4974-E0E7-45B2-83F2-EB1BAD849920}" destId="{CDC95750-D50B-4E82-9FB7-2C4239EAD52B}" srcOrd="0" destOrd="0" presId="urn:microsoft.com/office/officeart/2005/8/layout/vList3"/>
    <dgm:cxn modelId="{D8BE9E54-801B-45D1-8474-64DDE8642EE0}" srcId="{A533F612-D58A-463A-BFC9-70C576E15BD2}" destId="{3BE39E82-B6E9-4720-B4AB-D17A1616AC36}" srcOrd="2" destOrd="0" parTransId="{E102D255-8918-4CEA-B84D-D43C8701EC53}" sibTransId="{12F7465D-CC97-469F-AAF8-FC45AE72FB54}"/>
    <dgm:cxn modelId="{B6962355-E746-4103-A815-7023A0A5B499}" srcId="{A533F612-D58A-463A-BFC9-70C576E15BD2}" destId="{437C4974-E0E7-45B2-83F2-EB1BAD849920}" srcOrd="1" destOrd="0" parTransId="{511E129B-2C7E-4A5E-8A66-D61DFEB97343}" sibTransId="{8C52A707-7796-4E11-BDE7-6A8301D6900D}"/>
    <dgm:cxn modelId="{BC46F0D3-2E3F-4B1A-9ACB-A7B71F26670A}" type="presOf" srcId="{B28A1334-0A85-4D59-9AFF-4FEBA5A2E694}" destId="{AB526FBF-5088-4EF1-951C-AAD2B7805AF3}" srcOrd="0" destOrd="0" presId="urn:microsoft.com/office/officeart/2005/8/layout/vList3"/>
    <dgm:cxn modelId="{061DFFDD-2EE8-49AE-A9BE-87914DF837BD}" type="presOf" srcId="{A533F612-D58A-463A-BFC9-70C576E15BD2}" destId="{A7210E1C-94A5-4080-A2CA-B10524543ACF}" srcOrd="0" destOrd="0" presId="urn:microsoft.com/office/officeart/2005/8/layout/vList3"/>
    <dgm:cxn modelId="{828AAFAB-BAEE-4DEF-B2CE-F9BEF8793391}" type="presParOf" srcId="{A7210E1C-94A5-4080-A2CA-B10524543ACF}" destId="{2C91A0F7-1D81-4F6C-A08A-208F2627B214}" srcOrd="0" destOrd="0" presId="urn:microsoft.com/office/officeart/2005/8/layout/vList3"/>
    <dgm:cxn modelId="{3B9936A2-8C17-4255-BCAF-A9C7BBB3FC8F}" type="presParOf" srcId="{2C91A0F7-1D81-4F6C-A08A-208F2627B214}" destId="{A15742E2-0FAA-41F3-95B7-98455792891D}" srcOrd="0" destOrd="0" presId="urn:microsoft.com/office/officeart/2005/8/layout/vList3"/>
    <dgm:cxn modelId="{303632D5-27AE-47DD-BA7D-1AA5894D4340}" type="presParOf" srcId="{2C91A0F7-1D81-4F6C-A08A-208F2627B214}" destId="{AB526FBF-5088-4EF1-951C-AAD2B7805AF3}" srcOrd="1" destOrd="0" presId="urn:microsoft.com/office/officeart/2005/8/layout/vList3"/>
    <dgm:cxn modelId="{36D0F894-7076-4420-AEB6-7ADA23C95458}" type="presParOf" srcId="{A7210E1C-94A5-4080-A2CA-B10524543ACF}" destId="{89B32378-8088-426A-8CCB-41A2148B77B5}" srcOrd="1" destOrd="0" presId="urn:microsoft.com/office/officeart/2005/8/layout/vList3"/>
    <dgm:cxn modelId="{AC1EC83E-F5BA-4E81-8ECA-D793DCAB283B}" type="presParOf" srcId="{A7210E1C-94A5-4080-A2CA-B10524543ACF}" destId="{65BA466F-3EFB-4E2A-9E34-D7E4C69D73E1}" srcOrd="2" destOrd="0" presId="urn:microsoft.com/office/officeart/2005/8/layout/vList3"/>
    <dgm:cxn modelId="{699EFA80-3506-47E1-AA93-27912E35DFEC}" type="presParOf" srcId="{65BA466F-3EFB-4E2A-9E34-D7E4C69D73E1}" destId="{56E82B35-505B-4805-8C41-44627EB3A486}" srcOrd="0" destOrd="0" presId="urn:microsoft.com/office/officeart/2005/8/layout/vList3"/>
    <dgm:cxn modelId="{E4554C2E-A754-4300-8401-052B5274B841}" type="presParOf" srcId="{65BA466F-3EFB-4E2A-9E34-D7E4C69D73E1}" destId="{CDC95750-D50B-4E82-9FB7-2C4239EAD52B}" srcOrd="1" destOrd="0" presId="urn:microsoft.com/office/officeart/2005/8/layout/vList3"/>
    <dgm:cxn modelId="{9D5334BD-9686-4D52-8F95-51BD966AD165}" type="presParOf" srcId="{A7210E1C-94A5-4080-A2CA-B10524543ACF}" destId="{C4AEC4FB-7377-4573-BF52-095A30AA1486}" srcOrd="3" destOrd="0" presId="urn:microsoft.com/office/officeart/2005/8/layout/vList3"/>
    <dgm:cxn modelId="{9773014B-996C-4A1C-B459-2C4EAA170A2B}" type="presParOf" srcId="{A7210E1C-94A5-4080-A2CA-B10524543ACF}" destId="{1508937D-024F-4FF1-BCEE-EC3E3E3A7640}" srcOrd="4" destOrd="0" presId="urn:microsoft.com/office/officeart/2005/8/layout/vList3"/>
    <dgm:cxn modelId="{8D179F0E-554B-46AD-AC43-63B77436C798}" type="presParOf" srcId="{1508937D-024F-4FF1-BCEE-EC3E3E3A7640}" destId="{A55C902D-D081-4302-9DD4-6394A2440F31}" srcOrd="0" destOrd="0" presId="urn:microsoft.com/office/officeart/2005/8/layout/vList3"/>
    <dgm:cxn modelId="{5D418F87-7197-4232-88E8-9A996075CB67}" type="presParOf" srcId="{1508937D-024F-4FF1-BCEE-EC3E3E3A7640}" destId="{A5EF84B8-D0C5-4F33-82D1-9216FF632C7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26FBF-5088-4EF1-951C-AAD2B7805AF3}">
      <dsp:nvSpPr>
        <dsp:cNvPr id="0" name=""/>
        <dsp:cNvSpPr/>
      </dsp:nvSpPr>
      <dsp:spPr>
        <a:xfrm rot="10800000">
          <a:off x="1134505" y="833"/>
          <a:ext cx="3462655" cy="10493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72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¿Qué sabemos?</a:t>
          </a:r>
        </a:p>
      </dsp:txBody>
      <dsp:txXfrm rot="10800000">
        <a:off x="1396838" y="833"/>
        <a:ext cx="3200322" cy="1049332"/>
      </dsp:txXfrm>
    </dsp:sp>
    <dsp:sp modelId="{A15742E2-0FAA-41F3-95B7-98455792891D}">
      <dsp:nvSpPr>
        <dsp:cNvPr id="0" name=""/>
        <dsp:cNvSpPr/>
      </dsp:nvSpPr>
      <dsp:spPr>
        <a:xfrm>
          <a:off x="609839" y="833"/>
          <a:ext cx="1049332" cy="1049332"/>
        </a:xfrm>
        <a:prstGeom prst="ellipse">
          <a:avLst/>
        </a:prstGeom>
        <a:solidFill>
          <a:srgbClr val="F7CDB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95750-D50B-4E82-9FB7-2C4239EAD52B}">
      <dsp:nvSpPr>
        <dsp:cNvPr id="0" name=""/>
        <dsp:cNvSpPr/>
      </dsp:nvSpPr>
      <dsp:spPr>
        <a:xfrm rot="10800000">
          <a:off x="1134505" y="1363400"/>
          <a:ext cx="3462655" cy="10493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72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¿Cuales son las variables</a:t>
          </a:r>
        </a:p>
      </dsp:txBody>
      <dsp:txXfrm rot="10800000">
        <a:off x="1396838" y="1363400"/>
        <a:ext cx="3200322" cy="1049332"/>
      </dsp:txXfrm>
    </dsp:sp>
    <dsp:sp modelId="{56E82B35-505B-4805-8C41-44627EB3A486}">
      <dsp:nvSpPr>
        <dsp:cNvPr id="0" name=""/>
        <dsp:cNvSpPr/>
      </dsp:nvSpPr>
      <dsp:spPr>
        <a:xfrm>
          <a:off x="609839" y="1363400"/>
          <a:ext cx="1049332" cy="1049332"/>
        </a:xfrm>
        <a:prstGeom prst="ellipse">
          <a:avLst/>
        </a:prstGeom>
        <a:solidFill>
          <a:srgbClr val="F7CDB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F84B8-D0C5-4F33-82D1-9216FF632C76}">
      <dsp:nvSpPr>
        <dsp:cNvPr id="0" name=""/>
        <dsp:cNvSpPr/>
      </dsp:nvSpPr>
      <dsp:spPr>
        <a:xfrm rot="10800000">
          <a:off x="1134505" y="2725966"/>
          <a:ext cx="3462655" cy="10493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72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Algoritmo</a:t>
          </a:r>
        </a:p>
      </dsp:txBody>
      <dsp:txXfrm rot="10800000">
        <a:off x="1396838" y="2725966"/>
        <a:ext cx="3200322" cy="1049332"/>
      </dsp:txXfrm>
    </dsp:sp>
    <dsp:sp modelId="{A55C902D-D081-4302-9DD4-6394A2440F31}">
      <dsp:nvSpPr>
        <dsp:cNvPr id="0" name=""/>
        <dsp:cNvSpPr/>
      </dsp:nvSpPr>
      <dsp:spPr>
        <a:xfrm>
          <a:off x="609839" y="2725966"/>
          <a:ext cx="1049332" cy="1049332"/>
        </a:xfrm>
        <a:prstGeom prst="ellipse">
          <a:avLst/>
        </a:prstGeom>
        <a:solidFill>
          <a:srgbClr val="F7CDB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805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>
            <a:lvl1pPr>
              <a:buSzPct val="110000"/>
              <a:defRPr/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58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838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19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746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149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853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681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899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722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1065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330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234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4752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8758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7692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7985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0924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85256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663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028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781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1591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9045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59016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89129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202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35398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3135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35553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8933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88870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33255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84224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32051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4768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20044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64851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25302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94449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97170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84703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75444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32161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7415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32440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34838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96978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42574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23337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4455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28130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>
            <a:noAutofit/>
          </a:bodyPr>
          <a:lstStyle>
            <a:lvl1pPr>
              <a:defRPr sz="3600" cap="none" baseline="0"/>
            </a:lvl1pPr>
            <a:lvl2pPr>
              <a:defRPr sz="3200" cap="none" baseline="0"/>
            </a:lvl2pPr>
            <a:lvl3pPr>
              <a:defRPr sz="2800" cap="none" baseline="0"/>
            </a:lvl3pPr>
            <a:lvl4pPr>
              <a:defRPr sz="2400" cap="none" baseline="0"/>
            </a:lvl4pPr>
            <a:lvl5pPr>
              <a:defRPr sz="2400" cap="none" baseline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43803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10">
            <a:extLst>
              <a:ext uri="{FF2B5EF4-FFF2-40B4-BE49-F238E27FC236}">
                <a16:creationId xmlns:a16="http://schemas.microsoft.com/office/drawing/2014/main" id="{C2F48E26-9330-43B2-8120-27626ED95C89}"/>
              </a:ext>
            </a:extLst>
          </p:cNvPr>
          <p:cNvSpPr/>
          <p:nvPr userDrawn="1"/>
        </p:nvSpPr>
        <p:spPr>
          <a:xfrm>
            <a:off x="381000" y="61519"/>
            <a:ext cx="11811000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>
            <a:noAutofit/>
          </a:bodyPr>
          <a:lstStyle>
            <a:lvl1pPr>
              <a:defRPr sz="3600" cap="none" baseline="0"/>
            </a:lvl1pPr>
            <a:lvl2pPr>
              <a:defRPr sz="3200" cap="none" baseline="0"/>
            </a:lvl2pPr>
            <a:lvl3pPr>
              <a:defRPr sz="2800" cap="none" baseline="0"/>
            </a:lvl3pPr>
            <a:lvl4pPr>
              <a:defRPr sz="2400" cap="none" baseline="0"/>
            </a:lvl4pPr>
            <a:lvl5pPr>
              <a:defRPr sz="2400" cap="none" baseline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07066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21509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37965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43626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52531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752013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28831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896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91500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454209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786776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90022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892136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61167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9046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66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4108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63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2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11/4/2020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91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36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32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8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4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4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106024" y="61519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47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381000" y="61519"/>
            <a:ext cx="11125199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13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23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11" Type="http://schemas.openxmlformats.org/officeDocument/2006/relationships/image" Target="../media/image8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6" Type="http://schemas.microsoft.com/office/2007/relationships/hdphoto" Target="../media/hdphoto1.wdp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21.png"/><Relationship Id="rId5" Type="http://schemas.microsoft.com/office/2007/relationships/hdphoto" Target="../media/hdphoto2.wdp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5" Type="http://schemas.microsoft.com/office/2007/relationships/hdphoto" Target="../media/hdphoto4.wdp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5" Type="http://schemas.microsoft.com/office/2007/relationships/hdphoto" Target="../media/hdphoto5.wdp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B9814E9-AA5A-44D6-AC60-BAD70EFEA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 APPINVENTOR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18F2013-4D40-4305-9C6C-77B2D54E2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sz="2400" kern="1400" spc="-5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04 - GESTION DE LA INFORMACION</a:t>
            </a:r>
            <a:endParaRPr lang="es-CL" sz="2400" kern="1400" spc="-5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74ACA-D4BC-485B-985B-829E1C7C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CBA8ED9-7B10-41FF-A749-A414E997D4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8276553-2A79-437F-B57F-448598174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038346"/>
              </p:ext>
            </p:extLst>
          </p:nvPr>
        </p:nvGraphicFramePr>
        <p:xfrm>
          <a:off x="685799" y="1772960"/>
          <a:ext cx="10515601" cy="400139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999444">
                  <a:extLst>
                    <a:ext uri="{9D8B030D-6E8A-4147-A177-3AD203B41FA5}">
                      <a16:colId xmlns:a16="http://schemas.microsoft.com/office/drawing/2014/main" val="2332767990"/>
                    </a:ext>
                  </a:extLst>
                </a:gridCol>
                <a:gridCol w="8516157">
                  <a:extLst>
                    <a:ext uri="{9D8B030D-6E8A-4147-A177-3AD203B41FA5}">
                      <a16:colId xmlns:a16="http://schemas.microsoft.com/office/drawing/2014/main" val="3367803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Propósito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>
                          <a:solidFill>
                            <a:srgbClr val="000000"/>
                          </a:solidFill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Utilizar recursos de </a:t>
                      </a:r>
                      <a:r>
                        <a:rPr lang="es-MX" sz="2000" b="1" dirty="0">
                          <a:solidFill>
                            <a:srgbClr val="000000"/>
                          </a:solidFill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lista</a:t>
                      </a:r>
                      <a:r>
                        <a:rPr lang="es-MX" sz="2000" dirty="0">
                          <a:solidFill>
                            <a:srgbClr val="000000"/>
                          </a:solidFill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s-MX" sz="2000" b="1" dirty="0">
                          <a:solidFill>
                            <a:srgbClr val="000000"/>
                          </a:solidFill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gestión</a:t>
                      </a:r>
                      <a:r>
                        <a:rPr lang="es-MX" sz="2000" dirty="0">
                          <a:solidFill>
                            <a:srgbClr val="000000"/>
                          </a:solidFill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2000" b="1" dirty="0">
                          <a:solidFill>
                            <a:srgbClr val="000000"/>
                          </a:solidFill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 archivos </a:t>
                      </a:r>
                      <a:r>
                        <a:rPr lang="es-MX" sz="2000" dirty="0">
                          <a:solidFill>
                            <a:srgbClr val="000000"/>
                          </a:solidFill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 MIT </a:t>
                      </a:r>
                      <a:r>
                        <a:rPr lang="es-MX" sz="2000" dirty="0" err="1">
                          <a:solidFill>
                            <a:srgbClr val="000000"/>
                          </a:solidFill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AppInventor</a:t>
                      </a:r>
                      <a:endParaRPr lang="es-CL" sz="2000" dirty="0">
                        <a:solidFill>
                          <a:srgbClr val="000000"/>
                        </a:solidFill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3596175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Objetivos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ES" sz="1800" b="1" kern="50" dirty="0">
                          <a:effectLst/>
                          <a:latin typeface="HP Simplified" panose="020B0604020204020204" pitchFamily="34" charset="0"/>
                        </a:rPr>
                        <a:t>OA 3 </a:t>
                      </a: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	</a:t>
                      </a: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</a:rPr>
                        <a:t>Desarrollar y programar algoritmos para ejecutar procedimientos matemáticos, realizar cálculos y obtener términos definidos por una regla o patrón.</a:t>
                      </a:r>
                    </a:p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ES" sz="1800" b="1" kern="50" dirty="0">
                          <a:effectLst/>
                          <a:latin typeface="HP Simplified" panose="020B0604020204020204" pitchFamily="34" charset="0"/>
                        </a:rPr>
                        <a:t>OA g </a:t>
                      </a: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	Elaborar representaciones, tanto en forma manual como digital, y justificar cómo una misma información puede ser utilizada según el tipo de representación.</a:t>
                      </a:r>
                    </a:p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MX" sz="1800" b="1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OA j</a:t>
                      </a: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Desarrollar un trabajo colaborativo en línea para discusión y resolución de tareas matemáticas, usando herramientas electrónicas de productividad, entornos virtuales y redes sociales.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35054022"/>
                  </a:ext>
                </a:extLst>
              </a:tr>
              <a:tr h="967826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Actitudes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</a:rPr>
                        <a:t>Aprovechar las herramientas disponibles para aprender y resolver problemas.</a:t>
                      </a:r>
                      <a:endParaRPr lang="es-ES" sz="1800" kern="50" dirty="0">
                        <a:effectLst/>
                        <a:latin typeface="HP Simplified" panose="020B0604020204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Trabajar colaborativamente en la generación, desarrollo y gestión de proyectos y la resolución de problemas, integrando las diferentes ideas y puntos de vista.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60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10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A6292-A0CF-4F63-9FE8-B5D1AEA3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¿Porqué LISTA y ARCHIVOS?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F069D1-2409-42C5-A8CA-C4A08B36F2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SzPct val="100000"/>
            </a:pPr>
            <a:r>
              <a:rPr lang="es-MX" sz="2800" dirty="0"/>
              <a:t>Una las listes y archivos sirven como una base de datos permite almacenar gran número de información de una forma organizada para su futura consulta, realización de búsquedas, nuevo ingreso de datos, etc. </a:t>
            </a:r>
          </a:p>
          <a:p>
            <a:pPr>
              <a:buSzPct val="100000"/>
            </a:pPr>
            <a:r>
              <a:rPr lang="es-MX" sz="2800" dirty="0"/>
              <a:t>Todo esto lo permite realizar de una forma rápida y simple desde nuestra aplicación. </a:t>
            </a:r>
          </a:p>
        </p:txBody>
      </p:sp>
    </p:spTree>
    <p:extLst>
      <p:ext uri="{BB962C8B-B14F-4D97-AF65-F5344CB8AC3E}">
        <p14:creationId xmlns:p14="http://schemas.microsoft.com/office/powerpoint/2010/main" val="358932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BAD61-B030-478F-9EFC-587E811BE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97156"/>
            <a:ext cx="10396882" cy="1151965"/>
          </a:xfrm>
        </p:spPr>
        <p:txBody>
          <a:bodyPr>
            <a:normAutofit/>
          </a:bodyPr>
          <a:lstStyle/>
          <a:p>
            <a:r>
              <a:rPr lang="es-CL" dirty="0"/>
              <a:t>EL DESAFIO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0040E4-F064-42A8-89C3-A1A1F51CB4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063396"/>
            <a:ext cx="6553200" cy="2460351"/>
          </a:xfrm>
        </p:spPr>
        <p:txBody>
          <a:bodyPr/>
          <a:lstStyle/>
          <a:p>
            <a:r>
              <a:rPr lang="es-MX" sz="2800" dirty="0"/>
              <a:t>Crea una aplicación en </a:t>
            </a:r>
            <a:r>
              <a:rPr lang="es-MX" sz="2800" b="1" dirty="0"/>
              <a:t>MIT </a:t>
            </a:r>
            <a:r>
              <a:rPr lang="es-MX" sz="2800" b="1" dirty="0" err="1"/>
              <a:t>AppInventor</a:t>
            </a:r>
            <a:r>
              <a:rPr lang="es-MX" sz="2800" dirty="0"/>
              <a:t>, que muestre las propiedades de los elementos químicos.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CEF3C75-22FB-436B-B139-04E4645D82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1828875"/>
              </p:ext>
            </p:extLst>
          </p:nvPr>
        </p:nvGraphicFramePr>
        <p:xfrm>
          <a:off x="6858000" y="1634846"/>
          <a:ext cx="5207001" cy="3776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áfico 8" descr="Calculadora">
            <a:extLst>
              <a:ext uri="{FF2B5EF4-FFF2-40B4-BE49-F238E27FC236}">
                <a16:creationId xmlns:a16="http://schemas.microsoft.com/office/drawing/2014/main" id="{A47C1833-0876-4359-9F1B-E6DD3164F3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0" y="3162912"/>
            <a:ext cx="720000" cy="720000"/>
          </a:xfrm>
          <a:prstGeom prst="rect">
            <a:avLst/>
          </a:prstGeom>
        </p:spPr>
      </p:pic>
      <p:pic>
        <p:nvPicPr>
          <p:cNvPr id="11" name="Gráfico 10" descr="Gráfico de decisión">
            <a:extLst>
              <a:ext uri="{FF2B5EF4-FFF2-40B4-BE49-F238E27FC236}">
                <a16:creationId xmlns:a16="http://schemas.microsoft.com/office/drawing/2014/main" id="{554CA69F-4D55-41B9-B4B3-C97FB5BDFA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0" y="4523747"/>
            <a:ext cx="720000" cy="720000"/>
          </a:xfrm>
          <a:prstGeom prst="rect">
            <a:avLst/>
          </a:prstGeom>
        </p:spPr>
      </p:pic>
      <p:pic>
        <p:nvPicPr>
          <p:cNvPr id="13" name="Gráfico 12" descr="Cabeza con engranajes">
            <a:extLst>
              <a:ext uri="{FF2B5EF4-FFF2-40B4-BE49-F238E27FC236}">
                <a16:creationId xmlns:a16="http://schemas.microsoft.com/office/drawing/2014/main" id="{835921AD-7775-4A2D-BE0E-33AF23D378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0" y="180207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1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>
            <a:noAutofit/>
          </a:bodyPr>
          <a:lstStyle/>
          <a:p>
            <a:pPr lvl="0"/>
            <a:r>
              <a:rPr lang="es-CL" sz="4800" dirty="0"/>
              <a:t>¿Qué sabemos?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2600" y="2461045"/>
            <a:ext cx="4922712" cy="2658821"/>
          </a:xfrm>
        </p:spPr>
        <p:txBody>
          <a:bodyPr/>
          <a:lstStyle/>
          <a:p>
            <a:pPr marL="0" indent="0">
              <a:buNone/>
            </a:pPr>
            <a:r>
              <a:rPr lang="es-MX" sz="1800" dirty="0"/>
              <a:t>La tabla periódica de los elementos es una disposición de los elementos químicos en forma de tabla, ordenados por su número atómico (número de protones),​ por su configuración de electrones y sus propiedades químicas. Este ordenamiento muestra tendencias periódicas, como elementos con comportamiento similar en la misma columna.</a:t>
            </a:r>
          </a:p>
        </p:txBody>
      </p:sp>
      <p:pic>
        <p:nvPicPr>
          <p:cNvPr id="4" name="Gráfico 3" descr="Cabeza con engranajes">
            <a:extLst>
              <a:ext uri="{FF2B5EF4-FFF2-40B4-BE49-F238E27FC236}">
                <a16:creationId xmlns:a16="http://schemas.microsoft.com/office/drawing/2014/main" id="{DB4A7723-9003-410D-81F6-891123FD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E4A4159-60E4-4522-97F1-B17BA89140C5}"/>
              </a:ext>
            </a:extLst>
          </p:cNvPr>
          <p:cNvSpPr txBox="1"/>
          <p:nvPr/>
        </p:nvSpPr>
        <p:spPr>
          <a:xfrm>
            <a:off x="852599" y="1683422"/>
            <a:ext cx="10501201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800" dirty="0"/>
              <a:t>Las propiedades Periódica de los Elementos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3A13B979-6FCF-4D79-B1D3-052732FD5FA3}"/>
              </a:ext>
            </a:extLst>
          </p:cNvPr>
          <p:cNvSpPr txBox="1"/>
          <p:nvPr/>
        </p:nvSpPr>
        <p:spPr>
          <a:xfrm rot="19540338">
            <a:off x="857515" y="3620012"/>
            <a:ext cx="4495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MX" sz="3600" dirty="0">
                <a:solidFill>
                  <a:srgbClr val="FF0000"/>
                </a:solidFill>
                <a:latin typeface="CabinSketch" panose="020B0803050202020004" pitchFamily="34" charset="0"/>
              </a:rPr>
              <a:t>NO BUSCAMOS ESTO</a:t>
            </a:r>
            <a:endParaRPr lang="es-CL" sz="3600" dirty="0">
              <a:solidFill>
                <a:srgbClr val="FF0000"/>
              </a:solidFill>
              <a:latin typeface="CabinSketch" panose="020B08030502020200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012048F-2BD0-4FF8-BDAF-36B0481CC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404" y="2536607"/>
            <a:ext cx="5601396" cy="315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0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>
            <a:noAutofit/>
          </a:bodyPr>
          <a:lstStyle/>
          <a:p>
            <a:r>
              <a:rPr lang="es-MX" sz="4800" dirty="0"/>
              <a:t>Anexo : Elementos químicos</a:t>
            </a:r>
          </a:p>
        </p:txBody>
      </p:sp>
      <p:pic>
        <p:nvPicPr>
          <p:cNvPr id="4" name="Gráfico 3" descr="Cabeza con engranajes">
            <a:extLst>
              <a:ext uri="{FF2B5EF4-FFF2-40B4-BE49-F238E27FC236}">
                <a16:creationId xmlns:a16="http://schemas.microsoft.com/office/drawing/2014/main" id="{DB4A7723-9003-410D-81F6-891123FD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E4A4159-60E4-4522-97F1-B17BA89140C5}"/>
              </a:ext>
            </a:extLst>
          </p:cNvPr>
          <p:cNvSpPr txBox="1"/>
          <p:nvPr/>
        </p:nvSpPr>
        <p:spPr>
          <a:xfrm>
            <a:off x="4247492" y="1290483"/>
            <a:ext cx="6843601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800" dirty="0"/>
              <a:t>Las propiedades Periódica de los Elementos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1B809C8-EA55-4E40-A073-6F4F0CBE9C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2600" y="1849989"/>
            <a:ext cx="4343400" cy="3311189"/>
          </a:xfrm>
        </p:spPr>
        <p:txBody>
          <a:bodyPr/>
          <a:lstStyle/>
          <a:p>
            <a:r>
              <a:rPr lang="es-MX" sz="2000" dirty="0"/>
              <a:t>Este anexo contiene una tabla de elementos químicos inicialmente ordenada por su número atómico. Entre otras informaciones, incluye para cada elemento su símbolo, nombre, número atómico, masa atómica, y números del grupo y periodo de la tabla periódica de los elementos.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08C39CD-31E3-49A9-B106-52E06F30F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05" y="1849989"/>
            <a:ext cx="5855088" cy="254234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9F08687-8199-446C-B100-07D119EA75E0}"/>
              </a:ext>
            </a:extLst>
          </p:cNvPr>
          <p:cNvSpPr txBox="1"/>
          <p:nvPr/>
        </p:nvSpPr>
        <p:spPr>
          <a:xfrm>
            <a:off x="2514600" y="5382851"/>
            <a:ext cx="75438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https://es.wikipedia.org/wiki/Anexo:Elementos_qu%C3%ADmicos</a:t>
            </a:r>
          </a:p>
        </p:txBody>
      </p:sp>
    </p:spTree>
    <p:extLst>
      <p:ext uri="{BB962C8B-B14F-4D97-AF65-F5344CB8AC3E}">
        <p14:creationId xmlns:p14="http://schemas.microsoft.com/office/powerpoint/2010/main" val="86721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>
            <a:noAutofit/>
          </a:bodyPr>
          <a:lstStyle/>
          <a:p>
            <a:r>
              <a:rPr lang="es-MX" sz="4800" dirty="0"/>
              <a:t>MANIPULACION DE TABLA</a:t>
            </a:r>
          </a:p>
        </p:txBody>
      </p:sp>
      <p:pic>
        <p:nvPicPr>
          <p:cNvPr id="4" name="Gráfico 3" descr="Cabeza con engranajes">
            <a:extLst>
              <a:ext uri="{FF2B5EF4-FFF2-40B4-BE49-F238E27FC236}">
                <a16:creationId xmlns:a16="http://schemas.microsoft.com/office/drawing/2014/main" id="{DB4A7723-9003-410D-81F6-891123FD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1B809C8-EA55-4E40-A073-6F4F0CBE9C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2600" y="1636628"/>
            <a:ext cx="5158132" cy="4322211"/>
          </a:xfrm>
        </p:spPr>
        <p:txBody>
          <a:bodyPr/>
          <a:lstStyle/>
          <a:p>
            <a:pPr marL="457200" indent="-457200">
              <a:buSzPct val="100000"/>
              <a:buFont typeface="+mj-lt"/>
              <a:buAutoNum type="arabicPeriod"/>
            </a:pPr>
            <a:r>
              <a:rPr lang="es-MX" sz="2000" dirty="0"/>
              <a:t>Copiar el texto de la página web.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s-MX" sz="2000" dirty="0"/>
              <a:t>Pegar en Word.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s-MX" sz="2000" dirty="0"/>
              <a:t>Copiar la tabla de Word.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s-MX" sz="2000" dirty="0"/>
              <a:t>Pegar la tabla en Excel, sin formato.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s-MX" sz="2000" dirty="0"/>
              <a:t>Exportar la tabla </a:t>
            </a:r>
            <a:r>
              <a:rPr lang="es-MX" sz="2000" dirty="0" err="1"/>
              <a:t>csv</a:t>
            </a:r>
            <a:r>
              <a:rPr lang="es-MX" sz="2000" dirty="0"/>
              <a:t>.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s-MX" sz="2000" dirty="0"/>
              <a:t>Abrir el editor de texto y cambiar “;” por “,”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C26376-8E77-48E8-88CF-B78D8D4D4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10610"/>
            <a:ext cx="4978033" cy="48082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C82427B-7B79-4B4D-8BB2-4DA923CF3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73728">
            <a:off x="9707788" y="988094"/>
            <a:ext cx="1095528" cy="133368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9394552-053C-479C-A9A1-AD8E61F66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8945" y="2157829"/>
            <a:ext cx="5855088" cy="254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0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2781D17-3433-4129-B4CF-5D87EF05C8BA}"/>
              </a:ext>
            </a:extLst>
          </p:cNvPr>
          <p:cNvSpPr/>
          <p:nvPr/>
        </p:nvSpPr>
        <p:spPr>
          <a:xfrm>
            <a:off x="7675601" y="337407"/>
            <a:ext cx="3657601" cy="3472593"/>
          </a:xfrm>
          <a:prstGeom prst="roundRect">
            <a:avLst>
              <a:gd name="adj" fmla="val 10545"/>
            </a:avLst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601" y="354501"/>
            <a:ext cx="8811600" cy="1151965"/>
          </a:xfrm>
        </p:spPr>
        <p:txBody>
          <a:bodyPr/>
          <a:lstStyle/>
          <a:p>
            <a:r>
              <a:rPr lang="es-CL" dirty="0"/>
              <a:t>Variables</a:t>
            </a:r>
          </a:p>
        </p:txBody>
      </p:sp>
      <p:pic>
        <p:nvPicPr>
          <p:cNvPr id="4" name="Gráfico 3" descr="Calculadora">
            <a:extLst>
              <a:ext uri="{FF2B5EF4-FFF2-40B4-BE49-F238E27FC236}">
                <a16:creationId xmlns:a16="http://schemas.microsoft.com/office/drawing/2014/main" id="{8840AF35-DF9F-41A6-94AE-CB6B0AB3E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869" y="1723658"/>
            <a:ext cx="6463364" cy="4470485"/>
          </a:xfrm>
        </p:spPr>
        <p:txBody>
          <a:bodyPr/>
          <a:lstStyle/>
          <a:p>
            <a:pPr marL="0" indent="0">
              <a:buNone/>
              <a:tabLst>
                <a:tab pos="6192838" algn="r"/>
              </a:tabLst>
            </a:pPr>
            <a:r>
              <a:rPr lang="es-CL" sz="2800" dirty="0"/>
              <a:t>Las variables a considerar, es el contendor del archivo </a:t>
            </a:r>
            <a:r>
              <a:rPr lang="es-CL" sz="2800" dirty="0" err="1"/>
              <a:t>csv</a:t>
            </a:r>
            <a:r>
              <a:rPr lang="es-CL" sz="2800" dirty="0"/>
              <a:t>.	</a:t>
            </a:r>
            <a:r>
              <a:rPr lang="es-CL" sz="2800" b="1" dirty="0">
                <a:solidFill>
                  <a:schemeClr val="bg2">
                    <a:lumMod val="50000"/>
                  </a:schemeClr>
                </a:solidFill>
              </a:rPr>
              <a:t>archivo</a:t>
            </a:r>
          </a:p>
          <a:p>
            <a:pPr marL="0" indent="0">
              <a:buNone/>
            </a:pPr>
            <a:r>
              <a:rPr lang="es-CL" sz="2800" dirty="0"/>
              <a:t>La lista que contenga a cada elemento (fila)  con sus propiedades (columnas)</a:t>
            </a:r>
          </a:p>
          <a:p>
            <a:pPr marL="0" indent="0" algn="r">
              <a:buNone/>
            </a:pPr>
            <a:r>
              <a:rPr lang="es-CL" sz="2800" b="1" dirty="0">
                <a:solidFill>
                  <a:schemeClr val="accent5">
                    <a:lumMod val="50000"/>
                  </a:schemeClr>
                </a:solidFill>
              </a:rPr>
              <a:t>elementos</a:t>
            </a:r>
          </a:p>
          <a:p>
            <a:pPr marL="0" indent="0">
              <a:buNone/>
              <a:tabLst>
                <a:tab pos="6192838" algn="r"/>
              </a:tabLst>
            </a:pPr>
            <a:r>
              <a:rPr lang="es-CL" sz="2800" dirty="0"/>
              <a:t>Lista que contenga, las propiedades de un elemento.	</a:t>
            </a:r>
            <a:r>
              <a:rPr lang="es-CL" sz="2800" b="1" dirty="0">
                <a:solidFill>
                  <a:schemeClr val="accent5">
                    <a:lumMod val="50000"/>
                  </a:schemeClr>
                </a:solidFill>
              </a:rPr>
              <a:t>elemento</a:t>
            </a:r>
          </a:p>
          <a:p>
            <a:pPr marL="0" indent="0">
              <a:buNone/>
            </a:pPr>
            <a:endParaRPr lang="es-CL" sz="28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2057665-33BF-41E9-926B-3EDFDE6045D9}"/>
              </a:ext>
            </a:extLst>
          </p:cNvPr>
          <p:cNvSpPr txBox="1"/>
          <p:nvPr/>
        </p:nvSpPr>
        <p:spPr>
          <a:xfrm>
            <a:off x="8859900" y="320117"/>
            <a:ext cx="142400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600" dirty="0"/>
              <a:t>H</a:t>
            </a:r>
            <a:endParaRPr lang="es-CL" sz="16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25772B-B355-4F2E-A60B-0091A4606C9D}"/>
              </a:ext>
            </a:extLst>
          </p:cNvPr>
          <p:cNvSpPr txBox="1"/>
          <p:nvPr/>
        </p:nvSpPr>
        <p:spPr>
          <a:xfrm>
            <a:off x="8676601" y="2738571"/>
            <a:ext cx="175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dirty="0"/>
              <a:t>Hidrógeno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E8215A-AC9E-4352-8532-B59599BA9A56}"/>
              </a:ext>
            </a:extLst>
          </p:cNvPr>
          <p:cNvSpPr txBox="1"/>
          <p:nvPr/>
        </p:nvSpPr>
        <p:spPr>
          <a:xfrm>
            <a:off x="8733701" y="3114484"/>
            <a:ext cx="1676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800" dirty="0"/>
              <a:t>1.0084567</a:t>
            </a:r>
            <a:endParaRPr lang="es-CL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948DB09-923B-4A76-B45E-4BEB60004E14}"/>
              </a:ext>
            </a:extLst>
          </p:cNvPr>
          <p:cNvSpPr txBox="1"/>
          <p:nvPr/>
        </p:nvSpPr>
        <p:spPr>
          <a:xfrm>
            <a:off x="8092001" y="638151"/>
            <a:ext cx="457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400" dirty="0"/>
              <a:t>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87A631F-49B4-4E24-88EE-4489787AB261}"/>
              </a:ext>
            </a:extLst>
          </p:cNvPr>
          <p:cNvSpPr txBox="1"/>
          <p:nvPr/>
        </p:nvSpPr>
        <p:spPr>
          <a:xfrm>
            <a:off x="10294036" y="841852"/>
            <a:ext cx="757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800" dirty="0"/>
              <a:t>G:1</a:t>
            </a:r>
          </a:p>
          <a:p>
            <a:pPr algn="ctr"/>
            <a:r>
              <a:rPr lang="es-CL" dirty="0"/>
              <a:t>P:1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5CE46571-E7B1-49E0-9637-8F5E23FB19B9}"/>
              </a:ext>
            </a:extLst>
          </p:cNvPr>
          <p:cNvSpPr/>
          <p:nvPr/>
        </p:nvSpPr>
        <p:spPr>
          <a:xfrm>
            <a:off x="6764727" y="673298"/>
            <a:ext cx="1292252" cy="67426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Z</a:t>
            </a:r>
            <a:endParaRPr lang="es-CL" b="1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A4239435-5E09-49C6-BC51-C9069F4B7B57}"/>
              </a:ext>
            </a:extLst>
          </p:cNvPr>
          <p:cNvSpPr/>
          <p:nvPr/>
        </p:nvSpPr>
        <p:spPr>
          <a:xfrm>
            <a:off x="7621625" y="1407592"/>
            <a:ext cx="1292252" cy="67426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Símbolo</a:t>
            </a:r>
            <a:endParaRPr lang="es-CL" b="1" dirty="0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57BBF1F4-45E9-4EF3-B7DF-5C378EC944A1}"/>
              </a:ext>
            </a:extLst>
          </p:cNvPr>
          <p:cNvSpPr/>
          <p:nvPr/>
        </p:nvSpPr>
        <p:spPr>
          <a:xfrm>
            <a:off x="7441806" y="2620399"/>
            <a:ext cx="1292252" cy="67426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Elemento</a:t>
            </a:r>
            <a:endParaRPr lang="es-CL" b="1" dirty="0"/>
          </a:p>
        </p:txBody>
      </p:sp>
      <p:sp>
        <p:nvSpPr>
          <p:cNvPr id="27" name="Flecha: hacia la izquierda 26">
            <a:extLst>
              <a:ext uri="{FF2B5EF4-FFF2-40B4-BE49-F238E27FC236}">
                <a16:creationId xmlns:a16="http://schemas.microsoft.com/office/drawing/2014/main" id="{EA904356-1D20-4C5E-BB26-AFFC85459B5C}"/>
              </a:ext>
            </a:extLst>
          </p:cNvPr>
          <p:cNvSpPr/>
          <p:nvPr/>
        </p:nvSpPr>
        <p:spPr>
          <a:xfrm>
            <a:off x="10222292" y="2978287"/>
            <a:ext cx="1700006" cy="6097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Peso atómico</a:t>
            </a:r>
          </a:p>
        </p:txBody>
      </p:sp>
    </p:spTree>
    <p:extLst>
      <p:ext uri="{BB962C8B-B14F-4D97-AF65-F5344CB8AC3E}">
        <p14:creationId xmlns:p14="http://schemas.microsoft.com/office/powerpoint/2010/main" val="322873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600" y="502832"/>
            <a:ext cx="9150083" cy="855302"/>
          </a:xfrm>
        </p:spPr>
        <p:txBody>
          <a:bodyPr/>
          <a:lstStyle/>
          <a:p>
            <a:r>
              <a:rPr lang="es-CL" dirty="0"/>
              <a:t>ACCESO Variables</a:t>
            </a:r>
          </a:p>
        </p:txBody>
      </p:sp>
      <p:pic>
        <p:nvPicPr>
          <p:cNvPr id="4" name="Gráfico 3" descr="Calculadora">
            <a:extLst>
              <a:ext uri="{FF2B5EF4-FFF2-40B4-BE49-F238E27FC236}">
                <a16:creationId xmlns:a16="http://schemas.microsoft.com/office/drawing/2014/main" id="{8840AF35-DF9F-41A6-94AE-CB6B0AB3E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4B5D6B96-CEA5-4457-B903-DD16C5EEA2D6}"/>
              </a:ext>
            </a:extLst>
          </p:cNvPr>
          <p:cNvSpPr txBox="1">
            <a:spLocks noGrp="1"/>
          </p:cNvSpPr>
          <p:nvPr>
            <p:ph sz="quarter" idx="13"/>
          </p:nvPr>
        </p:nvSpPr>
        <p:spPr>
          <a:xfrm>
            <a:off x="923583" y="1422319"/>
            <a:ext cx="6878904" cy="159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</a:t>
            </a:r>
            <a:r>
              <a:rPr lang="es-CL" sz="2800" dirty="0"/>
              <a:t>ara acceder a la lista </a:t>
            </a:r>
            <a:r>
              <a:rPr lang="es-CL" sz="2800" b="1" dirty="0">
                <a:solidFill>
                  <a:schemeClr val="accent5">
                    <a:lumMod val="50000"/>
                  </a:schemeClr>
                </a:solidFill>
              </a:rPr>
              <a:t>elementos</a:t>
            </a:r>
            <a:r>
              <a:rPr lang="es-CL" sz="2800" dirty="0"/>
              <a:t> se debe indicar el índice, por ejemplo para el Aluminio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49E0A59-CDF1-4D9F-963B-AA037D8723E8}"/>
              </a:ext>
            </a:extLst>
          </p:cNvPr>
          <p:cNvSpPr/>
          <p:nvPr/>
        </p:nvSpPr>
        <p:spPr>
          <a:xfrm>
            <a:off x="7924800" y="502832"/>
            <a:ext cx="3733800" cy="5364568"/>
          </a:xfrm>
          <a:prstGeom prst="roundRect">
            <a:avLst>
              <a:gd name="adj" fmla="val 7576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2400" b="1" dirty="0">
                <a:solidFill>
                  <a:schemeClr val="accent5">
                    <a:lumMod val="50000"/>
                  </a:schemeClr>
                </a:solidFill>
              </a:rPr>
              <a:t>elementos</a:t>
            </a:r>
            <a:endParaRPr lang="es-CL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F462AF7-39EA-4048-BAB2-2D3B1E632A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532" r="43260" b="5229"/>
          <a:stretch/>
        </p:blipFill>
        <p:spPr>
          <a:xfrm>
            <a:off x="8072051" y="990600"/>
            <a:ext cx="3447349" cy="4650089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2F612B74-1F91-450A-A3CC-4E12E4A609CB}"/>
              </a:ext>
            </a:extLst>
          </p:cNvPr>
          <p:cNvGrpSpPr/>
          <p:nvPr/>
        </p:nvGrpSpPr>
        <p:grpSpPr>
          <a:xfrm>
            <a:off x="4376974" y="2619428"/>
            <a:ext cx="2130667" cy="2819400"/>
            <a:chOff x="5030665" y="3657600"/>
            <a:chExt cx="2130667" cy="281940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55BAD31-6C17-4EC0-AF6B-8C3B8E59A20B}"/>
                </a:ext>
              </a:extLst>
            </p:cNvPr>
            <p:cNvSpPr/>
            <p:nvPr/>
          </p:nvSpPr>
          <p:spPr>
            <a:xfrm>
              <a:off x="5030665" y="3657600"/>
              <a:ext cx="2130667" cy="2819400"/>
            </a:xfrm>
            <a:prstGeom prst="roundRect">
              <a:avLst>
                <a:gd name="adj" fmla="val 7576"/>
              </a:avLst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MX" sz="2400" b="1" dirty="0">
                  <a:solidFill>
                    <a:schemeClr val="accent5">
                      <a:lumMod val="50000"/>
                    </a:schemeClr>
                  </a:solidFill>
                </a:rPr>
                <a:t>elemento</a:t>
              </a:r>
              <a:endParaRPr lang="es-CL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BAB71C94-313F-48ED-94F1-978DE18EB1DD}"/>
                </a:ext>
              </a:extLst>
            </p:cNvPr>
            <p:cNvSpPr/>
            <p:nvPr/>
          </p:nvSpPr>
          <p:spPr>
            <a:xfrm>
              <a:off x="5257798" y="4204854"/>
              <a:ext cx="1752601" cy="19238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L" dirty="0">
                  <a:solidFill>
                    <a:schemeClr val="tx1"/>
                  </a:solidFill>
                  <a:latin typeface="Consolas" panose="020B0609020204030204" pitchFamily="49" charset="0"/>
                </a:rPr>
                <a:t>13</a:t>
              </a:r>
            </a:p>
            <a:p>
              <a:r>
                <a:rPr lang="es-CL" dirty="0">
                  <a:solidFill>
                    <a:schemeClr val="tx1"/>
                  </a:solidFill>
                  <a:latin typeface="Consolas" panose="020B0609020204030204" pitchFamily="49" charset="0"/>
                </a:rPr>
                <a:t>Al</a:t>
              </a:r>
            </a:p>
            <a:p>
              <a:r>
                <a:rPr lang="es-CL" dirty="0">
                  <a:solidFill>
                    <a:schemeClr val="tx1"/>
                  </a:solidFill>
                  <a:latin typeface="Consolas" panose="020B0609020204030204" pitchFamily="49" charset="0"/>
                </a:rPr>
                <a:t>Aluminio</a:t>
              </a:r>
            </a:p>
            <a:p>
              <a:r>
                <a:rPr lang="es-CL" dirty="0">
                  <a:solidFill>
                    <a:schemeClr val="tx1"/>
                  </a:solidFill>
                  <a:latin typeface="Consolas" panose="020B0609020204030204" pitchFamily="49" charset="0"/>
                </a:rPr>
                <a:t>13</a:t>
              </a:r>
            </a:p>
            <a:p>
              <a:r>
                <a:rPr lang="es-CL" dirty="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</a:p>
            <a:p>
              <a:r>
                <a:rPr lang="es-CL" dirty="0">
                  <a:solidFill>
                    <a:schemeClr val="tx1"/>
                  </a:solidFill>
                  <a:latin typeface="Consolas" panose="020B0609020204030204" pitchFamily="49" charset="0"/>
                </a:rPr>
                <a:t>26.981538511</a:t>
              </a:r>
            </a:p>
          </p:txBody>
        </p:sp>
      </p:grp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188BEA0-D225-4A85-B4F4-3FA0FE016411}"/>
              </a:ext>
            </a:extLst>
          </p:cNvPr>
          <p:cNvCxnSpPr/>
          <p:nvPr/>
        </p:nvCxnSpPr>
        <p:spPr>
          <a:xfrm rot="10800000">
            <a:off x="6507642" y="2828874"/>
            <a:ext cx="1417159" cy="1057327"/>
          </a:xfrm>
          <a:prstGeom prst="bentConnector3">
            <a:avLst/>
          </a:prstGeom>
          <a:ln w="76200">
            <a:solidFill>
              <a:srgbClr val="6DAAB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040C3B8-CE6F-4D26-BFB9-7B1E64302C89}"/>
              </a:ext>
            </a:extLst>
          </p:cNvPr>
          <p:cNvSpPr/>
          <p:nvPr/>
        </p:nvSpPr>
        <p:spPr>
          <a:xfrm>
            <a:off x="6859521" y="3401291"/>
            <a:ext cx="713400" cy="66424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13</a:t>
            </a:r>
            <a:endParaRPr lang="es-CL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D1CDCFD-0729-4F1A-8A19-40424D72A502}"/>
              </a:ext>
            </a:extLst>
          </p:cNvPr>
          <p:cNvSpPr/>
          <p:nvPr/>
        </p:nvSpPr>
        <p:spPr>
          <a:xfrm>
            <a:off x="7932851" y="3733800"/>
            <a:ext cx="3725749" cy="295328"/>
          </a:xfrm>
          <a:prstGeom prst="rect">
            <a:avLst/>
          </a:prstGeom>
          <a:noFill/>
          <a:ln w="38100">
            <a:solidFill>
              <a:srgbClr val="6DA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Marcador de contenido 7">
            <a:extLst>
              <a:ext uri="{FF2B5EF4-FFF2-40B4-BE49-F238E27FC236}">
                <a16:creationId xmlns:a16="http://schemas.microsoft.com/office/drawing/2014/main" id="{057A2560-325B-4D54-A74C-F797CF9D7937}"/>
              </a:ext>
            </a:extLst>
          </p:cNvPr>
          <p:cNvSpPr txBox="1">
            <a:spLocks/>
          </p:cNvSpPr>
          <p:nvPr/>
        </p:nvSpPr>
        <p:spPr>
          <a:xfrm>
            <a:off x="921687" y="3079990"/>
            <a:ext cx="3424479" cy="31461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3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32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2800" dirty="0"/>
              <a:t>P</a:t>
            </a:r>
            <a:r>
              <a:rPr lang="es-CL" sz="2800" dirty="0"/>
              <a:t>ara acceder a una propiedad se debe indicar el índice, por ejemplo el nombre (Aluminio) el índice es </a:t>
            </a:r>
            <a:r>
              <a:rPr lang="es-CL" sz="2800" b="1" dirty="0"/>
              <a:t>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C2BC36B-BDB7-4BC9-BE4C-6F5A4C0D96D8}"/>
              </a:ext>
            </a:extLst>
          </p:cNvPr>
          <p:cNvSpPr/>
          <p:nvPr/>
        </p:nvSpPr>
        <p:spPr>
          <a:xfrm>
            <a:off x="4430477" y="3840758"/>
            <a:ext cx="2046356" cy="351668"/>
          </a:xfrm>
          <a:prstGeom prst="rect">
            <a:avLst/>
          </a:prstGeom>
          <a:noFill/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9023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EL ALGORITMO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1884" y="1828800"/>
            <a:ext cx="10388232" cy="3615989"/>
          </a:xfrm>
        </p:spPr>
        <p:txBody>
          <a:bodyPr/>
          <a:lstStyle/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Cargar la tabla de propiedades en </a:t>
            </a:r>
            <a:r>
              <a:rPr lang="es-MX" sz="2800" b="1" dirty="0"/>
              <a:t>archivo</a:t>
            </a:r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Definir las lista </a:t>
            </a:r>
            <a:r>
              <a:rPr lang="es-MX" sz="2800" b="1" dirty="0"/>
              <a:t>elementos</a:t>
            </a:r>
            <a:r>
              <a:rPr lang="es-MX" sz="2800" dirty="0"/>
              <a:t> y </a:t>
            </a:r>
            <a:r>
              <a:rPr lang="es-MX" sz="2800" b="1" dirty="0"/>
              <a:t>elemento</a:t>
            </a:r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Solicitar al usuario ingresar el número atómico :</a:t>
            </a:r>
            <a:r>
              <a:rPr lang="es-CL" sz="2800" b="1" dirty="0">
                <a:solidFill>
                  <a:srgbClr val="C00000"/>
                </a:solidFill>
              </a:rPr>
              <a:t> Z</a:t>
            </a:r>
            <a:endParaRPr lang="es-CL" sz="2800" dirty="0"/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Buscar en elemento con el índice </a:t>
            </a:r>
            <a:r>
              <a:rPr lang="es-MX" sz="2800" b="1" dirty="0">
                <a:solidFill>
                  <a:srgbClr val="C00000"/>
                </a:solidFill>
              </a:rPr>
              <a:t>Z</a:t>
            </a:r>
            <a:r>
              <a:rPr lang="es-MX" sz="2800" dirty="0"/>
              <a:t>, y obtener la lista </a:t>
            </a:r>
            <a:r>
              <a:rPr lang="es-MX" sz="2800" b="1" dirty="0"/>
              <a:t>elemento</a:t>
            </a:r>
            <a:r>
              <a:rPr lang="es-MX" sz="2800" dirty="0"/>
              <a:t>.</a:t>
            </a:r>
            <a:endParaRPr lang="es-MX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Escribir las propiedades en las etiquetas </a:t>
            </a:r>
            <a:r>
              <a:rPr lang="es-MX" sz="2800" b="1" dirty="0" err="1"/>
              <a:t>lbPropiedad</a:t>
            </a:r>
            <a:endParaRPr lang="es-MX" sz="2800" b="1" dirty="0"/>
          </a:p>
          <a:p>
            <a:pPr marL="514350" indent="-514350">
              <a:buSzPct val="110000"/>
              <a:buFont typeface="+mj-lt"/>
              <a:buAutoNum type="arabicPeriod"/>
            </a:pPr>
            <a:endParaRPr lang="es-CL" sz="2800" dirty="0"/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6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92F0F2CD-0FD7-4759-ABAA-6A9F1EF8EC43}"/>
              </a:ext>
            </a:extLst>
          </p:cNvPr>
          <p:cNvSpPr/>
          <p:nvPr/>
        </p:nvSpPr>
        <p:spPr>
          <a:xfrm>
            <a:off x="4489927" y="2743200"/>
            <a:ext cx="3889150" cy="3507174"/>
          </a:xfrm>
          <a:prstGeom prst="rect">
            <a:avLst/>
          </a:prstGeom>
          <a:solidFill>
            <a:srgbClr val="6DAABD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Diseño esquema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13E883B-0290-46EB-8701-495A20FDCB9F}"/>
              </a:ext>
            </a:extLst>
          </p:cNvPr>
          <p:cNvSpPr txBox="1"/>
          <p:nvPr/>
        </p:nvSpPr>
        <p:spPr>
          <a:xfrm>
            <a:off x="5644826" y="2743200"/>
            <a:ext cx="142400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600" dirty="0"/>
              <a:t>H</a:t>
            </a:r>
            <a:endParaRPr lang="es-CL" sz="16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5FA6728-C899-45A2-A6B3-3C37C249D6BA}"/>
              </a:ext>
            </a:extLst>
          </p:cNvPr>
          <p:cNvSpPr txBox="1"/>
          <p:nvPr/>
        </p:nvSpPr>
        <p:spPr>
          <a:xfrm>
            <a:off x="5461527" y="5161654"/>
            <a:ext cx="175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dirty="0"/>
              <a:t>Hidrógeno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3A833B0-A856-4B66-B9D6-69880C510597}"/>
              </a:ext>
            </a:extLst>
          </p:cNvPr>
          <p:cNvSpPr txBox="1"/>
          <p:nvPr/>
        </p:nvSpPr>
        <p:spPr>
          <a:xfrm>
            <a:off x="5518627" y="5537567"/>
            <a:ext cx="1676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800" dirty="0"/>
              <a:t>1.0084567</a:t>
            </a:r>
            <a:endParaRPr lang="es-CL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B7BE5E9-DA24-43EF-86D6-D28436264185}"/>
              </a:ext>
            </a:extLst>
          </p:cNvPr>
          <p:cNvSpPr txBox="1"/>
          <p:nvPr/>
        </p:nvSpPr>
        <p:spPr>
          <a:xfrm>
            <a:off x="4876927" y="3061234"/>
            <a:ext cx="457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400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646E44A-81F6-4C17-930C-3BF0E1228009}"/>
              </a:ext>
            </a:extLst>
          </p:cNvPr>
          <p:cNvSpPr txBox="1"/>
          <p:nvPr/>
        </p:nvSpPr>
        <p:spPr>
          <a:xfrm>
            <a:off x="7078962" y="3264935"/>
            <a:ext cx="757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800" dirty="0"/>
              <a:t>G:1</a:t>
            </a:r>
          </a:p>
          <a:p>
            <a:pPr algn="ctr"/>
            <a:r>
              <a:rPr lang="es-CL" dirty="0"/>
              <a:t>P:1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7AA8015-5B02-494F-A401-E139CD3BB4C7}"/>
              </a:ext>
            </a:extLst>
          </p:cNvPr>
          <p:cNvSpPr/>
          <p:nvPr/>
        </p:nvSpPr>
        <p:spPr>
          <a:xfrm>
            <a:off x="4489927" y="2743200"/>
            <a:ext cx="3889150" cy="2418454"/>
          </a:xfrm>
          <a:prstGeom prst="rect">
            <a:avLst/>
          </a:prstGeom>
          <a:solidFill>
            <a:srgbClr val="EE8011">
              <a:alpha val="3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712A745-9055-4C2E-882D-3280B480BB32}"/>
              </a:ext>
            </a:extLst>
          </p:cNvPr>
          <p:cNvSpPr/>
          <p:nvPr/>
        </p:nvSpPr>
        <p:spPr>
          <a:xfrm>
            <a:off x="1581952" y="3264935"/>
            <a:ext cx="2807699" cy="14589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/>
              <a:t>Disposición </a:t>
            </a:r>
          </a:p>
          <a:p>
            <a:pPr algn="ctr"/>
            <a:r>
              <a:rPr lang="es-CL" sz="2400" b="1" dirty="0"/>
              <a:t>Horizontal</a:t>
            </a:r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0167D828-C06F-4325-805C-6E00796FBFAB}"/>
              </a:ext>
            </a:extLst>
          </p:cNvPr>
          <p:cNvSpPr/>
          <p:nvPr/>
        </p:nvSpPr>
        <p:spPr>
          <a:xfrm>
            <a:off x="1581952" y="4893845"/>
            <a:ext cx="2807699" cy="14589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/>
              <a:t>Disposición </a:t>
            </a:r>
          </a:p>
          <a:p>
            <a:pPr algn="ctr"/>
            <a:r>
              <a:rPr lang="es-CL" sz="2400" b="1" dirty="0"/>
              <a:t>Horizontal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88F98A3-EF55-4181-B19D-BE6EABA03F23}"/>
              </a:ext>
            </a:extLst>
          </p:cNvPr>
          <p:cNvSpPr/>
          <p:nvPr/>
        </p:nvSpPr>
        <p:spPr>
          <a:xfrm>
            <a:off x="4478043" y="2733735"/>
            <a:ext cx="1289450" cy="2418454"/>
          </a:xfrm>
          <a:prstGeom prst="rect">
            <a:avLst/>
          </a:prstGeom>
          <a:solidFill>
            <a:srgbClr val="EE8011">
              <a:alpha val="34902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0C979A5-83ED-455D-9C71-D5DBD0CB585B}"/>
              </a:ext>
            </a:extLst>
          </p:cNvPr>
          <p:cNvSpPr/>
          <p:nvPr/>
        </p:nvSpPr>
        <p:spPr>
          <a:xfrm>
            <a:off x="5787391" y="2733735"/>
            <a:ext cx="1289450" cy="2418454"/>
          </a:xfrm>
          <a:prstGeom prst="rect">
            <a:avLst/>
          </a:prstGeom>
          <a:solidFill>
            <a:srgbClr val="EE8011">
              <a:alpha val="34902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43DA930B-1AD5-46AB-A7E9-01176C5B078F}"/>
              </a:ext>
            </a:extLst>
          </p:cNvPr>
          <p:cNvSpPr/>
          <p:nvPr/>
        </p:nvSpPr>
        <p:spPr>
          <a:xfrm>
            <a:off x="7096739" y="2733735"/>
            <a:ext cx="1289450" cy="2418454"/>
          </a:xfrm>
          <a:prstGeom prst="rect">
            <a:avLst/>
          </a:prstGeom>
          <a:solidFill>
            <a:srgbClr val="EE8011">
              <a:alpha val="34902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DCC89E0B-B3A8-401B-BEF6-A81759BFAC07}"/>
              </a:ext>
            </a:extLst>
          </p:cNvPr>
          <p:cNvSpPr/>
          <p:nvPr/>
        </p:nvSpPr>
        <p:spPr>
          <a:xfrm>
            <a:off x="4648200" y="1461000"/>
            <a:ext cx="685927" cy="11519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4" name="Flecha: hacia abajo 43">
            <a:extLst>
              <a:ext uri="{FF2B5EF4-FFF2-40B4-BE49-F238E27FC236}">
                <a16:creationId xmlns:a16="http://schemas.microsoft.com/office/drawing/2014/main" id="{1CE9269C-616B-4D08-A8B3-FD5E901E35CB}"/>
              </a:ext>
            </a:extLst>
          </p:cNvPr>
          <p:cNvSpPr/>
          <p:nvPr/>
        </p:nvSpPr>
        <p:spPr>
          <a:xfrm>
            <a:off x="6096000" y="1461000"/>
            <a:ext cx="685927" cy="11519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91E37903-D5E6-4A1F-9BF2-AF5D24ED6460}"/>
              </a:ext>
            </a:extLst>
          </p:cNvPr>
          <p:cNvSpPr/>
          <p:nvPr/>
        </p:nvSpPr>
        <p:spPr>
          <a:xfrm>
            <a:off x="7457948" y="1461000"/>
            <a:ext cx="685927" cy="11519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4DF6CCA-22F0-4116-A0B4-B80F12C34E86}"/>
              </a:ext>
            </a:extLst>
          </p:cNvPr>
          <p:cNvSpPr txBox="1"/>
          <p:nvPr/>
        </p:nvSpPr>
        <p:spPr>
          <a:xfrm>
            <a:off x="4899804" y="1663307"/>
            <a:ext cx="2937130" cy="369332"/>
          </a:xfrm>
          <a:prstGeom prst="rect">
            <a:avLst/>
          </a:prstGeom>
          <a:solidFill>
            <a:srgbClr val="EE8011"/>
          </a:solidFill>
        </p:spPr>
        <p:txBody>
          <a:bodyPr wrap="square">
            <a:spAutoFit/>
          </a:bodyPr>
          <a:lstStyle/>
          <a:p>
            <a:pPr algn="ctr"/>
            <a:r>
              <a:rPr lang="es-CL" sz="1800" dirty="0"/>
              <a:t>Disposición Vertical</a:t>
            </a:r>
            <a:endParaRPr lang="es-CL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226775E-F548-41F2-8435-623775FBB8CB}"/>
              </a:ext>
            </a:extLst>
          </p:cNvPr>
          <p:cNvSpPr txBox="1"/>
          <p:nvPr/>
        </p:nvSpPr>
        <p:spPr>
          <a:xfrm rot="163345">
            <a:off x="8731512" y="3158698"/>
            <a:ext cx="2461181" cy="1815882"/>
          </a:xfrm>
          <a:custGeom>
            <a:avLst/>
            <a:gdLst>
              <a:gd name="connsiteX0" fmla="*/ 0 w 2461181"/>
              <a:gd name="connsiteY0" fmla="*/ 0 h 1815882"/>
              <a:gd name="connsiteX1" fmla="*/ 467624 w 2461181"/>
              <a:gd name="connsiteY1" fmla="*/ 0 h 1815882"/>
              <a:gd name="connsiteX2" fmla="*/ 886025 w 2461181"/>
              <a:gd name="connsiteY2" fmla="*/ 0 h 1815882"/>
              <a:gd name="connsiteX3" fmla="*/ 1402873 w 2461181"/>
              <a:gd name="connsiteY3" fmla="*/ 0 h 1815882"/>
              <a:gd name="connsiteX4" fmla="*/ 1944333 w 2461181"/>
              <a:gd name="connsiteY4" fmla="*/ 0 h 1815882"/>
              <a:gd name="connsiteX5" fmla="*/ 2461181 w 2461181"/>
              <a:gd name="connsiteY5" fmla="*/ 0 h 1815882"/>
              <a:gd name="connsiteX6" fmla="*/ 2461181 w 2461181"/>
              <a:gd name="connsiteY6" fmla="*/ 435812 h 1815882"/>
              <a:gd name="connsiteX7" fmla="*/ 2461181 w 2461181"/>
              <a:gd name="connsiteY7" fmla="*/ 853465 h 1815882"/>
              <a:gd name="connsiteX8" fmla="*/ 2461181 w 2461181"/>
              <a:gd name="connsiteY8" fmla="*/ 1289276 h 1815882"/>
              <a:gd name="connsiteX9" fmla="*/ 2461181 w 2461181"/>
              <a:gd name="connsiteY9" fmla="*/ 1815882 h 1815882"/>
              <a:gd name="connsiteX10" fmla="*/ 2042780 w 2461181"/>
              <a:gd name="connsiteY10" fmla="*/ 1815882 h 1815882"/>
              <a:gd name="connsiteX11" fmla="*/ 1575156 w 2461181"/>
              <a:gd name="connsiteY11" fmla="*/ 1815882 h 1815882"/>
              <a:gd name="connsiteX12" fmla="*/ 1132143 w 2461181"/>
              <a:gd name="connsiteY12" fmla="*/ 1815882 h 1815882"/>
              <a:gd name="connsiteX13" fmla="*/ 689131 w 2461181"/>
              <a:gd name="connsiteY13" fmla="*/ 1815882 h 1815882"/>
              <a:gd name="connsiteX14" fmla="*/ 0 w 2461181"/>
              <a:gd name="connsiteY14" fmla="*/ 1815882 h 1815882"/>
              <a:gd name="connsiteX15" fmla="*/ 0 w 2461181"/>
              <a:gd name="connsiteY15" fmla="*/ 1361912 h 1815882"/>
              <a:gd name="connsiteX16" fmla="*/ 0 w 2461181"/>
              <a:gd name="connsiteY16" fmla="*/ 944259 h 1815882"/>
              <a:gd name="connsiteX17" fmla="*/ 0 w 2461181"/>
              <a:gd name="connsiteY17" fmla="*/ 526606 h 1815882"/>
              <a:gd name="connsiteX18" fmla="*/ 0 w 2461181"/>
              <a:gd name="connsiteY18" fmla="*/ 0 h 181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1181" h="1815882" extrusionOk="0">
                <a:moveTo>
                  <a:pt x="0" y="0"/>
                </a:moveTo>
                <a:cubicBezTo>
                  <a:pt x="202249" y="-20565"/>
                  <a:pt x="305472" y="39868"/>
                  <a:pt x="467624" y="0"/>
                </a:cubicBezTo>
                <a:cubicBezTo>
                  <a:pt x="629776" y="-39868"/>
                  <a:pt x="715998" y="45757"/>
                  <a:pt x="886025" y="0"/>
                </a:cubicBezTo>
                <a:cubicBezTo>
                  <a:pt x="1056052" y="-45757"/>
                  <a:pt x="1224823" y="8767"/>
                  <a:pt x="1402873" y="0"/>
                </a:cubicBezTo>
                <a:cubicBezTo>
                  <a:pt x="1580923" y="-8767"/>
                  <a:pt x="1685245" y="10396"/>
                  <a:pt x="1944333" y="0"/>
                </a:cubicBezTo>
                <a:cubicBezTo>
                  <a:pt x="2203421" y="-10396"/>
                  <a:pt x="2292254" y="15747"/>
                  <a:pt x="2461181" y="0"/>
                </a:cubicBezTo>
                <a:cubicBezTo>
                  <a:pt x="2492744" y="176703"/>
                  <a:pt x="2444280" y="221391"/>
                  <a:pt x="2461181" y="435812"/>
                </a:cubicBezTo>
                <a:cubicBezTo>
                  <a:pt x="2478082" y="650233"/>
                  <a:pt x="2452796" y="723351"/>
                  <a:pt x="2461181" y="853465"/>
                </a:cubicBezTo>
                <a:cubicBezTo>
                  <a:pt x="2469566" y="983579"/>
                  <a:pt x="2414438" y="1115381"/>
                  <a:pt x="2461181" y="1289276"/>
                </a:cubicBezTo>
                <a:cubicBezTo>
                  <a:pt x="2507924" y="1463171"/>
                  <a:pt x="2402443" y="1576412"/>
                  <a:pt x="2461181" y="1815882"/>
                </a:cubicBezTo>
                <a:cubicBezTo>
                  <a:pt x="2334662" y="1849290"/>
                  <a:pt x="2174643" y="1777346"/>
                  <a:pt x="2042780" y="1815882"/>
                </a:cubicBezTo>
                <a:cubicBezTo>
                  <a:pt x="1910917" y="1854418"/>
                  <a:pt x="1759800" y="1790985"/>
                  <a:pt x="1575156" y="1815882"/>
                </a:cubicBezTo>
                <a:cubicBezTo>
                  <a:pt x="1390512" y="1840779"/>
                  <a:pt x="1312635" y="1769234"/>
                  <a:pt x="1132143" y="1815882"/>
                </a:cubicBezTo>
                <a:cubicBezTo>
                  <a:pt x="951651" y="1862530"/>
                  <a:pt x="898681" y="1798815"/>
                  <a:pt x="689131" y="1815882"/>
                </a:cubicBezTo>
                <a:cubicBezTo>
                  <a:pt x="479581" y="1832949"/>
                  <a:pt x="312019" y="1767933"/>
                  <a:pt x="0" y="1815882"/>
                </a:cubicBezTo>
                <a:cubicBezTo>
                  <a:pt x="-40918" y="1713119"/>
                  <a:pt x="3992" y="1455472"/>
                  <a:pt x="0" y="1361912"/>
                </a:cubicBezTo>
                <a:cubicBezTo>
                  <a:pt x="-3992" y="1268352"/>
                  <a:pt x="48414" y="1038542"/>
                  <a:pt x="0" y="944259"/>
                </a:cubicBezTo>
                <a:cubicBezTo>
                  <a:pt x="-48414" y="849976"/>
                  <a:pt x="9916" y="680652"/>
                  <a:pt x="0" y="526606"/>
                </a:cubicBezTo>
                <a:cubicBezTo>
                  <a:pt x="-9916" y="372560"/>
                  <a:pt x="11877" y="19922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5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21559712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s-MX" sz="2800" dirty="0"/>
              <a:t>El resto son etiquetas, con distintos tamaños</a:t>
            </a:r>
            <a:endParaRPr lang="es-CL" sz="2800" dirty="0"/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3EA4740A-AC3B-4C89-B849-B9204405C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515" y="507556"/>
            <a:ext cx="3678037" cy="606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4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2" grpId="0" animBg="1"/>
      <p:bldP spid="44" grpId="0" animBg="1"/>
      <p:bldP spid="46" grpId="0" animBg="1"/>
      <p:bldP spid="48" grpId="0" animBg="1"/>
      <p:bldP spid="5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Diseño esquema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6773B65-D73D-4977-AFA8-481A8FC9A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280" y="1506466"/>
            <a:ext cx="3030987" cy="499703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C2CD85B-F3D2-4855-B478-7CFB8C75F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187647"/>
            <a:ext cx="2590800" cy="648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54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Diseño Bloques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pic>
        <p:nvPicPr>
          <p:cNvPr id="8" name="Marcador de contenido 4">
            <a:extLst>
              <a:ext uri="{FF2B5EF4-FFF2-40B4-BE49-F238E27FC236}">
                <a16:creationId xmlns:a16="http://schemas.microsoft.com/office/drawing/2014/main" id="{36BE98C2-A528-4670-8DA2-5CDB2CB31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2" y="1559575"/>
            <a:ext cx="3062638" cy="5122710"/>
          </a:xfrm>
          <a:prstGeom prst="rect">
            <a:avLst/>
          </a:prstGeom>
        </p:spPr>
      </p:pic>
      <p:sp>
        <p:nvSpPr>
          <p:cNvPr id="10" name="Flecha: hacia la izquierda 9">
            <a:extLst>
              <a:ext uri="{FF2B5EF4-FFF2-40B4-BE49-F238E27FC236}">
                <a16:creationId xmlns:a16="http://schemas.microsoft.com/office/drawing/2014/main" id="{47DD679E-F2F1-4E6D-83F9-CFD51CC85BDE}"/>
              </a:ext>
            </a:extLst>
          </p:cNvPr>
          <p:cNvSpPr/>
          <p:nvPr/>
        </p:nvSpPr>
        <p:spPr>
          <a:xfrm>
            <a:off x="2590800" y="3625630"/>
            <a:ext cx="2819400" cy="990600"/>
          </a:xfrm>
          <a:prstGeom prst="leftArrow">
            <a:avLst/>
          </a:prstGeom>
          <a:solidFill>
            <a:srgbClr val="58B5DC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/>
              <a:t>Listas</a:t>
            </a:r>
            <a:endParaRPr lang="es-CL" sz="24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7AC698-7E36-4F71-AE2F-DCF7E1B36A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654" b="88462" l="3540" r="97788">
                        <a14:foregroundMark x1="7301" y1="26923" x2="7301" y2="26923"/>
                        <a14:foregroundMark x1="3761" y1="26923" x2="3761" y2="26923"/>
                        <a14:foregroundMark x1="93363" y1="24038" x2="93363" y2="24038"/>
                        <a14:foregroundMark x1="97788" y1="23077" x2="97788" y2="23077"/>
                        <a14:foregroundMark x1="63938" y1="27885" x2="63938" y2="27885"/>
                        <a14:foregroundMark x1="64159" y1="28846" x2="64159" y2="28846"/>
                        <a14:foregroundMark x1="4867" y1="65385" x2="4867" y2="653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38113" y="2006161"/>
            <a:ext cx="7059811" cy="162438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8D786BA-B383-4D44-8339-484E13A10211}"/>
              </a:ext>
            </a:extLst>
          </p:cNvPr>
          <p:cNvSpPr txBox="1"/>
          <p:nvPr/>
        </p:nvSpPr>
        <p:spPr>
          <a:xfrm>
            <a:off x="4627434" y="1281000"/>
            <a:ext cx="6170489" cy="461665"/>
          </a:xfrm>
          <a:prstGeom prst="rect">
            <a:avLst/>
          </a:prstGeom>
          <a:solidFill>
            <a:srgbClr val="EE8011"/>
          </a:solidFill>
        </p:spPr>
        <p:txBody>
          <a:bodyPr wrap="square">
            <a:spAutoFit/>
          </a:bodyPr>
          <a:lstStyle/>
          <a:p>
            <a:pPr algn="ctr"/>
            <a:r>
              <a:rPr lang="es-CL" sz="2400" dirty="0"/>
              <a:t>Definición de Listas</a:t>
            </a:r>
          </a:p>
        </p:txBody>
      </p:sp>
    </p:spTree>
    <p:extLst>
      <p:ext uri="{BB962C8B-B14F-4D97-AF65-F5344CB8AC3E}">
        <p14:creationId xmlns:p14="http://schemas.microsoft.com/office/powerpoint/2010/main" val="172856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Diseño Bloques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31460B8-CDE5-4B7E-BA2E-528DC3126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295377"/>
            <a:ext cx="7924800" cy="5311414"/>
          </a:xfrm>
          <a:prstGeom prst="rect">
            <a:avLst/>
          </a:prstGeom>
        </p:spPr>
      </p:pic>
      <p:sp>
        <p:nvSpPr>
          <p:cNvPr id="11" name="Flecha: hacia la izquierda 10">
            <a:extLst>
              <a:ext uri="{FF2B5EF4-FFF2-40B4-BE49-F238E27FC236}">
                <a16:creationId xmlns:a16="http://schemas.microsoft.com/office/drawing/2014/main" id="{D7ABEFCB-CBEF-4C6E-96F3-2261B8AAD2A7}"/>
              </a:ext>
            </a:extLst>
          </p:cNvPr>
          <p:cNvSpPr/>
          <p:nvPr/>
        </p:nvSpPr>
        <p:spPr>
          <a:xfrm>
            <a:off x="7467600" y="3561328"/>
            <a:ext cx="2819400" cy="990600"/>
          </a:xfrm>
          <a:prstGeom prst="leftArrow">
            <a:avLst/>
          </a:prstGeom>
          <a:solidFill>
            <a:srgbClr val="B18E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/>
              <a:t>Inicio de la app</a:t>
            </a:r>
            <a:endParaRPr lang="es-CL" sz="2400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68EE87-6A2F-40DE-B14A-B143CA78BCD3}"/>
              </a:ext>
            </a:extLst>
          </p:cNvPr>
          <p:cNvSpPr txBox="1"/>
          <p:nvPr/>
        </p:nvSpPr>
        <p:spPr>
          <a:xfrm>
            <a:off x="6440537" y="699650"/>
            <a:ext cx="4913953" cy="461665"/>
          </a:xfrm>
          <a:prstGeom prst="rect">
            <a:avLst/>
          </a:prstGeom>
          <a:solidFill>
            <a:srgbClr val="EE8011"/>
          </a:solidFill>
        </p:spPr>
        <p:txBody>
          <a:bodyPr wrap="square">
            <a:spAutoFit/>
          </a:bodyPr>
          <a:lstStyle/>
          <a:p>
            <a:pPr algn="ctr"/>
            <a:r>
              <a:rPr lang="es-CL" sz="2400" dirty="0"/>
              <a:t>Captura el inicio de la aplicación</a:t>
            </a:r>
          </a:p>
        </p:txBody>
      </p:sp>
    </p:spTree>
    <p:extLst>
      <p:ext uri="{BB962C8B-B14F-4D97-AF65-F5344CB8AC3E}">
        <p14:creationId xmlns:p14="http://schemas.microsoft.com/office/powerpoint/2010/main" val="24503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Diseño Bloques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sp>
        <p:nvSpPr>
          <p:cNvPr id="11" name="Flecha: hacia la izquierda 10">
            <a:extLst>
              <a:ext uri="{FF2B5EF4-FFF2-40B4-BE49-F238E27FC236}">
                <a16:creationId xmlns:a16="http://schemas.microsoft.com/office/drawing/2014/main" id="{D7ABEFCB-CBEF-4C6E-96F3-2261B8AAD2A7}"/>
              </a:ext>
            </a:extLst>
          </p:cNvPr>
          <p:cNvSpPr/>
          <p:nvPr/>
        </p:nvSpPr>
        <p:spPr>
          <a:xfrm>
            <a:off x="7856146" y="5638800"/>
            <a:ext cx="3421454" cy="990600"/>
          </a:xfrm>
          <a:prstGeom prst="leftArrow">
            <a:avLst/>
          </a:prstGeom>
          <a:solidFill>
            <a:srgbClr val="7C5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/>
              <a:t>Leer archivo</a:t>
            </a:r>
            <a:endParaRPr lang="es-CL" sz="24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92CDDD-C0A3-45DB-B831-DDFF86AE1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449" y="1246430"/>
            <a:ext cx="5925697" cy="53829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480899E-7D89-4433-815C-6D140853D637}"/>
              </a:ext>
            </a:extLst>
          </p:cNvPr>
          <p:cNvSpPr txBox="1"/>
          <p:nvPr/>
        </p:nvSpPr>
        <p:spPr>
          <a:xfrm>
            <a:off x="6421845" y="690167"/>
            <a:ext cx="4932645" cy="461665"/>
          </a:xfrm>
          <a:prstGeom prst="rect">
            <a:avLst/>
          </a:prstGeom>
          <a:solidFill>
            <a:srgbClr val="EE8011"/>
          </a:solidFill>
        </p:spPr>
        <p:txBody>
          <a:bodyPr wrap="square">
            <a:spAutoFit/>
          </a:bodyPr>
          <a:lstStyle/>
          <a:p>
            <a:pPr algn="ctr"/>
            <a:r>
              <a:rPr lang="es-CL" sz="2400" dirty="0"/>
              <a:t>Lectura del archivo con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400111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Diseño Bloques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373C48F-062D-4FF8-A6CE-2F6A53CD7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71" b="88710" l="3605" r="94687">
                        <a14:foregroundMark x1="7211" y1="56452" x2="7211" y2="56452"/>
                        <a14:foregroundMark x1="3795" y1="20161" x2="3795" y2="20161"/>
                        <a14:foregroundMark x1="94687" y1="63710" x2="94687" y2="637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9660" y="1506466"/>
            <a:ext cx="7448550" cy="17526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088F33E-E95B-46A6-AF6D-B448477EC9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559" b="89706" l="4019" r="95209">
                        <a14:foregroundMark x1="4173" y1="27941" x2="4173" y2="27941"/>
                        <a14:foregroundMark x1="95209" y1="60294" x2="95209" y2="602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2188" y="4191000"/>
            <a:ext cx="9341845" cy="1963665"/>
          </a:xfrm>
          <a:prstGeom prst="rect">
            <a:avLst/>
          </a:prstGeom>
        </p:spPr>
      </p:pic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13BC3C3C-024A-4A59-9971-986C1FD4A4FD}"/>
              </a:ext>
            </a:extLst>
          </p:cNvPr>
          <p:cNvCxnSpPr>
            <a:stCxn id="7" idx="3"/>
            <a:endCxn id="9" idx="0"/>
          </p:cNvCxnSpPr>
          <p:nvPr/>
        </p:nvCxnSpPr>
        <p:spPr>
          <a:xfrm flipH="1">
            <a:off x="6403111" y="2382766"/>
            <a:ext cx="2815099" cy="1808234"/>
          </a:xfrm>
          <a:prstGeom prst="bentConnector4">
            <a:avLst>
              <a:gd name="adj1" fmla="val -8120"/>
              <a:gd name="adj2" fmla="val 74231"/>
            </a:avLst>
          </a:prstGeom>
          <a:ln w="762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7550FEB-61D2-4C17-B080-69DFA426B360}"/>
              </a:ext>
            </a:extLst>
          </p:cNvPr>
          <p:cNvSpPr txBox="1"/>
          <p:nvPr/>
        </p:nvSpPr>
        <p:spPr>
          <a:xfrm>
            <a:off x="6403110" y="668874"/>
            <a:ext cx="512491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MX" sz="2800" dirty="0"/>
              <a:t>Desencadena el evento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7655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Diseño Bloques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E173280-9F29-4FB7-B702-BC1A020BA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42" b="89474" l="2808" r="98291">
                        <a14:foregroundMark x1="3297" y1="17544" x2="3297" y2="17544"/>
                        <a14:foregroundMark x1="93773" y1="59649" x2="93773" y2="59649"/>
                        <a14:foregroundMark x1="98291" y1="62573" x2="98291" y2="62573"/>
                        <a14:foregroundMark x1="7570" y1="15789" x2="7570" y2="15789"/>
                        <a14:foregroundMark x1="6471" y1="52047" x2="6471" y2="52047"/>
                        <a14:foregroundMark x1="6471" y1="42105" x2="6471" y2="42105"/>
                        <a14:foregroundMark x1="2808" y1="47368" x2="2808" y2="47368"/>
                        <a14:foregroundMark x1="8303" y1="46784" x2="8303" y2="46784"/>
                        <a14:backgroundMark x1="10745" y1="83041" x2="10745" y2="83041"/>
                        <a14:backgroundMark x1="16850" y1="84211" x2="16850" y2="842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800" y="2249434"/>
            <a:ext cx="11298999" cy="235913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FB70305-6F00-4974-B6E4-A7AD9AC059C7}"/>
              </a:ext>
            </a:extLst>
          </p:cNvPr>
          <p:cNvSpPr txBox="1"/>
          <p:nvPr/>
        </p:nvSpPr>
        <p:spPr>
          <a:xfrm>
            <a:off x="1905000" y="1388808"/>
            <a:ext cx="4932645" cy="461665"/>
          </a:xfrm>
          <a:prstGeom prst="rect">
            <a:avLst/>
          </a:prstGeom>
          <a:solidFill>
            <a:srgbClr val="EE8011"/>
          </a:solidFill>
        </p:spPr>
        <p:txBody>
          <a:bodyPr wrap="square">
            <a:spAutoFit/>
          </a:bodyPr>
          <a:lstStyle/>
          <a:p>
            <a:pPr algn="ctr"/>
            <a:r>
              <a:rPr lang="es-CL" sz="2400" dirty="0"/>
              <a:t>Captura del evento </a:t>
            </a:r>
            <a:r>
              <a:rPr lang="es-CL" sz="2400" dirty="0" err="1"/>
              <a:t>click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44819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Diseño Bloques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FB70305-6F00-4974-B6E4-A7AD9AC059C7}"/>
              </a:ext>
            </a:extLst>
          </p:cNvPr>
          <p:cNvSpPr txBox="1"/>
          <p:nvPr/>
        </p:nvSpPr>
        <p:spPr>
          <a:xfrm>
            <a:off x="6401063" y="561000"/>
            <a:ext cx="4932645" cy="461665"/>
          </a:xfrm>
          <a:prstGeom prst="rect">
            <a:avLst/>
          </a:prstGeom>
          <a:solidFill>
            <a:srgbClr val="EE8011"/>
          </a:solidFill>
        </p:spPr>
        <p:txBody>
          <a:bodyPr wrap="square">
            <a:spAutoFit/>
          </a:bodyPr>
          <a:lstStyle/>
          <a:p>
            <a:pPr algn="ctr"/>
            <a:r>
              <a:rPr lang="es-CL" sz="2400" dirty="0"/>
              <a:t>Captura del evento clic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0749147-F25D-45A4-8A2C-9698F62B9C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02" b="96635" l="4211" r="99298">
                        <a14:foregroundMark x1="4561" y1="17548" x2="4561" y2="17548"/>
                        <a14:foregroundMark x1="4561" y1="17548" x2="4561" y2="17548"/>
                        <a14:foregroundMark x1="7135" y1="21875" x2="7135" y2="21875"/>
                        <a14:foregroundMark x1="7135" y1="21875" x2="7135" y2="21875"/>
                        <a14:foregroundMark x1="8304" y1="7933" x2="8304" y2="7933"/>
                        <a14:foregroundMark x1="8304" y1="7933" x2="8304" y2="7933"/>
                        <a14:foregroundMark x1="7251" y1="5288" x2="7251" y2="5288"/>
                        <a14:foregroundMark x1="7251" y1="4327" x2="7251" y2="4327"/>
                        <a14:foregroundMark x1="6082" y1="10577" x2="6082" y2="10577"/>
                        <a14:foregroundMark x1="6082" y1="14183" x2="6082" y2="14183"/>
                        <a14:foregroundMark x1="16140" y1="28125" x2="16140" y2="28125"/>
                        <a14:foregroundMark x1="22339" y1="30288" x2="22339" y2="30288"/>
                        <a14:foregroundMark x1="22339" y1="30288" x2="22339" y2="30288"/>
                        <a14:foregroundMark x1="93333" y1="23077" x2="93333" y2="23077"/>
                        <a14:foregroundMark x1="93333" y1="23077" x2="93333" y2="23077"/>
                        <a14:foregroundMark x1="96374" y1="23798" x2="96374" y2="23798"/>
                        <a14:foregroundMark x1="96374" y1="23798" x2="96374" y2="23798"/>
                        <a14:foregroundMark x1="51345" y1="89904" x2="51345" y2="89904"/>
                        <a14:foregroundMark x1="4912" y1="37500" x2="4912" y2="37500"/>
                        <a14:foregroundMark x1="4912" y1="37981" x2="4912" y2="37981"/>
                        <a14:foregroundMark x1="4912" y1="37981" x2="4912" y2="37981"/>
                        <a14:foregroundMark x1="8070" y1="18029" x2="8070" y2="18029"/>
                        <a14:foregroundMark x1="8655" y1="17067" x2="9123" y2="47115"/>
                        <a14:foregroundMark x1="6082" y1="50721" x2="6784" y2="91106"/>
                        <a14:foregroundMark x1="13567" y1="5048" x2="13567" y2="5048"/>
                        <a14:foregroundMark x1="10526" y1="4087" x2="17310" y2="4327"/>
                        <a14:foregroundMark x1="73333" y1="91106" x2="73333" y2="91106"/>
                        <a14:foregroundMark x1="14854" y1="96394" x2="14854" y2="96394"/>
                        <a14:foregroundMark x1="11579" y1="1683" x2="11579" y2="1683"/>
                        <a14:foregroundMark x1="18363" y1="3846" x2="18363" y2="3846"/>
                        <a14:foregroundMark x1="99532" y1="23798" x2="99532" y2="23798"/>
                        <a14:foregroundMark x1="22105" y1="96635" x2="22105" y2="96635"/>
                        <a14:foregroundMark x1="13567" y1="1202" x2="13567" y2="1202"/>
                        <a14:backgroundMark x1="12398" y1="94952" x2="12398" y2="94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1632537"/>
            <a:ext cx="10439400" cy="50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9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2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3.xml><?xml version="1.0" encoding="utf-8"?>
<a:theme xmlns:a="http://schemas.openxmlformats.org/drawingml/2006/main" name="2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4.xml><?xml version="1.0" encoding="utf-8"?>
<a:theme xmlns:a="http://schemas.openxmlformats.org/drawingml/2006/main" name="3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2383</TotalTime>
  <Words>645</Words>
  <Application>Microsoft Office PowerPoint</Application>
  <PresentationFormat>Panorámica</PresentationFormat>
  <Paragraphs>97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Arial</vt:lpstr>
      <vt:lpstr>CabinSketch</vt:lpstr>
      <vt:lpstr>Calibri Light</vt:lpstr>
      <vt:lpstr>Consolas</vt:lpstr>
      <vt:lpstr>HP Simplified</vt:lpstr>
      <vt:lpstr>Impact</vt:lpstr>
      <vt:lpstr>1_Evento principal</vt:lpstr>
      <vt:lpstr>Evento principal</vt:lpstr>
      <vt:lpstr>2_Evento principal</vt:lpstr>
      <vt:lpstr>3_Evento principal</vt:lpstr>
      <vt:lpstr>MIT APPINVENTOR</vt:lpstr>
      <vt:lpstr>objetivos</vt:lpstr>
      <vt:lpstr>¿Porqué LISTA y ARCHIVOS?</vt:lpstr>
      <vt:lpstr>EL DESAFIO</vt:lpstr>
      <vt:lpstr>¿Qué sabemos?</vt:lpstr>
      <vt:lpstr>Anexo : Elementos químicos</vt:lpstr>
      <vt:lpstr>MANIPULACION DE TABLA</vt:lpstr>
      <vt:lpstr>Variables</vt:lpstr>
      <vt:lpstr>ACCESO Variables</vt:lpstr>
      <vt:lpstr>EL ALGORITMO</vt:lpstr>
      <vt:lpstr>Diseño esquema</vt:lpstr>
      <vt:lpstr>Diseño esquema</vt:lpstr>
      <vt:lpstr>Diseño Bloques</vt:lpstr>
      <vt:lpstr>Diseño Bloques</vt:lpstr>
      <vt:lpstr>Diseño Bloques</vt:lpstr>
      <vt:lpstr>Diseño Bloques</vt:lpstr>
      <vt:lpstr>Diseño Bloques</vt:lpstr>
      <vt:lpstr>Diseño Bloques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 AppInventor</dc:title>
  <dc:creator>Rolando E. Montero A.</dc:creator>
  <cp:lastModifiedBy>Rolando E. Montero A.</cp:lastModifiedBy>
  <cp:revision>98</cp:revision>
  <dcterms:created xsi:type="dcterms:W3CDTF">2020-07-09T09:00:48Z</dcterms:created>
  <dcterms:modified xsi:type="dcterms:W3CDTF">2020-11-05T02:50:00Z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2020-07-09T00:00:00Z</vt:filetime>
  </property>
</Properties>
</file>