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69" r:id="rId2"/>
    <p:sldMasterId id="2147483787" r:id="rId3"/>
    <p:sldMasterId id="2147483805" r:id="rId4"/>
  </p:sldMasterIdLst>
  <p:sldIdLst>
    <p:sldId id="305" r:id="rId5"/>
    <p:sldId id="306" r:id="rId6"/>
    <p:sldId id="308" r:id="rId7"/>
    <p:sldId id="313" r:id="rId8"/>
    <p:sldId id="339" r:id="rId9"/>
    <p:sldId id="310" r:id="rId10"/>
    <p:sldId id="309" r:id="rId11"/>
    <p:sldId id="321" r:id="rId12"/>
    <p:sldId id="333" r:id="rId13"/>
    <p:sldId id="340" r:id="rId14"/>
    <p:sldId id="341" r:id="rId1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5385"/>
    <a:srgbClr val="B18E35"/>
    <a:srgbClr val="58B5DC"/>
    <a:srgbClr val="EE8011"/>
    <a:srgbClr val="6DAABD"/>
    <a:srgbClr val="B24A4B"/>
    <a:srgbClr val="F7CDBC"/>
    <a:srgbClr val="FFF2CC"/>
    <a:srgbClr val="1863AF"/>
    <a:srgbClr val="E5F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4766F6-A7F9-4568-8640-6A9E3F81D85D}" v="36" dt="2020-11-11T11:51:57.2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62" autoAdjust="0"/>
    <p:restoredTop sz="93727" autoAdjust="0"/>
  </p:normalViewPr>
  <p:slideViewPr>
    <p:cSldViewPr>
      <p:cViewPr varScale="1">
        <p:scale>
          <a:sx n="69" d="100"/>
          <a:sy n="69" d="100"/>
        </p:scale>
        <p:origin x="366" y="72"/>
      </p:cViewPr>
      <p:guideLst>
        <p:guide orient="horz" pos="19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9C4766F6-A7F9-4568-8640-6A9E3F81D85D}"/>
    <pc:docChg chg="undo custSel addSld delSld modSld">
      <pc:chgData name="Rolando E. Montero A." userId="db44b2c1daed2876" providerId="LiveId" clId="{9C4766F6-A7F9-4568-8640-6A9E3F81D85D}" dt="2020-11-11T11:55:16.234" v="839" actId="12"/>
      <pc:docMkLst>
        <pc:docMk/>
      </pc:docMkLst>
      <pc:sldChg chg="modSp mod">
        <pc:chgData name="Rolando E. Montero A." userId="db44b2c1daed2876" providerId="LiveId" clId="{9C4766F6-A7F9-4568-8640-6A9E3F81D85D}" dt="2020-11-11T11:52:26.041" v="818" actId="20577"/>
        <pc:sldMkLst>
          <pc:docMk/>
          <pc:sldMk cId="191823659" sldId="305"/>
        </pc:sldMkLst>
        <pc:spChg chg="mod">
          <ac:chgData name="Rolando E. Montero A." userId="db44b2c1daed2876" providerId="LiveId" clId="{9C4766F6-A7F9-4568-8640-6A9E3F81D85D}" dt="2020-11-11T11:52:26.041" v="818" actId="20577"/>
          <ac:spMkLst>
            <pc:docMk/>
            <pc:sldMk cId="191823659" sldId="305"/>
            <ac:spMk id="5" creationId="{518F2013-4D40-4305-9C6C-77B2D54E2670}"/>
          </ac:spMkLst>
        </pc:spChg>
      </pc:sldChg>
      <pc:sldChg chg="modSp mod">
        <pc:chgData name="Rolando E. Montero A." userId="db44b2c1daed2876" providerId="LiveId" clId="{9C4766F6-A7F9-4568-8640-6A9E3F81D85D}" dt="2020-11-11T11:14:11.150" v="68" actId="242"/>
        <pc:sldMkLst>
          <pc:docMk/>
          <pc:sldMk cId="2400105456" sldId="306"/>
        </pc:sldMkLst>
        <pc:graphicFrameChg chg="mod modGraphic">
          <ac:chgData name="Rolando E. Montero A." userId="db44b2c1daed2876" providerId="LiveId" clId="{9C4766F6-A7F9-4568-8640-6A9E3F81D85D}" dt="2020-11-11T11:14:11.150" v="68" actId="242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modSp mod">
        <pc:chgData name="Rolando E. Montero A." userId="db44b2c1daed2876" providerId="LiveId" clId="{9C4766F6-A7F9-4568-8640-6A9E3F81D85D}" dt="2020-11-11T11:16:38.860" v="85" actId="20577"/>
        <pc:sldMkLst>
          <pc:docMk/>
          <pc:sldMk cId="1154411732" sldId="308"/>
        </pc:sldMkLst>
        <pc:spChg chg="mod">
          <ac:chgData name="Rolando E. Montero A." userId="db44b2c1daed2876" providerId="LiveId" clId="{9C4766F6-A7F9-4568-8640-6A9E3F81D85D}" dt="2020-11-11T11:16:38.860" v="85" actId="20577"/>
          <ac:spMkLst>
            <pc:docMk/>
            <pc:sldMk cId="1154411732" sldId="308"/>
            <ac:spMk id="3" creationId="{490040E4-F064-42A8-89C3-A1A1F51CB4FA}"/>
          </ac:spMkLst>
        </pc:spChg>
      </pc:sldChg>
      <pc:sldChg chg="modSp mod">
        <pc:chgData name="Rolando E. Montero A." userId="db44b2c1daed2876" providerId="LiveId" clId="{9C4766F6-A7F9-4568-8640-6A9E3F81D85D}" dt="2020-11-11T11:39:09.163" v="680" actId="1076"/>
        <pc:sldMkLst>
          <pc:docMk/>
          <pc:sldMk cId="2474666180" sldId="309"/>
        </pc:sldMkLst>
        <pc:spChg chg="mod">
          <ac:chgData name="Rolando E. Montero A." userId="db44b2c1daed2876" providerId="LiveId" clId="{9C4766F6-A7F9-4568-8640-6A9E3F81D85D}" dt="2020-11-11T11:39:09.163" v="680" actId="1076"/>
          <ac:spMkLst>
            <pc:docMk/>
            <pc:sldMk cId="2474666180" sldId="309"/>
            <ac:spMk id="3" creationId="{3B87B0A5-F419-4834-9784-E1D4934CE3AE}"/>
          </ac:spMkLst>
        </pc:spChg>
      </pc:sldChg>
      <pc:sldChg chg="addSp delSp modSp mod">
        <pc:chgData name="Rolando E. Montero A." userId="db44b2c1daed2876" providerId="LiveId" clId="{9C4766F6-A7F9-4568-8640-6A9E3F81D85D}" dt="2020-11-11T11:55:16.234" v="839" actId="12"/>
        <pc:sldMkLst>
          <pc:docMk/>
          <pc:sldMk cId="322873346" sldId="310"/>
        </pc:sldMkLst>
        <pc:spChg chg="mod">
          <ac:chgData name="Rolando E. Montero A." userId="db44b2c1daed2876" providerId="LiveId" clId="{9C4766F6-A7F9-4568-8640-6A9E3F81D85D}" dt="2020-11-11T11:55:16.234" v="839" actId="12"/>
          <ac:spMkLst>
            <pc:docMk/>
            <pc:sldMk cId="322873346" sldId="310"/>
            <ac:spMk id="3" creationId="{3B87B0A5-F419-4834-9784-E1D4934CE3AE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7" creationId="{4E25772B-B355-4F2E-A60B-0091A4606C9D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8" creationId="{C6E8215A-AC9E-4352-8532-B59599BA9A56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9" creationId="{82781D17-3433-4129-B4CF-5D87EF05C8BA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12" creationId="{5CE46571-E7B1-49E0-9637-8F5E23FB19B9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13" creationId="{42057665-33BF-41E9-926B-3EDFDE6045D9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15" creationId="{A4239435-5E09-49C6-BC51-C9069F4B7B57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17" creationId="{57BBF1F4-45E9-4EF3-B7DF-5C378EC944A1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21" creationId="{1948DB09-923B-4A76-B45E-4BEB60004E14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22" creationId="{887A631F-49B4-4E24-88EE-4489787AB261}"/>
          </ac:spMkLst>
        </pc:spChg>
        <pc:spChg chg="del">
          <ac:chgData name="Rolando E. Montero A." userId="db44b2c1daed2876" providerId="LiveId" clId="{9C4766F6-A7F9-4568-8640-6A9E3F81D85D}" dt="2020-11-11T11:24:41.263" v="115" actId="478"/>
          <ac:spMkLst>
            <pc:docMk/>
            <pc:sldMk cId="322873346" sldId="310"/>
            <ac:spMk id="27" creationId="{EA904356-1D20-4C5E-BB26-AFFC85459B5C}"/>
          </ac:spMkLst>
        </pc:spChg>
        <pc:picChg chg="add mod modCrop">
          <ac:chgData name="Rolando E. Montero A." userId="db44b2c1daed2876" providerId="LiveId" clId="{9C4766F6-A7F9-4568-8640-6A9E3F81D85D}" dt="2020-11-11T11:54:58.134" v="835" actId="1582"/>
          <ac:picMkLst>
            <pc:docMk/>
            <pc:sldMk cId="322873346" sldId="310"/>
            <ac:picMk id="10" creationId="{127E5E08-47E9-48C9-A107-015512D11553}"/>
          </ac:picMkLst>
        </pc:picChg>
      </pc:sldChg>
      <pc:sldChg chg="addSp delSp modSp mod delAnim modAnim">
        <pc:chgData name="Rolando E. Montero A." userId="db44b2c1daed2876" providerId="LiveId" clId="{9C4766F6-A7F9-4568-8640-6A9E3F81D85D}" dt="2020-11-11T11:19:24.901" v="111" actId="1076"/>
        <pc:sldMkLst>
          <pc:docMk/>
          <pc:sldMk cId="599202311" sldId="313"/>
        </pc:sldMkLst>
        <pc:spChg chg="mod">
          <ac:chgData name="Rolando E. Montero A." userId="db44b2c1daed2876" providerId="LiveId" clId="{9C4766F6-A7F9-4568-8640-6A9E3F81D85D}" dt="2020-11-11T11:18:57.272" v="108" actId="20577"/>
          <ac:spMkLst>
            <pc:docMk/>
            <pc:sldMk cId="599202311" sldId="313"/>
            <ac:spMk id="3" creationId="{3B87B0A5-F419-4834-9784-E1D4934CE3AE}"/>
          </ac:spMkLst>
        </pc:spChg>
        <pc:spChg chg="mod">
          <ac:chgData name="Rolando E. Montero A." userId="db44b2c1daed2876" providerId="LiveId" clId="{9C4766F6-A7F9-4568-8640-6A9E3F81D85D}" dt="2020-11-11T11:18:43.207" v="104" actId="1076"/>
          <ac:spMkLst>
            <pc:docMk/>
            <pc:sldMk cId="599202311" sldId="313"/>
            <ac:spMk id="8" creationId="{8E4A4159-60E4-4522-97F1-B17BA89140C5}"/>
          </ac:spMkLst>
        </pc:spChg>
        <pc:spChg chg="del">
          <ac:chgData name="Rolando E. Montero A." userId="db44b2c1daed2876" providerId="LiveId" clId="{9C4766F6-A7F9-4568-8640-6A9E3F81D85D}" dt="2020-11-11T11:17:14.335" v="86" actId="478"/>
          <ac:spMkLst>
            <pc:docMk/>
            <pc:sldMk cId="599202311" sldId="313"/>
            <ac:spMk id="102" creationId="{3A13B979-6FCF-4D79-B1D3-052732FD5FA3}"/>
          </ac:spMkLst>
        </pc:spChg>
        <pc:picChg chg="add mod">
          <ac:chgData name="Rolando E. Montero A." userId="db44b2c1daed2876" providerId="LiveId" clId="{9C4766F6-A7F9-4568-8640-6A9E3F81D85D}" dt="2020-11-11T11:19:24.901" v="111" actId="1076"/>
          <ac:picMkLst>
            <pc:docMk/>
            <pc:sldMk cId="599202311" sldId="313"/>
            <ac:picMk id="7" creationId="{C1ACCA99-A4CF-42B5-985D-830748E89DD3}"/>
          </ac:picMkLst>
        </pc:picChg>
        <pc:picChg chg="del">
          <ac:chgData name="Rolando E. Montero A." userId="db44b2c1daed2876" providerId="LiveId" clId="{9C4766F6-A7F9-4568-8640-6A9E3F81D85D}" dt="2020-11-11T11:17:34.104" v="95" actId="478"/>
          <ac:picMkLst>
            <pc:docMk/>
            <pc:sldMk cId="599202311" sldId="313"/>
            <ac:picMk id="10" creationId="{6012048F-2BD0-4FF8-BDAF-36B0481CC209}"/>
          </ac:picMkLst>
        </pc:picChg>
      </pc:sldChg>
      <pc:sldChg chg="del">
        <pc:chgData name="Rolando E. Montero A." userId="db44b2c1daed2876" providerId="LiveId" clId="{9C4766F6-A7F9-4568-8640-6A9E3F81D85D}" dt="2020-11-11T11:31:14.448" v="374" actId="47"/>
        <pc:sldMkLst>
          <pc:docMk/>
          <pc:sldMk cId="1689023364" sldId="315"/>
        </pc:sldMkLst>
      </pc:sldChg>
      <pc:sldChg chg="modSp del mod">
        <pc:chgData name="Rolando E. Montero A." userId="db44b2c1daed2876" providerId="LiveId" clId="{9C4766F6-A7F9-4568-8640-6A9E3F81D85D}" dt="2020-11-11T11:52:35.026" v="819" actId="47"/>
        <pc:sldMkLst>
          <pc:docMk/>
          <pc:sldMk cId="3589320921" sldId="319"/>
        </pc:sldMkLst>
        <pc:spChg chg="mod">
          <ac:chgData name="Rolando E. Montero A." userId="db44b2c1daed2876" providerId="LiveId" clId="{9C4766F6-A7F9-4568-8640-6A9E3F81D85D}" dt="2020-11-11T11:15:33.199" v="76" actId="20577"/>
          <ac:spMkLst>
            <pc:docMk/>
            <pc:sldMk cId="3589320921" sldId="319"/>
            <ac:spMk id="3" creationId="{E1F069D1-2409-42C5-A8CA-C4A08B36F22A}"/>
          </ac:spMkLst>
        </pc:spChg>
      </pc:sldChg>
      <pc:sldChg chg="addSp delSp modSp mod delAnim">
        <pc:chgData name="Rolando E. Montero A." userId="db44b2c1daed2876" providerId="LiveId" clId="{9C4766F6-A7F9-4568-8640-6A9E3F81D85D}" dt="2020-11-11T11:49:16.932" v="767" actId="14100"/>
        <pc:sldMkLst>
          <pc:docMk/>
          <pc:sldMk cId="1421943605" sldId="321"/>
        </pc:sldMkLst>
        <pc:spChg chg="mod">
          <ac:chgData name="Rolando E. Montero A." userId="db44b2c1daed2876" providerId="LiveId" clId="{9C4766F6-A7F9-4568-8640-6A9E3F81D85D}" dt="2020-11-11T11:43:36.592" v="714" actId="1076"/>
          <ac:spMkLst>
            <pc:docMk/>
            <pc:sldMk cId="1421943605" sldId="321"/>
            <ac:spMk id="2" creationId="{FD0527A8-85A6-44A2-8A78-C4BA4E1364E0}"/>
          </ac:spMkLst>
        </pc:spChg>
        <pc:spChg chg="add mod">
          <ac:chgData name="Rolando E. Montero A." userId="db44b2c1daed2876" providerId="LiveId" clId="{9C4766F6-A7F9-4568-8640-6A9E3F81D85D}" dt="2020-11-11T11:47:38.932" v="736" actId="1076"/>
          <ac:spMkLst>
            <pc:docMk/>
            <pc:sldMk cId="1421943605" sldId="321"/>
            <ac:spMk id="12" creationId="{3B83BC01-BB52-499D-9248-248B7E7494E7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13" creationId="{113E883B-0290-46EB-8701-495A20FDCB9F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15" creationId="{55FA6728-C899-45A2-A6B3-3C37C249D6BA}"/>
          </ac:spMkLst>
        </pc:spChg>
        <pc:spChg chg="add del mod">
          <ac:chgData name="Rolando E. Montero A." userId="db44b2c1daed2876" providerId="LiveId" clId="{9C4766F6-A7F9-4568-8640-6A9E3F81D85D}" dt="2020-11-11T11:48:20.287" v="748" actId="478"/>
          <ac:spMkLst>
            <pc:docMk/>
            <pc:sldMk cId="1421943605" sldId="321"/>
            <ac:spMk id="16" creationId="{2DA2A16C-F8B1-4613-92BE-34141973E842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17" creationId="{63A833B0-A856-4B66-B9D6-69880C510597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19" creationId="{5B7BE5E9-DA24-43EF-86D6-D28436264185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21" creationId="{8646E44A-81F6-4C17-930C-3BF0E1228009}"/>
          </ac:spMkLst>
        </pc:spChg>
        <pc:spChg chg="add mod">
          <ac:chgData name="Rolando E. Montero A." userId="db44b2c1daed2876" providerId="LiveId" clId="{9C4766F6-A7F9-4568-8640-6A9E3F81D85D}" dt="2020-11-11T11:43:56.033" v="719" actId="1076"/>
          <ac:spMkLst>
            <pc:docMk/>
            <pc:sldMk cId="1421943605" sldId="321"/>
            <ac:spMk id="28" creationId="{C04E0680-0EF8-4F97-8C2D-E830421413A7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30" creationId="{92F0F2CD-0FD7-4759-ABAA-6A9F1EF8EC43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31" creationId="{77AA8015-5B02-494F-A401-E139CD3BB4C7}"/>
          </ac:spMkLst>
        </pc:spChg>
        <pc:spChg chg="add mod">
          <ac:chgData name="Rolando E. Montero A." userId="db44b2c1daed2876" providerId="LiveId" clId="{9C4766F6-A7F9-4568-8640-6A9E3F81D85D}" dt="2020-11-11T11:47:41.776" v="737" actId="1076"/>
          <ac:spMkLst>
            <pc:docMk/>
            <pc:sldMk cId="1421943605" sldId="321"/>
            <ac:spMk id="32" creationId="{9BE9E022-23D6-4364-93B5-CF22807ADA25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33" creationId="{F712A745-9055-4C2E-882D-3280B480BB32}"/>
          </ac:spMkLst>
        </pc:spChg>
        <pc:spChg chg="add mod">
          <ac:chgData name="Rolando E. Montero A." userId="db44b2c1daed2876" providerId="LiveId" clId="{9C4766F6-A7F9-4568-8640-6A9E3F81D85D}" dt="2020-11-11T11:47:45.012" v="738" actId="1076"/>
          <ac:spMkLst>
            <pc:docMk/>
            <pc:sldMk cId="1421943605" sldId="321"/>
            <ac:spMk id="34" creationId="{EA152D43-769A-484B-AB7B-FEE841434704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35" creationId="{0167D828-C06F-4325-805C-6E00796FBFAB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37" creationId="{188F98A3-EF55-4181-B19D-BE6EABA03F23}"/>
          </ac:spMkLst>
        </pc:spChg>
        <pc:spChg chg="add mod">
          <ac:chgData name="Rolando E. Montero A." userId="db44b2c1daed2876" providerId="LiveId" clId="{9C4766F6-A7F9-4568-8640-6A9E3F81D85D}" dt="2020-11-11T11:49:07.306" v="764" actId="1076"/>
          <ac:spMkLst>
            <pc:docMk/>
            <pc:sldMk cId="1421943605" sldId="321"/>
            <ac:spMk id="38" creationId="{DF1B4191-BD72-4222-B59D-2A72C1EBBF9E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39" creationId="{D0C979A5-83ED-455D-9C71-D5DBD0CB585B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41" creationId="{43DA930B-1AD5-46AB-A7E9-01176C5B078F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42" creationId="{DCC89E0B-B3A8-401B-BEF6-A81759BFAC07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44" creationId="{1CE9269C-616B-4D08-A8B3-FD5E901E35CB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46" creationId="{91E37903-D5E6-4A1F-9BF2-AF5D24ED6460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48" creationId="{44DF6CCA-22F0-4116-A0B4-B80F12C34E86}"/>
          </ac:spMkLst>
        </pc:spChg>
        <pc:spChg chg="del">
          <ac:chgData name="Rolando E. Montero A." userId="db44b2c1daed2876" providerId="LiveId" clId="{9C4766F6-A7F9-4568-8640-6A9E3F81D85D}" dt="2020-11-11T11:39:19.088" v="682" actId="478"/>
          <ac:spMkLst>
            <pc:docMk/>
            <pc:sldMk cId="1421943605" sldId="321"/>
            <ac:spMk id="50" creationId="{D226775E-F548-41F2-8435-623775FBB8CB}"/>
          </ac:spMkLst>
        </pc:spChg>
        <pc:picChg chg="add mod">
          <ac:chgData name="Rolando E. Montero A." userId="db44b2c1daed2876" providerId="LiveId" clId="{9C4766F6-A7F9-4568-8640-6A9E3F81D85D}" dt="2020-11-11T11:48:51.476" v="758" actId="1076"/>
          <ac:picMkLst>
            <pc:docMk/>
            <pc:sldMk cId="1421943605" sldId="321"/>
            <ac:picMk id="4" creationId="{33C3F7AD-4FD9-4040-A8E0-5D26B5BB14A9}"/>
          </ac:picMkLst>
        </pc:picChg>
        <pc:picChg chg="add mod">
          <ac:chgData name="Rolando E. Montero A." userId="db44b2c1daed2876" providerId="LiveId" clId="{9C4766F6-A7F9-4568-8640-6A9E3F81D85D}" dt="2020-11-11T11:47:31.276" v="734" actId="1076"/>
          <ac:picMkLst>
            <pc:docMk/>
            <pc:sldMk cId="1421943605" sldId="321"/>
            <ac:picMk id="8" creationId="{063ADFB7-11ED-45AB-8E9F-1ED3C20C0994}"/>
          </ac:picMkLst>
        </pc:picChg>
        <pc:picChg chg="del">
          <ac:chgData name="Rolando E. Montero A." userId="db44b2c1daed2876" providerId="LiveId" clId="{9C4766F6-A7F9-4568-8640-6A9E3F81D85D}" dt="2020-11-11T11:39:13.478" v="681" actId="478"/>
          <ac:picMkLst>
            <pc:docMk/>
            <pc:sldMk cId="1421943605" sldId="321"/>
            <ac:picMk id="52" creationId="{3EA4740A-AC3B-4C89-B849-B9204405CBB0}"/>
          </ac:picMkLst>
        </pc:picChg>
        <pc:cxnChg chg="add mod">
          <ac:chgData name="Rolando E. Montero A." userId="db44b2c1daed2876" providerId="LiveId" clId="{9C4766F6-A7F9-4568-8640-6A9E3F81D85D}" dt="2020-11-11T11:48:35.745" v="752" actId="1582"/>
          <ac:cxnSpMkLst>
            <pc:docMk/>
            <pc:sldMk cId="1421943605" sldId="321"/>
            <ac:cxnSpMk id="20" creationId="{6426E756-DAF3-4AFC-906B-BD2944CB3CDD}"/>
          </ac:cxnSpMkLst>
        </pc:cxnChg>
        <pc:cxnChg chg="add mod">
          <ac:chgData name="Rolando E. Montero A." userId="db44b2c1daed2876" providerId="LiveId" clId="{9C4766F6-A7F9-4568-8640-6A9E3F81D85D}" dt="2020-11-11T11:48:43.934" v="755" actId="14100"/>
          <ac:cxnSpMkLst>
            <pc:docMk/>
            <pc:sldMk cId="1421943605" sldId="321"/>
            <ac:cxnSpMk id="43" creationId="{ADD7966A-D07F-48C5-BFCC-6F658FD46151}"/>
          </ac:cxnSpMkLst>
        </pc:cxnChg>
        <pc:cxnChg chg="add mod">
          <ac:chgData name="Rolando E. Montero A." userId="db44b2c1daed2876" providerId="LiveId" clId="{9C4766F6-A7F9-4568-8640-6A9E3F81D85D}" dt="2020-11-11T11:48:54.351" v="759" actId="14100"/>
          <ac:cxnSpMkLst>
            <pc:docMk/>
            <pc:sldMk cId="1421943605" sldId="321"/>
            <ac:cxnSpMk id="45" creationId="{CFA58654-C2D2-42A3-94C8-6AB963C918E2}"/>
          </ac:cxnSpMkLst>
        </pc:cxnChg>
        <pc:cxnChg chg="add mod">
          <ac:chgData name="Rolando E. Montero A." userId="db44b2c1daed2876" providerId="LiveId" clId="{9C4766F6-A7F9-4568-8640-6A9E3F81D85D}" dt="2020-11-11T11:49:04.946" v="763" actId="14100"/>
          <ac:cxnSpMkLst>
            <pc:docMk/>
            <pc:sldMk cId="1421943605" sldId="321"/>
            <ac:cxnSpMk id="47" creationId="{DED75C1C-21C0-4FDF-8C42-F603C72A65ED}"/>
          </ac:cxnSpMkLst>
        </pc:cxnChg>
        <pc:cxnChg chg="add mod">
          <ac:chgData name="Rolando E. Montero A." userId="db44b2c1daed2876" providerId="LiveId" clId="{9C4766F6-A7F9-4568-8640-6A9E3F81D85D}" dt="2020-11-11T11:49:16.932" v="767" actId="14100"/>
          <ac:cxnSpMkLst>
            <pc:docMk/>
            <pc:sldMk cId="1421943605" sldId="321"/>
            <ac:cxnSpMk id="49" creationId="{FF89E859-21F6-4630-9A4B-BDF436C10669}"/>
          </ac:cxnSpMkLst>
        </pc:cxnChg>
      </pc:sldChg>
      <pc:sldChg chg="del">
        <pc:chgData name="Rolando E. Montero A." userId="db44b2c1daed2876" providerId="LiveId" clId="{9C4766F6-A7F9-4568-8640-6A9E3F81D85D}" dt="2020-11-11T11:24:26.402" v="112" actId="47"/>
        <pc:sldMkLst>
          <pc:docMk/>
          <pc:sldMk cId="867210772" sldId="330"/>
        </pc:sldMkLst>
      </pc:sldChg>
      <pc:sldChg chg="del">
        <pc:chgData name="Rolando E. Montero A." userId="db44b2c1daed2876" providerId="LiveId" clId="{9C4766F6-A7F9-4568-8640-6A9E3F81D85D}" dt="2020-11-11T11:24:28.105" v="113" actId="47"/>
        <pc:sldMkLst>
          <pc:docMk/>
          <pc:sldMk cId="518009718" sldId="331"/>
        </pc:sldMkLst>
      </pc:sldChg>
      <pc:sldChg chg="del">
        <pc:chgData name="Rolando E. Montero A." userId="db44b2c1daed2876" providerId="LiveId" clId="{9C4766F6-A7F9-4568-8640-6A9E3F81D85D}" dt="2020-11-11T11:49:23.701" v="768" actId="47"/>
        <pc:sldMkLst>
          <pc:docMk/>
          <pc:sldMk cId="2981542771" sldId="332"/>
        </pc:sldMkLst>
      </pc:sldChg>
      <pc:sldChg chg="addSp delSp modSp mod delAnim">
        <pc:chgData name="Rolando E. Montero A." userId="db44b2c1daed2876" providerId="LiveId" clId="{9C4766F6-A7F9-4568-8640-6A9E3F81D85D}" dt="2020-11-11T11:49:46.924" v="776"/>
        <pc:sldMkLst>
          <pc:docMk/>
          <pc:sldMk cId="1728560862" sldId="333"/>
        </pc:sldMkLst>
        <pc:spChg chg="mod">
          <ac:chgData name="Rolando E. Montero A." userId="db44b2c1daed2876" providerId="LiveId" clId="{9C4766F6-A7F9-4568-8640-6A9E3F81D85D}" dt="2020-11-11T11:47:26.029" v="733" actId="1076"/>
          <ac:spMkLst>
            <pc:docMk/>
            <pc:sldMk cId="1728560862" sldId="333"/>
            <ac:spMk id="2" creationId="{FD0527A8-85A6-44A2-8A78-C4BA4E1364E0}"/>
          </ac:spMkLst>
        </pc:spChg>
        <pc:spChg chg="del mod">
          <ac:chgData name="Rolando E. Montero A." userId="db44b2c1daed2876" providerId="LiveId" clId="{9C4766F6-A7F9-4568-8640-6A9E3F81D85D}" dt="2020-11-11T11:46:55.311" v="728" actId="478"/>
          <ac:spMkLst>
            <pc:docMk/>
            <pc:sldMk cId="1728560862" sldId="333"/>
            <ac:spMk id="9" creationId="{88D786BA-B383-4D44-8339-484E13A10211}"/>
          </ac:spMkLst>
        </pc:spChg>
        <pc:spChg chg="del">
          <ac:chgData name="Rolando E. Montero A." userId="db44b2c1daed2876" providerId="LiveId" clId="{9C4766F6-A7F9-4568-8640-6A9E3F81D85D}" dt="2020-11-11T11:46:53.014" v="726" actId="478"/>
          <ac:spMkLst>
            <pc:docMk/>
            <pc:sldMk cId="1728560862" sldId="333"/>
            <ac:spMk id="10" creationId="{47DD679E-F2F1-4E6D-83F9-CFD51CC85BDE}"/>
          </ac:spMkLst>
        </pc:spChg>
        <pc:picChg chg="del">
          <ac:chgData name="Rolando E. Montero A." userId="db44b2c1daed2876" providerId="LiveId" clId="{9C4766F6-A7F9-4568-8640-6A9E3F81D85D}" dt="2020-11-11T11:46:53.014" v="726" actId="478"/>
          <ac:picMkLst>
            <pc:docMk/>
            <pc:sldMk cId="1728560862" sldId="333"/>
            <ac:picMk id="4" creationId="{137AC698-7E36-4F71-AE2F-DCF7E1B36AF4}"/>
          </ac:picMkLst>
        </pc:picChg>
        <pc:picChg chg="add mod">
          <ac:chgData name="Rolando E. Montero A." userId="db44b2c1daed2876" providerId="LiveId" clId="{9C4766F6-A7F9-4568-8640-6A9E3F81D85D}" dt="2020-11-11T11:49:46.924" v="776"/>
          <ac:picMkLst>
            <pc:docMk/>
            <pc:sldMk cId="1728560862" sldId="333"/>
            <ac:picMk id="7" creationId="{B182A7A3-F364-45BE-BB9F-EE56F44BDC13}"/>
          </ac:picMkLst>
        </pc:picChg>
        <pc:picChg chg="del">
          <ac:chgData name="Rolando E. Montero A." userId="db44b2c1daed2876" providerId="LiveId" clId="{9C4766F6-A7F9-4568-8640-6A9E3F81D85D}" dt="2020-11-11T11:46:50.543" v="725" actId="478"/>
          <ac:picMkLst>
            <pc:docMk/>
            <pc:sldMk cId="1728560862" sldId="333"/>
            <ac:picMk id="8" creationId="{36BE98C2-A528-4670-8DA2-5CDB2CB31A4D}"/>
          </ac:picMkLst>
        </pc:picChg>
      </pc:sldChg>
      <pc:sldChg chg="del">
        <pc:chgData name="Rolando E. Montero A." userId="db44b2c1daed2876" providerId="LiveId" clId="{9C4766F6-A7F9-4568-8640-6A9E3F81D85D}" dt="2020-11-11T11:49:28.265" v="769" actId="47"/>
        <pc:sldMkLst>
          <pc:docMk/>
          <pc:sldMk cId="245037389" sldId="334"/>
        </pc:sldMkLst>
      </pc:sldChg>
      <pc:sldChg chg="del">
        <pc:chgData name="Rolando E. Montero A." userId="db44b2c1daed2876" providerId="LiveId" clId="{9C4766F6-A7F9-4568-8640-6A9E3F81D85D}" dt="2020-11-11T11:49:29.390" v="770" actId="47"/>
        <pc:sldMkLst>
          <pc:docMk/>
          <pc:sldMk cId="4001111322" sldId="335"/>
        </pc:sldMkLst>
      </pc:sldChg>
      <pc:sldChg chg="del">
        <pc:chgData name="Rolando E. Montero A." userId="db44b2c1daed2876" providerId="LiveId" clId="{9C4766F6-A7F9-4568-8640-6A9E3F81D85D}" dt="2020-11-11T11:49:30.422" v="771" actId="47"/>
        <pc:sldMkLst>
          <pc:docMk/>
          <pc:sldMk cId="76559354" sldId="336"/>
        </pc:sldMkLst>
      </pc:sldChg>
      <pc:sldChg chg="del">
        <pc:chgData name="Rolando E. Montero A." userId="db44b2c1daed2876" providerId="LiveId" clId="{9C4766F6-A7F9-4568-8640-6A9E3F81D85D}" dt="2020-11-11T11:49:31.469" v="772" actId="47"/>
        <pc:sldMkLst>
          <pc:docMk/>
          <pc:sldMk cId="2448197358" sldId="337"/>
        </pc:sldMkLst>
      </pc:sldChg>
      <pc:sldChg chg="del">
        <pc:chgData name="Rolando E. Montero A." userId="db44b2c1daed2876" providerId="LiveId" clId="{9C4766F6-A7F9-4568-8640-6A9E3F81D85D}" dt="2020-11-11T11:49:34.620" v="773" actId="47"/>
        <pc:sldMkLst>
          <pc:docMk/>
          <pc:sldMk cId="2712694497" sldId="338"/>
        </pc:sldMkLst>
      </pc:sldChg>
      <pc:sldChg chg="addSp delSp modSp add mod modAnim">
        <pc:chgData name="Rolando E. Montero A." userId="db44b2c1daed2876" providerId="LiveId" clId="{9C4766F6-A7F9-4568-8640-6A9E3F81D85D}" dt="2020-11-11T11:52:46.402" v="820" actId="1076"/>
        <pc:sldMkLst>
          <pc:docMk/>
          <pc:sldMk cId="3643368263" sldId="339"/>
        </pc:sldMkLst>
        <pc:spChg chg="mod">
          <ac:chgData name="Rolando E. Montero A." userId="db44b2c1daed2876" providerId="LiveId" clId="{9C4766F6-A7F9-4568-8640-6A9E3F81D85D}" dt="2020-11-11T11:52:46.402" v="820" actId="1076"/>
          <ac:spMkLst>
            <pc:docMk/>
            <pc:sldMk cId="3643368263" sldId="339"/>
            <ac:spMk id="3" creationId="{3B87B0A5-F419-4834-9784-E1D4934CE3AE}"/>
          </ac:spMkLst>
        </pc:spChg>
        <pc:picChg chg="del">
          <ac:chgData name="Rolando E. Montero A." userId="db44b2c1daed2876" providerId="LiveId" clId="{9C4766F6-A7F9-4568-8640-6A9E3F81D85D}" dt="2020-11-11T11:26:14.147" v="161" actId="478"/>
          <ac:picMkLst>
            <pc:docMk/>
            <pc:sldMk cId="3643368263" sldId="339"/>
            <ac:picMk id="7" creationId="{C1ACCA99-A4CF-42B5-985D-830748E89DD3}"/>
          </ac:picMkLst>
        </pc:picChg>
        <pc:picChg chg="add mod modCrop">
          <ac:chgData name="Rolando E. Montero A." userId="db44b2c1daed2876" providerId="LiveId" clId="{9C4766F6-A7F9-4568-8640-6A9E3F81D85D}" dt="2020-11-11T11:28:52.650" v="190" actId="1076"/>
          <ac:picMkLst>
            <pc:docMk/>
            <pc:sldMk cId="3643368263" sldId="339"/>
            <ac:picMk id="9" creationId="{4E93BF20-155F-4CE6-A323-DCEDBC1A46B4}"/>
          </ac:picMkLst>
        </pc:picChg>
        <pc:picChg chg="add mod modCrop">
          <ac:chgData name="Rolando E. Montero A." userId="db44b2c1daed2876" providerId="LiveId" clId="{9C4766F6-A7F9-4568-8640-6A9E3F81D85D}" dt="2020-11-11T11:28:52.650" v="190" actId="1076"/>
          <ac:picMkLst>
            <pc:docMk/>
            <pc:sldMk cId="3643368263" sldId="339"/>
            <ac:picMk id="11" creationId="{F2A815F6-0099-4129-9744-994235F857D8}"/>
          </ac:picMkLst>
        </pc:picChg>
      </pc:sldChg>
      <pc:sldChg chg="addSp delSp modSp add mod">
        <pc:chgData name="Rolando E. Montero A." userId="db44b2c1daed2876" providerId="LiveId" clId="{9C4766F6-A7F9-4568-8640-6A9E3F81D85D}" dt="2020-11-11T11:50:33.884" v="786" actId="14100"/>
        <pc:sldMkLst>
          <pc:docMk/>
          <pc:sldMk cId="988375305" sldId="340"/>
        </pc:sldMkLst>
        <pc:picChg chg="add mod">
          <ac:chgData name="Rolando E. Montero A." userId="db44b2c1daed2876" providerId="LiveId" clId="{9C4766F6-A7F9-4568-8640-6A9E3F81D85D}" dt="2020-11-11T11:50:33.884" v="786" actId="14100"/>
          <ac:picMkLst>
            <pc:docMk/>
            <pc:sldMk cId="988375305" sldId="340"/>
            <ac:picMk id="4" creationId="{F16AC9A1-8533-42D1-9EBE-205F7376F678}"/>
          </ac:picMkLst>
        </pc:picChg>
        <pc:picChg chg="del">
          <ac:chgData name="Rolando E. Montero A." userId="db44b2c1daed2876" providerId="LiveId" clId="{9C4766F6-A7F9-4568-8640-6A9E3F81D85D}" dt="2020-11-11T11:49:55.083" v="778" actId="478"/>
          <ac:picMkLst>
            <pc:docMk/>
            <pc:sldMk cId="988375305" sldId="340"/>
            <ac:picMk id="7" creationId="{B182A7A3-F364-45BE-BB9F-EE56F44BDC13}"/>
          </ac:picMkLst>
        </pc:picChg>
      </pc:sldChg>
      <pc:sldChg chg="addSp delSp modSp add mod">
        <pc:chgData name="Rolando E. Montero A." userId="db44b2c1daed2876" providerId="LiveId" clId="{9C4766F6-A7F9-4568-8640-6A9E3F81D85D}" dt="2020-11-11T11:52:06.689" v="806" actId="1076"/>
        <pc:sldMkLst>
          <pc:docMk/>
          <pc:sldMk cId="3985820643" sldId="341"/>
        </pc:sldMkLst>
        <pc:spChg chg="mod">
          <ac:chgData name="Rolando E. Montero A." userId="db44b2c1daed2876" providerId="LiveId" clId="{9C4766F6-A7F9-4568-8640-6A9E3F81D85D}" dt="2020-11-11T11:52:06.689" v="806" actId="1076"/>
          <ac:spMkLst>
            <pc:docMk/>
            <pc:sldMk cId="3985820643" sldId="341"/>
            <ac:spMk id="2" creationId="{FD0527A8-85A6-44A2-8A78-C4BA4E1364E0}"/>
          </ac:spMkLst>
        </pc:spChg>
        <pc:spChg chg="mod">
          <ac:chgData name="Rolando E. Montero A." userId="db44b2c1daed2876" providerId="LiveId" clId="{9C4766F6-A7F9-4568-8640-6A9E3F81D85D}" dt="2020-11-11T11:51:34.528" v="799" actId="164"/>
          <ac:spMkLst>
            <pc:docMk/>
            <pc:sldMk cId="3985820643" sldId="341"/>
            <ac:spMk id="6" creationId="{14268FAE-AFC9-440C-BB59-E1E0DCFF6353}"/>
          </ac:spMkLst>
        </pc:spChg>
        <pc:grpChg chg="add mod">
          <ac:chgData name="Rolando E. Montero A." userId="db44b2c1daed2876" providerId="LiveId" clId="{9C4766F6-A7F9-4568-8640-6A9E3F81D85D}" dt="2020-11-11T11:52:03.298" v="805" actId="1076"/>
          <ac:grpSpMkLst>
            <pc:docMk/>
            <pc:sldMk cId="3985820643" sldId="341"/>
            <ac:grpSpMk id="8" creationId="{F5D1C7BF-4F36-429B-A2F8-44FCC0A2AD81}"/>
          </ac:grpSpMkLst>
        </pc:grpChg>
        <pc:picChg chg="del">
          <ac:chgData name="Rolando E. Montero A." userId="db44b2c1daed2876" providerId="LiveId" clId="{9C4766F6-A7F9-4568-8640-6A9E3F81D85D}" dt="2020-11-11T11:50:41.558" v="788" actId="478"/>
          <ac:picMkLst>
            <pc:docMk/>
            <pc:sldMk cId="3985820643" sldId="341"/>
            <ac:picMk id="4" creationId="{F16AC9A1-8533-42D1-9EBE-205F7376F678}"/>
          </ac:picMkLst>
        </pc:picChg>
        <pc:picChg chg="mod">
          <ac:chgData name="Rolando E. Montero A." userId="db44b2c1daed2876" providerId="LiveId" clId="{9C4766F6-A7F9-4568-8640-6A9E3F81D85D}" dt="2020-11-11T11:51:34.528" v="799" actId="164"/>
          <ac:picMkLst>
            <pc:docMk/>
            <pc:sldMk cId="3985820643" sldId="341"/>
            <ac:picMk id="5" creationId="{5C1D8617-CC99-496D-8575-193CDEBF5CF0}"/>
          </ac:picMkLst>
        </pc:picChg>
        <pc:picChg chg="add mod">
          <ac:chgData name="Rolando E. Montero A." userId="db44b2c1daed2876" providerId="LiveId" clId="{9C4766F6-A7F9-4568-8640-6A9E3F81D85D}" dt="2020-11-11T11:51:57.267" v="804"/>
          <ac:picMkLst>
            <pc:docMk/>
            <pc:sldMk cId="3985820643" sldId="341"/>
            <ac:picMk id="7" creationId="{5BAB079A-F06A-48E0-A117-313C89B864D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33F612-D58A-463A-BFC9-70C576E15B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B28A1334-0A85-4D59-9AFF-4FEBA5A2E694}">
      <dgm:prSet phldrT="[Texto]"/>
      <dgm:spPr/>
      <dgm:t>
        <a:bodyPr/>
        <a:lstStyle/>
        <a:p>
          <a:r>
            <a:rPr lang="es-CL" dirty="0"/>
            <a:t>¿Qué sabemos?</a:t>
          </a:r>
        </a:p>
      </dgm:t>
    </dgm:pt>
    <dgm:pt modelId="{66F3B9D2-ED58-49BE-9C05-A74C7773B6A2}" type="parTrans" cxnId="{81488707-E36A-4496-A840-B0423BD895C8}">
      <dgm:prSet/>
      <dgm:spPr/>
      <dgm:t>
        <a:bodyPr/>
        <a:lstStyle/>
        <a:p>
          <a:endParaRPr lang="es-CL"/>
        </a:p>
      </dgm:t>
    </dgm:pt>
    <dgm:pt modelId="{9BB87A08-BD24-46D6-9574-1367C5845D4B}" type="sibTrans" cxnId="{81488707-E36A-4496-A840-B0423BD895C8}">
      <dgm:prSet/>
      <dgm:spPr/>
      <dgm:t>
        <a:bodyPr/>
        <a:lstStyle/>
        <a:p>
          <a:endParaRPr lang="es-CL"/>
        </a:p>
      </dgm:t>
    </dgm:pt>
    <dgm:pt modelId="{437C4974-E0E7-45B2-83F2-EB1BAD849920}">
      <dgm:prSet phldrT="[Texto]"/>
      <dgm:spPr/>
      <dgm:t>
        <a:bodyPr/>
        <a:lstStyle/>
        <a:p>
          <a:r>
            <a:rPr lang="es-CL" dirty="0"/>
            <a:t>¿Cuales son las variables</a:t>
          </a:r>
        </a:p>
      </dgm:t>
    </dgm:pt>
    <dgm:pt modelId="{511E129B-2C7E-4A5E-8A66-D61DFEB97343}" type="parTrans" cxnId="{B6962355-E746-4103-A815-7023A0A5B499}">
      <dgm:prSet/>
      <dgm:spPr/>
      <dgm:t>
        <a:bodyPr/>
        <a:lstStyle/>
        <a:p>
          <a:endParaRPr lang="es-CL"/>
        </a:p>
      </dgm:t>
    </dgm:pt>
    <dgm:pt modelId="{8C52A707-7796-4E11-BDE7-6A8301D6900D}" type="sibTrans" cxnId="{B6962355-E746-4103-A815-7023A0A5B499}">
      <dgm:prSet/>
      <dgm:spPr/>
      <dgm:t>
        <a:bodyPr/>
        <a:lstStyle/>
        <a:p>
          <a:endParaRPr lang="es-CL"/>
        </a:p>
      </dgm:t>
    </dgm:pt>
    <dgm:pt modelId="{3BE39E82-B6E9-4720-B4AB-D17A1616AC36}">
      <dgm:prSet phldrT="[Texto]"/>
      <dgm:spPr/>
      <dgm:t>
        <a:bodyPr/>
        <a:lstStyle/>
        <a:p>
          <a:r>
            <a:rPr lang="es-CL" dirty="0"/>
            <a:t>Algoritmo</a:t>
          </a:r>
        </a:p>
      </dgm:t>
    </dgm:pt>
    <dgm:pt modelId="{E102D255-8918-4CEA-B84D-D43C8701EC53}" type="parTrans" cxnId="{D8BE9E54-801B-45D1-8474-64DDE8642EE0}">
      <dgm:prSet/>
      <dgm:spPr/>
      <dgm:t>
        <a:bodyPr/>
        <a:lstStyle/>
        <a:p>
          <a:endParaRPr lang="es-CL"/>
        </a:p>
      </dgm:t>
    </dgm:pt>
    <dgm:pt modelId="{12F7465D-CC97-469F-AAF8-FC45AE72FB54}" type="sibTrans" cxnId="{D8BE9E54-801B-45D1-8474-64DDE8642EE0}">
      <dgm:prSet/>
      <dgm:spPr/>
      <dgm:t>
        <a:bodyPr/>
        <a:lstStyle/>
        <a:p>
          <a:endParaRPr lang="es-CL"/>
        </a:p>
      </dgm:t>
    </dgm:pt>
    <dgm:pt modelId="{A7210E1C-94A5-4080-A2CA-B10524543ACF}" type="pres">
      <dgm:prSet presAssocID="{A533F612-D58A-463A-BFC9-70C576E15BD2}" presName="linearFlow" presStyleCnt="0">
        <dgm:presLayoutVars>
          <dgm:dir/>
          <dgm:resizeHandles val="exact"/>
        </dgm:presLayoutVars>
      </dgm:prSet>
      <dgm:spPr/>
    </dgm:pt>
    <dgm:pt modelId="{2C91A0F7-1D81-4F6C-A08A-208F2627B214}" type="pres">
      <dgm:prSet presAssocID="{B28A1334-0A85-4D59-9AFF-4FEBA5A2E694}" presName="composite" presStyleCnt="0"/>
      <dgm:spPr/>
    </dgm:pt>
    <dgm:pt modelId="{A15742E2-0FAA-41F3-95B7-98455792891D}" type="pres">
      <dgm:prSet presAssocID="{B28A1334-0A85-4D59-9AFF-4FEBA5A2E694}" presName="imgShp" presStyleLbl="fgImgPlace1" presStyleIdx="0" presStyleCnt="3"/>
      <dgm:spPr>
        <a:solidFill>
          <a:srgbClr val="F7CDBC"/>
        </a:solidFill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AB526FBF-5088-4EF1-951C-AAD2B7805AF3}" type="pres">
      <dgm:prSet presAssocID="{B28A1334-0A85-4D59-9AFF-4FEBA5A2E694}" presName="txShp" presStyleLbl="node1" presStyleIdx="0" presStyleCnt="3">
        <dgm:presLayoutVars>
          <dgm:bulletEnabled val="1"/>
        </dgm:presLayoutVars>
      </dgm:prSet>
      <dgm:spPr/>
    </dgm:pt>
    <dgm:pt modelId="{89B32378-8088-426A-8CCB-41A2148B77B5}" type="pres">
      <dgm:prSet presAssocID="{9BB87A08-BD24-46D6-9574-1367C5845D4B}" presName="spacing" presStyleCnt="0"/>
      <dgm:spPr/>
    </dgm:pt>
    <dgm:pt modelId="{65BA466F-3EFB-4E2A-9E34-D7E4C69D73E1}" type="pres">
      <dgm:prSet presAssocID="{437C4974-E0E7-45B2-83F2-EB1BAD849920}" presName="composite" presStyleCnt="0"/>
      <dgm:spPr/>
    </dgm:pt>
    <dgm:pt modelId="{56E82B35-505B-4805-8C41-44627EB3A486}" type="pres">
      <dgm:prSet presAssocID="{437C4974-E0E7-45B2-83F2-EB1BAD849920}" presName="imgShp" presStyleLbl="fgImgPlace1" presStyleIdx="1" presStyleCnt="3"/>
      <dgm:spPr>
        <a:solidFill>
          <a:srgbClr val="F7CDBC"/>
        </a:solidFill>
      </dgm:spPr>
    </dgm:pt>
    <dgm:pt modelId="{CDC95750-D50B-4E82-9FB7-2C4239EAD52B}" type="pres">
      <dgm:prSet presAssocID="{437C4974-E0E7-45B2-83F2-EB1BAD849920}" presName="txShp" presStyleLbl="node1" presStyleIdx="1" presStyleCnt="3">
        <dgm:presLayoutVars>
          <dgm:bulletEnabled val="1"/>
        </dgm:presLayoutVars>
      </dgm:prSet>
      <dgm:spPr/>
    </dgm:pt>
    <dgm:pt modelId="{C4AEC4FB-7377-4573-BF52-095A30AA1486}" type="pres">
      <dgm:prSet presAssocID="{8C52A707-7796-4E11-BDE7-6A8301D6900D}" presName="spacing" presStyleCnt="0"/>
      <dgm:spPr/>
    </dgm:pt>
    <dgm:pt modelId="{1508937D-024F-4FF1-BCEE-EC3E3E3A7640}" type="pres">
      <dgm:prSet presAssocID="{3BE39E82-B6E9-4720-B4AB-D17A1616AC36}" presName="composite" presStyleCnt="0"/>
      <dgm:spPr/>
    </dgm:pt>
    <dgm:pt modelId="{A55C902D-D081-4302-9DD4-6394A2440F31}" type="pres">
      <dgm:prSet presAssocID="{3BE39E82-B6E9-4720-B4AB-D17A1616AC36}" presName="imgShp" presStyleLbl="fgImgPlace1" presStyleIdx="2" presStyleCnt="3"/>
      <dgm:spPr>
        <a:solidFill>
          <a:srgbClr val="F7CDBC"/>
        </a:solidFill>
      </dgm:spPr>
    </dgm:pt>
    <dgm:pt modelId="{A5EF84B8-D0C5-4F33-82D1-9216FF632C76}" type="pres">
      <dgm:prSet presAssocID="{3BE39E82-B6E9-4720-B4AB-D17A1616AC36}" presName="txShp" presStyleLbl="node1" presStyleIdx="2" presStyleCnt="3">
        <dgm:presLayoutVars>
          <dgm:bulletEnabled val="1"/>
        </dgm:presLayoutVars>
      </dgm:prSet>
      <dgm:spPr/>
    </dgm:pt>
  </dgm:ptLst>
  <dgm:cxnLst>
    <dgm:cxn modelId="{81488707-E36A-4496-A840-B0423BD895C8}" srcId="{A533F612-D58A-463A-BFC9-70C576E15BD2}" destId="{B28A1334-0A85-4D59-9AFF-4FEBA5A2E694}" srcOrd="0" destOrd="0" parTransId="{66F3B9D2-ED58-49BE-9C05-A74C7773B6A2}" sibTransId="{9BB87A08-BD24-46D6-9574-1367C5845D4B}"/>
    <dgm:cxn modelId="{1949CD1B-0B19-4E39-99FE-8A4548325123}" type="presOf" srcId="{3BE39E82-B6E9-4720-B4AB-D17A1616AC36}" destId="{A5EF84B8-D0C5-4F33-82D1-9216FF632C76}" srcOrd="0" destOrd="0" presId="urn:microsoft.com/office/officeart/2005/8/layout/vList3"/>
    <dgm:cxn modelId="{88C3FF72-5599-4785-A771-617C715C9353}" type="presOf" srcId="{437C4974-E0E7-45B2-83F2-EB1BAD849920}" destId="{CDC95750-D50B-4E82-9FB7-2C4239EAD52B}" srcOrd="0" destOrd="0" presId="urn:microsoft.com/office/officeart/2005/8/layout/vList3"/>
    <dgm:cxn modelId="{D8BE9E54-801B-45D1-8474-64DDE8642EE0}" srcId="{A533F612-D58A-463A-BFC9-70C576E15BD2}" destId="{3BE39E82-B6E9-4720-B4AB-D17A1616AC36}" srcOrd="2" destOrd="0" parTransId="{E102D255-8918-4CEA-B84D-D43C8701EC53}" sibTransId="{12F7465D-CC97-469F-AAF8-FC45AE72FB54}"/>
    <dgm:cxn modelId="{B6962355-E746-4103-A815-7023A0A5B499}" srcId="{A533F612-D58A-463A-BFC9-70C576E15BD2}" destId="{437C4974-E0E7-45B2-83F2-EB1BAD849920}" srcOrd="1" destOrd="0" parTransId="{511E129B-2C7E-4A5E-8A66-D61DFEB97343}" sibTransId="{8C52A707-7796-4E11-BDE7-6A8301D6900D}"/>
    <dgm:cxn modelId="{BC46F0D3-2E3F-4B1A-9ACB-A7B71F26670A}" type="presOf" srcId="{B28A1334-0A85-4D59-9AFF-4FEBA5A2E694}" destId="{AB526FBF-5088-4EF1-951C-AAD2B7805AF3}" srcOrd="0" destOrd="0" presId="urn:microsoft.com/office/officeart/2005/8/layout/vList3"/>
    <dgm:cxn modelId="{061DFFDD-2EE8-49AE-A9BE-87914DF837BD}" type="presOf" srcId="{A533F612-D58A-463A-BFC9-70C576E15BD2}" destId="{A7210E1C-94A5-4080-A2CA-B10524543ACF}" srcOrd="0" destOrd="0" presId="urn:microsoft.com/office/officeart/2005/8/layout/vList3"/>
    <dgm:cxn modelId="{828AAFAB-BAEE-4DEF-B2CE-F9BEF8793391}" type="presParOf" srcId="{A7210E1C-94A5-4080-A2CA-B10524543ACF}" destId="{2C91A0F7-1D81-4F6C-A08A-208F2627B214}" srcOrd="0" destOrd="0" presId="urn:microsoft.com/office/officeart/2005/8/layout/vList3"/>
    <dgm:cxn modelId="{3B9936A2-8C17-4255-BCAF-A9C7BBB3FC8F}" type="presParOf" srcId="{2C91A0F7-1D81-4F6C-A08A-208F2627B214}" destId="{A15742E2-0FAA-41F3-95B7-98455792891D}" srcOrd="0" destOrd="0" presId="urn:microsoft.com/office/officeart/2005/8/layout/vList3"/>
    <dgm:cxn modelId="{303632D5-27AE-47DD-BA7D-1AA5894D4340}" type="presParOf" srcId="{2C91A0F7-1D81-4F6C-A08A-208F2627B214}" destId="{AB526FBF-5088-4EF1-951C-AAD2B7805AF3}" srcOrd="1" destOrd="0" presId="urn:microsoft.com/office/officeart/2005/8/layout/vList3"/>
    <dgm:cxn modelId="{36D0F894-7076-4420-AEB6-7ADA23C95458}" type="presParOf" srcId="{A7210E1C-94A5-4080-A2CA-B10524543ACF}" destId="{89B32378-8088-426A-8CCB-41A2148B77B5}" srcOrd="1" destOrd="0" presId="urn:microsoft.com/office/officeart/2005/8/layout/vList3"/>
    <dgm:cxn modelId="{AC1EC83E-F5BA-4E81-8ECA-D793DCAB283B}" type="presParOf" srcId="{A7210E1C-94A5-4080-A2CA-B10524543ACF}" destId="{65BA466F-3EFB-4E2A-9E34-D7E4C69D73E1}" srcOrd="2" destOrd="0" presId="urn:microsoft.com/office/officeart/2005/8/layout/vList3"/>
    <dgm:cxn modelId="{699EFA80-3506-47E1-AA93-27912E35DFEC}" type="presParOf" srcId="{65BA466F-3EFB-4E2A-9E34-D7E4C69D73E1}" destId="{56E82B35-505B-4805-8C41-44627EB3A486}" srcOrd="0" destOrd="0" presId="urn:microsoft.com/office/officeart/2005/8/layout/vList3"/>
    <dgm:cxn modelId="{E4554C2E-A754-4300-8401-052B5274B841}" type="presParOf" srcId="{65BA466F-3EFB-4E2A-9E34-D7E4C69D73E1}" destId="{CDC95750-D50B-4E82-9FB7-2C4239EAD52B}" srcOrd="1" destOrd="0" presId="urn:microsoft.com/office/officeart/2005/8/layout/vList3"/>
    <dgm:cxn modelId="{9D5334BD-9686-4D52-8F95-51BD966AD165}" type="presParOf" srcId="{A7210E1C-94A5-4080-A2CA-B10524543ACF}" destId="{C4AEC4FB-7377-4573-BF52-095A30AA1486}" srcOrd="3" destOrd="0" presId="urn:microsoft.com/office/officeart/2005/8/layout/vList3"/>
    <dgm:cxn modelId="{9773014B-996C-4A1C-B459-2C4EAA170A2B}" type="presParOf" srcId="{A7210E1C-94A5-4080-A2CA-B10524543ACF}" destId="{1508937D-024F-4FF1-BCEE-EC3E3E3A7640}" srcOrd="4" destOrd="0" presId="urn:microsoft.com/office/officeart/2005/8/layout/vList3"/>
    <dgm:cxn modelId="{8D179F0E-554B-46AD-AC43-63B77436C798}" type="presParOf" srcId="{1508937D-024F-4FF1-BCEE-EC3E3E3A7640}" destId="{A55C902D-D081-4302-9DD4-6394A2440F31}" srcOrd="0" destOrd="0" presId="urn:microsoft.com/office/officeart/2005/8/layout/vList3"/>
    <dgm:cxn modelId="{5D418F87-7197-4232-88E8-9A996075CB67}" type="presParOf" srcId="{1508937D-024F-4FF1-BCEE-EC3E3E3A7640}" destId="{A5EF84B8-D0C5-4F33-82D1-9216FF632C7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26FBF-5088-4EF1-951C-AAD2B7805AF3}">
      <dsp:nvSpPr>
        <dsp:cNvPr id="0" name=""/>
        <dsp:cNvSpPr/>
      </dsp:nvSpPr>
      <dsp:spPr>
        <a:xfrm rot="10800000">
          <a:off x="1134505" y="833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¿Qué sabemos?</a:t>
          </a:r>
        </a:p>
      </dsp:txBody>
      <dsp:txXfrm rot="10800000">
        <a:off x="1396838" y="833"/>
        <a:ext cx="3200322" cy="1049332"/>
      </dsp:txXfrm>
    </dsp:sp>
    <dsp:sp modelId="{A15742E2-0FAA-41F3-95B7-98455792891D}">
      <dsp:nvSpPr>
        <dsp:cNvPr id="0" name=""/>
        <dsp:cNvSpPr/>
      </dsp:nvSpPr>
      <dsp:spPr>
        <a:xfrm>
          <a:off x="609839" y="833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95750-D50B-4E82-9FB7-2C4239EAD52B}">
      <dsp:nvSpPr>
        <dsp:cNvPr id="0" name=""/>
        <dsp:cNvSpPr/>
      </dsp:nvSpPr>
      <dsp:spPr>
        <a:xfrm rot="10800000">
          <a:off x="1134505" y="1363400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¿Cuales son las variables</a:t>
          </a:r>
        </a:p>
      </dsp:txBody>
      <dsp:txXfrm rot="10800000">
        <a:off x="1396838" y="1363400"/>
        <a:ext cx="3200322" cy="1049332"/>
      </dsp:txXfrm>
    </dsp:sp>
    <dsp:sp modelId="{56E82B35-505B-4805-8C41-44627EB3A486}">
      <dsp:nvSpPr>
        <dsp:cNvPr id="0" name=""/>
        <dsp:cNvSpPr/>
      </dsp:nvSpPr>
      <dsp:spPr>
        <a:xfrm>
          <a:off x="609839" y="1363400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F84B8-D0C5-4F33-82D1-9216FF632C76}">
      <dsp:nvSpPr>
        <dsp:cNvPr id="0" name=""/>
        <dsp:cNvSpPr/>
      </dsp:nvSpPr>
      <dsp:spPr>
        <a:xfrm rot="10800000">
          <a:off x="1134505" y="2725966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Algoritmo</a:t>
          </a:r>
        </a:p>
      </dsp:txBody>
      <dsp:txXfrm rot="10800000">
        <a:off x="1396838" y="2725966"/>
        <a:ext cx="3200322" cy="1049332"/>
      </dsp:txXfrm>
    </dsp:sp>
    <dsp:sp modelId="{A55C902D-D081-4302-9DD4-6394A2440F31}">
      <dsp:nvSpPr>
        <dsp:cNvPr id="0" name=""/>
        <dsp:cNvSpPr/>
      </dsp:nvSpPr>
      <dsp:spPr>
        <a:xfrm>
          <a:off x="609839" y="2725966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05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>
            <a:lvl1pPr>
              <a:buSzPct val="110000"/>
              <a:defRPr/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58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838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19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46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49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5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81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899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72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1065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330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34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475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758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69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7985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0924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8525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3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028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781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1591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9045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59016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89129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202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5398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3135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35553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8933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8887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325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84224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32051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4768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20044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4851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2530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94449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7170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8470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7544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2161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7415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32440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34838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96978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42574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23337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4455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28130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Autofit/>
          </a:bodyPr>
          <a:lstStyle>
            <a:lvl1pPr>
              <a:defRPr sz="3600" cap="none" baseline="0"/>
            </a:lvl1pPr>
            <a:lvl2pPr>
              <a:defRPr sz="3200" cap="none" baseline="0"/>
            </a:lvl2pPr>
            <a:lvl3pPr>
              <a:defRPr sz="2800" cap="none" baseline="0"/>
            </a:lvl3pPr>
            <a:lvl4pPr>
              <a:defRPr sz="2400" cap="none" baseline="0"/>
            </a:lvl4pPr>
            <a:lvl5pPr>
              <a:defRPr sz="2400" cap="none" baseline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43803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10">
            <a:extLst>
              <a:ext uri="{FF2B5EF4-FFF2-40B4-BE49-F238E27FC236}">
                <a16:creationId xmlns:a16="http://schemas.microsoft.com/office/drawing/2014/main" id="{C2F48E26-9330-43B2-8120-27626ED95C89}"/>
              </a:ext>
            </a:extLst>
          </p:cNvPr>
          <p:cNvSpPr/>
          <p:nvPr userDrawn="1"/>
        </p:nvSpPr>
        <p:spPr>
          <a:xfrm>
            <a:off x="381000" y="61519"/>
            <a:ext cx="11811000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Autofit/>
          </a:bodyPr>
          <a:lstStyle>
            <a:lvl1pPr>
              <a:defRPr sz="3600" cap="none" baseline="0"/>
            </a:lvl1pPr>
            <a:lvl2pPr>
              <a:defRPr sz="3200" cap="none" baseline="0"/>
            </a:lvl2pPr>
            <a:lvl3pPr>
              <a:defRPr sz="2800" cap="none" baseline="0"/>
            </a:lvl3pPr>
            <a:lvl4pPr>
              <a:defRPr sz="2400" cap="none" baseline="0"/>
            </a:lvl4pPr>
            <a:lvl5pPr>
              <a:defRPr sz="2400" cap="none" baseline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07066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21509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37965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43626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52531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75201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28831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896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91500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45420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78677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90022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89213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61167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9046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4108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91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6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2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8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06024" y="61519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47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381000" y="61519"/>
            <a:ext cx="11125199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3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23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11" Type="http://schemas.openxmlformats.org/officeDocument/2006/relationships/image" Target="../media/image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 APPINVENTOR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sz="2400" kern="1400" spc="-5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05 – ACCESO A TU UBICACION</a:t>
            </a:r>
            <a:endParaRPr lang="es-CL" sz="2400" kern="1400" spc="-5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74ACA-D4BC-485B-985B-829E1C7C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BA8ED9-7B10-41FF-A749-A414E997D4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276553-2A79-437F-B57F-44859817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48106"/>
              </p:ext>
            </p:extLst>
          </p:nvPr>
        </p:nvGraphicFramePr>
        <p:xfrm>
          <a:off x="685799" y="1772960"/>
          <a:ext cx="10515601" cy="399546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999444">
                  <a:extLst>
                    <a:ext uri="{9D8B030D-6E8A-4147-A177-3AD203B41FA5}">
                      <a16:colId xmlns:a16="http://schemas.microsoft.com/office/drawing/2014/main" val="2332767990"/>
                    </a:ext>
                  </a:extLst>
                </a:gridCol>
                <a:gridCol w="8516157">
                  <a:extLst>
                    <a:ext uri="{9D8B030D-6E8A-4147-A177-3AD203B41FA5}">
                      <a16:colId xmlns:a16="http://schemas.microsoft.com/office/drawing/2014/main" val="3367803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Propósito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>
                          <a:solidFill>
                            <a:srgbClr val="000000"/>
                          </a:solidFill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Elaboren una aplicación móvil en el entorno de desarrollo App Inventor con el fin de que tengan una experiencia con los sensores y mecanismos de control que están incorporados en su celular.</a:t>
                      </a:r>
                      <a:endParaRPr lang="es-CL" sz="2000" dirty="0">
                        <a:solidFill>
                          <a:srgbClr val="000000"/>
                        </a:solidFill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3596175"/>
                  </a:ext>
                </a:extLst>
              </a:tr>
              <a:tr h="1936773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Objetivos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MX" sz="1800" b="1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OA 5. 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Desarrollar aplicaciones para dispositivos móviles y para dispositivos provistos de sensores y mecanismos de control.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MX" sz="1800" b="1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OA k. 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Analizar y evaluar el impacto de las tecnologías digitales en contextos sociales, económicos y culturales.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MX" sz="1800" b="1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OA l. 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Conocer tanto los derechos propios como los de los otros, y aplicar estrategias de protección de la información en ambientes digitales.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5054022"/>
                  </a:ext>
                </a:extLst>
              </a:tr>
              <a:tr h="967826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Actitudes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Interesarse por las posibilidades que ofrece la tecnología para el desarrollo intelectual, personal y social del individuo.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60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10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BAD61-B030-478F-9EFC-587E811B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97156"/>
            <a:ext cx="10396882" cy="1151965"/>
          </a:xfrm>
        </p:spPr>
        <p:txBody>
          <a:bodyPr>
            <a:normAutofit/>
          </a:bodyPr>
          <a:lstStyle/>
          <a:p>
            <a:r>
              <a:rPr lang="es-CL" dirty="0"/>
              <a:t>EL DESAFIO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0040E4-F064-42A8-89C3-A1A1F51CB4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6553200" cy="2460351"/>
          </a:xfrm>
        </p:spPr>
        <p:txBody>
          <a:bodyPr/>
          <a:lstStyle/>
          <a:p>
            <a:r>
              <a:rPr lang="es-MX" sz="2400" dirty="0"/>
              <a:t>Construye una aplicación móvil en App Inventor para acceder a la información de tu ubicación actual y que se restablezca cuando ocurra algún evento de desplazamiento del dispositivo móvil, obteniendo el punto de origen y destino, para posteriormente calcular la distancia entre los dos puntos mediante la latitud y la longitud.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CEF3C75-22FB-436B-B139-04E4645D8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1828875"/>
              </p:ext>
            </p:extLst>
          </p:nvPr>
        </p:nvGraphicFramePr>
        <p:xfrm>
          <a:off x="6858000" y="1634846"/>
          <a:ext cx="5207001" cy="3776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áfico 8" descr="Calculadora">
            <a:extLst>
              <a:ext uri="{FF2B5EF4-FFF2-40B4-BE49-F238E27FC236}">
                <a16:creationId xmlns:a16="http://schemas.microsoft.com/office/drawing/2014/main" id="{A47C1833-0876-4359-9F1B-E6DD3164F3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0" y="3162912"/>
            <a:ext cx="720000" cy="720000"/>
          </a:xfrm>
          <a:prstGeom prst="rect">
            <a:avLst/>
          </a:prstGeom>
        </p:spPr>
      </p:pic>
      <p:pic>
        <p:nvPicPr>
          <p:cNvPr id="11" name="Gráfico 10" descr="Gráfico de decisión">
            <a:extLst>
              <a:ext uri="{FF2B5EF4-FFF2-40B4-BE49-F238E27FC236}">
                <a16:creationId xmlns:a16="http://schemas.microsoft.com/office/drawing/2014/main" id="{554CA69F-4D55-41B9-B4B3-C97FB5BDFA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0" y="4523747"/>
            <a:ext cx="720000" cy="720000"/>
          </a:xfrm>
          <a:prstGeom prst="rect">
            <a:avLst/>
          </a:prstGeom>
        </p:spPr>
      </p:pic>
      <p:pic>
        <p:nvPicPr>
          <p:cNvPr id="13" name="Gráfico 12" descr="Cabeza con engranajes">
            <a:extLst>
              <a:ext uri="{FF2B5EF4-FFF2-40B4-BE49-F238E27FC236}">
                <a16:creationId xmlns:a16="http://schemas.microsoft.com/office/drawing/2014/main" id="{835921AD-7775-4A2D-BE0E-33AF23D378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180207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1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>
            <a:noAutofit/>
          </a:bodyPr>
          <a:lstStyle/>
          <a:p>
            <a:pPr lvl="0"/>
            <a:r>
              <a:rPr lang="es-CL" sz="4800" dirty="0"/>
              <a:t>¿Qué sabemos?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1818" y="1981200"/>
            <a:ext cx="6462600" cy="3886200"/>
          </a:xfrm>
        </p:spPr>
        <p:txBody>
          <a:bodyPr/>
          <a:lstStyle/>
          <a:p>
            <a:pPr marL="0" indent="0">
              <a:buNone/>
            </a:pPr>
            <a:r>
              <a:rPr lang="es-MX" sz="2000" dirty="0"/>
              <a:t>La red de GPS tiene un total de 27 satélites orbitando la Tierra, de los cuales se utilizan 24 de forma activa y otros tres funcionan como refuerzo en el caso de que alguno de los activos falle. </a:t>
            </a:r>
          </a:p>
          <a:p>
            <a:pPr marL="0" indent="0">
              <a:buNone/>
            </a:pPr>
            <a:r>
              <a:rPr lang="es-MX" sz="2000" dirty="0"/>
              <a:t>El </a:t>
            </a:r>
            <a:r>
              <a:rPr lang="es-MX" sz="2000" b="1" dirty="0"/>
              <a:t>GPS</a:t>
            </a:r>
            <a:r>
              <a:rPr lang="es-MX" sz="2000" dirty="0"/>
              <a:t> (Global Position </a:t>
            </a:r>
            <a:r>
              <a:rPr lang="es-MX" sz="2000" dirty="0" err="1"/>
              <a:t>System</a:t>
            </a:r>
            <a:r>
              <a:rPr lang="es-MX" sz="2000" dirty="0"/>
              <a:t>) de un móvil se conecta con al menos tres de los satélites que hay cerca de la persona para calcular la posición en la cual se encuentra.</a:t>
            </a:r>
          </a:p>
          <a:p>
            <a:pPr marL="0" indent="0">
              <a:buNone/>
            </a:pPr>
            <a:r>
              <a:rPr lang="es-MX" sz="2000" dirty="0"/>
              <a:t>Para esto, el celular cuenta con un sensor (GPS) que permite obtener los datos sobre la ubicación del dispositivo móvil. </a:t>
            </a:r>
          </a:p>
        </p:txBody>
      </p:sp>
      <p:pic>
        <p:nvPicPr>
          <p:cNvPr id="4" name="Gráfico 3" descr="Cabeza con engranajes">
            <a:extLst>
              <a:ext uri="{FF2B5EF4-FFF2-40B4-BE49-F238E27FC236}">
                <a16:creationId xmlns:a16="http://schemas.microsoft.com/office/drawing/2014/main" id="{DB4A7723-9003-410D-81F6-891123FD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E4A4159-60E4-4522-97F1-B17BA89140C5}"/>
              </a:ext>
            </a:extLst>
          </p:cNvPr>
          <p:cNvSpPr txBox="1"/>
          <p:nvPr/>
        </p:nvSpPr>
        <p:spPr>
          <a:xfrm>
            <a:off x="6096000" y="659390"/>
            <a:ext cx="525780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800" dirty="0"/>
              <a:t>CONOCER LA UBICACIÓN ACTUAL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1ACCA99-A4CF-42B5-985D-830748E89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491" y="2286000"/>
            <a:ext cx="3753374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0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>
            <a:noAutofit/>
          </a:bodyPr>
          <a:lstStyle/>
          <a:p>
            <a:pPr lvl="0"/>
            <a:r>
              <a:rPr lang="es-CL" sz="4800" dirty="0"/>
              <a:t>¿Qué sabemos?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49137" y="1538221"/>
            <a:ext cx="7904663" cy="4387255"/>
          </a:xfrm>
        </p:spPr>
        <p:txBody>
          <a:bodyPr/>
          <a:lstStyle/>
          <a:p>
            <a:pPr marL="0" indent="0">
              <a:buNone/>
            </a:pPr>
            <a:endParaRPr lang="es-MX" sz="2400" dirty="0"/>
          </a:p>
          <a:p>
            <a:pPr marL="0" indent="0">
              <a:buNone/>
            </a:pPr>
            <a:r>
              <a:rPr lang="es-MX" sz="2400" dirty="0"/>
              <a:t>Determina las coordenadas de latitud y longitud de tu posición actual (punto origen).</a:t>
            </a:r>
          </a:p>
          <a:p>
            <a:r>
              <a:rPr lang="es-MX" sz="2400" dirty="0"/>
              <a:t>Desplázate y registra las nuevas coordenadas (punto llegada). Siempre debes conocer las 2 últimas posiciones de tu dispositivo móvil.</a:t>
            </a:r>
          </a:p>
          <a:p>
            <a:r>
              <a:rPr lang="es-MX" sz="2400" dirty="0"/>
              <a:t>Registra las coordenadas del punto de origen y el punto de llegada en una planilla electrónica; esto, para 5 puntos.</a:t>
            </a:r>
          </a:p>
          <a:p>
            <a:r>
              <a:rPr lang="es-MX" sz="2400" dirty="0"/>
              <a:t>Con estos datos, determina la distancia entre ambos puntos, considerando que el posicionamiento es en el globo terráqueo y no en el plano. </a:t>
            </a:r>
          </a:p>
        </p:txBody>
      </p:sp>
      <p:pic>
        <p:nvPicPr>
          <p:cNvPr id="4" name="Gráfico 3" descr="Cabeza con engranajes">
            <a:extLst>
              <a:ext uri="{FF2B5EF4-FFF2-40B4-BE49-F238E27FC236}">
                <a16:creationId xmlns:a16="http://schemas.microsoft.com/office/drawing/2014/main" id="{DB4A7723-9003-410D-81F6-891123FD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E4A4159-60E4-4522-97F1-B17BA89140C5}"/>
              </a:ext>
            </a:extLst>
          </p:cNvPr>
          <p:cNvSpPr txBox="1"/>
          <p:nvPr/>
        </p:nvSpPr>
        <p:spPr>
          <a:xfrm>
            <a:off x="6096000" y="659390"/>
            <a:ext cx="525780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800" dirty="0"/>
              <a:t>CONOCER LA UBICACIÓN ACTUAL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93BF20-155F-4CE6-A323-DCEDBC1A46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6768"/>
          <a:stretch/>
        </p:blipFill>
        <p:spPr>
          <a:xfrm>
            <a:off x="658312" y="1832846"/>
            <a:ext cx="2570663" cy="228710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A815F6-0099-4129-9744-994235F857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908"/>
          <a:stretch/>
        </p:blipFill>
        <p:spPr>
          <a:xfrm>
            <a:off x="658312" y="4096837"/>
            <a:ext cx="2570663" cy="24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6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601" y="354501"/>
            <a:ext cx="8811600" cy="1151965"/>
          </a:xfrm>
        </p:spPr>
        <p:txBody>
          <a:bodyPr/>
          <a:lstStyle/>
          <a:p>
            <a:r>
              <a:rPr lang="es-CL" dirty="0"/>
              <a:t>Variables</a:t>
            </a:r>
          </a:p>
        </p:txBody>
      </p:sp>
      <p:pic>
        <p:nvPicPr>
          <p:cNvPr id="4" name="Gráfico 3" descr="Calculadora">
            <a:extLst>
              <a:ext uri="{FF2B5EF4-FFF2-40B4-BE49-F238E27FC236}">
                <a16:creationId xmlns:a16="http://schemas.microsoft.com/office/drawing/2014/main" id="{8840AF35-DF9F-41A6-94AE-CB6B0AB3E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9527" y="2667000"/>
            <a:ext cx="5687399" cy="2197755"/>
          </a:xfrm>
        </p:spPr>
        <p:txBody>
          <a:bodyPr/>
          <a:lstStyle/>
          <a:p>
            <a:r>
              <a:rPr lang="es-CL" sz="2800" dirty="0"/>
              <a:t>Latitud, Longitud se obtiene Sensor de posición.</a:t>
            </a:r>
          </a:p>
          <a:p>
            <a:r>
              <a:rPr lang="es-CL" sz="2800" dirty="0"/>
              <a:t>Punto A y Punto B, se aplica a los marcadores</a:t>
            </a:r>
          </a:p>
          <a:p>
            <a:r>
              <a:rPr lang="es-CL" sz="2800" dirty="0"/>
              <a:t>Línea de trazo, que calcula la distancia entre A y B</a:t>
            </a:r>
          </a:p>
          <a:p>
            <a:endParaRPr lang="es-CL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27E5E08-47E9-48C9-A107-015512D115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143" t="1" r="2566" b="1952"/>
          <a:stretch/>
        </p:blipFill>
        <p:spPr>
          <a:xfrm>
            <a:off x="7848600" y="188284"/>
            <a:ext cx="3200401" cy="6301360"/>
          </a:xfrm>
          <a:prstGeom prst="rect">
            <a:avLst/>
          </a:prstGeom>
          <a:ln w="57150"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873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EL ALGORITMO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1884" y="2057400"/>
            <a:ext cx="10388232" cy="3615989"/>
          </a:xfrm>
        </p:spPr>
        <p:txBody>
          <a:bodyPr/>
          <a:lstStyle/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Enciende el </a:t>
            </a:r>
            <a:r>
              <a:rPr lang="es-MX" sz="2800" b="1" dirty="0"/>
              <a:t>GPS</a:t>
            </a:r>
            <a:r>
              <a:rPr lang="es-MX" sz="2800" dirty="0"/>
              <a:t>, el cual demora aproximadamente 1 minuto.</a:t>
            </a:r>
            <a:endParaRPr lang="es-MX" sz="2800" b="1" dirty="0"/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Definir el mapa </a:t>
            </a:r>
            <a:r>
              <a:rPr lang="es-MX" sz="2800" b="1" dirty="0"/>
              <a:t>Map1</a:t>
            </a:r>
            <a:r>
              <a:rPr lang="es-MX" sz="2800" dirty="0"/>
              <a:t>y marcadores </a:t>
            </a:r>
            <a:r>
              <a:rPr lang="es-MX" sz="2800" b="1" dirty="0"/>
              <a:t>Marker1</a:t>
            </a:r>
            <a:r>
              <a:rPr lang="es-MX" sz="2800" dirty="0"/>
              <a:t> y </a:t>
            </a:r>
            <a:r>
              <a:rPr lang="es-MX" sz="2800" b="1" dirty="0"/>
              <a:t>Marker2</a:t>
            </a:r>
            <a:r>
              <a:rPr lang="es-MX" sz="2800" dirty="0"/>
              <a:t>.</a:t>
            </a:r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Establece coordenada </a:t>
            </a:r>
            <a:r>
              <a:rPr lang="es-MX" sz="2800" b="1" dirty="0"/>
              <a:t>Marker1</a:t>
            </a:r>
            <a:r>
              <a:rPr lang="es-MX" sz="2800" dirty="0"/>
              <a:t> al iniciar el </a:t>
            </a:r>
            <a:r>
              <a:rPr lang="es-MX" sz="2800" b="1" dirty="0"/>
              <a:t>GPS</a:t>
            </a:r>
            <a:r>
              <a:rPr lang="es-MX" sz="2800" dirty="0"/>
              <a:t>.</a:t>
            </a:r>
            <a:endParaRPr lang="es-MX" sz="2800" b="1" dirty="0"/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Solicitar al usuario que indique un punto en el mapa</a:t>
            </a:r>
            <a:endParaRPr lang="es-CL" sz="2800" dirty="0"/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Establece coordenada del </a:t>
            </a:r>
            <a:r>
              <a:rPr lang="es-MX" sz="2800" b="1" dirty="0"/>
              <a:t>Marker2</a:t>
            </a:r>
            <a:r>
              <a:rPr lang="es-MX" sz="2800" dirty="0"/>
              <a:t>.</a:t>
            </a:r>
            <a:endParaRPr lang="es-MX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Calcula la distancia y enciende </a:t>
            </a:r>
            <a:r>
              <a:rPr lang="es-MX" sz="2800" b="1" dirty="0"/>
              <a:t>LineString1</a:t>
            </a:r>
            <a:r>
              <a:rPr lang="es-MX" sz="2800" dirty="0"/>
              <a:t> </a:t>
            </a:r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s-MX" sz="2800" dirty="0"/>
              <a:t>Imprime la distancia entre </a:t>
            </a:r>
            <a:r>
              <a:rPr lang="es-MX" sz="2800" b="1" dirty="0"/>
              <a:t>Marker1</a:t>
            </a:r>
            <a:r>
              <a:rPr lang="es-MX" sz="2800" dirty="0"/>
              <a:t> y </a:t>
            </a:r>
            <a:r>
              <a:rPr lang="es-MX" sz="2800" b="1" dirty="0"/>
              <a:t>Marker2</a:t>
            </a:r>
            <a:endParaRPr lang="es-CL" sz="2800" dirty="0"/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6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60923" y="3127613"/>
            <a:ext cx="5663263" cy="1151965"/>
          </a:xfrm>
        </p:spPr>
        <p:txBody>
          <a:bodyPr/>
          <a:lstStyle/>
          <a:p>
            <a:r>
              <a:rPr lang="es-CL" dirty="0"/>
              <a:t>Diseño esquema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3C3F7AD-4FD9-4040-A8E0-5D26B5BB1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381" y="167825"/>
            <a:ext cx="3906358" cy="65034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3ADFB7-11ED-45AB-8E9F-1ED3C20C0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4884142"/>
            <a:ext cx="1790950" cy="57158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C04E0680-0EF8-4F97-8C2D-E830421413A7}"/>
              </a:ext>
            </a:extLst>
          </p:cNvPr>
          <p:cNvSpPr txBox="1"/>
          <p:nvPr/>
        </p:nvSpPr>
        <p:spPr>
          <a:xfrm>
            <a:off x="2712691" y="5086390"/>
            <a:ext cx="132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GPS</a:t>
            </a:r>
            <a:endParaRPr lang="es-CL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BE9E022-23D6-4364-93B5-CF22807ADA25}"/>
              </a:ext>
            </a:extLst>
          </p:cNvPr>
          <p:cNvSpPr txBox="1"/>
          <p:nvPr/>
        </p:nvSpPr>
        <p:spPr>
          <a:xfrm>
            <a:off x="2546375" y="2130236"/>
            <a:ext cx="964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Map1</a:t>
            </a:r>
            <a:endParaRPr lang="es-CL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A152D43-769A-484B-AB7B-FEE841434704}"/>
              </a:ext>
            </a:extLst>
          </p:cNvPr>
          <p:cNvSpPr txBox="1"/>
          <p:nvPr/>
        </p:nvSpPr>
        <p:spPr>
          <a:xfrm>
            <a:off x="2478451" y="3050243"/>
            <a:ext cx="132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Marker1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B83BC01-BB52-499D-9248-248B7E7494E7}"/>
              </a:ext>
            </a:extLst>
          </p:cNvPr>
          <p:cNvSpPr txBox="1"/>
          <p:nvPr/>
        </p:nvSpPr>
        <p:spPr>
          <a:xfrm>
            <a:off x="8744223" y="2990926"/>
            <a:ext cx="132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Marker2</a:t>
            </a:r>
            <a:endParaRPr lang="es-CL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F1B4191-BD72-4222-B59D-2A72C1EBBF9E}"/>
              </a:ext>
            </a:extLst>
          </p:cNvPr>
          <p:cNvSpPr txBox="1"/>
          <p:nvPr/>
        </p:nvSpPr>
        <p:spPr>
          <a:xfrm>
            <a:off x="8744223" y="2013466"/>
            <a:ext cx="1606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LineString1</a:t>
            </a:r>
            <a:endParaRPr lang="es-CL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426E756-DAF3-4AFC-906B-BD2944CB3CD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3510392" y="2314902"/>
            <a:ext cx="113780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DD7966A-D07F-48C5-BFCC-6F658FD46151}"/>
              </a:ext>
            </a:extLst>
          </p:cNvPr>
          <p:cNvCxnSpPr>
            <a:cxnSpLocks/>
          </p:cNvCxnSpPr>
          <p:nvPr/>
        </p:nvCxnSpPr>
        <p:spPr>
          <a:xfrm flipV="1">
            <a:off x="3589899" y="2819400"/>
            <a:ext cx="1286901" cy="50048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CFA58654-C2D2-42A3-94C8-6AB963C918E2}"/>
              </a:ext>
            </a:extLst>
          </p:cNvPr>
          <p:cNvCxnSpPr>
            <a:cxnSpLocks/>
          </p:cNvCxnSpPr>
          <p:nvPr/>
        </p:nvCxnSpPr>
        <p:spPr>
          <a:xfrm>
            <a:off x="3459148" y="5257800"/>
            <a:ext cx="1417652" cy="132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DED75C1C-21C0-4FDF-8C42-F603C72A65ED}"/>
              </a:ext>
            </a:extLst>
          </p:cNvPr>
          <p:cNvCxnSpPr>
            <a:cxnSpLocks/>
          </p:cNvCxnSpPr>
          <p:nvPr/>
        </p:nvCxnSpPr>
        <p:spPr>
          <a:xfrm flipH="1">
            <a:off x="6172201" y="2198132"/>
            <a:ext cx="243135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FF89E859-21F6-4630-9A4B-BDF436C10669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5772275" y="2667000"/>
            <a:ext cx="2971948" cy="5085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94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194261" y="3470643"/>
            <a:ext cx="4783540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182A7A3-F364-45BE-BB9F-EE56F44BDC1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9799" y="152400"/>
            <a:ext cx="817043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0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194261" y="3470643"/>
            <a:ext cx="4783540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16AC9A1-8533-42D1-9EBE-205F7376F67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7106" y="921000"/>
            <a:ext cx="8817646" cy="4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75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183" y="117654"/>
            <a:ext cx="4783540" cy="1151965"/>
          </a:xfrm>
        </p:spPr>
        <p:txBody>
          <a:bodyPr/>
          <a:lstStyle/>
          <a:p>
            <a:r>
              <a:rPr lang="es-CL" dirty="0"/>
              <a:t>Diseño Bloques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5D1C7BF-4F36-429B-A2F8-44FCC0A2AD81}"/>
              </a:ext>
            </a:extLst>
          </p:cNvPr>
          <p:cNvGrpSpPr/>
          <p:nvPr/>
        </p:nvGrpSpPr>
        <p:grpSpPr>
          <a:xfrm>
            <a:off x="457200" y="117654"/>
            <a:ext cx="1080000" cy="1080000"/>
            <a:chOff x="672600" y="381000"/>
            <a:chExt cx="1080000" cy="1080000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14268FAE-AFC9-440C-BB59-E1E0DCFF6353}"/>
                </a:ext>
              </a:extLst>
            </p:cNvPr>
            <p:cNvSpPr/>
            <p:nvPr/>
          </p:nvSpPr>
          <p:spPr>
            <a:xfrm>
              <a:off x="672600" y="381000"/>
              <a:ext cx="1080000" cy="1080000"/>
            </a:xfrm>
            <a:prstGeom prst="ellipse">
              <a:avLst/>
            </a:prstGeom>
            <a:solidFill>
              <a:srgbClr val="F7CDBC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5" name="Gráfico 4" descr="Gráfico de decisión">
              <a:extLst>
                <a:ext uri="{FF2B5EF4-FFF2-40B4-BE49-F238E27FC236}">
                  <a16:creationId xmlns:a16="http://schemas.microsoft.com/office/drawing/2014/main" id="{5C1D8617-CC99-496D-8575-193CDEBF5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7510" y="561000"/>
              <a:ext cx="720000" cy="720000"/>
            </a:xfrm>
            <a:prstGeom prst="rect">
              <a:avLst/>
            </a:prstGeom>
          </p:spPr>
        </p:pic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5BAB079A-F06A-48E0-A117-313C89B864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" y="1211618"/>
            <a:ext cx="11002070" cy="54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20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3.xml><?xml version="1.0" encoding="utf-8"?>
<a:theme xmlns:a="http://schemas.openxmlformats.org/drawingml/2006/main" name="2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4.xml><?xml version="1.0" encoding="utf-8"?>
<a:theme xmlns:a="http://schemas.openxmlformats.org/drawingml/2006/main" name="3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2476</TotalTime>
  <Words>503</Words>
  <Application>Microsoft Office PowerPoint</Application>
  <PresentationFormat>Panorámica</PresentationFormat>
  <Paragraphs>49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Calibri Light</vt:lpstr>
      <vt:lpstr>HP Simplified</vt:lpstr>
      <vt:lpstr>Impact</vt:lpstr>
      <vt:lpstr>1_Evento principal</vt:lpstr>
      <vt:lpstr>Evento principal</vt:lpstr>
      <vt:lpstr>2_Evento principal</vt:lpstr>
      <vt:lpstr>3_Evento principal</vt:lpstr>
      <vt:lpstr>MIT APPINVENTOR</vt:lpstr>
      <vt:lpstr>objetivos</vt:lpstr>
      <vt:lpstr>EL DESAFIO</vt:lpstr>
      <vt:lpstr>¿Qué sabemos?</vt:lpstr>
      <vt:lpstr>¿Qué sabemos?</vt:lpstr>
      <vt:lpstr>Variables</vt:lpstr>
      <vt:lpstr>EL ALGORITMO</vt:lpstr>
      <vt:lpstr>Diseño esquema</vt:lpstr>
      <vt:lpstr>Diseño Bloques</vt:lpstr>
      <vt:lpstr>Diseño Bloques</vt:lpstr>
      <vt:lpstr>Diseño Bloques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 AppInventor</dc:title>
  <dc:creator>Rolando E. Montero A.</dc:creator>
  <cp:lastModifiedBy>Rolando E. Montero A.</cp:lastModifiedBy>
  <cp:revision>99</cp:revision>
  <dcterms:created xsi:type="dcterms:W3CDTF">2020-07-09T09:00:48Z</dcterms:created>
  <dcterms:modified xsi:type="dcterms:W3CDTF">2020-11-11T11:55:20Z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