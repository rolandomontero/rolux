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 id="2147483769" r:id="rId2"/>
    <p:sldMasterId id="2147483787" r:id="rId3"/>
    <p:sldMasterId id="2147483805" r:id="rId4"/>
  </p:sldMasterIdLst>
  <p:sldIdLst>
    <p:sldId id="305" r:id="rId5"/>
    <p:sldId id="306" r:id="rId6"/>
    <p:sldId id="319" r:id="rId7"/>
    <p:sldId id="308" r:id="rId8"/>
    <p:sldId id="313" r:id="rId9"/>
    <p:sldId id="310" r:id="rId10"/>
    <p:sldId id="315" r:id="rId11"/>
    <p:sldId id="309" r:id="rId12"/>
    <p:sldId id="321" r:id="rId13"/>
    <p:sldId id="322" r:id="rId14"/>
    <p:sldId id="323" r:id="rId15"/>
    <p:sldId id="324" r:id="rId16"/>
    <p:sldId id="325" r:id="rId17"/>
    <p:sldId id="326" r:id="rId18"/>
    <p:sldId id="329" r:id="rId19"/>
    <p:sldId id="327" r:id="rId20"/>
    <p:sldId id="328" r:id="rId2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4A4B"/>
    <a:srgbClr val="F7CDBC"/>
    <a:srgbClr val="EE8011"/>
    <a:srgbClr val="FFF2CC"/>
    <a:srgbClr val="1863AF"/>
    <a:srgbClr val="E5FFE5"/>
    <a:srgbClr val="5D4BCE"/>
    <a:srgbClr val="CFA561"/>
    <a:srgbClr val="CCB2FF"/>
    <a:srgbClr val="9D6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F95CA-920E-483C-8B94-477AFBEA1CA1}" v="113" dt="2020-10-29T13:29:47.0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727" autoAdjust="0"/>
  </p:normalViewPr>
  <p:slideViewPr>
    <p:cSldViewPr>
      <p:cViewPr varScale="1">
        <p:scale>
          <a:sx n="69" d="100"/>
          <a:sy n="69" d="100"/>
        </p:scale>
        <p:origin x="696" y="72"/>
      </p:cViewPr>
      <p:guideLst>
        <p:guide orient="horz" pos="1968"/>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lando E. Montero A." userId="db44b2c1daed2876" providerId="LiveId" clId="{313F95CA-920E-483C-8B94-477AFBEA1CA1}"/>
    <pc:docChg chg="undo custSel addSld delSld modSld sldOrd">
      <pc:chgData name="Rolando E. Montero A." userId="db44b2c1daed2876" providerId="LiveId" clId="{313F95CA-920E-483C-8B94-477AFBEA1CA1}" dt="2020-11-02T01:54:44.223" v="1320" actId="20577"/>
      <pc:docMkLst>
        <pc:docMk/>
      </pc:docMkLst>
      <pc:sldChg chg="del">
        <pc:chgData name="Rolando E. Montero A." userId="db44b2c1daed2876" providerId="LiveId" clId="{313F95CA-920E-483C-8B94-477AFBEA1CA1}" dt="2020-10-29T12:32:20.692" v="341" actId="47"/>
        <pc:sldMkLst>
          <pc:docMk/>
          <pc:sldMk cId="1726479055" sldId="257"/>
        </pc:sldMkLst>
      </pc:sldChg>
      <pc:sldChg chg="del">
        <pc:chgData name="Rolando E. Montero A." userId="db44b2c1daed2876" providerId="LiveId" clId="{313F95CA-920E-483C-8B94-477AFBEA1CA1}" dt="2020-10-29T12:32:23.382" v="342" actId="47"/>
        <pc:sldMkLst>
          <pc:docMk/>
          <pc:sldMk cId="4192240997" sldId="258"/>
        </pc:sldMkLst>
      </pc:sldChg>
      <pc:sldChg chg="modSp mod">
        <pc:chgData name="Rolando E. Montero A." userId="db44b2c1daed2876" providerId="LiveId" clId="{313F95CA-920E-483C-8B94-477AFBEA1CA1}" dt="2020-11-02T01:54:44.223" v="1320" actId="20577"/>
        <pc:sldMkLst>
          <pc:docMk/>
          <pc:sldMk cId="191823659" sldId="305"/>
        </pc:sldMkLst>
        <pc:spChg chg="mod">
          <ac:chgData name="Rolando E. Montero A." userId="db44b2c1daed2876" providerId="LiveId" clId="{313F95CA-920E-483C-8B94-477AFBEA1CA1}" dt="2020-10-29T12:09:26.442" v="14" actId="20577"/>
          <ac:spMkLst>
            <pc:docMk/>
            <pc:sldMk cId="191823659" sldId="305"/>
            <ac:spMk id="4" creationId="{4B9814E9-AA5A-44D6-AC60-BAD70EFEA632}"/>
          </ac:spMkLst>
        </pc:spChg>
        <pc:spChg chg="mod">
          <ac:chgData name="Rolando E. Montero A." userId="db44b2c1daed2876" providerId="LiveId" clId="{313F95CA-920E-483C-8B94-477AFBEA1CA1}" dt="2020-11-02T01:54:44.223" v="1320" actId="20577"/>
          <ac:spMkLst>
            <pc:docMk/>
            <pc:sldMk cId="191823659" sldId="305"/>
            <ac:spMk id="5" creationId="{518F2013-4D40-4305-9C6C-77B2D54E2670}"/>
          </ac:spMkLst>
        </pc:spChg>
      </pc:sldChg>
      <pc:sldChg chg="modSp mod">
        <pc:chgData name="Rolando E. Montero A." userId="db44b2c1daed2876" providerId="LiveId" clId="{313F95CA-920E-483C-8B94-477AFBEA1CA1}" dt="2020-10-29T12:31:39.411" v="314" actId="20577"/>
        <pc:sldMkLst>
          <pc:docMk/>
          <pc:sldMk cId="2400105456" sldId="306"/>
        </pc:sldMkLst>
        <pc:graphicFrameChg chg="modGraphic">
          <ac:chgData name="Rolando E. Montero A." userId="db44b2c1daed2876" providerId="LiveId" clId="{313F95CA-920E-483C-8B94-477AFBEA1CA1}" dt="2020-10-29T12:31:39.411" v="314" actId="20577"/>
          <ac:graphicFrameMkLst>
            <pc:docMk/>
            <pc:sldMk cId="2400105456" sldId="306"/>
            <ac:graphicFrameMk id="4" creationId="{C8276553-2A79-437F-B57F-448598174CD7}"/>
          </ac:graphicFrameMkLst>
        </pc:graphicFrameChg>
      </pc:sldChg>
      <pc:sldChg chg="modSp mod">
        <pc:chgData name="Rolando E. Montero A." userId="db44b2c1daed2876" providerId="LiveId" clId="{313F95CA-920E-483C-8B94-477AFBEA1CA1}" dt="2020-10-29T12:29:43.646" v="204" actId="6549"/>
        <pc:sldMkLst>
          <pc:docMk/>
          <pc:sldMk cId="1154411732" sldId="308"/>
        </pc:sldMkLst>
        <pc:spChg chg="mod">
          <ac:chgData name="Rolando E. Montero A." userId="db44b2c1daed2876" providerId="LiveId" clId="{313F95CA-920E-483C-8B94-477AFBEA1CA1}" dt="2020-10-29T12:26:54.061" v="66" actId="20577"/>
          <ac:spMkLst>
            <pc:docMk/>
            <pc:sldMk cId="1154411732" sldId="308"/>
            <ac:spMk id="2" creationId="{4BEBAD61-B030-478F-9EFC-587E811BE169}"/>
          </ac:spMkLst>
        </pc:spChg>
        <pc:spChg chg="mod">
          <ac:chgData name="Rolando E. Montero A." userId="db44b2c1daed2876" providerId="LiveId" clId="{313F95CA-920E-483C-8B94-477AFBEA1CA1}" dt="2020-10-29T12:29:43.646" v="204" actId="6549"/>
          <ac:spMkLst>
            <pc:docMk/>
            <pc:sldMk cId="1154411732" sldId="308"/>
            <ac:spMk id="3" creationId="{490040E4-F064-42A8-89C3-A1A1F51CB4FA}"/>
          </ac:spMkLst>
        </pc:spChg>
      </pc:sldChg>
      <pc:sldChg chg="modSp add del mod">
        <pc:chgData name="Rolando E. Montero A." userId="db44b2c1daed2876" providerId="LiveId" clId="{313F95CA-920E-483C-8B94-477AFBEA1CA1}" dt="2020-10-29T13:03:33.398" v="843" actId="2696"/>
        <pc:sldMkLst>
          <pc:docMk/>
          <pc:sldMk cId="2474666180" sldId="309"/>
        </pc:sldMkLst>
        <pc:spChg chg="mod">
          <ac:chgData name="Rolando E. Montero A." userId="db44b2c1daed2876" providerId="LiveId" clId="{313F95CA-920E-483C-8B94-477AFBEA1CA1}" dt="2020-10-29T13:02:54.815" v="839" actId="20577"/>
          <ac:spMkLst>
            <pc:docMk/>
            <pc:sldMk cId="2474666180" sldId="309"/>
            <ac:spMk id="3" creationId="{3B87B0A5-F419-4834-9784-E1D4934CE3AE}"/>
          </ac:spMkLst>
        </pc:spChg>
      </pc:sldChg>
      <pc:sldChg chg="addSp delSp modSp mod setBg">
        <pc:chgData name="Rolando E. Montero A." userId="db44b2c1daed2876" providerId="LiveId" clId="{313F95CA-920E-483C-8B94-477AFBEA1CA1}" dt="2020-10-29T12:54:51.414" v="584" actId="1076"/>
        <pc:sldMkLst>
          <pc:docMk/>
          <pc:sldMk cId="322873346" sldId="310"/>
        </pc:sldMkLst>
        <pc:spChg chg="mod ord">
          <ac:chgData name="Rolando E. Montero A." userId="db44b2c1daed2876" providerId="LiveId" clId="{313F95CA-920E-483C-8B94-477AFBEA1CA1}" dt="2020-10-29T12:54:24.078" v="578" actId="1076"/>
          <ac:spMkLst>
            <pc:docMk/>
            <pc:sldMk cId="322873346" sldId="310"/>
            <ac:spMk id="3" creationId="{3B87B0A5-F419-4834-9784-E1D4934CE3AE}"/>
          </ac:spMkLst>
        </pc:spChg>
        <pc:spChg chg="del">
          <ac:chgData name="Rolando E. Montero A." userId="db44b2c1daed2876" providerId="LiveId" clId="{313F95CA-920E-483C-8B94-477AFBEA1CA1}" dt="2020-10-29T12:49:03.722" v="526" actId="478"/>
          <ac:spMkLst>
            <pc:docMk/>
            <pc:sldMk cId="322873346" sldId="310"/>
            <ac:spMk id="7" creationId="{5BD8C6F3-0267-4B5B-B6FE-C3022FA808CA}"/>
          </ac:spMkLst>
        </pc:spChg>
        <pc:spChg chg="add del mod">
          <ac:chgData name="Rolando E. Montero A." userId="db44b2c1daed2876" providerId="LiveId" clId="{313F95CA-920E-483C-8B94-477AFBEA1CA1}" dt="2020-10-29T12:54:03.627" v="575" actId="14100"/>
          <ac:spMkLst>
            <pc:docMk/>
            <pc:sldMk cId="322873346" sldId="310"/>
            <ac:spMk id="9" creationId="{82781D17-3433-4129-B4CF-5D87EF05C8BA}"/>
          </ac:spMkLst>
        </pc:spChg>
        <pc:spChg chg="add del mod">
          <ac:chgData name="Rolando E. Montero A." userId="db44b2c1daed2876" providerId="LiveId" clId="{313F95CA-920E-483C-8B94-477AFBEA1CA1}" dt="2020-10-29T12:48:24.172" v="439"/>
          <ac:spMkLst>
            <pc:docMk/>
            <pc:sldMk cId="322873346" sldId="310"/>
            <ac:spMk id="13" creationId="{15E4C1B0-BF8D-4CF6-AC58-D56D53A209C1}"/>
          </ac:spMkLst>
        </pc:spChg>
        <pc:spChg chg="add del mod">
          <ac:chgData name="Rolando E. Montero A." userId="db44b2c1daed2876" providerId="LiveId" clId="{313F95CA-920E-483C-8B94-477AFBEA1CA1}" dt="2020-10-29T12:48:24.172" v="439"/>
          <ac:spMkLst>
            <pc:docMk/>
            <pc:sldMk cId="322873346" sldId="310"/>
            <ac:spMk id="14" creationId="{0A64B43B-522A-429A-861B-58011A9CA9E9}"/>
          </ac:spMkLst>
        </pc:spChg>
        <pc:spChg chg="add del mod">
          <ac:chgData name="Rolando E. Montero A." userId="db44b2c1daed2876" providerId="LiveId" clId="{313F95CA-920E-483C-8B94-477AFBEA1CA1}" dt="2020-10-29T12:48:24.172" v="439"/>
          <ac:spMkLst>
            <pc:docMk/>
            <pc:sldMk cId="322873346" sldId="310"/>
            <ac:spMk id="15" creationId="{03461FBD-97B1-4E0B-AF45-80A7DBC365AB}"/>
          </ac:spMkLst>
        </pc:spChg>
        <pc:spChg chg="add del mod">
          <ac:chgData name="Rolando E. Montero A." userId="db44b2c1daed2876" providerId="LiveId" clId="{313F95CA-920E-483C-8B94-477AFBEA1CA1}" dt="2020-10-29T12:48:24.172" v="439"/>
          <ac:spMkLst>
            <pc:docMk/>
            <pc:sldMk cId="322873346" sldId="310"/>
            <ac:spMk id="16" creationId="{66E9A5C2-FACA-4941-A15F-55C1835004B4}"/>
          </ac:spMkLst>
        </pc:spChg>
        <pc:spChg chg="add del mod">
          <ac:chgData name="Rolando E. Montero A." userId="db44b2c1daed2876" providerId="LiveId" clId="{313F95CA-920E-483C-8B94-477AFBEA1CA1}" dt="2020-10-29T12:48:24.172" v="439"/>
          <ac:spMkLst>
            <pc:docMk/>
            <pc:sldMk cId="322873346" sldId="310"/>
            <ac:spMk id="17" creationId="{ABFCA6F4-CAAF-4849-B873-622A093DE4D7}"/>
          </ac:spMkLst>
        </pc:spChg>
        <pc:spChg chg="add del mod">
          <ac:chgData name="Rolando E. Montero A." userId="db44b2c1daed2876" providerId="LiveId" clId="{313F95CA-920E-483C-8B94-477AFBEA1CA1}" dt="2020-10-29T12:48:24.172" v="439"/>
          <ac:spMkLst>
            <pc:docMk/>
            <pc:sldMk cId="322873346" sldId="310"/>
            <ac:spMk id="18" creationId="{CCE96011-3E1E-4E29-B0BA-57D6A9F16DE7}"/>
          </ac:spMkLst>
        </pc:spChg>
        <pc:spChg chg="add del mod">
          <ac:chgData name="Rolando E. Montero A." userId="db44b2c1daed2876" providerId="LiveId" clId="{313F95CA-920E-483C-8B94-477AFBEA1CA1}" dt="2020-10-29T12:48:24.172" v="439"/>
          <ac:spMkLst>
            <pc:docMk/>
            <pc:sldMk cId="322873346" sldId="310"/>
            <ac:spMk id="19" creationId="{B6411DB9-B256-40BA-BAF9-453D30A7F567}"/>
          </ac:spMkLst>
        </pc:spChg>
        <pc:spChg chg="add mod">
          <ac:chgData name="Rolando E. Montero A." userId="db44b2c1daed2876" providerId="LiveId" clId="{313F95CA-920E-483C-8B94-477AFBEA1CA1}" dt="2020-10-29T12:54:51.414" v="584" actId="1076"/>
          <ac:spMkLst>
            <pc:docMk/>
            <pc:sldMk cId="322873346" sldId="310"/>
            <ac:spMk id="23" creationId="{62F11818-B45D-4FEF-A360-0D5460582159}"/>
          </ac:spMkLst>
        </pc:spChg>
        <pc:grpChg chg="add mod">
          <ac:chgData name="Rolando E. Montero A." userId="db44b2c1daed2876" providerId="LiveId" clId="{313F95CA-920E-483C-8B94-477AFBEA1CA1}" dt="2020-10-29T12:54:00.524" v="573" actId="1076"/>
          <ac:grpSpMkLst>
            <pc:docMk/>
            <pc:sldMk cId="322873346" sldId="310"/>
            <ac:grpSpMk id="20" creationId="{30884DFF-D8B0-4B27-82ED-96689289C416}"/>
          </ac:grpSpMkLst>
        </pc:grpChg>
        <pc:picChg chg="del">
          <ac:chgData name="Rolando E. Montero A." userId="db44b2c1daed2876" providerId="LiveId" clId="{313F95CA-920E-483C-8B94-477AFBEA1CA1}" dt="2020-10-29T12:39:34.657" v="400" actId="478"/>
          <ac:picMkLst>
            <pc:docMk/>
            <pc:sldMk cId="322873346" sldId="310"/>
            <ac:picMk id="8" creationId="{444B40F3-20A1-4420-A4E2-D945CA823AA4}"/>
          </ac:picMkLst>
        </pc:picChg>
        <pc:picChg chg="add mod">
          <ac:chgData name="Rolando E. Montero A." userId="db44b2c1daed2876" providerId="LiveId" clId="{313F95CA-920E-483C-8B94-477AFBEA1CA1}" dt="2020-10-29T12:49:09.770" v="527" actId="164"/>
          <ac:picMkLst>
            <pc:docMk/>
            <pc:sldMk cId="322873346" sldId="310"/>
            <ac:picMk id="10" creationId="{D5939EF5-0BB7-49CA-AF56-4CFF1F5C39E6}"/>
          </ac:picMkLst>
        </pc:picChg>
        <pc:picChg chg="add mod">
          <ac:chgData name="Rolando E. Montero A." userId="db44b2c1daed2876" providerId="LiveId" clId="{313F95CA-920E-483C-8B94-477AFBEA1CA1}" dt="2020-10-29T12:49:09.770" v="527" actId="164"/>
          <ac:picMkLst>
            <pc:docMk/>
            <pc:sldMk cId="322873346" sldId="310"/>
            <ac:picMk id="12" creationId="{27A0E401-E0D2-4146-9CC9-316E0E915D07}"/>
          </ac:picMkLst>
        </pc:picChg>
        <pc:picChg chg="add del">
          <ac:chgData name="Rolando E. Montero A." userId="db44b2c1daed2876" providerId="LiveId" clId="{313F95CA-920E-483C-8B94-477AFBEA1CA1}" dt="2020-10-29T12:41:47.910" v="407" actId="478"/>
          <ac:picMkLst>
            <pc:docMk/>
            <pc:sldMk cId="322873346" sldId="310"/>
            <ac:picMk id="2050" creationId="{71C863CA-3797-460F-8925-BD259B3D8DC4}"/>
          </ac:picMkLst>
        </pc:picChg>
      </pc:sldChg>
      <pc:sldChg chg="addSp delSp modSp mod modAnim">
        <pc:chgData name="Rolando E. Montero A." userId="db44b2c1daed2876" providerId="LiveId" clId="{313F95CA-920E-483C-8B94-477AFBEA1CA1}" dt="2020-10-29T12:46:28.395" v="426" actId="1076"/>
        <pc:sldMkLst>
          <pc:docMk/>
          <pc:sldMk cId="599202311" sldId="313"/>
        </pc:sldMkLst>
        <pc:spChg chg="mod">
          <ac:chgData name="Rolando E. Montero A." userId="db44b2c1daed2876" providerId="LiveId" clId="{313F95CA-920E-483C-8B94-477AFBEA1CA1}" dt="2020-10-29T12:38:33.476" v="393" actId="1076"/>
          <ac:spMkLst>
            <pc:docMk/>
            <pc:sldMk cId="599202311" sldId="313"/>
            <ac:spMk id="3" creationId="{3B87B0A5-F419-4834-9784-E1D4934CE3AE}"/>
          </ac:spMkLst>
        </pc:spChg>
        <pc:spChg chg="add mod">
          <ac:chgData name="Rolando E. Montero A." userId="db44b2c1daed2876" providerId="LiveId" clId="{313F95CA-920E-483C-8B94-477AFBEA1CA1}" dt="2020-10-29T12:38:51.342" v="397" actId="1582"/>
          <ac:spMkLst>
            <pc:docMk/>
            <pc:sldMk cId="599202311" sldId="313"/>
            <ac:spMk id="8" creationId="{8E4A4159-60E4-4522-97F1-B17BA89140C5}"/>
          </ac:spMkLst>
        </pc:spChg>
        <pc:spChg chg="del">
          <ac:chgData name="Rolando E. Montero A." userId="db44b2c1daed2876" providerId="LiveId" clId="{313F95CA-920E-483C-8B94-477AFBEA1CA1}" dt="2020-10-29T12:33:47.871" v="347" actId="478"/>
          <ac:spMkLst>
            <pc:docMk/>
            <pc:sldMk cId="599202311" sldId="313"/>
            <ac:spMk id="10" creationId="{EDAF21E9-0538-41F4-96B2-539AEF526742}"/>
          </ac:spMkLst>
        </pc:spChg>
        <pc:spChg chg="mod topLvl">
          <ac:chgData name="Rolando E. Montero A." userId="db44b2c1daed2876" providerId="LiveId" clId="{313F95CA-920E-483C-8B94-477AFBEA1CA1}" dt="2020-10-29T12:38:25.687" v="392" actId="338"/>
          <ac:spMkLst>
            <pc:docMk/>
            <pc:sldMk cId="599202311" sldId="313"/>
            <ac:spMk id="11" creationId="{85238B18-7E46-4711-8B24-E08C59261AF4}"/>
          </ac:spMkLst>
        </pc:spChg>
        <pc:spChg chg="mod topLvl">
          <ac:chgData name="Rolando E. Montero A." userId="db44b2c1daed2876" providerId="LiveId" clId="{313F95CA-920E-483C-8B94-477AFBEA1CA1}" dt="2020-10-29T12:38:25.687" v="392" actId="338"/>
          <ac:spMkLst>
            <pc:docMk/>
            <pc:sldMk cId="599202311" sldId="313"/>
            <ac:spMk id="12" creationId="{E45E13F3-8FA6-4E27-A5D0-2B16DA51E1B7}"/>
          </ac:spMkLst>
        </pc:spChg>
        <pc:spChg chg="mod topLvl">
          <ac:chgData name="Rolando E. Montero A." userId="db44b2c1daed2876" providerId="LiveId" clId="{313F95CA-920E-483C-8B94-477AFBEA1CA1}" dt="2020-10-29T12:38:25.687" v="392" actId="338"/>
          <ac:spMkLst>
            <pc:docMk/>
            <pc:sldMk cId="599202311" sldId="313"/>
            <ac:spMk id="17" creationId="{EDA2BE1E-9891-4E1C-A612-E6B061375BED}"/>
          </ac:spMkLst>
        </pc:spChg>
        <pc:spChg chg="mod topLvl">
          <ac:chgData name="Rolando E. Montero A." userId="db44b2c1daed2876" providerId="LiveId" clId="{313F95CA-920E-483C-8B94-477AFBEA1CA1}" dt="2020-10-29T12:38:25.687" v="392" actId="338"/>
          <ac:spMkLst>
            <pc:docMk/>
            <pc:sldMk cId="599202311" sldId="313"/>
            <ac:spMk id="18" creationId="{A83C80FE-B640-45EF-A11D-3F6F16F03E05}"/>
          </ac:spMkLst>
        </pc:spChg>
        <pc:spChg chg="mod topLvl">
          <ac:chgData name="Rolando E. Montero A." userId="db44b2c1daed2876" providerId="LiveId" clId="{313F95CA-920E-483C-8B94-477AFBEA1CA1}" dt="2020-10-29T12:38:25.687" v="392" actId="338"/>
          <ac:spMkLst>
            <pc:docMk/>
            <pc:sldMk cId="599202311" sldId="313"/>
            <ac:spMk id="19" creationId="{4C15EC4E-29BA-4A0D-B64E-2C9F42A3B00D}"/>
          </ac:spMkLst>
        </pc:spChg>
        <pc:spChg chg="mod topLvl">
          <ac:chgData name="Rolando E. Montero A." userId="db44b2c1daed2876" providerId="LiveId" clId="{313F95CA-920E-483C-8B94-477AFBEA1CA1}" dt="2020-10-29T12:38:25.687" v="392" actId="338"/>
          <ac:spMkLst>
            <pc:docMk/>
            <pc:sldMk cId="599202311" sldId="313"/>
            <ac:spMk id="20" creationId="{91CDEC0E-4469-4670-B987-C9255D484AFF}"/>
          </ac:spMkLst>
        </pc:spChg>
        <pc:spChg chg="mod topLvl">
          <ac:chgData name="Rolando E. Montero A." userId="db44b2c1daed2876" providerId="LiveId" clId="{313F95CA-920E-483C-8B94-477AFBEA1CA1}" dt="2020-10-29T12:38:25.687" v="392" actId="338"/>
          <ac:spMkLst>
            <pc:docMk/>
            <pc:sldMk cId="599202311" sldId="313"/>
            <ac:spMk id="21" creationId="{FC5B21BD-6997-448F-A586-B8997C713147}"/>
          </ac:spMkLst>
        </pc:spChg>
        <pc:spChg chg="mod topLvl">
          <ac:chgData name="Rolando E. Montero A." userId="db44b2c1daed2876" providerId="LiveId" clId="{313F95CA-920E-483C-8B94-477AFBEA1CA1}" dt="2020-10-29T12:38:25.687" v="392" actId="338"/>
          <ac:spMkLst>
            <pc:docMk/>
            <pc:sldMk cId="599202311" sldId="313"/>
            <ac:spMk id="22" creationId="{8375F75E-F4B8-4BEC-850A-038BE4B5420F}"/>
          </ac:spMkLst>
        </pc:spChg>
        <pc:spChg chg="mod topLvl">
          <ac:chgData name="Rolando E. Montero A." userId="db44b2c1daed2876" providerId="LiveId" clId="{313F95CA-920E-483C-8B94-477AFBEA1CA1}" dt="2020-10-29T12:38:25.687" v="392" actId="338"/>
          <ac:spMkLst>
            <pc:docMk/>
            <pc:sldMk cId="599202311" sldId="313"/>
            <ac:spMk id="23" creationId="{88B42560-275C-42A7-B041-BC4AEFFFEC8C}"/>
          </ac:spMkLst>
        </pc:spChg>
        <pc:spChg chg="mod topLvl">
          <ac:chgData name="Rolando E. Montero A." userId="db44b2c1daed2876" providerId="LiveId" clId="{313F95CA-920E-483C-8B94-477AFBEA1CA1}" dt="2020-10-29T12:38:25.687" v="392" actId="338"/>
          <ac:spMkLst>
            <pc:docMk/>
            <pc:sldMk cId="599202311" sldId="313"/>
            <ac:spMk id="24" creationId="{D807A86D-83AF-4301-9684-665067E42115}"/>
          </ac:spMkLst>
        </pc:spChg>
        <pc:spChg chg="mod topLvl">
          <ac:chgData name="Rolando E. Montero A." userId="db44b2c1daed2876" providerId="LiveId" clId="{313F95CA-920E-483C-8B94-477AFBEA1CA1}" dt="2020-10-29T12:38:25.687" v="392" actId="338"/>
          <ac:spMkLst>
            <pc:docMk/>
            <pc:sldMk cId="599202311" sldId="313"/>
            <ac:spMk id="25" creationId="{6CB7FB39-6E16-4872-9A34-3E3650157101}"/>
          </ac:spMkLst>
        </pc:spChg>
        <pc:spChg chg="mod topLvl">
          <ac:chgData name="Rolando E. Montero A." userId="db44b2c1daed2876" providerId="LiveId" clId="{313F95CA-920E-483C-8B94-477AFBEA1CA1}" dt="2020-10-29T12:38:25.687" v="392" actId="338"/>
          <ac:spMkLst>
            <pc:docMk/>
            <pc:sldMk cId="599202311" sldId="313"/>
            <ac:spMk id="26" creationId="{D122D2F5-DC71-4629-AA52-F96710777EE3}"/>
          </ac:spMkLst>
        </pc:spChg>
        <pc:spChg chg="mod topLvl">
          <ac:chgData name="Rolando E. Montero A." userId="db44b2c1daed2876" providerId="LiveId" clId="{313F95CA-920E-483C-8B94-477AFBEA1CA1}" dt="2020-10-29T12:38:25.687" v="392" actId="338"/>
          <ac:spMkLst>
            <pc:docMk/>
            <pc:sldMk cId="599202311" sldId="313"/>
            <ac:spMk id="27" creationId="{64140793-3C58-49BD-9151-862B1011BAED}"/>
          </ac:spMkLst>
        </pc:spChg>
        <pc:spChg chg="mod topLvl">
          <ac:chgData name="Rolando E. Montero A." userId="db44b2c1daed2876" providerId="LiveId" clId="{313F95CA-920E-483C-8B94-477AFBEA1CA1}" dt="2020-10-29T12:38:25.687" v="392" actId="338"/>
          <ac:spMkLst>
            <pc:docMk/>
            <pc:sldMk cId="599202311" sldId="313"/>
            <ac:spMk id="28" creationId="{2B93204B-EB12-40F3-B3BD-B739ED690874}"/>
          </ac:spMkLst>
        </pc:spChg>
        <pc:spChg chg="mod topLvl">
          <ac:chgData name="Rolando E. Montero A." userId="db44b2c1daed2876" providerId="LiveId" clId="{313F95CA-920E-483C-8B94-477AFBEA1CA1}" dt="2020-10-29T12:38:25.687" v="392" actId="338"/>
          <ac:spMkLst>
            <pc:docMk/>
            <pc:sldMk cId="599202311" sldId="313"/>
            <ac:spMk id="29" creationId="{1B2E771A-6C2C-4C35-86A8-70171F0ADD0B}"/>
          </ac:spMkLst>
        </pc:spChg>
        <pc:spChg chg="mod topLvl">
          <ac:chgData name="Rolando E. Montero A." userId="db44b2c1daed2876" providerId="LiveId" clId="{313F95CA-920E-483C-8B94-477AFBEA1CA1}" dt="2020-10-29T12:38:25.687" v="392" actId="338"/>
          <ac:spMkLst>
            <pc:docMk/>
            <pc:sldMk cId="599202311" sldId="313"/>
            <ac:spMk id="30" creationId="{6811B1AF-89C1-4A2B-B11E-17B1E60629C4}"/>
          </ac:spMkLst>
        </pc:spChg>
        <pc:spChg chg="mod topLvl">
          <ac:chgData name="Rolando E. Montero A." userId="db44b2c1daed2876" providerId="LiveId" clId="{313F95CA-920E-483C-8B94-477AFBEA1CA1}" dt="2020-10-29T12:38:25.687" v="392" actId="338"/>
          <ac:spMkLst>
            <pc:docMk/>
            <pc:sldMk cId="599202311" sldId="313"/>
            <ac:spMk id="32" creationId="{C6799902-BDA3-4BAC-B5B2-AE3312CA2AC8}"/>
          </ac:spMkLst>
        </pc:spChg>
        <pc:spChg chg="mod topLvl">
          <ac:chgData name="Rolando E. Montero A." userId="db44b2c1daed2876" providerId="LiveId" clId="{313F95CA-920E-483C-8B94-477AFBEA1CA1}" dt="2020-10-29T12:38:25.687" v="392" actId="338"/>
          <ac:spMkLst>
            <pc:docMk/>
            <pc:sldMk cId="599202311" sldId="313"/>
            <ac:spMk id="33" creationId="{6C5AFCBD-017D-483B-B673-CB6440BBC72B}"/>
          </ac:spMkLst>
        </pc:spChg>
        <pc:spChg chg="mod topLvl">
          <ac:chgData name="Rolando E. Montero A." userId="db44b2c1daed2876" providerId="LiveId" clId="{313F95CA-920E-483C-8B94-477AFBEA1CA1}" dt="2020-10-29T12:38:25.687" v="392" actId="338"/>
          <ac:spMkLst>
            <pc:docMk/>
            <pc:sldMk cId="599202311" sldId="313"/>
            <ac:spMk id="34" creationId="{26532D17-F3CF-40E5-A229-C1FEB0A1772D}"/>
          </ac:spMkLst>
        </pc:spChg>
        <pc:spChg chg="mod topLvl">
          <ac:chgData name="Rolando E. Montero A." userId="db44b2c1daed2876" providerId="LiveId" clId="{313F95CA-920E-483C-8B94-477AFBEA1CA1}" dt="2020-10-29T12:38:25.687" v="392" actId="338"/>
          <ac:spMkLst>
            <pc:docMk/>
            <pc:sldMk cId="599202311" sldId="313"/>
            <ac:spMk id="35" creationId="{0360C263-E0FB-47D8-8F8F-CE23A294B446}"/>
          </ac:spMkLst>
        </pc:spChg>
        <pc:spChg chg="mod topLvl">
          <ac:chgData name="Rolando E. Montero A." userId="db44b2c1daed2876" providerId="LiveId" clId="{313F95CA-920E-483C-8B94-477AFBEA1CA1}" dt="2020-10-29T12:38:25.687" v="392" actId="338"/>
          <ac:spMkLst>
            <pc:docMk/>
            <pc:sldMk cId="599202311" sldId="313"/>
            <ac:spMk id="36" creationId="{9372E138-0CD8-4032-9138-3DA987FC2B21}"/>
          </ac:spMkLst>
        </pc:spChg>
        <pc:spChg chg="mod topLvl">
          <ac:chgData name="Rolando E. Montero A." userId="db44b2c1daed2876" providerId="LiveId" clId="{313F95CA-920E-483C-8B94-477AFBEA1CA1}" dt="2020-10-29T12:38:25.687" v="392" actId="338"/>
          <ac:spMkLst>
            <pc:docMk/>
            <pc:sldMk cId="599202311" sldId="313"/>
            <ac:spMk id="38" creationId="{90AF35EC-28A6-401C-87F5-3855C0E63337}"/>
          </ac:spMkLst>
        </pc:spChg>
        <pc:spChg chg="mod topLvl">
          <ac:chgData name="Rolando E. Montero A." userId="db44b2c1daed2876" providerId="LiveId" clId="{313F95CA-920E-483C-8B94-477AFBEA1CA1}" dt="2020-10-29T12:38:25.687" v="392" actId="338"/>
          <ac:spMkLst>
            <pc:docMk/>
            <pc:sldMk cId="599202311" sldId="313"/>
            <ac:spMk id="39" creationId="{E6ECC6C4-FBCD-4373-A5B8-636F02F1DC42}"/>
          </ac:spMkLst>
        </pc:spChg>
        <pc:spChg chg="mod topLvl">
          <ac:chgData name="Rolando E. Montero A." userId="db44b2c1daed2876" providerId="LiveId" clId="{313F95CA-920E-483C-8B94-477AFBEA1CA1}" dt="2020-10-29T12:38:25.687" v="392" actId="338"/>
          <ac:spMkLst>
            <pc:docMk/>
            <pc:sldMk cId="599202311" sldId="313"/>
            <ac:spMk id="40" creationId="{B2C8E402-AFCC-4A9E-BBE3-71407D25D87C}"/>
          </ac:spMkLst>
        </pc:spChg>
        <pc:spChg chg="mod topLvl">
          <ac:chgData name="Rolando E. Montero A." userId="db44b2c1daed2876" providerId="LiveId" clId="{313F95CA-920E-483C-8B94-477AFBEA1CA1}" dt="2020-10-29T12:38:25.687" v="392" actId="338"/>
          <ac:spMkLst>
            <pc:docMk/>
            <pc:sldMk cId="599202311" sldId="313"/>
            <ac:spMk id="41" creationId="{11CE9E7F-F572-475E-B82A-E19918D49D17}"/>
          </ac:spMkLst>
        </pc:spChg>
        <pc:spChg chg="mod topLvl">
          <ac:chgData name="Rolando E. Montero A." userId="db44b2c1daed2876" providerId="LiveId" clId="{313F95CA-920E-483C-8B94-477AFBEA1CA1}" dt="2020-10-29T12:38:25.687" v="392" actId="338"/>
          <ac:spMkLst>
            <pc:docMk/>
            <pc:sldMk cId="599202311" sldId="313"/>
            <ac:spMk id="42" creationId="{AF7D3D54-F84B-4AFD-A2AB-93906ED1F5CD}"/>
          </ac:spMkLst>
        </pc:spChg>
        <pc:spChg chg="mod topLvl">
          <ac:chgData name="Rolando E. Montero A." userId="db44b2c1daed2876" providerId="LiveId" clId="{313F95CA-920E-483C-8B94-477AFBEA1CA1}" dt="2020-10-29T12:38:25.687" v="392" actId="338"/>
          <ac:spMkLst>
            <pc:docMk/>
            <pc:sldMk cId="599202311" sldId="313"/>
            <ac:spMk id="43" creationId="{CB93DC95-C480-4165-8DB2-BBCFB25A0B18}"/>
          </ac:spMkLst>
        </pc:spChg>
        <pc:spChg chg="mod topLvl">
          <ac:chgData name="Rolando E. Montero A." userId="db44b2c1daed2876" providerId="LiveId" clId="{313F95CA-920E-483C-8B94-477AFBEA1CA1}" dt="2020-10-29T12:38:25.687" v="392" actId="338"/>
          <ac:spMkLst>
            <pc:docMk/>
            <pc:sldMk cId="599202311" sldId="313"/>
            <ac:spMk id="44" creationId="{B68D4BF0-725E-4A79-B610-0E9FC0F4EEDB}"/>
          </ac:spMkLst>
        </pc:spChg>
        <pc:spChg chg="mod topLvl">
          <ac:chgData name="Rolando E. Montero A." userId="db44b2c1daed2876" providerId="LiveId" clId="{313F95CA-920E-483C-8B94-477AFBEA1CA1}" dt="2020-10-29T12:38:25.687" v="392" actId="338"/>
          <ac:spMkLst>
            <pc:docMk/>
            <pc:sldMk cId="599202311" sldId="313"/>
            <ac:spMk id="45" creationId="{C9B14017-ACD5-49DA-93FA-AED1BDCC9FDE}"/>
          </ac:spMkLst>
        </pc:spChg>
        <pc:spChg chg="mod topLvl">
          <ac:chgData name="Rolando E. Montero A." userId="db44b2c1daed2876" providerId="LiveId" clId="{313F95CA-920E-483C-8B94-477AFBEA1CA1}" dt="2020-10-29T12:38:25.687" v="392" actId="338"/>
          <ac:spMkLst>
            <pc:docMk/>
            <pc:sldMk cId="599202311" sldId="313"/>
            <ac:spMk id="46" creationId="{791636D6-C170-473C-AC2C-B14290E69384}"/>
          </ac:spMkLst>
        </pc:spChg>
        <pc:spChg chg="mod topLvl">
          <ac:chgData name="Rolando E. Montero A." userId="db44b2c1daed2876" providerId="LiveId" clId="{313F95CA-920E-483C-8B94-477AFBEA1CA1}" dt="2020-10-29T12:38:25.687" v="392" actId="338"/>
          <ac:spMkLst>
            <pc:docMk/>
            <pc:sldMk cId="599202311" sldId="313"/>
            <ac:spMk id="47" creationId="{D561410D-9AF7-4E2D-BC19-CB3C9A4B186A}"/>
          </ac:spMkLst>
        </pc:spChg>
        <pc:spChg chg="mod topLvl">
          <ac:chgData name="Rolando E. Montero A." userId="db44b2c1daed2876" providerId="LiveId" clId="{313F95CA-920E-483C-8B94-477AFBEA1CA1}" dt="2020-10-29T12:38:25.687" v="392" actId="338"/>
          <ac:spMkLst>
            <pc:docMk/>
            <pc:sldMk cId="599202311" sldId="313"/>
            <ac:spMk id="48" creationId="{5680936D-5F8C-4AF3-A1EA-E988C300B0C2}"/>
          </ac:spMkLst>
        </pc:spChg>
        <pc:spChg chg="mod topLvl">
          <ac:chgData name="Rolando E. Montero A." userId="db44b2c1daed2876" providerId="LiveId" clId="{313F95CA-920E-483C-8B94-477AFBEA1CA1}" dt="2020-10-29T12:38:25.687" v="392" actId="338"/>
          <ac:spMkLst>
            <pc:docMk/>
            <pc:sldMk cId="599202311" sldId="313"/>
            <ac:spMk id="49" creationId="{0932EC52-7971-4EFF-A87F-A8ABA144C862}"/>
          </ac:spMkLst>
        </pc:spChg>
        <pc:spChg chg="mod topLvl">
          <ac:chgData name="Rolando E. Montero A." userId="db44b2c1daed2876" providerId="LiveId" clId="{313F95CA-920E-483C-8B94-477AFBEA1CA1}" dt="2020-10-29T12:38:25.687" v="392" actId="338"/>
          <ac:spMkLst>
            <pc:docMk/>
            <pc:sldMk cId="599202311" sldId="313"/>
            <ac:spMk id="50" creationId="{1070A7B7-A952-4156-953E-D9208DE14D73}"/>
          </ac:spMkLst>
        </pc:spChg>
        <pc:spChg chg="mod topLvl">
          <ac:chgData name="Rolando E. Montero A." userId="db44b2c1daed2876" providerId="LiveId" clId="{313F95CA-920E-483C-8B94-477AFBEA1CA1}" dt="2020-10-29T12:38:25.687" v="392" actId="338"/>
          <ac:spMkLst>
            <pc:docMk/>
            <pc:sldMk cId="599202311" sldId="313"/>
            <ac:spMk id="51" creationId="{3AFD1F3A-4D9F-4293-97D7-07D4FA40C3F8}"/>
          </ac:spMkLst>
        </pc:spChg>
        <pc:spChg chg="mod topLvl">
          <ac:chgData name="Rolando E. Montero A." userId="db44b2c1daed2876" providerId="LiveId" clId="{313F95CA-920E-483C-8B94-477AFBEA1CA1}" dt="2020-10-29T12:38:25.687" v="392" actId="338"/>
          <ac:spMkLst>
            <pc:docMk/>
            <pc:sldMk cId="599202311" sldId="313"/>
            <ac:spMk id="52" creationId="{8E3F0D00-F7A8-485E-B0B3-F4D9E78DCF22}"/>
          </ac:spMkLst>
        </pc:spChg>
        <pc:spChg chg="mod">
          <ac:chgData name="Rolando E. Montero A." userId="db44b2c1daed2876" providerId="LiveId" clId="{313F95CA-920E-483C-8B94-477AFBEA1CA1}" dt="2020-10-29T12:38:12.598" v="391" actId="2085"/>
          <ac:spMkLst>
            <pc:docMk/>
            <pc:sldMk cId="599202311" sldId="313"/>
            <ac:spMk id="61" creationId="{730BF07D-CEB6-4C49-982E-C8B8D5EE45CB}"/>
          </ac:spMkLst>
        </pc:spChg>
        <pc:spChg chg="mod">
          <ac:chgData name="Rolando E. Montero A." userId="db44b2c1daed2876" providerId="LiveId" clId="{313F95CA-920E-483C-8B94-477AFBEA1CA1}" dt="2020-10-29T12:38:12.598" v="391" actId="2085"/>
          <ac:spMkLst>
            <pc:docMk/>
            <pc:sldMk cId="599202311" sldId="313"/>
            <ac:spMk id="63" creationId="{54365464-448A-4BDD-9519-075492F8E1D2}"/>
          </ac:spMkLst>
        </pc:spChg>
        <pc:spChg chg="mod">
          <ac:chgData name="Rolando E. Montero A." userId="db44b2c1daed2876" providerId="LiveId" clId="{313F95CA-920E-483C-8B94-477AFBEA1CA1}" dt="2020-10-29T12:38:12.598" v="391" actId="2085"/>
          <ac:spMkLst>
            <pc:docMk/>
            <pc:sldMk cId="599202311" sldId="313"/>
            <ac:spMk id="65" creationId="{AAD75995-7535-424B-BD7F-BADE8AE8D291}"/>
          </ac:spMkLst>
        </pc:spChg>
        <pc:spChg chg="mod">
          <ac:chgData name="Rolando E. Montero A." userId="db44b2c1daed2876" providerId="LiveId" clId="{313F95CA-920E-483C-8B94-477AFBEA1CA1}" dt="2020-10-29T12:38:12.598" v="391" actId="2085"/>
          <ac:spMkLst>
            <pc:docMk/>
            <pc:sldMk cId="599202311" sldId="313"/>
            <ac:spMk id="67" creationId="{AE8949A4-2A2F-44E4-8B45-2A3A30C5F5FF}"/>
          </ac:spMkLst>
        </pc:spChg>
        <pc:spChg chg="mod">
          <ac:chgData name="Rolando E. Montero A." userId="db44b2c1daed2876" providerId="LiveId" clId="{313F95CA-920E-483C-8B94-477AFBEA1CA1}" dt="2020-10-29T12:38:12.598" v="391" actId="2085"/>
          <ac:spMkLst>
            <pc:docMk/>
            <pc:sldMk cId="599202311" sldId="313"/>
            <ac:spMk id="68" creationId="{5883ED61-41E7-4A6C-816E-B8AFC2409C29}"/>
          </ac:spMkLst>
        </pc:spChg>
        <pc:spChg chg="mod">
          <ac:chgData name="Rolando E. Montero A." userId="db44b2c1daed2876" providerId="LiveId" clId="{313F95CA-920E-483C-8B94-477AFBEA1CA1}" dt="2020-10-29T12:38:12.598" v="391" actId="2085"/>
          <ac:spMkLst>
            <pc:docMk/>
            <pc:sldMk cId="599202311" sldId="313"/>
            <ac:spMk id="70" creationId="{0FA2A949-37A9-47C6-8AD6-A93DB977560F}"/>
          </ac:spMkLst>
        </pc:spChg>
        <pc:spChg chg="mod">
          <ac:chgData name="Rolando E. Montero A." userId="db44b2c1daed2876" providerId="LiveId" clId="{313F95CA-920E-483C-8B94-477AFBEA1CA1}" dt="2020-10-29T12:38:12.598" v="391" actId="2085"/>
          <ac:spMkLst>
            <pc:docMk/>
            <pc:sldMk cId="599202311" sldId="313"/>
            <ac:spMk id="71" creationId="{09AA4F9A-EA4B-4EA4-9AEE-91EB6FD095D5}"/>
          </ac:spMkLst>
        </pc:spChg>
        <pc:spChg chg="mod">
          <ac:chgData name="Rolando E. Montero A." userId="db44b2c1daed2876" providerId="LiveId" clId="{313F95CA-920E-483C-8B94-477AFBEA1CA1}" dt="2020-10-29T12:38:12.598" v="391" actId="2085"/>
          <ac:spMkLst>
            <pc:docMk/>
            <pc:sldMk cId="599202311" sldId="313"/>
            <ac:spMk id="73" creationId="{C741DBA6-ABE4-4744-8A04-625755FCB5CB}"/>
          </ac:spMkLst>
        </pc:spChg>
        <pc:spChg chg="mod">
          <ac:chgData name="Rolando E. Montero A." userId="db44b2c1daed2876" providerId="LiveId" clId="{313F95CA-920E-483C-8B94-477AFBEA1CA1}" dt="2020-10-29T12:38:12.598" v="391" actId="2085"/>
          <ac:spMkLst>
            <pc:docMk/>
            <pc:sldMk cId="599202311" sldId="313"/>
            <ac:spMk id="75" creationId="{FB8AB837-AA28-4DD1-8EBE-8F45121D6095}"/>
          </ac:spMkLst>
        </pc:spChg>
        <pc:spChg chg="mod">
          <ac:chgData name="Rolando E. Montero A." userId="db44b2c1daed2876" providerId="LiveId" clId="{313F95CA-920E-483C-8B94-477AFBEA1CA1}" dt="2020-10-29T12:38:12.598" v="391" actId="2085"/>
          <ac:spMkLst>
            <pc:docMk/>
            <pc:sldMk cId="599202311" sldId="313"/>
            <ac:spMk id="77" creationId="{79467B4D-4D3F-4EEE-8A6B-19269A76E97D}"/>
          </ac:spMkLst>
        </pc:spChg>
        <pc:spChg chg="mod">
          <ac:chgData name="Rolando E. Montero A." userId="db44b2c1daed2876" providerId="LiveId" clId="{313F95CA-920E-483C-8B94-477AFBEA1CA1}" dt="2020-10-29T12:38:12.598" v="391" actId="2085"/>
          <ac:spMkLst>
            <pc:docMk/>
            <pc:sldMk cId="599202311" sldId="313"/>
            <ac:spMk id="78" creationId="{BA3F17C3-3525-4A71-AF5E-448BE43E114C}"/>
          </ac:spMkLst>
        </pc:spChg>
        <pc:spChg chg="mod">
          <ac:chgData name="Rolando E. Montero A." userId="db44b2c1daed2876" providerId="LiveId" clId="{313F95CA-920E-483C-8B94-477AFBEA1CA1}" dt="2020-10-29T12:38:12.598" v="391" actId="2085"/>
          <ac:spMkLst>
            <pc:docMk/>
            <pc:sldMk cId="599202311" sldId="313"/>
            <ac:spMk id="80" creationId="{735D0BFA-A1A8-4E9D-9C21-CE0DA6738E9D}"/>
          </ac:spMkLst>
        </pc:spChg>
        <pc:spChg chg="mod">
          <ac:chgData name="Rolando E. Montero A." userId="db44b2c1daed2876" providerId="LiveId" clId="{313F95CA-920E-483C-8B94-477AFBEA1CA1}" dt="2020-10-29T12:38:12.598" v="391" actId="2085"/>
          <ac:spMkLst>
            <pc:docMk/>
            <pc:sldMk cId="599202311" sldId="313"/>
            <ac:spMk id="81" creationId="{89362E0C-E386-46AF-B657-326179D7708E}"/>
          </ac:spMkLst>
        </pc:spChg>
        <pc:spChg chg="mod">
          <ac:chgData name="Rolando E. Montero A." userId="db44b2c1daed2876" providerId="LiveId" clId="{313F95CA-920E-483C-8B94-477AFBEA1CA1}" dt="2020-10-29T12:38:12.598" v="391" actId="2085"/>
          <ac:spMkLst>
            <pc:docMk/>
            <pc:sldMk cId="599202311" sldId="313"/>
            <ac:spMk id="82" creationId="{DA222A30-086E-4F4B-AD69-128DEF007A3C}"/>
          </ac:spMkLst>
        </pc:spChg>
        <pc:spChg chg="mod">
          <ac:chgData name="Rolando E. Montero A." userId="db44b2c1daed2876" providerId="LiveId" clId="{313F95CA-920E-483C-8B94-477AFBEA1CA1}" dt="2020-10-29T12:38:12.598" v="391" actId="2085"/>
          <ac:spMkLst>
            <pc:docMk/>
            <pc:sldMk cId="599202311" sldId="313"/>
            <ac:spMk id="83" creationId="{2F7EEFAD-D599-4C9D-91E7-F7D2A58DB9A5}"/>
          </ac:spMkLst>
        </pc:spChg>
        <pc:spChg chg="mod">
          <ac:chgData name="Rolando E. Montero A." userId="db44b2c1daed2876" providerId="LiveId" clId="{313F95CA-920E-483C-8B94-477AFBEA1CA1}" dt="2020-10-29T12:38:12.598" v="391" actId="2085"/>
          <ac:spMkLst>
            <pc:docMk/>
            <pc:sldMk cId="599202311" sldId="313"/>
            <ac:spMk id="85" creationId="{B66E2F2A-B507-46CC-932B-D1C1B7FF8FBC}"/>
          </ac:spMkLst>
        </pc:spChg>
        <pc:spChg chg="mod">
          <ac:chgData name="Rolando E. Montero A." userId="db44b2c1daed2876" providerId="LiveId" clId="{313F95CA-920E-483C-8B94-477AFBEA1CA1}" dt="2020-10-29T12:38:12.598" v="391" actId="2085"/>
          <ac:spMkLst>
            <pc:docMk/>
            <pc:sldMk cId="599202311" sldId="313"/>
            <ac:spMk id="87" creationId="{DB3D6034-B235-47D6-8C2E-51966E74C0E5}"/>
          </ac:spMkLst>
        </pc:spChg>
        <pc:spChg chg="mod">
          <ac:chgData name="Rolando E. Montero A." userId="db44b2c1daed2876" providerId="LiveId" clId="{313F95CA-920E-483C-8B94-477AFBEA1CA1}" dt="2020-10-29T12:38:12.598" v="391" actId="2085"/>
          <ac:spMkLst>
            <pc:docMk/>
            <pc:sldMk cId="599202311" sldId="313"/>
            <ac:spMk id="88" creationId="{C39C056D-5536-4D20-AFBC-984DA2443255}"/>
          </ac:spMkLst>
        </pc:spChg>
        <pc:spChg chg="mod">
          <ac:chgData name="Rolando E. Montero A." userId="db44b2c1daed2876" providerId="LiveId" clId="{313F95CA-920E-483C-8B94-477AFBEA1CA1}" dt="2020-10-29T12:38:12.598" v="391" actId="2085"/>
          <ac:spMkLst>
            <pc:docMk/>
            <pc:sldMk cId="599202311" sldId="313"/>
            <ac:spMk id="90" creationId="{F7A7DC2F-C5C9-4568-B222-12A24DCAEE23}"/>
          </ac:spMkLst>
        </pc:spChg>
        <pc:spChg chg="mod">
          <ac:chgData name="Rolando E. Montero A." userId="db44b2c1daed2876" providerId="LiveId" clId="{313F95CA-920E-483C-8B94-477AFBEA1CA1}" dt="2020-10-29T12:38:12.598" v="391" actId="2085"/>
          <ac:spMkLst>
            <pc:docMk/>
            <pc:sldMk cId="599202311" sldId="313"/>
            <ac:spMk id="91" creationId="{1C3EC760-5D6B-49B3-878A-7A6A9F3B8BC5}"/>
          </ac:spMkLst>
        </pc:spChg>
        <pc:spChg chg="mod">
          <ac:chgData name="Rolando E. Montero A." userId="db44b2c1daed2876" providerId="LiveId" clId="{313F95CA-920E-483C-8B94-477AFBEA1CA1}" dt="2020-10-29T12:38:12.598" v="391" actId="2085"/>
          <ac:spMkLst>
            <pc:docMk/>
            <pc:sldMk cId="599202311" sldId="313"/>
            <ac:spMk id="93" creationId="{67E50A3B-3801-4EF8-9BBD-7D95AF8F858D}"/>
          </ac:spMkLst>
        </pc:spChg>
        <pc:spChg chg="mod">
          <ac:chgData name="Rolando E. Montero A." userId="db44b2c1daed2876" providerId="LiveId" clId="{313F95CA-920E-483C-8B94-477AFBEA1CA1}" dt="2020-10-29T12:38:12.598" v="391" actId="2085"/>
          <ac:spMkLst>
            <pc:docMk/>
            <pc:sldMk cId="599202311" sldId="313"/>
            <ac:spMk id="94" creationId="{9DD2D74E-E8E3-42CC-A983-AF9DA57E6C85}"/>
          </ac:spMkLst>
        </pc:spChg>
        <pc:spChg chg="mod">
          <ac:chgData name="Rolando E. Montero A." userId="db44b2c1daed2876" providerId="LiveId" clId="{313F95CA-920E-483C-8B94-477AFBEA1CA1}" dt="2020-10-29T12:38:12.598" v="391" actId="2085"/>
          <ac:spMkLst>
            <pc:docMk/>
            <pc:sldMk cId="599202311" sldId="313"/>
            <ac:spMk id="96" creationId="{D752BF34-6007-4468-BA9B-5199DE653404}"/>
          </ac:spMkLst>
        </pc:spChg>
        <pc:spChg chg="mod">
          <ac:chgData name="Rolando E. Montero A." userId="db44b2c1daed2876" providerId="LiveId" clId="{313F95CA-920E-483C-8B94-477AFBEA1CA1}" dt="2020-10-29T12:38:12.598" v="391" actId="2085"/>
          <ac:spMkLst>
            <pc:docMk/>
            <pc:sldMk cId="599202311" sldId="313"/>
            <ac:spMk id="97" creationId="{B1907FF3-04A6-4347-B443-11F8C63467DD}"/>
          </ac:spMkLst>
        </pc:spChg>
        <pc:spChg chg="mod">
          <ac:chgData name="Rolando E. Montero A." userId="db44b2c1daed2876" providerId="LiveId" clId="{313F95CA-920E-483C-8B94-477AFBEA1CA1}" dt="2020-10-29T12:38:12.598" v="391" actId="2085"/>
          <ac:spMkLst>
            <pc:docMk/>
            <pc:sldMk cId="599202311" sldId="313"/>
            <ac:spMk id="98" creationId="{B13B10C1-9F62-4632-8ACB-E456B80E88DD}"/>
          </ac:spMkLst>
        </pc:spChg>
        <pc:spChg chg="mod">
          <ac:chgData name="Rolando E. Montero A." userId="db44b2c1daed2876" providerId="LiveId" clId="{313F95CA-920E-483C-8B94-477AFBEA1CA1}" dt="2020-10-29T12:38:12.598" v="391" actId="2085"/>
          <ac:spMkLst>
            <pc:docMk/>
            <pc:sldMk cId="599202311" sldId="313"/>
            <ac:spMk id="100" creationId="{127E384A-4DF9-4677-BB01-DB3F6BFDE0BD}"/>
          </ac:spMkLst>
        </pc:spChg>
        <pc:spChg chg="mod">
          <ac:chgData name="Rolando E. Montero A." userId="db44b2c1daed2876" providerId="LiveId" clId="{313F95CA-920E-483C-8B94-477AFBEA1CA1}" dt="2020-10-29T12:38:12.598" v="391" actId="2085"/>
          <ac:spMkLst>
            <pc:docMk/>
            <pc:sldMk cId="599202311" sldId="313"/>
            <ac:spMk id="101" creationId="{61BC642E-6BF9-4515-BDF8-6D44CA147285}"/>
          </ac:spMkLst>
        </pc:spChg>
        <pc:grpChg chg="add mod">
          <ac:chgData name="Rolando E. Montero A." userId="db44b2c1daed2876" providerId="LiveId" clId="{313F95CA-920E-483C-8B94-477AFBEA1CA1}" dt="2020-10-29T12:46:15.295" v="424" actId="1076"/>
          <ac:grpSpMkLst>
            <pc:docMk/>
            <pc:sldMk cId="599202311" sldId="313"/>
            <ac:grpSpMk id="7" creationId="{184CA67C-98EF-4C67-9DD7-F22EB944FC21}"/>
          </ac:grpSpMkLst>
        </pc:grpChg>
        <pc:grpChg chg="add del mod">
          <ac:chgData name="Rolando E. Montero A." userId="db44b2c1daed2876" providerId="LiveId" clId="{313F95CA-920E-483C-8B94-477AFBEA1CA1}" dt="2020-10-29T12:37:32.966" v="388" actId="165"/>
          <ac:grpSpMkLst>
            <pc:docMk/>
            <pc:sldMk cId="599202311" sldId="313"/>
            <ac:grpSpMk id="9" creationId="{FA783C56-CE13-433E-9A09-C13ED7D1DF44}"/>
          </ac:grpSpMkLst>
        </pc:grpChg>
        <pc:grpChg chg="mod topLvl">
          <ac:chgData name="Rolando E. Montero A." userId="db44b2c1daed2876" providerId="LiveId" clId="{313F95CA-920E-483C-8B94-477AFBEA1CA1}" dt="2020-10-29T12:38:25.687" v="392" actId="338"/>
          <ac:grpSpMkLst>
            <pc:docMk/>
            <pc:sldMk cId="599202311" sldId="313"/>
            <ac:grpSpMk id="13" creationId="{15A47A50-9379-49B2-AF5B-A0AD09C3525B}"/>
          </ac:grpSpMkLst>
        </pc:grpChg>
        <pc:grpChg chg="mod topLvl">
          <ac:chgData name="Rolando E. Montero A." userId="db44b2c1daed2876" providerId="LiveId" clId="{313F95CA-920E-483C-8B94-477AFBEA1CA1}" dt="2020-10-29T12:38:25.687" v="392" actId="338"/>
          <ac:grpSpMkLst>
            <pc:docMk/>
            <pc:sldMk cId="599202311" sldId="313"/>
            <ac:grpSpMk id="14" creationId="{EBB0F7AA-D16F-48EA-B5B7-4DA0710122B6}"/>
          </ac:grpSpMkLst>
        </pc:grpChg>
        <pc:grpChg chg="mod topLvl">
          <ac:chgData name="Rolando E. Montero A." userId="db44b2c1daed2876" providerId="LiveId" clId="{313F95CA-920E-483C-8B94-477AFBEA1CA1}" dt="2020-10-29T12:38:25.687" v="392" actId="338"/>
          <ac:grpSpMkLst>
            <pc:docMk/>
            <pc:sldMk cId="599202311" sldId="313"/>
            <ac:grpSpMk id="15" creationId="{D1E10F32-32FF-4E5B-BE97-69CDF6A47E11}"/>
          </ac:grpSpMkLst>
        </pc:grpChg>
        <pc:grpChg chg="mod topLvl">
          <ac:chgData name="Rolando E. Montero A." userId="db44b2c1daed2876" providerId="LiveId" clId="{313F95CA-920E-483C-8B94-477AFBEA1CA1}" dt="2020-10-29T12:38:25.687" v="392" actId="338"/>
          <ac:grpSpMkLst>
            <pc:docMk/>
            <pc:sldMk cId="599202311" sldId="313"/>
            <ac:grpSpMk id="16" creationId="{118D0027-6595-49C0-8360-8BC41CAC82C2}"/>
          </ac:grpSpMkLst>
        </pc:grpChg>
        <pc:grpChg chg="mod topLvl">
          <ac:chgData name="Rolando E. Montero A." userId="db44b2c1daed2876" providerId="LiveId" clId="{313F95CA-920E-483C-8B94-477AFBEA1CA1}" dt="2020-10-29T12:38:25.687" v="392" actId="338"/>
          <ac:grpSpMkLst>
            <pc:docMk/>
            <pc:sldMk cId="599202311" sldId="313"/>
            <ac:grpSpMk id="31" creationId="{FE5AEF32-4AF4-4CAC-8630-4D0E6D3B8E3E}"/>
          </ac:grpSpMkLst>
        </pc:grpChg>
        <pc:grpChg chg="mod topLvl">
          <ac:chgData name="Rolando E. Montero A." userId="db44b2c1daed2876" providerId="LiveId" clId="{313F95CA-920E-483C-8B94-477AFBEA1CA1}" dt="2020-10-29T12:38:25.687" v="392" actId="338"/>
          <ac:grpSpMkLst>
            <pc:docMk/>
            <pc:sldMk cId="599202311" sldId="313"/>
            <ac:grpSpMk id="37" creationId="{2A128A44-EB0C-400D-BBA9-F9D3AAF51961}"/>
          </ac:grpSpMkLst>
        </pc:grpChg>
        <pc:grpChg chg="mod">
          <ac:chgData name="Rolando E. Montero A." userId="db44b2c1daed2876" providerId="LiveId" clId="{313F95CA-920E-483C-8B94-477AFBEA1CA1}" dt="2020-10-29T12:37:51.819" v="389" actId="207"/>
          <ac:grpSpMkLst>
            <pc:docMk/>
            <pc:sldMk cId="599202311" sldId="313"/>
            <ac:grpSpMk id="60" creationId="{E65C85D8-DF43-4FD5-A669-A32C2AEAC5E3}"/>
          </ac:grpSpMkLst>
        </pc:grpChg>
        <pc:grpChg chg="mod">
          <ac:chgData name="Rolando E. Montero A." userId="db44b2c1daed2876" providerId="LiveId" clId="{313F95CA-920E-483C-8B94-477AFBEA1CA1}" dt="2020-10-29T12:37:51.819" v="389" actId="207"/>
          <ac:grpSpMkLst>
            <pc:docMk/>
            <pc:sldMk cId="599202311" sldId="313"/>
            <ac:grpSpMk id="62" creationId="{4123E490-8B35-4B50-BE7D-E747B9D29002}"/>
          </ac:grpSpMkLst>
        </pc:grpChg>
        <pc:grpChg chg="mod">
          <ac:chgData name="Rolando E. Montero A." userId="db44b2c1daed2876" providerId="LiveId" clId="{313F95CA-920E-483C-8B94-477AFBEA1CA1}" dt="2020-10-29T12:37:51.819" v="389" actId="207"/>
          <ac:grpSpMkLst>
            <pc:docMk/>
            <pc:sldMk cId="599202311" sldId="313"/>
            <ac:grpSpMk id="64" creationId="{8DF2029C-72F2-48BD-87D1-321C71F8C699}"/>
          </ac:grpSpMkLst>
        </pc:grpChg>
        <pc:grpChg chg="mod">
          <ac:chgData name="Rolando E. Montero A." userId="db44b2c1daed2876" providerId="LiveId" clId="{313F95CA-920E-483C-8B94-477AFBEA1CA1}" dt="2020-10-29T12:37:51.819" v="389" actId="207"/>
          <ac:grpSpMkLst>
            <pc:docMk/>
            <pc:sldMk cId="599202311" sldId="313"/>
            <ac:grpSpMk id="66" creationId="{650ACD06-63BA-4D6B-BDAD-F9DDE91163E3}"/>
          </ac:grpSpMkLst>
        </pc:grpChg>
        <pc:grpChg chg="mod">
          <ac:chgData name="Rolando E. Montero A." userId="db44b2c1daed2876" providerId="LiveId" clId="{313F95CA-920E-483C-8B94-477AFBEA1CA1}" dt="2020-10-29T12:37:51.819" v="389" actId="207"/>
          <ac:grpSpMkLst>
            <pc:docMk/>
            <pc:sldMk cId="599202311" sldId="313"/>
            <ac:grpSpMk id="69" creationId="{F2BA3EC2-71F7-40A3-B710-F52ED43C4110}"/>
          </ac:grpSpMkLst>
        </pc:grpChg>
        <pc:grpChg chg="mod">
          <ac:chgData name="Rolando E. Montero A." userId="db44b2c1daed2876" providerId="LiveId" clId="{313F95CA-920E-483C-8B94-477AFBEA1CA1}" dt="2020-10-29T12:37:51.819" v="389" actId="207"/>
          <ac:grpSpMkLst>
            <pc:docMk/>
            <pc:sldMk cId="599202311" sldId="313"/>
            <ac:grpSpMk id="72" creationId="{35F08033-13F8-421D-B90F-1568AB1102AB}"/>
          </ac:grpSpMkLst>
        </pc:grpChg>
        <pc:grpChg chg="mod">
          <ac:chgData name="Rolando E. Montero A." userId="db44b2c1daed2876" providerId="LiveId" clId="{313F95CA-920E-483C-8B94-477AFBEA1CA1}" dt="2020-10-29T12:37:51.819" v="389" actId="207"/>
          <ac:grpSpMkLst>
            <pc:docMk/>
            <pc:sldMk cId="599202311" sldId="313"/>
            <ac:grpSpMk id="74" creationId="{4D03BC57-2629-4188-8A21-052726DAA592}"/>
          </ac:grpSpMkLst>
        </pc:grpChg>
        <pc:grpChg chg="mod">
          <ac:chgData name="Rolando E. Montero A." userId="db44b2c1daed2876" providerId="LiveId" clId="{313F95CA-920E-483C-8B94-477AFBEA1CA1}" dt="2020-10-29T12:37:51.819" v="389" actId="207"/>
          <ac:grpSpMkLst>
            <pc:docMk/>
            <pc:sldMk cId="599202311" sldId="313"/>
            <ac:grpSpMk id="76" creationId="{F62E4492-EF21-4068-B29E-858B910150EF}"/>
          </ac:grpSpMkLst>
        </pc:grpChg>
        <pc:grpChg chg="mod">
          <ac:chgData name="Rolando E. Montero A." userId="db44b2c1daed2876" providerId="LiveId" clId="{313F95CA-920E-483C-8B94-477AFBEA1CA1}" dt="2020-10-29T12:37:51.819" v="389" actId="207"/>
          <ac:grpSpMkLst>
            <pc:docMk/>
            <pc:sldMk cId="599202311" sldId="313"/>
            <ac:grpSpMk id="79" creationId="{B05B2663-C238-440D-A74D-A556EBDF0BAA}"/>
          </ac:grpSpMkLst>
        </pc:grpChg>
        <pc:grpChg chg="mod">
          <ac:chgData name="Rolando E. Montero A." userId="db44b2c1daed2876" providerId="LiveId" clId="{313F95CA-920E-483C-8B94-477AFBEA1CA1}" dt="2020-10-29T12:37:51.819" v="389" actId="207"/>
          <ac:grpSpMkLst>
            <pc:docMk/>
            <pc:sldMk cId="599202311" sldId="313"/>
            <ac:grpSpMk id="84" creationId="{B711D67D-9DE3-4F33-B405-B4450F2CA6F3}"/>
          </ac:grpSpMkLst>
        </pc:grpChg>
        <pc:grpChg chg="mod">
          <ac:chgData name="Rolando E. Montero A." userId="db44b2c1daed2876" providerId="LiveId" clId="{313F95CA-920E-483C-8B94-477AFBEA1CA1}" dt="2020-10-29T12:37:51.819" v="389" actId="207"/>
          <ac:grpSpMkLst>
            <pc:docMk/>
            <pc:sldMk cId="599202311" sldId="313"/>
            <ac:grpSpMk id="86" creationId="{72FB559D-B883-4899-98B7-8490AB71A3AA}"/>
          </ac:grpSpMkLst>
        </pc:grpChg>
        <pc:grpChg chg="mod">
          <ac:chgData name="Rolando E. Montero A." userId="db44b2c1daed2876" providerId="LiveId" clId="{313F95CA-920E-483C-8B94-477AFBEA1CA1}" dt="2020-10-29T12:37:51.819" v="389" actId="207"/>
          <ac:grpSpMkLst>
            <pc:docMk/>
            <pc:sldMk cId="599202311" sldId="313"/>
            <ac:grpSpMk id="89" creationId="{F7FA41DD-D12E-422B-BF48-9F3672EE6C34}"/>
          </ac:grpSpMkLst>
        </pc:grpChg>
        <pc:grpChg chg="mod">
          <ac:chgData name="Rolando E. Montero A." userId="db44b2c1daed2876" providerId="LiveId" clId="{313F95CA-920E-483C-8B94-477AFBEA1CA1}" dt="2020-10-29T12:37:51.819" v="389" actId="207"/>
          <ac:grpSpMkLst>
            <pc:docMk/>
            <pc:sldMk cId="599202311" sldId="313"/>
            <ac:grpSpMk id="92" creationId="{27743563-E971-460B-8515-07F7D92DBA67}"/>
          </ac:grpSpMkLst>
        </pc:grpChg>
        <pc:grpChg chg="mod">
          <ac:chgData name="Rolando E. Montero A." userId="db44b2c1daed2876" providerId="LiveId" clId="{313F95CA-920E-483C-8B94-477AFBEA1CA1}" dt="2020-10-29T12:37:51.819" v="389" actId="207"/>
          <ac:grpSpMkLst>
            <pc:docMk/>
            <pc:sldMk cId="599202311" sldId="313"/>
            <ac:grpSpMk id="95" creationId="{361E20D4-CDE2-4B09-A418-37E1E241B458}"/>
          </ac:grpSpMkLst>
        </pc:grpChg>
        <pc:grpChg chg="mod">
          <ac:chgData name="Rolando E. Montero A." userId="db44b2c1daed2876" providerId="LiveId" clId="{313F95CA-920E-483C-8B94-477AFBEA1CA1}" dt="2020-10-29T12:37:51.819" v="389" actId="207"/>
          <ac:grpSpMkLst>
            <pc:docMk/>
            <pc:sldMk cId="599202311" sldId="313"/>
            <ac:grpSpMk id="99" creationId="{92AEEBF8-0199-4AD8-8993-7BE722EF4237}"/>
          </ac:grpSpMkLst>
        </pc:grpChg>
        <pc:picChg chg="add del mod">
          <ac:chgData name="Rolando E. Montero A." userId="db44b2c1daed2876" providerId="LiveId" clId="{313F95CA-920E-483C-8B94-477AFBEA1CA1}" dt="2020-10-29T12:40:43.385" v="403" actId="478"/>
          <ac:picMkLst>
            <pc:docMk/>
            <pc:sldMk cId="599202311" sldId="313"/>
            <ac:picMk id="1026" creationId="{024C9349-E5BE-49C1-98D7-A780F2B1303A}"/>
          </ac:picMkLst>
        </pc:picChg>
        <pc:picChg chg="add mod">
          <ac:chgData name="Rolando E. Montero A." userId="db44b2c1daed2876" providerId="LiveId" clId="{313F95CA-920E-483C-8B94-477AFBEA1CA1}" dt="2020-10-29T12:46:28.395" v="426" actId="1076"/>
          <ac:picMkLst>
            <pc:docMk/>
            <pc:sldMk cId="599202311" sldId="313"/>
            <ac:picMk id="1028" creationId="{9BCF8BE1-9B54-4C97-A837-E5EBE039F5BE}"/>
          </ac:picMkLst>
        </pc:picChg>
        <pc:cxnChg chg="mod topLvl">
          <ac:chgData name="Rolando E. Montero A." userId="db44b2c1daed2876" providerId="LiveId" clId="{313F95CA-920E-483C-8B94-477AFBEA1CA1}" dt="2020-10-29T12:38:25.687" v="392" actId="338"/>
          <ac:cxnSpMkLst>
            <pc:docMk/>
            <pc:sldMk cId="599202311" sldId="313"/>
            <ac:cxnSpMk id="53" creationId="{DBC591D9-1C1C-4F7A-9257-429CFA37F871}"/>
          </ac:cxnSpMkLst>
        </pc:cxnChg>
        <pc:cxnChg chg="mod topLvl">
          <ac:chgData name="Rolando E. Montero A." userId="db44b2c1daed2876" providerId="LiveId" clId="{313F95CA-920E-483C-8B94-477AFBEA1CA1}" dt="2020-10-29T12:38:25.687" v="392" actId="338"/>
          <ac:cxnSpMkLst>
            <pc:docMk/>
            <pc:sldMk cId="599202311" sldId="313"/>
            <ac:cxnSpMk id="54" creationId="{78F13415-2850-4C48-8E9C-2A92B86F760C}"/>
          </ac:cxnSpMkLst>
        </pc:cxnChg>
        <pc:cxnChg chg="mod topLvl">
          <ac:chgData name="Rolando E. Montero A." userId="db44b2c1daed2876" providerId="LiveId" clId="{313F95CA-920E-483C-8B94-477AFBEA1CA1}" dt="2020-10-29T12:38:25.687" v="392" actId="338"/>
          <ac:cxnSpMkLst>
            <pc:docMk/>
            <pc:sldMk cId="599202311" sldId="313"/>
            <ac:cxnSpMk id="55" creationId="{C91EF55A-AFE5-4302-91C1-DFEC263EDCC7}"/>
          </ac:cxnSpMkLst>
        </pc:cxnChg>
        <pc:cxnChg chg="mod topLvl">
          <ac:chgData name="Rolando E. Montero A." userId="db44b2c1daed2876" providerId="LiveId" clId="{313F95CA-920E-483C-8B94-477AFBEA1CA1}" dt="2020-10-29T12:38:25.687" v="392" actId="338"/>
          <ac:cxnSpMkLst>
            <pc:docMk/>
            <pc:sldMk cId="599202311" sldId="313"/>
            <ac:cxnSpMk id="56" creationId="{F1215DE8-1756-4F4F-BC57-85B4493376DE}"/>
          </ac:cxnSpMkLst>
        </pc:cxnChg>
        <pc:cxnChg chg="mod topLvl">
          <ac:chgData name="Rolando E. Montero A." userId="db44b2c1daed2876" providerId="LiveId" clId="{313F95CA-920E-483C-8B94-477AFBEA1CA1}" dt="2020-10-29T12:38:25.687" v="392" actId="338"/>
          <ac:cxnSpMkLst>
            <pc:docMk/>
            <pc:sldMk cId="599202311" sldId="313"/>
            <ac:cxnSpMk id="57" creationId="{2F08F442-E23B-4035-B209-AC39223008D2}"/>
          </ac:cxnSpMkLst>
        </pc:cxnChg>
        <pc:cxnChg chg="mod topLvl">
          <ac:chgData name="Rolando E. Montero A." userId="db44b2c1daed2876" providerId="LiveId" clId="{313F95CA-920E-483C-8B94-477AFBEA1CA1}" dt="2020-10-29T12:38:25.687" v="392" actId="338"/>
          <ac:cxnSpMkLst>
            <pc:docMk/>
            <pc:sldMk cId="599202311" sldId="313"/>
            <ac:cxnSpMk id="58" creationId="{86DDE827-0E9A-4FD4-A35E-15C2F6B343E4}"/>
          </ac:cxnSpMkLst>
        </pc:cxnChg>
        <pc:cxnChg chg="mod topLvl">
          <ac:chgData name="Rolando E. Montero A." userId="db44b2c1daed2876" providerId="LiveId" clId="{313F95CA-920E-483C-8B94-477AFBEA1CA1}" dt="2020-10-29T12:38:25.687" v="392" actId="338"/>
          <ac:cxnSpMkLst>
            <pc:docMk/>
            <pc:sldMk cId="599202311" sldId="313"/>
            <ac:cxnSpMk id="59" creationId="{7D232A3B-9941-4E92-A7B5-B5D4C9A360C4}"/>
          </ac:cxnSpMkLst>
        </pc:cxnChg>
      </pc:sldChg>
      <pc:sldChg chg="del">
        <pc:chgData name="Rolando E. Montero A." userId="db44b2c1daed2876" providerId="LiveId" clId="{313F95CA-920E-483C-8B94-477AFBEA1CA1}" dt="2020-10-29T12:39:04.314" v="399" actId="47"/>
        <pc:sldMkLst>
          <pc:docMk/>
          <pc:sldMk cId="3939148674" sldId="314"/>
        </pc:sldMkLst>
      </pc:sldChg>
      <pc:sldChg chg="addSp delSp modSp mod">
        <pc:chgData name="Rolando E. Montero A." userId="db44b2c1daed2876" providerId="LiveId" clId="{313F95CA-920E-483C-8B94-477AFBEA1CA1}" dt="2020-10-29T12:58:35.612" v="629" actId="1076"/>
        <pc:sldMkLst>
          <pc:docMk/>
          <pc:sldMk cId="1689023364" sldId="315"/>
        </pc:sldMkLst>
        <pc:spChg chg="del">
          <ac:chgData name="Rolando E. Montero A." userId="db44b2c1daed2876" providerId="LiveId" clId="{313F95CA-920E-483C-8B94-477AFBEA1CA1}" dt="2020-10-29T12:55:18.070" v="586" actId="478"/>
          <ac:spMkLst>
            <pc:docMk/>
            <pc:sldMk cId="1689023364" sldId="315"/>
            <ac:spMk id="3" creationId="{3B87B0A5-F419-4834-9784-E1D4934CE3AE}"/>
          </ac:spMkLst>
        </pc:spChg>
        <pc:spChg chg="add del mod">
          <ac:chgData name="Rolando E. Montero A." userId="db44b2c1daed2876" providerId="LiveId" clId="{313F95CA-920E-483C-8B94-477AFBEA1CA1}" dt="2020-10-29T12:56:16.825" v="588" actId="22"/>
          <ac:spMkLst>
            <pc:docMk/>
            <pc:sldMk cId="1689023364" sldId="315"/>
            <ac:spMk id="7" creationId="{75DAFC30-A271-49CD-B61D-B697C331C549}"/>
          </ac:spMkLst>
        </pc:spChg>
        <pc:spChg chg="add mod">
          <ac:chgData name="Rolando E. Montero A." userId="db44b2c1daed2876" providerId="LiveId" clId="{313F95CA-920E-483C-8B94-477AFBEA1CA1}" dt="2020-10-29T12:57:32.127" v="601" actId="1076"/>
          <ac:spMkLst>
            <pc:docMk/>
            <pc:sldMk cId="1689023364" sldId="315"/>
            <ac:spMk id="8" creationId="{4B5D6B96-CEA5-4457-B903-DD16C5EEA2D6}"/>
          </ac:spMkLst>
        </pc:spChg>
        <pc:spChg chg="del">
          <ac:chgData name="Rolando E. Montero A." userId="db44b2c1daed2876" providerId="LiveId" clId="{313F95CA-920E-483C-8B94-477AFBEA1CA1}" dt="2020-10-29T12:55:18.070" v="586" actId="478"/>
          <ac:spMkLst>
            <pc:docMk/>
            <pc:sldMk cId="1689023364" sldId="315"/>
            <ac:spMk id="12" creationId="{7C684B6F-2985-4237-8303-EA6FE6800166}"/>
          </ac:spMkLst>
        </pc:spChg>
        <pc:spChg chg="add mod">
          <ac:chgData name="Rolando E. Montero A." userId="db44b2c1daed2876" providerId="LiveId" clId="{313F95CA-920E-483C-8B94-477AFBEA1CA1}" dt="2020-10-29T12:58:35.612" v="629" actId="1076"/>
          <ac:spMkLst>
            <pc:docMk/>
            <pc:sldMk cId="1689023364" sldId="315"/>
            <ac:spMk id="13" creationId="{E9DF1C2B-F585-44BA-B027-FDD9A3C44DCE}"/>
          </ac:spMkLst>
        </pc:spChg>
        <pc:picChg chg="del">
          <ac:chgData name="Rolando E. Montero A." userId="db44b2c1daed2876" providerId="LiveId" clId="{313F95CA-920E-483C-8B94-477AFBEA1CA1}" dt="2020-10-29T12:55:13.905" v="585" actId="478"/>
          <ac:picMkLst>
            <pc:docMk/>
            <pc:sldMk cId="1689023364" sldId="315"/>
            <ac:picMk id="1028" creationId="{27863D5E-7ECB-4D9F-970B-3AB7EA78D0ED}"/>
          </ac:picMkLst>
        </pc:picChg>
      </pc:sldChg>
      <pc:sldChg chg="del">
        <pc:chgData name="Rolando E. Montero A." userId="db44b2c1daed2876" providerId="LiveId" clId="{313F95CA-920E-483C-8B94-477AFBEA1CA1}" dt="2020-10-29T12:58:40.498" v="630" actId="47"/>
        <pc:sldMkLst>
          <pc:docMk/>
          <pc:sldMk cId="3623549037" sldId="316"/>
        </pc:sldMkLst>
      </pc:sldChg>
      <pc:sldChg chg="del">
        <pc:chgData name="Rolando E. Montero A." userId="db44b2c1daed2876" providerId="LiveId" clId="{313F95CA-920E-483C-8B94-477AFBEA1CA1}" dt="2020-10-29T13:03:12.506" v="841" actId="47"/>
        <pc:sldMkLst>
          <pc:docMk/>
          <pc:sldMk cId="2648652626" sldId="317"/>
        </pc:sldMkLst>
      </pc:sldChg>
      <pc:sldChg chg="del">
        <pc:chgData name="Rolando E. Montero A." userId="db44b2c1daed2876" providerId="LiveId" clId="{313F95CA-920E-483C-8B94-477AFBEA1CA1}" dt="2020-10-29T13:03:07.600" v="840" actId="47"/>
        <pc:sldMkLst>
          <pc:docMk/>
          <pc:sldMk cId="872849663" sldId="318"/>
        </pc:sldMkLst>
      </pc:sldChg>
      <pc:sldChg chg="modSp new mod">
        <pc:chgData name="Rolando E. Montero A." userId="db44b2c1daed2876" providerId="LiveId" clId="{313F95CA-920E-483C-8B94-477AFBEA1CA1}" dt="2020-10-29T12:36:19.710" v="377" actId="404"/>
        <pc:sldMkLst>
          <pc:docMk/>
          <pc:sldMk cId="3589320921" sldId="319"/>
        </pc:sldMkLst>
        <pc:spChg chg="mod">
          <ac:chgData name="Rolando E. Montero A." userId="db44b2c1daed2876" providerId="LiveId" clId="{313F95CA-920E-483C-8B94-477AFBEA1CA1}" dt="2020-10-29T12:32:04.759" v="339" actId="20577"/>
          <ac:spMkLst>
            <pc:docMk/>
            <pc:sldMk cId="3589320921" sldId="319"/>
            <ac:spMk id="2" creationId="{5E1A6292-A0CF-4F63-9FE8-B5D1AEA3CFC2}"/>
          </ac:spMkLst>
        </pc:spChg>
        <pc:spChg chg="mod">
          <ac:chgData name="Rolando E. Montero A." userId="db44b2c1daed2876" providerId="LiveId" clId="{313F95CA-920E-483C-8B94-477AFBEA1CA1}" dt="2020-10-29T12:36:19.710" v="377" actId="404"/>
          <ac:spMkLst>
            <pc:docMk/>
            <pc:sldMk cId="3589320921" sldId="319"/>
            <ac:spMk id="3" creationId="{E1F069D1-2409-42C5-A8CA-C4A08B36F22A}"/>
          </ac:spMkLst>
        </pc:spChg>
      </pc:sldChg>
      <pc:sldChg chg="addSp delSp modSp new del mod ord">
        <pc:chgData name="Rolando E. Montero A." userId="db44b2c1daed2876" providerId="LiveId" clId="{313F95CA-920E-483C-8B94-477AFBEA1CA1}" dt="2020-10-29T13:15:34.669" v="1023" actId="47"/>
        <pc:sldMkLst>
          <pc:docMk/>
          <pc:sldMk cId="2587117723" sldId="320"/>
        </pc:sldMkLst>
        <pc:spChg chg="del">
          <ac:chgData name="Rolando E. Montero A." userId="db44b2c1daed2876" providerId="LiveId" clId="{313F95CA-920E-483C-8B94-477AFBEA1CA1}" dt="2020-10-29T12:25:29.288" v="52" actId="22"/>
          <ac:spMkLst>
            <pc:docMk/>
            <pc:sldMk cId="2587117723" sldId="320"/>
            <ac:spMk id="3" creationId="{3CE8DA9C-9C97-4D5D-A478-C6B7640E1523}"/>
          </ac:spMkLst>
        </pc:spChg>
        <pc:picChg chg="add mod ord">
          <ac:chgData name="Rolando E. Montero A." userId="db44b2c1daed2876" providerId="LiveId" clId="{313F95CA-920E-483C-8B94-477AFBEA1CA1}" dt="2020-10-29T12:25:31.914" v="53" actId="1076"/>
          <ac:picMkLst>
            <pc:docMk/>
            <pc:sldMk cId="2587117723" sldId="320"/>
            <ac:picMk id="5" creationId="{3634121F-8D78-4E9A-AFBF-0E0C98608853}"/>
          </ac:picMkLst>
        </pc:picChg>
        <pc:picChg chg="add mod">
          <ac:chgData name="Rolando E. Montero A." userId="db44b2c1daed2876" providerId="LiveId" clId="{313F95CA-920E-483C-8B94-477AFBEA1CA1}" dt="2020-10-29T12:26:07.575" v="55" actId="1076"/>
          <ac:picMkLst>
            <pc:docMk/>
            <pc:sldMk cId="2587117723" sldId="320"/>
            <ac:picMk id="7" creationId="{7F880363-227A-4CCC-B3E2-FDA41DDD867A}"/>
          </ac:picMkLst>
        </pc:picChg>
      </pc:sldChg>
      <pc:sldChg chg="new del">
        <pc:chgData name="Rolando E. Montero A." userId="db44b2c1daed2876" providerId="LiveId" clId="{313F95CA-920E-483C-8B94-477AFBEA1CA1}" dt="2020-10-29T12:32:29.842" v="343" actId="47"/>
        <pc:sldMkLst>
          <pc:docMk/>
          <pc:sldMk cId="1173012019" sldId="321"/>
        </pc:sldMkLst>
      </pc:sldChg>
      <pc:sldChg chg="addSp modSp add mod">
        <pc:chgData name="Rolando E. Montero A." userId="db44b2c1daed2876" providerId="LiveId" clId="{313F95CA-920E-483C-8B94-477AFBEA1CA1}" dt="2020-10-29T13:06:56.446" v="890" actId="14100"/>
        <pc:sldMkLst>
          <pc:docMk/>
          <pc:sldMk cId="1421943605" sldId="321"/>
        </pc:sldMkLst>
        <pc:spChg chg="mod">
          <ac:chgData name="Rolando E. Montero A." userId="db44b2c1daed2876" providerId="LiveId" clId="{313F95CA-920E-483C-8B94-477AFBEA1CA1}" dt="2020-10-29T13:05:48.812" v="874" actId="20577"/>
          <ac:spMkLst>
            <pc:docMk/>
            <pc:sldMk cId="1421943605" sldId="321"/>
            <ac:spMk id="2" creationId="{FD0527A8-85A6-44A2-8A78-C4BA4E1364E0}"/>
          </ac:spMkLst>
        </pc:spChg>
        <pc:spChg chg="mod">
          <ac:chgData name="Rolando E. Montero A." userId="db44b2c1daed2876" providerId="LiveId" clId="{313F95CA-920E-483C-8B94-477AFBEA1CA1}" dt="2020-10-29T13:06:41.491" v="885" actId="1076"/>
          <ac:spMkLst>
            <pc:docMk/>
            <pc:sldMk cId="1421943605" sldId="321"/>
            <ac:spMk id="3" creationId="{3B87B0A5-F419-4834-9784-E1D4934CE3AE}"/>
          </ac:spMkLst>
        </pc:spChg>
        <pc:picChg chg="add mod">
          <ac:chgData name="Rolando E. Montero A." userId="db44b2c1daed2876" providerId="LiveId" clId="{313F95CA-920E-483C-8B94-477AFBEA1CA1}" dt="2020-10-29T13:06:56.446" v="890" actId="14100"/>
          <ac:picMkLst>
            <pc:docMk/>
            <pc:sldMk cId="1421943605" sldId="321"/>
            <ac:picMk id="7" creationId="{903942F0-E18A-402B-A5D1-49F576B2F69C}"/>
          </ac:picMkLst>
        </pc:picChg>
        <pc:picChg chg="add mod">
          <ac:chgData name="Rolando E. Montero A." userId="db44b2c1daed2876" providerId="LiveId" clId="{313F95CA-920E-483C-8B94-477AFBEA1CA1}" dt="2020-10-29T13:06:42.913" v="886" actId="1076"/>
          <ac:picMkLst>
            <pc:docMk/>
            <pc:sldMk cId="1421943605" sldId="321"/>
            <ac:picMk id="8" creationId="{36BE98C2-A528-4670-8DA2-5CDB2CB31A4D}"/>
          </ac:picMkLst>
        </pc:picChg>
      </pc:sldChg>
      <pc:sldChg chg="add del">
        <pc:chgData name="Rolando E. Montero A." userId="db44b2c1daed2876" providerId="LiveId" clId="{313F95CA-920E-483C-8B94-477AFBEA1CA1}" dt="2020-10-29T12:46:36.324" v="427" actId="47"/>
        <pc:sldMkLst>
          <pc:docMk/>
          <pc:sldMk cId="2314006660" sldId="321"/>
        </pc:sldMkLst>
      </pc:sldChg>
      <pc:sldChg chg="add del">
        <pc:chgData name="Rolando E. Montero A." userId="db44b2c1daed2876" providerId="LiveId" clId="{313F95CA-920E-483C-8B94-477AFBEA1CA1}" dt="2020-10-29T12:38:54.697" v="398" actId="47"/>
        <pc:sldMkLst>
          <pc:docMk/>
          <pc:sldMk cId="2980764518" sldId="321"/>
        </pc:sldMkLst>
      </pc:sldChg>
      <pc:sldChg chg="addSp delSp modSp add mod modAnim">
        <pc:chgData name="Rolando E. Montero A." userId="db44b2c1daed2876" providerId="LiveId" clId="{313F95CA-920E-483C-8B94-477AFBEA1CA1}" dt="2020-10-29T13:09:36.872" v="939" actId="404"/>
        <pc:sldMkLst>
          <pc:docMk/>
          <pc:sldMk cId="1745711002" sldId="322"/>
        </pc:sldMkLst>
        <pc:spChg chg="mod">
          <ac:chgData name="Rolando E. Montero A." userId="db44b2c1daed2876" providerId="LiveId" clId="{313F95CA-920E-483C-8B94-477AFBEA1CA1}" dt="2020-10-29T13:07:22.184" v="894" actId="1076"/>
          <ac:spMkLst>
            <pc:docMk/>
            <pc:sldMk cId="1745711002" sldId="322"/>
            <ac:spMk id="3" creationId="{3B87B0A5-F419-4834-9784-E1D4934CE3AE}"/>
          </ac:spMkLst>
        </pc:spChg>
        <pc:spChg chg="add mod">
          <ac:chgData name="Rolando E. Montero A." userId="db44b2c1daed2876" providerId="LiveId" clId="{313F95CA-920E-483C-8B94-477AFBEA1CA1}" dt="2020-10-29T13:08:45.647" v="929" actId="1076"/>
          <ac:spMkLst>
            <pc:docMk/>
            <pc:sldMk cId="1745711002" sldId="322"/>
            <ac:spMk id="10" creationId="{6F9B5B3C-9907-4A6A-BEBB-E4D216193F8F}"/>
          </ac:spMkLst>
        </pc:spChg>
        <pc:spChg chg="add mod">
          <ac:chgData name="Rolando E. Montero A." userId="db44b2c1daed2876" providerId="LiveId" clId="{313F95CA-920E-483C-8B94-477AFBEA1CA1}" dt="2020-10-29T13:09:36.872" v="939" actId="404"/>
          <ac:spMkLst>
            <pc:docMk/>
            <pc:sldMk cId="1745711002" sldId="322"/>
            <ac:spMk id="12" creationId="{5D48E006-ACD0-4560-B90E-4F57538BFD1B}"/>
          </ac:spMkLst>
        </pc:spChg>
        <pc:picChg chg="add mod">
          <ac:chgData name="Rolando E. Montero A." userId="db44b2c1daed2876" providerId="LiveId" clId="{313F95CA-920E-483C-8B94-477AFBEA1CA1}" dt="2020-10-29T13:08:39.317" v="928" actId="1076"/>
          <ac:picMkLst>
            <pc:docMk/>
            <pc:sldMk cId="1745711002" sldId="322"/>
            <ac:picMk id="4" creationId="{8732A357-5DE4-49A1-9800-6DC8930C34C1}"/>
          </ac:picMkLst>
        </pc:picChg>
        <pc:picChg chg="del">
          <ac:chgData name="Rolando E. Montero A." userId="db44b2c1daed2876" providerId="LiveId" clId="{313F95CA-920E-483C-8B94-477AFBEA1CA1}" dt="2020-10-29T13:07:15.512" v="892" actId="478"/>
          <ac:picMkLst>
            <pc:docMk/>
            <pc:sldMk cId="1745711002" sldId="322"/>
            <ac:picMk id="7" creationId="{903942F0-E18A-402B-A5D1-49F576B2F69C}"/>
          </ac:picMkLst>
        </pc:picChg>
        <pc:picChg chg="del">
          <ac:chgData name="Rolando E. Montero A." userId="db44b2c1daed2876" providerId="LiveId" clId="{313F95CA-920E-483C-8B94-477AFBEA1CA1}" dt="2020-10-29T13:07:17.715" v="893" actId="478"/>
          <ac:picMkLst>
            <pc:docMk/>
            <pc:sldMk cId="1745711002" sldId="322"/>
            <ac:picMk id="8" creationId="{36BE98C2-A528-4670-8DA2-5CDB2CB31A4D}"/>
          </ac:picMkLst>
        </pc:picChg>
      </pc:sldChg>
      <pc:sldChg chg="addSp delSp modSp add mod delAnim modAnim">
        <pc:chgData name="Rolando E. Montero A." userId="db44b2c1daed2876" providerId="LiveId" clId="{313F95CA-920E-483C-8B94-477AFBEA1CA1}" dt="2020-10-29T13:13:54.791" v="974" actId="1076"/>
        <pc:sldMkLst>
          <pc:docMk/>
          <pc:sldMk cId="4231835606" sldId="323"/>
        </pc:sldMkLst>
        <pc:spChg chg="del">
          <ac:chgData name="Rolando E. Montero A." userId="db44b2c1daed2876" providerId="LiveId" clId="{313F95CA-920E-483C-8B94-477AFBEA1CA1}" dt="2020-10-29T13:10:40.570" v="946" actId="478"/>
          <ac:spMkLst>
            <pc:docMk/>
            <pc:sldMk cId="4231835606" sldId="323"/>
            <ac:spMk id="3" creationId="{3B87B0A5-F419-4834-9784-E1D4934CE3AE}"/>
          </ac:spMkLst>
        </pc:spChg>
        <pc:spChg chg="del mod">
          <ac:chgData name="Rolando E. Montero A." userId="db44b2c1daed2876" providerId="LiveId" clId="{313F95CA-920E-483C-8B94-477AFBEA1CA1}" dt="2020-10-29T13:10:33.570" v="945" actId="478"/>
          <ac:spMkLst>
            <pc:docMk/>
            <pc:sldMk cId="4231835606" sldId="323"/>
            <ac:spMk id="10" creationId="{6F9B5B3C-9907-4A6A-BEBB-E4D216193F8F}"/>
          </ac:spMkLst>
        </pc:spChg>
        <pc:spChg chg="add del mod">
          <ac:chgData name="Rolando E. Montero A." userId="db44b2c1daed2876" providerId="LiveId" clId="{313F95CA-920E-483C-8B94-477AFBEA1CA1}" dt="2020-10-29T13:10:43.836" v="947" actId="478"/>
          <ac:spMkLst>
            <pc:docMk/>
            <pc:sldMk cId="4231835606" sldId="323"/>
            <ac:spMk id="11" creationId="{8CE2CE48-C895-4B33-8403-36E57C9B170A}"/>
          </ac:spMkLst>
        </pc:spChg>
        <pc:spChg chg="del">
          <ac:chgData name="Rolando E. Montero A." userId="db44b2c1daed2876" providerId="LiveId" clId="{313F95CA-920E-483C-8B94-477AFBEA1CA1}" dt="2020-10-29T13:10:30.976" v="943" actId="478"/>
          <ac:spMkLst>
            <pc:docMk/>
            <pc:sldMk cId="4231835606" sldId="323"/>
            <ac:spMk id="12" creationId="{5D48E006-ACD0-4560-B90E-4F57538BFD1B}"/>
          </ac:spMkLst>
        </pc:spChg>
        <pc:spChg chg="add mod">
          <ac:chgData name="Rolando E. Montero A." userId="db44b2c1daed2876" providerId="LiveId" clId="{313F95CA-920E-483C-8B94-477AFBEA1CA1}" dt="2020-10-29T13:13:48.273" v="973" actId="20577"/>
          <ac:spMkLst>
            <pc:docMk/>
            <pc:sldMk cId="4231835606" sldId="323"/>
            <ac:spMk id="17" creationId="{C2B102ED-51C3-4779-9098-C9A25AA81C97}"/>
          </ac:spMkLst>
        </pc:spChg>
        <pc:picChg chg="del">
          <ac:chgData name="Rolando E. Montero A." userId="db44b2c1daed2876" providerId="LiveId" clId="{313F95CA-920E-483C-8B94-477AFBEA1CA1}" dt="2020-10-29T13:10:27.554" v="941" actId="478"/>
          <ac:picMkLst>
            <pc:docMk/>
            <pc:sldMk cId="4231835606" sldId="323"/>
            <ac:picMk id="4" creationId="{8732A357-5DE4-49A1-9800-6DC8930C34C1}"/>
          </ac:picMkLst>
        </pc:picChg>
        <pc:picChg chg="add mod">
          <ac:chgData name="Rolando E. Montero A." userId="db44b2c1daed2876" providerId="LiveId" clId="{313F95CA-920E-483C-8B94-477AFBEA1CA1}" dt="2020-10-29T13:11:44.936" v="959" actId="1076"/>
          <ac:picMkLst>
            <pc:docMk/>
            <pc:sldMk cId="4231835606" sldId="323"/>
            <ac:picMk id="8" creationId="{588ED736-F598-4798-B232-5EF7F20EE78E}"/>
          </ac:picMkLst>
        </pc:picChg>
        <pc:picChg chg="add mod">
          <ac:chgData name="Rolando E. Montero A." userId="db44b2c1daed2876" providerId="LiveId" clId="{313F95CA-920E-483C-8B94-477AFBEA1CA1}" dt="2020-10-29T13:11:49.326" v="961" actId="1076"/>
          <ac:picMkLst>
            <pc:docMk/>
            <pc:sldMk cId="4231835606" sldId="323"/>
            <ac:picMk id="14" creationId="{A1FB3902-EC50-41C4-A050-BC8B113CCE64}"/>
          </ac:picMkLst>
        </pc:picChg>
        <pc:picChg chg="add mod">
          <ac:chgData name="Rolando E. Montero A." userId="db44b2c1daed2876" providerId="LiveId" clId="{313F95CA-920E-483C-8B94-477AFBEA1CA1}" dt="2020-10-29T13:13:54.791" v="974" actId="1076"/>
          <ac:picMkLst>
            <pc:docMk/>
            <pc:sldMk cId="4231835606" sldId="323"/>
            <ac:picMk id="16" creationId="{02B25BA5-29D9-4D02-A2EC-531E7D3F7CBE}"/>
          </ac:picMkLst>
        </pc:picChg>
      </pc:sldChg>
      <pc:sldChg chg="addSp delSp modSp add mod delAnim modAnim">
        <pc:chgData name="Rolando E. Montero A." userId="db44b2c1daed2876" providerId="LiveId" clId="{313F95CA-920E-483C-8B94-477AFBEA1CA1}" dt="2020-10-29T13:15:25.950" v="1022"/>
        <pc:sldMkLst>
          <pc:docMk/>
          <pc:sldMk cId="3577399681" sldId="324"/>
        </pc:sldMkLst>
        <pc:spChg chg="add mod">
          <ac:chgData name="Rolando E. Montero A." userId="db44b2c1daed2876" providerId="LiveId" clId="{313F95CA-920E-483C-8B94-477AFBEA1CA1}" dt="2020-10-29T13:14:26.822" v="1015" actId="20577"/>
          <ac:spMkLst>
            <pc:docMk/>
            <pc:sldMk cId="3577399681" sldId="324"/>
            <ac:spMk id="10" creationId="{9A61768B-0ECB-4950-8760-A8890BE2EB12}"/>
          </ac:spMkLst>
        </pc:spChg>
        <pc:picChg chg="add mod">
          <ac:chgData name="Rolando E. Montero A." userId="db44b2c1daed2876" providerId="LiveId" clId="{313F95CA-920E-483C-8B94-477AFBEA1CA1}" dt="2020-10-29T13:14:02.119" v="976" actId="1076"/>
          <ac:picMkLst>
            <pc:docMk/>
            <pc:sldMk cId="3577399681" sldId="324"/>
            <ac:picMk id="4" creationId="{2DA3E123-75C7-4CC2-B77C-7AA2736AEBD6}"/>
          </ac:picMkLst>
        </pc:picChg>
        <pc:picChg chg="del">
          <ac:chgData name="Rolando E. Montero A." userId="db44b2c1daed2876" providerId="LiveId" clId="{313F95CA-920E-483C-8B94-477AFBEA1CA1}" dt="2020-10-29T13:13:31.412" v="968" actId="478"/>
          <ac:picMkLst>
            <pc:docMk/>
            <pc:sldMk cId="3577399681" sldId="324"/>
            <ac:picMk id="8" creationId="{588ED736-F598-4798-B232-5EF7F20EE78E}"/>
          </ac:picMkLst>
        </pc:picChg>
        <pc:picChg chg="add mod">
          <ac:chgData name="Rolando E. Montero A." userId="db44b2c1daed2876" providerId="LiveId" clId="{313F95CA-920E-483C-8B94-477AFBEA1CA1}" dt="2020-10-29T13:15:07.884" v="1019" actId="1076"/>
          <ac:picMkLst>
            <pc:docMk/>
            <pc:sldMk cId="3577399681" sldId="324"/>
            <ac:picMk id="9" creationId="{744AFC9C-12E7-4A6C-8BCC-FF3192660FBC}"/>
          </ac:picMkLst>
        </pc:picChg>
        <pc:picChg chg="del">
          <ac:chgData name="Rolando E. Montero A." userId="db44b2c1daed2876" providerId="LiveId" clId="{313F95CA-920E-483C-8B94-477AFBEA1CA1}" dt="2020-10-29T13:13:32.131" v="969" actId="478"/>
          <ac:picMkLst>
            <pc:docMk/>
            <pc:sldMk cId="3577399681" sldId="324"/>
            <ac:picMk id="14" creationId="{A1FB3902-EC50-41C4-A050-BC8B113CCE64}"/>
          </ac:picMkLst>
        </pc:picChg>
        <pc:picChg chg="mod">
          <ac:chgData name="Rolando E. Montero A." userId="db44b2c1daed2876" providerId="LiveId" clId="{313F95CA-920E-483C-8B94-477AFBEA1CA1}" dt="2020-10-29T13:14:03.416" v="977" actId="1076"/>
          <ac:picMkLst>
            <pc:docMk/>
            <pc:sldMk cId="3577399681" sldId="324"/>
            <ac:picMk id="16" creationId="{02B25BA5-29D9-4D02-A2EC-531E7D3F7CBE}"/>
          </ac:picMkLst>
        </pc:picChg>
      </pc:sldChg>
      <pc:sldChg chg="addSp delSp modSp add mod delAnim">
        <pc:chgData name="Rolando E. Montero A." userId="db44b2c1daed2876" providerId="LiveId" clId="{313F95CA-920E-483C-8B94-477AFBEA1CA1}" dt="2020-10-29T17:12:29.283" v="1305" actId="1076"/>
        <pc:sldMkLst>
          <pc:docMk/>
          <pc:sldMk cId="1201488058" sldId="325"/>
        </pc:sldMkLst>
        <pc:spChg chg="mod">
          <ac:chgData name="Rolando E. Montero A." userId="db44b2c1daed2876" providerId="LiveId" clId="{313F95CA-920E-483C-8B94-477AFBEA1CA1}" dt="2020-10-29T17:12:08.876" v="1299" actId="1076"/>
          <ac:spMkLst>
            <pc:docMk/>
            <pc:sldMk cId="1201488058" sldId="325"/>
            <ac:spMk id="10" creationId="{9A61768B-0ECB-4950-8760-A8890BE2EB12}"/>
          </ac:spMkLst>
        </pc:spChg>
        <pc:picChg chg="del">
          <ac:chgData name="Rolando E. Montero A." userId="db44b2c1daed2876" providerId="LiveId" clId="{313F95CA-920E-483C-8B94-477AFBEA1CA1}" dt="2020-10-29T13:17:52.728" v="1025" actId="478"/>
          <ac:picMkLst>
            <pc:docMk/>
            <pc:sldMk cId="1201488058" sldId="325"/>
            <ac:picMk id="4" creationId="{2DA3E123-75C7-4CC2-B77C-7AA2736AEBD6}"/>
          </ac:picMkLst>
        </pc:picChg>
        <pc:picChg chg="add mod">
          <ac:chgData name="Rolando E. Montero A." userId="db44b2c1daed2876" providerId="LiveId" clId="{313F95CA-920E-483C-8B94-477AFBEA1CA1}" dt="2020-10-29T17:12:29.283" v="1305" actId="1076"/>
          <ac:picMkLst>
            <pc:docMk/>
            <pc:sldMk cId="1201488058" sldId="325"/>
            <ac:picMk id="4" creationId="{B2EE1237-7D76-480B-9043-B54249FF6616}"/>
          </ac:picMkLst>
        </pc:picChg>
        <pc:picChg chg="add del mod modCrop">
          <ac:chgData name="Rolando E. Montero A." userId="db44b2c1daed2876" providerId="LiveId" clId="{313F95CA-920E-483C-8B94-477AFBEA1CA1}" dt="2020-10-29T16:39:55.523" v="1162" actId="478"/>
          <ac:picMkLst>
            <pc:docMk/>
            <pc:sldMk cId="1201488058" sldId="325"/>
            <ac:picMk id="7" creationId="{73232C0A-2B32-429A-AF9A-EDA85730B4E9}"/>
          </ac:picMkLst>
        </pc:picChg>
        <pc:picChg chg="del">
          <ac:chgData name="Rolando E. Montero A." userId="db44b2c1daed2876" providerId="LiveId" clId="{313F95CA-920E-483C-8B94-477AFBEA1CA1}" dt="2020-10-29T13:17:55.265" v="1026" actId="478"/>
          <ac:picMkLst>
            <pc:docMk/>
            <pc:sldMk cId="1201488058" sldId="325"/>
            <ac:picMk id="9" creationId="{744AFC9C-12E7-4A6C-8BCC-FF3192660FBC}"/>
          </ac:picMkLst>
        </pc:picChg>
        <pc:picChg chg="mod ord">
          <ac:chgData name="Rolando E. Montero A." userId="db44b2c1daed2876" providerId="LiveId" clId="{313F95CA-920E-483C-8B94-477AFBEA1CA1}" dt="2020-10-29T17:12:14.185" v="1301" actId="166"/>
          <ac:picMkLst>
            <pc:docMk/>
            <pc:sldMk cId="1201488058" sldId="325"/>
            <ac:picMk id="16" creationId="{02B25BA5-29D9-4D02-A2EC-531E7D3F7CBE}"/>
          </ac:picMkLst>
        </pc:picChg>
      </pc:sldChg>
      <pc:sldChg chg="addSp delSp modSp add mod">
        <pc:chgData name="Rolando E. Montero A." userId="db44b2c1daed2876" providerId="LiveId" clId="{313F95CA-920E-483C-8B94-477AFBEA1CA1}" dt="2020-10-29T17:06:06.704" v="1293" actId="1076"/>
        <pc:sldMkLst>
          <pc:docMk/>
          <pc:sldMk cId="431939749" sldId="326"/>
        </pc:sldMkLst>
        <pc:spChg chg="mod">
          <ac:chgData name="Rolando E. Montero A." userId="db44b2c1daed2876" providerId="LiveId" clId="{313F95CA-920E-483C-8B94-477AFBEA1CA1}" dt="2020-10-29T16:45:04.411" v="1267" actId="207"/>
          <ac:spMkLst>
            <pc:docMk/>
            <pc:sldMk cId="431939749" sldId="326"/>
            <ac:spMk id="10" creationId="{9A61768B-0ECB-4950-8760-A8890BE2EB12}"/>
          </ac:spMkLst>
        </pc:spChg>
        <pc:picChg chg="add del mod">
          <ac:chgData name="Rolando E. Montero A." userId="db44b2c1daed2876" providerId="LiveId" clId="{313F95CA-920E-483C-8B94-477AFBEA1CA1}" dt="2020-10-29T16:41:32.893" v="1166" actId="478"/>
          <ac:picMkLst>
            <pc:docMk/>
            <pc:sldMk cId="431939749" sldId="326"/>
            <ac:picMk id="4" creationId="{72031363-EFF9-4B02-81D4-F7651533F339}"/>
          </ac:picMkLst>
        </pc:picChg>
        <pc:picChg chg="del">
          <ac:chgData name="Rolando E. Montero A." userId="db44b2c1daed2876" providerId="LiveId" clId="{313F95CA-920E-483C-8B94-477AFBEA1CA1}" dt="2020-10-29T13:20:58.409" v="1041" actId="478"/>
          <ac:picMkLst>
            <pc:docMk/>
            <pc:sldMk cId="431939749" sldId="326"/>
            <ac:picMk id="7" creationId="{73232C0A-2B32-429A-AF9A-EDA85730B4E9}"/>
          </ac:picMkLst>
        </pc:picChg>
        <pc:picChg chg="add mod ord">
          <ac:chgData name="Rolando E. Montero A." userId="db44b2c1daed2876" providerId="LiveId" clId="{313F95CA-920E-483C-8B94-477AFBEA1CA1}" dt="2020-10-29T17:06:06.704" v="1293" actId="1076"/>
          <ac:picMkLst>
            <pc:docMk/>
            <pc:sldMk cId="431939749" sldId="326"/>
            <ac:picMk id="7" creationId="{B049C8DE-C34C-4799-92AA-3E25A3132961}"/>
          </ac:picMkLst>
        </pc:picChg>
        <pc:picChg chg="add del mod ord">
          <ac:chgData name="Rolando E. Montero A." userId="db44b2c1daed2876" providerId="LiveId" clId="{313F95CA-920E-483C-8B94-477AFBEA1CA1}" dt="2020-10-29T13:24:24.367" v="1059" actId="22"/>
          <ac:picMkLst>
            <pc:docMk/>
            <pc:sldMk cId="431939749" sldId="326"/>
            <ac:picMk id="9" creationId="{74119537-7F00-4134-B0F5-AA03DCCC8EB6}"/>
          </ac:picMkLst>
        </pc:picChg>
        <pc:picChg chg="mod ord">
          <ac:chgData name="Rolando E. Montero A." userId="db44b2c1daed2876" providerId="LiveId" clId="{313F95CA-920E-483C-8B94-477AFBEA1CA1}" dt="2020-10-29T13:21:24.615" v="1050" actId="1076"/>
          <ac:picMkLst>
            <pc:docMk/>
            <pc:sldMk cId="431939749" sldId="326"/>
            <ac:picMk id="16" creationId="{02B25BA5-29D9-4D02-A2EC-531E7D3F7CBE}"/>
          </ac:picMkLst>
        </pc:picChg>
      </pc:sldChg>
      <pc:sldChg chg="addSp delSp modSp add mod">
        <pc:chgData name="Rolando E. Montero A." userId="db44b2c1daed2876" providerId="LiveId" clId="{313F95CA-920E-483C-8B94-477AFBEA1CA1}" dt="2020-10-29T16:43:57.995" v="1184" actId="171"/>
        <pc:sldMkLst>
          <pc:docMk/>
          <pc:sldMk cId="557184343" sldId="327"/>
        </pc:sldMkLst>
        <pc:spChg chg="mod">
          <ac:chgData name="Rolando E. Montero A." userId="db44b2c1daed2876" providerId="LiveId" clId="{313F95CA-920E-483C-8B94-477AFBEA1CA1}" dt="2020-10-29T14:52:53.818" v="1161" actId="207"/>
          <ac:spMkLst>
            <pc:docMk/>
            <pc:sldMk cId="557184343" sldId="327"/>
            <ac:spMk id="10" creationId="{9A61768B-0ECB-4950-8760-A8890BE2EB12}"/>
          </ac:spMkLst>
        </pc:spChg>
        <pc:picChg chg="del">
          <ac:chgData name="Rolando E. Montero A." userId="db44b2c1daed2876" providerId="LiveId" clId="{313F95CA-920E-483C-8B94-477AFBEA1CA1}" dt="2020-10-29T13:24:31.304" v="1062" actId="478"/>
          <ac:picMkLst>
            <pc:docMk/>
            <pc:sldMk cId="557184343" sldId="327"/>
            <ac:picMk id="4" creationId="{72031363-EFF9-4B02-81D4-F7651533F339}"/>
          </ac:picMkLst>
        </pc:picChg>
        <pc:picChg chg="add mod ord">
          <ac:chgData name="Rolando E. Montero A." userId="db44b2c1daed2876" providerId="LiveId" clId="{313F95CA-920E-483C-8B94-477AFBEA1CA1}" dt="2020-10-29T16:43:57.995" v="1184" actId="171"/>
          <ac:picMkLst>
            <pc:docMk/>
            <pc:sldMk cId="557184343" sldId="327"/>
            <ac:picMk id="4" creationId="{C9832BDA-B02F-47F4-8536-0366496CCF50}"/>
          </ac:picMkLst>
        </pc:picChg>
        <pc:picChg chg="add del mod ord">
          <ac:chgData name="Rolando E. Montero A." userId="db44b2c1daed2876" providerId="LiveId" clId="{313F95CA-920E-483C-8B94-477AFBEA1CA1}" dt="2020-10-29T16:43:27.531" v="1180" actId="478"/>
          <ac:picMkLst>
            <pc:docMk/>
            <pc:sldMk cId="557184343" sldId="327"/>
            <ac:picMk id="7" creationId="{37990111-6EE8-4E5E-ABB0-CB0129C09574}"/>
          </ac:picMkLst>
        </pc:picChg>
      </pc:sldChg>
      <pc:sldChg chg="addSp delSp modSp add mod ord">
        <pc:chgData name="Rolando E. Montero A." userId="db44b2c1daed2876" providerId="LiveId" clId="{313F95CA-920E-483C-8B94-477AFBEA1CA1}" dt="2020-10-29T13:29:59.300" v="1108" actId="1076"/>
        <pc:sldMkLst>
          <pc:docMk/>
          <pc:sldMk cId="2013609090" sldId="328"/>
        </pc:sldMkLst>
        <pc:spChg chg="mod">
          <ac:chgData name="Rolando E. Montero A." userId="db44b2c1daed2876" providerId="LiveId" clId="{313F95CA-920E-483C-8B94-477AFBEA1CA1}" dt="2020-10-29T13:25:21.968" v="1082" actId="20577"/>
          <ac:spMkLst>
            <pc:docMk/>
            <pc:sldMk cId="2013609090" sldId="328"/>
            <ac:spMk id="2" creationId="{FD0527A8-85A6-44A2-8A78-C4BA4E1364E0}"/>
          </ac:spMkLst>
        </pc:spChg>
        <pc:spChg chg="mod">
          <ac:chgData name="Rolando E. Montero A." userId="db44b2c1daed2876" providerId="LiveId" clId="{313F95CA-920E-483C-8B94-477AFBEA1CA1}" dt="2020-10-29T13:25:38.095" v="1092" actId="1076"/>
          <ac:spMkLst>
            <pc:docMk/>
            <pc:sldMk cId="2013609090" sldId="328"/>
            <ac:spMk id="3" creationId="{3B87B0A5-F419-4834-9784-E1D4934CE3AE}"/>
          </ac:spMkLst>
        </pc:spChg>
        <pc:picChg chg="del">
          <ac:chgData name="Rolando E. Montero A." userId="db44b2c1daed2876" providerId="LiveId" clId="{313F95CA-920E-483C-8B94-477AFBEA1CA1}" dt="2020-10-29T13:25:24.343" v="1083" actId="478"/>
          <ac:picMkLst>
            <pc:docMk/>
            <pc:sldMk cId="2013609090" sldId="328"/>
            <ac:picMk id="7" creationId="{903942F0-E18A-402B-A5D1-49F576B2F69C}"/>
          </ac:picMkLst>
        </pc:picChg>
        <pc:picChg chg="del">
          <ac:chgData name="Rolando E. Montero A." userId="db44b2c1daed2876" providerId="LiveId" clId="{313F95CA-920E-483C-8B94-477AFBEA1CA1}" dt="2020-10-29T13:25:25.218" v="1084" actId="478"/>
          <ac:picMkLst>
            <pc:docMk/>
            <pc:sldMk cId="2013609090" sldId="328"/>
            <ac:picMk id="8" creationId="{36BE98C2-A528-4670-8DA2-5CDB2CB31A4D}"/>
          </ac:picMkLst>
        </pc:picChg>
        <pc:picChg chg="add del mod">
          <ac:chgData name="Rolando E. Montero A." userId="db44b2c1daed2876" providerId="LiveId" clId="{313F95CA-920E-483C-8B94-477AFBEA1CA1}" dt="2020-10-29T13:25:49.189" v="1098" actId="478"/>
          <ac:picMkLst>
            <pc:docMk/>
            <pc:sldMk cId="2013609090" sldId="328"/>
            <ac:picMk id="9" creationId="{4310B98D-0241-45C3-B5F5-92E28670DF5F}"/>
          </ac:picMkLst>
        </pc:picChg>
        <pc:picChg chg="add del mod">
          <ac:chgData name="Rolando E. Montero A." userId="db44b2c1daed2876" providerId="LiveId" clId="{313F95CA-920E-483C-8B94-477AFBEA1CA1}" dt="2020-10-29T13:27:27.012" v="1102" actId="478"/>
          <ac:picMkLst>
            <pc:docMk/>
            <pc:sldMk cId="2013609090" sldId="328"/>
            <ac:picMk id="11" creationId="{24F05BD8-02DC-4E86-A6DD-6EB6D4D42B16}"/>
          </ac:picMkLst>
        </pc:picChg>
        <pc:picChg chg="add mod">
          <ac:chgData name="Rolando E. Montero A." userId="db44b2c1daed2876" providerId="LiveId" clId="{313F95CA-920E-483C-8B94-477AFBEA1CA1}" dt="2020-10-29T13:29:59.300" v="1108" actId="1076"/>
          <ac:picMkLst>
            <pc:docMk/>
            <pc:sldMk cId="2013609090" sldId="328"/>
            <ac:picMk id="13" creationId="{32D65D61-465C-44C6-AE3F-61B926B7543C}"/>
          </ac:picMkLst>
        </pc:picChg>
      </pc:sldChg>
      <pc:sldChg chg="addSp delSp modSp add mod">
        <pc:chgData name="Rolando E. Montero A." userId="db44b2c1daed2876" providerId="LiveId" clId="{313F95CA-920E-483C-8B94-477AFBEA1CA1}" dt="2020-10-29T17:06:04.017" v="1292" actId="1076"/>
        <pc:sldMkLst>
          <pc:docMk/>
          <pc:sldMk cId="239538332" sldId="329"/>
        </pc:sldMkLst>
        <pc:spChg chg="mod">
          <ac:chgData name="Rolando E. Montero A." userId="db44b2c1daed2876" providerId="LiveId" clId="{313F95CA-920E-483C-8B94-477AFBEA1CA1}" dt="2020-10-29T16:44:42.179" v="1242" actId="20577"/>
          <ac:spMkLst>
            <pc:docMk/>
            <pc:sldMk cId="239538332" sldId="329"/>
            <ac:spMk id="10" creationId="{9A61768B-0ECB-4950-8760-A8890BE2EB12}"/>
          </ac:spMkLst>
        </pc:spChg>
        <pc:picChg chg="add mod ord">
          <ac:chgData name="Rolando E. Montero A." userId="db44b2c1daed2876" providerId="LiveId" clId="{313F95CA-920E-483C-8B94-477AFBEA1CA1}" dt="2020-10-29T17:06:04.017" v="1292" actId="1076"/>
          <ac:picMkLst>
            <pc:docMk/>
            <pc:sldMk cId="239538332" sldId="329"/>
            <ac:picMk id="4" creationId="{64B72274-2DD3-4C7A-A992-AD51E467D06B}"/>
          </ac:picMkLst>
        </pc:picChg>
        <pc:picChg chg="del">
          <ac:chgData name="Rolando E. Montero A." userId="db44b2c1daed2876" providerId="LiveId" clId="{313F95CA-920E-483C-8B94-477AFBEA1CA1}" dt="2020-10-29T16:41:52.529" v="1172" actId="478"/>
          <ac:picMkLst>
            <pc:docMk/>
            <pc:sldMk cId="239538332" sldId="329"/>
            <ac:picMk id="7" creationId="{B049C8DE-C34C-4799-92AA-3E25A3132961}"/>
          </ac:picMkLst>
        </pc:picChg>
      </pc:sldChg>
      <pc:sldMasterChg chg="delSldLayout">
        <pc:chgData name="Rolando E. Montero A." userId="db44b2c1daed2876" providerId="LiveId" clId="{313F95CA-920E-483C-8B94-477AFBEA1CA1}" dt="2020-10-29T12:38:54.697" v="398" actId="47"/>
        <pc:sldMasterMkLst>
          <pc:docMk/>
          <pc:sldMasterMk cId="1604139482" sldId="2147483805"/>
        </pc:sldMasterMkLst>
        <pc:sldLayoutChg chg="del">
          <pc:chgData name="Rolando E. Montero A." userId="db44b2c1daed2876" providerId="LiveId" clId="{313F95CA-920E-483C-8B94-477AFBEA1CA1}" dt="2020-10-29T12:38:54.697" v="398" actId="47"/>
          <pc:sldLayoutMkLst>
            <pc:docMk/>
            <pc:sldMasterMk cId="1604139482" sldId="2147483805"/>
            <pc:sldLayoutMk cId="2727563736" sldId="214748382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33F612-D58A-463A-BFC9-70C576E15BD2}" type="doc">
      <dgm:prSet loTypeId="urn:microsoft.com/office/officeart/2005/8/layout/vList3" loCatId="list" qsTypeId="urn:microsoft.com/office/officeart/2005/8/quickstyle/simple1" qsCatId="simple" csTypeId="urn:microsoft.com/office/officeart/2005/8/colors/accent1_2" csCatId="accent1" phldr="1"/>
      <dgm:spPr/>
    </dgm:pt>
    <dgm:pt modelId="{B28A1334-0A85-4D59-9AFF-4FEBA5A2E694}">
      <dgm:prSet phldrT="[Texto]"/>
      <dgm:spPr/>
      <dgm:t>
        <a:bodyPr/>
        <a:lstStyle/>
        <a:p>
          <a:r>
            <a:rPr lang="es-CL" dirty="0"/>
            <a:t>¿Qué sabemos?</a:t>
          </a:r>
        </a:p>
      </dgm:t>
    </dgm:pt>
    <dgm:pt modelId="{66F3B9D2-ED58-49BE-9C05-A74C7773B6A2}" type="parTrans" cxnId="{81488707-E36A-4496-A840-B0423BD895C8}">
      <dgm:prSet/>
      <dgm:spPr/>
      <dgm:t>
        <a:bodyPr/>
        <a:lstStyle/>
        <a:p>
          <a:endParaRPr lang="es-CL"/>
        </a:p>
      </dgm:t>
    </dgm:pt>
    <dgm:pt modelId="{9BB87A08-BD24-46D6-9574-1367C5845D4B}" type="sibTrans" cxnId="{81488707-E36A-4496-A840-B0423BD895C8}">
      <dgm:prSet/>
      <dgm:spPr/>
      <dgm:t>
        <a:bodyPr/>
        <a:lstStyle/>
        <a:p>
          <a:endParaRPr lang="es-CL"/>
        </a:p>
      </dgm:t>
    </dgm:pt>
    <dgm:pt modelId="{437C4974-E0E7-45B2-83F2-EB1BAD849920}">
      <dgm:prSet phldrT="[Texto]"/>
      <dgm:spPr/>
      <dgm:t>
        <a:bodyPr/>
        <a:lstStyle/>
        <a:p>
          <a:r>
            <a:rPr lang="es-CL" dirty="0"/>
            <a:t>¿Cuales son las variables</a:t>
          </a:r>
        </a:p>
      </dgm:t>
    </dgm:pt>
    <dgm:pt modelId="{511E129B-2C7E-4A5E-8A66-D61DFEB97343}" type="parTrans" cxnId="{B6962355-E746-4103-A815-7023A0A5B499}">
      <dgm:prSet/>
      <dgm:spPr/>
      <dgm:t>
        <a:bodyPr/>
        <a:lstStyle/>
        <a:p>
          <a:endParaRPr lang="es-CL"/>
        </a:p>
      </dgm:t>
    </dgm:pt>
    <dgm:pt modelId="{8C52A707-7796-4E11-BDE7-6A8301D6900D}" type="sibTrans" cxnId="{B6962355-E746-4103-A815-7023A0A5B499}">
      <dgm:prSet/>
      <dgm:spPr/>
      <dgm:t>
        <a:bodyPr/>
        <a:lstStyle/>
        <a:p>
          <a:endParaRPr lang="es-CL"/>
        </a:p>
      </dgm:t>
    </dgm:pt>
    <dgm:pt modelId="{3BE39E82-B6E9-4720-B4AB-D17A1616AC36}">
      <dgm:prSet phldrT="[Texto]"/>
      <dgm:spPr/>
      <dgm:t>
        <a:bodyPr/>
        <a:lstStyle/>
        <a:p>
          <a:r>
            <a:rPr lang="es-CL" dirty="0"/>
            <a:t>Algoritmo</a:t>
          </a:r>
        </a:p>
      </dgm:t>
    </dgm:pt>
    <dgm:pt modelId="{E102D255-8918-4CEA-B84D-D43C8701EC53}" type="parTrans" cxnId="{D8BE9E54-801B-45D1-8474-64DDE8642EE0}">
      <dgm:prSet/>
      <dgm:spPr/>
      <dgm:t>
        <a:bodyPr/>
        <a:lstStyle/>
        <a:p>
          <a:endParaRPr lang="es-CL"/>
        </a:p>
      </dgm:t>
    </dgm:pt>
    <dgm:pt modelId="{12F7465D-CC97-469F-AAF8-FC45AE72FB54}" type="sibTrans" cxnId="{D8BE9E54-801B-45D1-8474-64DDE8642EE0}">
      <dgm:prSet/>
      <dgm:spPr/>
      <dgm:t>
        <a:bodyPr/>
        <a:lstStyle/>
        <a:p>
          <a:endParaRPr lang="es-CL"/>
        </a:p>
      </dgm:t>
    </dgm:pt>
    <dgm:pt modelId="{A7210E1C-94A5-4080-A2CA-B10524543ACF}" type="pres">
      <dgm:prSet presAssocID="{A533F612-D58A-463A-BFC9-70C576E15BD2}" presName="linearFlow" presStyleCnt="0">
        <dgm:presLayoutVars>
          <dgm:dir/>
          <dgm:resizeHandles val="exact"/>
        </dgm:presLayoutVars>
      </dgm:prSet>
      <dgm:spPr/>
    </dgm:pt>
    <dgm:pt modelId="{2C91A0F7-1D81-4F6C-A08A-208F2627B214}" type="pres">
      <dgm:prSet presAssocID="{B28A1334-0A85-4D59-9AFF-4FEBA5A2E694}" presName="composite" presStyleCnt="0"/>
      <dgm:spPr/>
    </dgm:pt>
    <dgm:pt modelId="{A15742E2-0FAA-41F3-95B7-98455792891D}" type="pres">
      <dgm:prSet presAssocID="{B28A1334-0A85-4D59-9AFF-4FEBA5A2E694}" presName="imgShp" presStyleLbl="fgImgPlace1" presStyleIdx="0" presStyleCnt="3"/>
      <dgm:spPr>
        <a:solidFill>
          <a:srgbClr val="F7CDBC"/>
        </a:solidFill>
      </dgm:spPr>
      <dgm:extLst>
        <a:ext uri="{E40237B7-FDA0-4F09-8148-C483321AD2D9}">
          <dgm14:cNvPr xmlns:dgm14="http://schemas.microsoft.com/office/drawing/2010/diagram" id="0" name="" descr="Calculadora"/>
        </a:ext>
      </dgm:extLst>
    </dgm:pt>
    <dgm:pt modelId="{AB526FBF-5088-4EF1-951C-AAD2B7805AF3}" type="pres">
      <dgm:prSet presAssocID="{B28A1334-0A85-4D59-9AFF-4FEBA5A2E694}" presName="txShp" presStyleLbl="node1" presStyleIdx="0" presStyleCnt="3">
        <dgm:presLayoutVars>
          <dgm:bulletEnabled val="1"/>
        </dgm:presLayoutVars>
      </dgm:prSet>
      <dgm:spPr/>
    </dgm:pt>
    <dgm:pt modelId="{89B32378-8088-426A-8CCB-41A2148B77B5}" type="pres">
      <dgm:prSet presAssocID="{9BB87A08-BD24-46D6-9574-1367C5845D4B}" presName="spacing" presStyleCnt="0"/>
      <dgm:spPr/>
    </dgm:pt>
    <dgm:pt modelId="{65BA466F-3EFB-4E2A-9E34-D7E4C69D73E1}" type="pres">
      <dgm:prSet presAssocID="{437C4974-E0E7-45B2-83F2-EB1BAD849920}" presName="composite" presStyleCnt="0"/>
      <dgm:spPr/>
    </dgm:pt>
    <dgm:pt modelId="{56E82B35-505B-4805-8C41-44627EB3A486}" type="pres">
      <dgm:prSet presAssocID="{437C4974-E0E7-45B2-83F2-EB1BAD849920}" presName="imgShp" presStyleLbl="fgImgPlace1" presStyleIdx="1" presStyleCnt="3"/>
      <dgm:spPr>
        <a:solidFill>
          <a:srgbClr val="F7CDBC"/>
        </a:solidFill>
      </dgm:spPr>
    </dgm:pt>
    <dgm:pt modelId="{CDC95750-D50B-4E82-9FB7-2C4239EAD52B}" type="pres">
      <dgm:prSet presAssocID="{437C4974-E0E7-45B2-83F2-EB1BAD849920}" presName="txShp" presStyleLbl="node1" presStyleIdx="1" presStyleCnt="3">
        <dgm:presLayoutVars>
          <dgm:bulletEnabled val="1"/>
        </dgm:presLayoutVars>
      </dgm:prSet>
      <dgm:spPr/>
    </dgm:pt>
    <dgm:pt modelId="{C4AEC4FB-7377-4573-BF52-095A30AA1486}" type="pres">
      <dgm:prSet presAssocID="{8C52A707-7796-4E11-BDE7-6A8301D6900D}" presName="spacing" presStyleCnt="0"/>
      <dgm:spPr/>
    </dgm:pt>
    <dgm:pt modelId="{1508937D-024F-4FF1-BCEE-EC3E3E3A7640}" type="pres">
      <dgm:prSet presAssocID="{3BE39E82-B6E9-4720-B4AB-D17A1616AC36}" presName="composite" presStyleCnt="0"/>
      <dgm:spPr/>
    </dgm:pt>
    <dgm:pt modelId="{A55C902D-D081-4302-9DD4-6394A2440F31}" type="pres">
      <dgm:prSet presAssocID="{3BE39E82-B6E9-4720-B4AB-D17A1616AC36}" presName="imgShp" presStyleLbl="fgImgPlace1" presStyleIdx="2" presStyleCnt="3"/>
      <dgm:spPr>
        <a:solidFill>
          <a:srgbClr val="F7CDBC"/>
        </a:solidFill>
      </dgm:spPr>
    </dgm:pt>
    <dgm:pt modelId="{A5EF84B8-D0C5-4F33-82D1-9216FF632C76}" type="pres">
      <dgm:prSet presAssocID="{3BE39E82-B6E9-4720-B4AB-D17A1616AC36}" presName="txShp" presStyleLbl="node1" presStyleIdx="2" presStyleCnt="3">
        <dgm:presLayoutVars>
          <dgm:bulletEnabled val="1"/>
        </dgm:presLayoutVars>
      </dgm:prSet>
      <dgm:spPr/>
    </dgm:pt>
  </dgm:ptLst>
  <dgm:cxnLst>
    <dgm:cxn modelId="{81488707-E36A-4496-A840-B0423BD895C8}" srcId="{A533F612-D58A-463A-BFC9-70C576E15BD2}" destId="{B28A1334-0A85-4D59-9AFF-4FEBA5A2E694}" srcOrd="0" destOrd="0" parTransId="{66F3B9D2-ED58-49BE-9C05-A74C7773B6A2}" sibTransId="{9BB87A08-BD24-46D6-9574-1367C5845D4B}"/>
    <dgm:cxn modelId="{1949CD1B-0B19-4E39-99FE-8A4548325123}" type="presOf" srcId="{3BE39E82-B6E9-4720-B4AB-D17A1616AC36}" destId="{A5EF84B8-D0C5-4F33-82D1-9216FF632C76}" srcOrd="0" destOrd="0" presId="urn:microsoft.com/office/officeart/2005/8/layout/vList3"/>
    <dgm:cxn modelId="{88C3FF72-5599-4785-A771-617C715C9353}" type="presOf" srcId="{437C4974-E0E7-45B2-83F2-EB1BAD849920}" destId="{CDC95750-D50B-4E82-9FB7-2C4239EAD52B}" srcOrd="0" destOrd="0" presId="urn:microsoft.com/office/officeart/2005/8/layout/vList3"/>
    <dgm:cxn modelId="{D8BE9E54-801B-45D1-8474-64DDE8642EE0}" srcId="{A533F612-D58A-463A-BFC9-70C576E15BD2}" destId="{3BE39E82-B6E9-4720-B4AB-D17A1616AC36}" srcOrd="2" destOrd="0" parTransId="{E102D255-8918-4CEA-B84D-D43C8701EC53}" sibTransId="{12F7465D-CC97-469F-AAF8-FC45AE72FB54}"/>
    <dgm:cxn modelId="{B6962355-E746-4103-A815-7023A0A5B499}" srcId="{A533F612-D58A-463A-BFC9-70C576E15BD2}" destId="{437C4974-E0E7-45B2-83F2-EB1BAD849920}" srcOrd="1" destOrd="0" parTransId="{511E129B-2C7E-4A5E-8A66-D61DFEB97343}" sibTransId="{8C52A707-7796-4E11-BDE7-6A8301D6900D}"/>
    <dgm:cxn modelId="{BC46F0D3-2E3F-4B1A-9ACB-A7B71F26670A}" type="presOf" srcId="{B28A1334-0A85-4D59-9AFF-4FEBA5A2E694}" destId="{AB526FBF-5088-4EF1-951C-AAD2B7805AF3}" srcOrd="0" destOrd="0" presId="urn:microsoft.com/office/officeart/2005/8/layout/vList3"/>
    <dgm:cxn modelId="{061DFFDD-2EE8-49AE-A9BE-87914DF837BD}" type="presOf" srcId="{A533F612-D58A-463A-BFC9-70C576E15BD2}" destId="{A7210E1C-94A5-4080-A2CA-B10524543ACF}" srcOrd="0" destOrd="0" presId="urn:microsoft.com/office/officeart/2005/8/layout/vList3"/>
    <dgm:cxn modelId="{828AAFAB-BAEE-4DEF-B2CE-F9BEF8793391}" type="presParOf" srcId="{A7210E1C-94A5-4080-A2CA-B10524543ACF}" destId="{2C91A0F7-1D81-4F6C-A08A-208F2627B214}" srcOrd="0" destOrd="0" presId="urn:microsoft.com/office/officeart/2005/8/layout/vList3"/>
    <dgm:cxn modelId="{3B9936A2-8C17-4255-BCAF-A9C7BBB3FC8F}" type="presParOf" srcId="{2C91A0F7-1D81-4F6C-A08A-208F2627B214}" destId="{A15742E2-0FAA-41F3-95B7-98455792891D}" srcOrd="0" destOrd="0" presId="urn:microsoft.com/office/officeart/2005/8/layout/vList3"/>
    <dgm:cxn modelId="{303632D5-27AE-47DD-BA7D-1AA5894D4340}" type="presParOf" srcId="{2C91A0F7-1D81-4F6C-A08A-208F2627B214}" destId="{AB526FBF-5088-4EF1-951C-AAD2B7805AF3}" srcOrd="1" destOrd="0" presId="urn:microsoft.com/office/officeart/2005/8/layout/vList3"/>
    <dgm:cxn modelId="{36D0F894-7076-4420-AEB6-7ADA23C95458}" type="presParOf" srcId="{A7210E1C-94A5-4080-A2CA-B10524543ACF}" destId="{89B32378-8088-426A-8CCB-41A2148B77B5}" srcOrd="1" destOrd="0" presId="urn:microsoft.com/office/officeart/2005/8/layout/vList3"/>
    <dgm:cxn modelId="{AC1EC83E-F5BA-4E81-8ECA-D793DCAB283B}" type="presParOf" srcId="{A7210E1C-94A5-4080-A2CA-B10524543ACF}" destId="{65BA466F-3EFB-4E2A-9E34-D7E4C69D73E1}" srcOrd="2" destOrd="0" presId="urn:microsoft.com/office/officeart/2005/8/layout/vList3"/>
    <dgm:cxn modelId="{699EFA80-3506-47E1-AA93-27912E35DFEC}" type="presParOf" srcId="{65BA466F-3EFB-4E2A-9E34-D7E4C69D73E1}" destId="{56E82B35-505B-4805-8C41-44627EB3A486}" srcOrd="0" destOrd="0" presId="urn:microsoft.com/office/officeart/2005/8/layout/vList3"/>
    <dgm:cxn modelId="{E4554C2E-A754-4300-8401-052B5274B841}" type="presParOf" srcId="{65BA466F-3EFB-4E2A-9E34-D7E4C69D73E1}" destId="{CDC95750-D50B-4E82-9FB7-2C4239EAD52B}" srcOrd="1" destOrd="0" presId="urn:microsoft.com/office/officeart/2005/8/layout/vList3"/>
    <dgm:cxn modelId="{9D5334BD-9686-4D52-8F95-51BD966AD165}" type="presParOf" srcId="{A7210E1C-94A5-4080-A2CA-B10524543ACF}" destId="{C4AEC4FB-7377-4573-BF52-095A30AA1486}" srcOrd="3" destOrd="0" presId="urn:microsoft.com/office/officeart/2005/8/layout/vList3"/>
    <dgm:cxn modelId="{9773014B-996C-4A1C-B459-2C4EAA170A2B}" type="presParOf" srcId="{A7210E1C-94A5-4080-A2CA-B10524543ACF}" destId="{1508937D-024F-4FF1-BCEE-EC3E3E3A7640}" srcOrd="4" destOrd="0" presId="urn:microsoft.com/office/officeart/2005/8/layout/vList3"/>
    <dgm:cxn modelId="{8D179F0E-554B-46AD-AC43-63B77436C798}" type="presParOf" srcId="{1508937D-024F-4FF1-BCEE-EC3E3E3A7640}" destId="{A55C902D-D081-4302-9DD4-6394A2440F31}" srcOrd="0" destOrd="0" presId="urn:microsoft.com/office/officeart/2005/8/layout/vList3"/>
    <dgm:cxn modelId="{5D418F87-7197-4232-88E8-9A996075CB67}" type="presParOf" srcId="{1508937D-024F-4FF1-BCEE-EC3E3E3A7640}" destId="{A5EF84B8-D0C5-4F33-82D1-9216FF632C7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26FBF-5088-4EF1-951C-AAD2B7805AF3}">
      <dsp:nvSpPr>
        <dsp:cNvPr id="0" name=""/>
        <dsp:cNvSpPr/>
      </dsp:nvSpPr>
      <dsp:spPr>
        <a:xfrm rot="10800000">
          <a:off x="1134505" y="833"/>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¿Qué sabemos?</a:t>
          </a:r>
        </a:p>
      </dsp:txBody>
      <dsp:txXfrm rot="10800000">
        <a:off x="1396838" y="833"/>
        <a:ext cx="3200322" cy="1049332"/>
      </dsp:txXfrm>
    </dsp:sp>
    <dsp:sp modelId="{A15742E2-0FAA-41F3-95B7-98455792891D}">
      <dsp:nvSpPr>
        <dsp:cNvPr id="0" name=""/>
        <dsp:cNvSpPr/>
      </dsp:nvSpPr>
      <dsp:spPr>
        <a:xfrm>
          <a:off x="609839" y="833"/>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C95750-D50B-4E82-9FB7-2C4239EAD52B}">
      <dsp:nvSpPr>
        <dsp:cNvPr id="0" name=""/>
        <dsp:cNvSpPr/>
      </dsp:nvSpPr>
      <dsp:spPr>
        <a:xfrm rot="10800000">
          <a:off x="1134505" y="1363400"/>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¿Cuales son las variables</a:t>
          </a:r>
        </a:p>
      </dsp:txBody>
      <dsp:txXfrm rot="10800000">
        <a:off x="1396838" y="1363400"/>
        <a:ext cx="3200322" cy="1049332"/>
      </dsp:txXfrm>
    </dsp:sp>
    <dsp:sp modelId="{56E82B35-505B-4805-8C41-44627EB3A486}">
      <dsp:nvSpPr>
        <dsp:cNvPr id="0" name=""/>
        <dsp:cNvSpPr/>
      </dsp:nvSpPr>
      <dsp:spPr>
        <a:xfrm>
          <a:off x="609839" y="1363400"/>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EF84B8-D0C5-4F33-82D1-9216FF632C76}">
      <dsp:nvSpPr>
        <dsp:cNvPr id="0" name=""/>
        <dsp:cNvSpPr/>
      </dsp:nvSpPr>
      <dsp:spPr>
        <a:xfrm rot="10800000">
          <a:off x="1134505" y="2725966"/>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Algoritmo</a:t>
          </a:r>
        </a:p>
      </dsp:txBody>
      <dsp:txXfrm rot="10800000">
        <a:off x="1396838" y="2725966"/>
        <a:ext cx="3200322" cy="1049332"/>
      </dsp:txXfrm>
    </dsp:sp>
    <dsp:sp modelId="{A55C902D-D081-4302-9DD4-6394A2440F31}">
      <dsp:nvSpPr>
        <dsp:cNvPr id="0" name=""/>
        <dsp:cNvSpPr/>
      </dsp:nvSpPr>
      <dsp:spPr>
        <a:xfrm>
          <a:off x="609839" y="2725966"/>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2">
                    <a:lumMod val="50000"/>
                  </a:schemeClr>
                </a:solidFill>
              </a:defRPr>
            </a:lvl1p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6805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lvl1pPr>
              <a:buSzPct val="110000"/>
              <a:defRPr/>
            </a:lvl1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lvl1pPr>
              <a:defRPr>
                <a:latin typeface="HP Simplified" panose="020B0604020204020204" pitchFamily="34" charset="0"/>
              </a:defRPr>
            </a:lvl1pPr>
          </a:lstStyle>
          <a:p>
            <a:fld id="{1D8BD707-D9CF-40AE-B4C6-C98DA3205C09}" type="datetimeFigureOut">
              <a:rPr lang="en-US" smtClean="0"/>
              <a:pPr/>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lvl1pPr>
              <a:defRPr>
                <a:latin typeface="HP Simplified" panose="020B0604020204020204" pitchFamily="34" charset="0"/>
              </a:defRPr>
            </a:lvl1p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lvl1pPr>
              <a:defRPr>
                <a:latin typeface="HP Simplified" panose="020B0604020204020204" pitchFamily="34" charset="0"/>
              </a:defRPr>
            </a:lvl1pPr>
          </a:lstStyle>
          <a:p>
            <a:fld id="{B6F15528-21DE-4FAA-801E-634DDDAF4B2B}" type="slidenum">
              <a:rPr lang="es-CL" smtClean="0"/>
              <a:pPr/>
              <a:t>‹Nº›</a:t>
            </a:fld>
            <a:endParaRPr lang="es-CL"/>
          </a:p>
        </p:txBody>
      </p:sp>
    </p:spTree>
    <p:extLst>
      <p:ext uri="{BB962C8B-B14F-4D97-AF65-F5344CB8AC3E}">
        <p14:creationId xmlns:p14="http://schemas.microsoft.com/office/powerpoint/2010/main" val="380958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238389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2195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37460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021498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285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96812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4899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53722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101065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330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83234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34752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88758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57692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737985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40000"/>
                    <a:lumOff val="60000"/>
                  </a:schemeClr>
                </a:solidFill>
              </a:defRPr>
            </a:lvl1p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20924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258525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12663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90285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11/1/2020</a:t>
            </a:fld>
            <a:endParaRPr lang="en-US"/>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6187818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341591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11/1/2020</a:t>
            </a:fld>
            <a:endParaRPr lang="en-US"/>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9390458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659016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7689129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99320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135398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03135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803555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58933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6488870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233255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0184224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1">
                    <a:lumMod val="40000"/>
                    <a:lumOff val="60000"/>
                  </a:schemeClr>
                </a:solidFill>
              </a:defRPr>
            </a:lvl1p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1532051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54768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852004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664851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325302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1894449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6697170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1284703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675444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332161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8097415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532440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934838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296978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142574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323337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9524455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1">
                    <a:lumMod val="40000"/>
                    <a:lumOff val="60000"/>
                  </a:schemeClr>
                </a:solidFill>
              </a:defRPr>
            </a:lvl1p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828130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noAutofit/>
          </a:bodyPr>
          <a:lstStyle>
            <a:lvl1pPr>
              <a:defRPr sz="3600" cap="none" baseline="0"/>
            </a:lvl1pPr>
            <a:lvl2pPr>
              <a:defRPr sz="3200" cap="none" baseline="0"/>
            </a:lvl2pPr>
            <a:lvl3pPr>
              <a:defRPr sz="2800" cap="none" baseline="0"/>
            </a:lvl3pPr>
            <a:lvl4pPr>
              <a:defRPr sz="2400" cap="none" baseline="0"/>
            </a:lvl4pPr>
            <a:lvl5pPr>
              <a:defRPr sz="2400" cap="none" baseline="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543803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useBgFill="1">
        <p:nvSpPr>
          <p:cNvPr id="3" name="Rectangle 10">
            <a:extLst>
              <a:ext uri="{FF2B5EF4-FFF2-40B4-BE49-F238E27FC236}">
                <a16:creationId xmlns:a16="http://schemas.microsoft.com/office/drawing/2014/main" id="{C2F48E26-9330-43B2-8120-27626ED95C89}"/>
              </a:ext>
            </a:extLst>
          </p:cNvPr>
          <p:cNvSpPr/>
          <p:nvPr userDrawn="1"/>
        </p:nvSpPr>
        <p:spPr>
          <a:xfrm>
            <a:off x="381000" y="61519"/>
            <a:ext cx="11811000"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noAutofit/>
          </a:bodyPr>
          <a:lstStyle>
            <a:lvl1pPr>
              <a:defRPr sz="3600" cap="none" baseline="0"/>
            </a:lvl1pPr>
            <a:lvl2pPr>
              <a:defRPr sz="3200" cap="none" baseline="0"/>
            </a:lvl2pPr>
            <a:lvl3pPr>
              <a:defRPr sz="2800" cap="none" baseline="0"/>
            </a:lvl3pPr>
            <a:lvl4pPr>
              <a:defRPr sz="2400" cap="none" baseline="0"/>
            </a:lvl4pPr>
            <a:lvl5pPr>
              <a:defRPr sz="2400" cap="none" baseline="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8707066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6821509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6637965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7743626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9352531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175201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7228831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38965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591500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045420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378677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190022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089213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061167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3309046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11/1/2020</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1266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3.jp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3.jp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image" Target="../media/image3.jp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theme" Target="../theme/theme4.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410880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68863442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3600" kern="1200" cap="none" baseline="0">
          <a:solidFill>
            <a:schemeClr val="tx1"/>
          </a:solidFill>
          <a:effectLst/>
          <a:latin typeface="HP Simplified" panose="020B0604020204020204" pitchFamily="34" charset="0"/>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3200" kern="1200" cap="none" baseline="0">
          <a:solidFill>
            <a:schemeClr val="tx1"/>
          </a:solidFill>
          <a:effectLst/>
          <a:latin typeface="HP Simplified" panose="020B0604020204020204" pitchFamily="34" charset="0"/>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800" kern="1200" cap="none" baseline="0">
          <a:solidFill>
            <a:schemeClr val="tx1"/>
          </a:solidFill>
          <a:effectLst/>
          <a:latin typeface="HP Simplified" panose="020B0604020204020204" pitchFamily="34" charset="0"/>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40000"/>
                    <a:lumOff val="60000"/>
                  </a:schemeClr>
                </a:solidFill>
              </a:defRPr>
            </a:lvl1pPr>
          </a:lstStyle>
          <a:p>
            <a:fld id="{DC48ED7C-D9A5-4EA8-B309-6E368BFA8F2B}" type="datetimeFigureOut">
              <a:rPr lang="en-US" dirty="0"/>
              <a:t>11/1/2020</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40000"/>
                    <a:lumOff val="60000"/>
                  </a:schemeClr>
                </a:solidFill>
              </a:defRPr>
            </a:lvl1pPr>
          </a:lstStyle>
          <a:p>
            <a:fld id="{6D22F896-40B5-4ADD-8801-0D06FADFA095}" type="slidenum">
              <a:rPr lang="en-US" dirty="0"/>
              <a:pPr/>
              <a:t>‹Nº›</a:t>
            </a:fld>
            <a:endParaRPr lang="en-US" dirty="0"/>
          </a:p>
        </p:txBody>
      </p:sp>
    </p:spTree>
    <p:extLst>
      <p:ext uri="{BB962C8B-B14F-4D97-AF65-F5344CB8AC3E}">
        <p14:creationId xmlns:p14="http://schemas.microsoft.com/office/powerpoint/2010/main" val="386591382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Arial" panose="020B0604020202020204" pitchFamily="34" charset="0"/>
        <a:buChar char="•"/>
        <a:defRPr sz="3600" kern="1200" cap="none" baseline="0">
          <a:solidFill>
            <a:schemeClr val="bg2">
              <a:lumMod val="50000"/>
            </a:schemeClr>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3200" kern="1200" cap="none" baseline="0">
          <a:solidFill>
            <a:schemeClr val="bg2">
              <a:lumMod val="50000"/>
            </a:schemeClr>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800" kern="1200" cap="none" baseline="0">
          <a:solidFill>
            <a:schemeClr val="bg2">
              <a:lumMod val="50000"/>
            </a:schemeClr>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400" kern="1200" cap="none" baseline="0">
          <a:solidFill>
            <a:schemeClr val="bg2">
              <a:lumMod val="50000"/>
            </a:schemeClr>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400" kern="1200" cap="none" baseline="0">
          <a:solidFill>
            <a:schemeClr val="bg2">
              <a:lumMod val="50000"/>
            </a:schemeClr>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106024" y="61519"/>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09647906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8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381000" y="61519"/>
            <a:ext cx="11125199"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60413948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23"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8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Layout" Target="../diagrams/layout1.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11" Type="http://schemas.openxmlformats.org/officeDocument/2006/relationships/image" Target="../media/image8.png"/><Relationship Id="rId5" Type="http://schemas.openxmlformats.org/officeDocument/2006/relationships/diagramColors" Target="../diagrams/colors1.xml"/><Relationship Id="rId10" Type="http://schemas.openxmlformats.org/officeDocument/2006/relationships/image" Target="../media/image7.svg"/><Relationship Id="rId4" Type="http://schemas.openxmlformats.org/officeDocument/2006/relationships/diagramQuickStyle" Target="../diagrams/quickStyle1.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53.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5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6"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5" Type="http://schemas.openxmlformats.org/officeDocument/2006/relationships/image" Target="../media/image16.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5" Type="http://schemas.openxmlformats.org/officeDocument/2006/relationships/image" Target="../media/image16.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5" Type="http://schemas.openxmlformats.org/officeDocument/2006/relationships/image" Target="../media/image1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5" Type="http://schemas.openxmlformats.org/officeDocument/2006/relationships/image" Target="../media/image16.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B9814E9-AA5A-44D6-AC60-BAD70EFEA632}"/>
              </a:ext>
            </a:extLst>
          </p:cNvPr>
          <p:cNvSpPr>
            <a:spLocks noGrp="1"/>
          </p:cNvSpPr>
          <p:nvPr>
            <p:ph type="ctrTitle"/>
          </p:nvPr>
        </p:nvSpPr>
        <p:spPr/>
        <p:txBody>
          <a:bodyPr/>
          <a:lstStyle/>
          <a:p>
            <a:r>
              <a:rPr lang="es-CL" dirty="0">
                <a:effectLst>
                  <a:outerShdw blurRad="38100" dist="38100" dir="2700000" algn="tl">
                    <a:srgbClr val="000000">
                      <a:alpha val="43137"/>
                    </a:srgbClr>
                  </a:outerShdw>
                </a:effectLst>
              </a:rPr>
              <a:t>MIT APPINVENTOR</a:t>
            </a:r>
          </a:p>
        </p:txBody>
      </p:sp>
      <p:sp>
        <p:nvSpPr>
          <p:cNvPr id="5" name="Subtítulo 4">
            <a:extLst>
              <a:ext uri="{FF2B5EF4-FFF2-40B4-BE49-F238E27FC236}">
                <a16:creationId xmlns:a16="http://schemas.microsoft.com/office/drawing/2014/main" id="{518F2013-4D40-4305-9C6C-77B2D54E2670}"/>
              </a:ext>
            </a:extLst>
          </p:cNvPr>
          <p:cNvSpPr>
            <a:spLocks noGrp="1"/>
          </p:cNvSpPr>
          <p:nvPr>
            <p:ph type="subTitle" idx="1"/>
          </p:nvPr>
        </p:nvSpPr>
        <p:spPr/>
        <p:txBody>
          <a:bodyPr/>
          <a:lstStyle/>
          <a:p>
            <a:r>
              <a:rPr lang="es-CL" sz="1800" kern="1400" spc="-50" dirty="0">
                <a:effectLst/>
                <a:latin typeface="Calibri Light" panose="020F0302020204030204" pitchFamily="34" charset="0"/>
                <a:ea typeface="Calibri" panose="020F0502020204030204" pitchFamily="34" charset="0"/>
                <a:cs typeface="Times New Roman" panose="02020603050405020304" pitchFamily="18" charset="0"/>
              </a:rPr>
              <a:t>LISTAS Y TABLAS</a:t>
            </a:r>
            <a:endParaRPr lang="es-CL" sz="1800" kern="1400" spc="-50"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23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74ACA-D4BC-485B-985B-829E1C7C23A6}"/>
              </a:ext>
            </a:extLst>
          </p:cNvPr>
          <p:cNvSpPr>
            <a:spLocks noGrp="1"/>
          </p:cNvSpPr>
          <p:nvPr>
            <p:ph type="title"/>
          </p:nvPr>
        </p:nvSpPr>
        <p:spPr/>
        <p:txBody>
          <a:bodyPr/>
          <a:lstStyle/>
          <a:p>
            <a:r>
              <a:rPr lang="es-CL"/>
              <a:t>objetivos</a:t>
            </a:r>
            <a:endParaRPr lang="es-CL" dirty="0"/>
          </a:p>
        </p:txBody>
      </p:sp>
      <p:sp>
        <p:nvSpPr>
          <p:cNvPr id="6" name="Marcador de contenido 5">
            <a:extLst>
              <a:ext uri="{FF2B5EF4-FFF2-40B4-BE49-F238E27FC236}">
                <a16:creationId xmlns:a16="http://schemas.microsoft.com/office/drawing/2014/main" id="{9CBA8ED9-7B10-41FF-A749-A414E997D4DF}"/>
              </a:ext>
            </a:extLst>
          </p:cNvPr>
          <p:cNvSpPr>
            <a:spLocks noGrp="1"/>
          </p:cNvSpPr>
          <p:nvPr>
            <p:ph sz="quarter" idx="13"/>
          </p:nvPr>
        </p:nvSpPr>
        <p:spPr/>
        <p:txBody>
          <a:bodyPr/>
          <a:lstStyle/>
          <a:p>
            <a:endParaRPr lang="es-CL"/>
          </a:p>
        </p:txBody>
      </p:sp>
      <p:graphicFrame>
        <p:nvGraphicFramePr>
          <p:cNvPr id="4" name="Tabla 3">
            <a:extLst>
              <a:ext uri="{FF2B5EF4-FFF2-40B4-BE49-F238E27FC236}">
                <a16:creationId xmlns:a16="http://schemas.microsoft.com/office/drawing/2014/main" id="{C8276553-2A79-437F-B57F-448598174CD7}"/>
              </a:ext>
            </a:extLst>
          </p:cNvPr>
          <p:cNvGraphicFramePr>
            <a:graphicFrameLocks noGrp="1"/>
          </p:cNvGraphicFramePr>
          <p:nvPr>
            <p:extLst>
              <p:ext uri="{D42A27DB-BD31-4B8C-83A1-F6EECF244321}">
                <p14:modId xmlns:p14="http://schemas.microsoft.com/office/powerpoint/2010/main" val="2581270124"/>
              </p:ext>
            </p:extLst>
          </p:nvPr>
        </p:nvGraphicFramePr>
        <p:xfrm>
          <a:off x="685799" y="1772960"/>
          <a:ext cx="10515601" cy="4001390"/>
        </p:xfrm>
        <a:graphic>
          <a:graphicData uri="http://schemas.openxmlformats.org/drawingml/2006/table">
            <a:tbl>
              <a:tblPr firstCol="1" bandRow="1">
                <a:tableStyleId>{5C22544A-7EE6-4342-B048-85BDC9FD1C3A}</a:tableStyleId>
              </a:tblPr>
              <a:tblGrid>
                <a:gridCol w="1999444">
                  <a:extLst>
                    <a:ext uri="{9D8B030D-6E8A-4147-A177-3AD203B41FA5}">
                      <a16:colId xmlns:a16="http://schemas.microsoft.com/office/drawing/2014/main" val="2332767990"/>
                    </a:ext>
                  </a:extLst>
                </a:gridCol>
                <a:gridCol w="8516157">
                  <a:extLst>
                    <a:ext uri="{9D8B030D-6E8A-4147-A177-3AD203B41FA5}">
                      <a16:colId xmlns:a16="http://schemas.microsoft.com/office/drawing/2014/main" val="3367803006"/>
                    </a:ext>
                  </a:extLst>
                </a:gridCol>
              </a:tblGrid>
              <a:tr h="762000">
                <a:tc>
                  <a:txBody>
                    <a:bodyPr/>
                    <a:lstStyle/>
                    <a:p>
                      <a:pPr marR="147320" algn="r">
                        <a:lnSpc>
                          <a:spcPct val="115000"/>
                        </a:lnSpc>
                        <a:spcAft>
                          <a:spcPts val="0"/>
                        </a:spcAft>
                      </a:pPr>
                      <a:r>
                        <a:rPr lang="es-ES" sz="1800" kern="50" dirty="0">
                          <a:effectLst/>
                          <a:latin typeface="HP Simplified" panose="020B0604020204020204" pitchFamily="34" charset="0"/>
                        </a:rPr>
                        <a:t>Propósito</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nSpc>
                          <a:spcPct val="115000"/>
                        </a:lnSpc>
                        <a:spcAft>
                          <a:spcPts val="0"/>
                        </a:spcAft>
                      </a:pPr>
                      <a:r>
                        <a:rPr lang="es-MX" sz="1800" dirty="0">
                          <a:solidFill>
                            <a:srgbClr val="000000"/>
                          </a:solidFill>
                          <a:effectLst/>
                          <a:latin typeface="HP Simplified" panose="020B0604020204020204" pitchFamily="34" charset="0"/>
                          <a:ea typeface="Times New Roman" panose="02020603050405020304" pitchFamily="18" charset="0"/>
                          <a:cs typeface="Times New Roman" panose="02020603050405020304" pitchFamily="18" charset="0"/>
                        </a:rPr>
                        <a:t>Utilizar recursos como funciones y procedimientos en MIT </a:t>
                      </a:r>
                      <a:r>
                        <a:rPr lang="es-MX" sz="1800" dirty="0" err="1">
                          <a:solidFill>
                            <a:srgbClr val="000000"/>
                          </a:solidFill>
                          <a:effectLst/>
                          <a:latin typeface="HP Simplified" panose="020B0604020204020204" pitchFamily="34" charset="0"/>
                          <a:ea typeface="Times New Roman" panose="02020603050405020304" pitchFamily="18" charset="0"/>
                          <a:cs typeface="Times New Roman" panose="02020603050405020304" pitchFamily="18" charset="0"/>
                        </a:rPr>
                        <a:t>AppInventor</a:t>
                      </a:r>
                      <a:endParaRPr lang="es-CL" sz="1800" dirty="0">
                        <a:solidFill>
                          <a:srgbClr val="000000"/>
                        </a:solidFill>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53596175"/>
                  </a:ext>
                </a:extLst>
              </a:tr>
              <a:tr h="2209800">
                <a:tc>
                  <a:txBody>
                    <a:bodyPr/>
                    <a:lstStyle/>
                    <a:p>
                      <a:pPr marR="147320" algn="r">
                        <a:lnSpc>
                          <a:spcPct val="115000"/>
                        </a:lnSpc>
                        <a:spcAft>
                          <a:spcPts val="0"/>
                        </a:spcAft>
                      </a:pPr>
                      <a:r>
                        <a:rPr lang="es-ES" sz="1800" kern="50" dirty="0">
                          <a:effectLst/>
                          <a:latin typeface="HP Simplified" panose="020B0604020204020204" pitchFamily="34" charset="0"/>
                        </a:rPr>
                        <a:t>Objetivos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tcPr>
                </a:tc>
                <a:tc>
                  <a:txBody>
                    <a:bodyPr/>
                    <a:lstStyle/>
                    <a:p>
                      <a:pPr marL="811213" indent="-811213">
                        <a:lnSpc>
                          <a:spcPct val="115000"/>
                        </a:lnSpc>
                        <a:spcAft>
                          <a:spcPts val="0"/>
                        </a:spcAft>
                        <a:tabLst>
                          <a:tab pos="811213" algn="l"/>
                        </a:tabLst>
                      </a:pPr>
                      <a:r>
                        <a:rPr lang="es-ES" sz="1800" b="1" kern="50" dirty="0">
                          <a:effectLst/>
                          <a:latin typeface="HP Simplified" panose="020B0604020204020204" pitchFamily="34" charset="0"/>
                        </a:rPr>
                        <a:t>OA 3 </a:t>
                      </a:r>
                      <a:r>
                        <a:rPr lang="es-ES" sz="1800" kern="50" dirty="0">
                          <a:effectLst/>
                          <a:latin typeface="HP Simplified" panose="020B0604020204020204" pitchFamily="34" charset="0"/>
                        </a:rPr>
                        <a:t>	</a:t>
                      </a:r>
                      <a:r>
                        <a:rPr lang="es-MX" sz="1800" kern="50" dirty="0">
                          <a:effectLst/>
                          <a:latin typeface="HP Simplified" panose="020B0604020204020204" pitchFamily="34" charset="0"/>
                        </a:rPr>
                        <a:t>Desarrollar y programar algoritmos para ejecutar procedimientos matemáticos, realizar cálculos y obtener términos definidos por una regla o patrón.</a:t>
                      </a:r>
                    </a:p>
                    <a:p>
                      <a:pPr marL="811213" indent="-811213">
                        <a:lnSpc>
                          <a:spcPct val="115000"/>
                        </a:lnSpc>
                        <a:spcAft>
                          <a:spcPts val="0"/>
                        </a:spcAft>
                        <a:tabLst>
                          <a:tab pos="811213" algn="l"/>
                        </a:tabLst>
                      </a:pPr>
                      <a:r>
                        <a:rPr lang="es-ES" sz="1800" b="1" kern="50" dirty="0">
                          <a:effectLst/>
                          <a:latin typeface="HP Simplified" panose="020B0604020204020204" pitchFamily="34" charset="0"/>
                        </a:rPr>
                        <a:t>OA g </a:t>
                      </a:r>
                      <a:r>
                        <a:rPr lang="es-ES" sz="1800" kern="50" dirty="0">
                          <a:effectLst/>
                          <a:latin typeface="HP Simplified" panose="020B0604020204020204" pitchFamily="34" charset="0"/>
                        </a:rPr>
                        <a:t>	Elaborar representaciones, tanto en forma manual como digital, y justificar cómo una misma información puede ser utilizada según el tipo de representación.</a:t>
                      </a:r>
                    </a:p>
                    <a:p>
                      <a:pPr marL="811213" indent="-811213">
                        <a:lnSpc>
                          <a:spcPct val="115000"/>
                        </a:lnSpc>
                        <a:spcAft>
                          <a:spcPts val="0"/>
                        </a:spcAft>
                        <a:tabLst>
                          <a:tab pos="811213" algn="l"/>
                        </a:tabLst>
                      </a:pPr>
                      <a:r>
                        <a:rPr lang="es-MX" sz="1800" b="1" kern="50" dirty="0">
                          <a:effectLst/>
                          <a:latin typeface="HP Simplified" panose="020B0604020204020204" pitchFamily="34" charset="0"/>
                          <a:ea typeface="Times New Roman" panose="02020603050405020304" pitchFamily="18" charset="0"/>
                          <a:cs typeface="Times New Roman" panose="02020603050405020304" pitchFamily="18" charset="0"/>
                        </a:rPr>
                        <a:t>OA j</a:t>
                      </a:r>
                      <a:r>
                        <a:rPr lang="es-MX" sz="1800" kern="50" dirty="0">
                          <a:effectLst/>
                          <a:latin typeface="HP Simplified" panose="020B0604020204020204" pitchFamily="34" charset="0"/>
                          <a:ea typeface="Times New Roman" panose="02020603050405020304" pitchFamily="18" charset="0"/>
                          <a:cs typeface="Times New Roman" panose="02020603050405020304" pitchFamily="18" charset="0"/>
                        </a:rPr>
                        <a:t>	Desarrollar un trabajo colaborativo en línea para discusión y resolución de tareas matemáticas, usando herramientas electrónicas de productividad, entornos virtuales y redes sociales.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35054022"/>
                  </a:ext>
                </a:extLst>
              </a:tr>
              <a:tr h="967826">
                <a:tc>
                  <a:txBody>
                    <a:bodyPr/>
                    <a:lstStyle/>
                    <a:p>
                      <a:pPr marR="147320" algn="r">
                        <a:lnSpc>
                          <a:spcPct val="115000"/>
                        </a:lnSpc>
                        <a:spcAft>
                          <a:spcPts val="0"/>
                        </a:spcAft>
                      </a:pPr>
                      <a:r>
                        <a:rPr lang="es-ES" sz="1800" kern="50" dirty="0">
                          <a:effectLst/>
                          <a:latin typeface="HP Simplified" panose="020B0604020204020204" pitchFamily="34" charset="0"/>
                        </a:rPr>
                        <a:t>Actitudes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s-MX" sz="1800" kern="50" dirty="0">
                          <a:effectLst/>
                          <a:latin typeface="HP Simplified" panose="020B0604020204020204" pitchFamily="34" charset="0"/>
                        </a:rPr>
                        <a:t>Aprovechar las herramientas disponibles para aprender y resolver problemas.</a:t>
                      </a:r>
                      <a:endParaRPr lang="es-ES" sz="1800" kern="50" dirty="0">
                        <a:effectLst/>
                        <a:latin typeface="HP Simplified" panose="020B0604020204020204" pitchFamily="34" charset="0"/>
                      </a:endParaRPr>
                    </a:p>
                    <a:p>
                      <a:pPr>
                        <a:lnSpc>
                          <a:spcPct val="115000"/>
                        </a:lnSpc>
                        <a:spcAft>
                          <a:spcPts val="0"/>
                        </a:spcAft>
                      </a:pPr>
                      <a:r>
                        <a:rPr lang="es-MX" sz="1800" kern="50" dirty="0">
                          <a:effectLst/>
                          <a:latin typeface="HP Simplified" panose="020B0604020204020204" pitchFamily="34" charset="0"/>
                          <a:ea typeface="Times New Roman" panose="02020603050405020304" pitchFamily="18" charset="0"/>
                          <a:cs typeface="Times New Roman" panose="02020603050405020304" pitchFamily="18" charset="0"/>
                        </a:rPr>
                        <a:t>Trabajar colaborativamente en la generación, desarrollo y gestión de proyectos y la resolución de problemas, integrando las diferentes ideas y puntos de vista.</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608455"/>
                  </a:ext>
                </a:extLst>
              </a:tr>
            </a:tbl>
          </a:graphicData>
        </a:graphic>
      </p:graphicFrame>
    </p:spTree>
    <p:extLst>
      <p:ext uri="{BB962C8B-B14F-4D97-AF65-F5344CB8AC3E}">
        <p14:creationId xmlns:p14="http://schemas.microsoft.com/office/powerpoint/2010/main" val="2400105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1A6292-A0CF-4F63-9FE8-B5D1AEA3CFC2}"/>
              </a:ext>
            </a:extLst>
          </p:cNvPr>
          <p:cNvSpPr>
            <a:spLocks noGrp="1"/>
          </p:cNvSpPr>
          <p:nvPr>
            <p:ph type="title"/>
          </p:nvPr>
        </p:nvSpPr>
        <p:spPr/>
        <p:txBody>
          <a:bodyPr/>
          <a:lstStyle/>
          <a:p>
            <a:r>
              <a:rPr lang="es-MX" dirty="0"/>
              <a:t>¿Porqué Usar Funciones?</a:t>
            </a:r>
            <a:endParaRPr lang="es-CL" dirty="0"/>
          </a:p>
        </p:txBody>
      </p:sp>
      <p:sp>
        <p:nvSpPr>
          <p:cNvPr id="3" name="Marcador de contenido 2">
            <a:extLst>
              <a:ext uri="{FF2B5EF4-FFF2-40B4-BE49-F238E27FC236}">
                <a16:creationId xmlns:a16="http://schemas.microsoft.com/office/drawing/2014/main" id="{E1F069D1-2409-42C5-A8CA-C4A08B36F22A}"/>
              </a:ext>
            </a:extLst>
          </p:cNvPr>
          <p:cNvSpPr>
            <a:spLocks noGrp="1"/>
          </p:cNvSpPr>
          <p:nvPr>
            <p:ph sz="quarter" idx="13"/>
          </p:nvPr>
        </p:nvSpPr>
        <p:spPr/>
        <p:txBody>
          <a:bodyPr/>
          <a:lstStyle/>
          <a:p>
            <a:pPr>
              <a:buSzPct val="100000"/>
            </a:pPr>
            <a:r>
              <a:rPr lang="es-MX" sz="2800" dirty="0"/>
              <a:t>En muchos casos, nos encontraremos con tareas que tenemos que repetir varias veces en distintos puntos de nuestro programa. </a:t>
            </a:r>
          </a:p>
          <a:p>
            <a:pPr>
              <a:buSzPct val="100000"/>
            </a:pPr>
            <a:r>
              <a:rPr lang="es-MX" sz="2800" dirty="0"/>
              <a:t>Una de las formas de evitarlo es usar "procedimientos" y de "funciones"</a:t>
            </a:r>
            <a:endParaRPr lang="es-CL" sz="2800" dirty="0"/>
          </a:p>
        </p:txBody>
      </p:sp>
    </p:spTree>
    <p:extLst>
      <p:ext uri="{BB962C8B-B14F-4D97-AF65-F5344CB8AC3E}">
        <p14:creationId xmlns:p14="http://schemas.microsoft.com/office/powerpoint/2010/main" val="3589320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BAD61-B030-478F-9EFC-587E811BE169}"/>
              </a:ext>
            </a:extLst>
          </p:cNvPr>
          <p:cNvSpPr>
            <a:spLocks noGrp="1"/>
          </p:cNvSpPr>
          <p:nvPr>
            <p:ph type="title"/>
          </p:nvPr>
        </p:nvSpPr>
        <p:spPr>
          <a:xfrm>
            <a:off x="685801" y="697156"/>
            <a:ext cx="10396882" cy="1151965"/>
          </a:xfrm>
        </p:spPr>
        <p:txBody>
          <a:bodyPr>
            <a:normAutofit/>
          </a:bodyPr>
          <a:lstStyle/>
          <a:p>
            <a:r>
              <a:rPr lang="es-CL" dirty="0"/>
              <a:t>EL DESAFIO</a:t>
            </a:r>
          </a:p>
        </p:txBody>
      </p:sp>
      <p:sp>
        <p:nvSpPr>
          <p:cNvPr id="3" name="Marcador de contenido 2">
            <a:extLst>
              <a:ext uri="{FF2B5EF4-FFF2-40B4-BE49-F238E27FC236}">
                <a16:creationId xmlns:a16="http://schemas.microsoft.com/office/drawing/2014/main" id="{490040E4-F064-42A8-89C3-A1A1F51CB4FA}"/>
              </a:ext>
            </a:extLst>
          </p:cNvPr>
          <p:cNvSpPr>
            <a:spLocks noGrp="1"/>
          </p:cNvSpPr>
          <p:nvPr>
            <p:ph sz="quarter" idx="13"/>
          </p:nvPr>
        </p:nvSpPr>
        <p:spPr>
          <a:xfrm>
            <a:off x="685801" y="2063396"/>
            <a:ext cx="6553200" cy="2460351"/>
          </a:xfrm>
        </p:spPr>
        <p:txBody>
          <a:bodyPr/>
          <a:lstStyle/>
          <a:p>
            <a:r>
              <a:rPr lang="es-MX" sz="2800" dirty="0"/>
              <a:t>Crea una aplicación en </a:t>
            </a:r>
            <a:r>
              <a:rPr lang="es-MX" sz="2800" b="1" dirty="0"/>
              <a:t>MIT </a:t>
            </a:r>
            <a:r>
              <a:rPr lang="es-MX" sz="2800" b="1" dirty="0" err="1"/>
              <a:t>AppInventor</a:t>
            </a:r>
            <a:r>
              <a:rPr lang="es-MX" sz="2800" dirty="0"/>
              <a:t>, que genere la </a:t>
            </a:r>
            <a:r>
              <a:rPr lang="es-MX" sz="2800" i="1" dirty="0"/>
              <a:t>n-</a:t>
            </a:r>
            <a:r>
              <a:rPr lang="es-MX" sz="2800" i="1" dirty="0" err="1"/>
              <a:t>ésima</a:t>
            </a:r>
            <a:r>
              <a:rPr lang="es-MX" sz="2800" dirty="0"/>
              <a:t> fila del </a:t>
            </a:r>
            <a:r>
              <a:rPr lang="es-MX" sz="2800" b="1" dirty="0"/>
              <a:t>Triangulo de Pascal</a:t>
            </a:r>
            <a:r>
              <a:rPr lang="es-MX" sz="2800" dirty="0"/>
              <a:t> al ingresar el valor </a:t>
            </a:r>
            <a:r>
              <a:rPr lang="es-MX" sz="2800" b="1" dirty="0"/>
              <a:t>n</a:t>
            </a:r>
            <a:r>
              <a:rPr lang="es-MX" sz="2800" dirty="0"/>
              <a:t>.</a:t>
            </a:r>
          </a:p>
        </p:txBody>
      </p:sp>
      <p:graphicFrame>
        <p:nvGraphicFramePr>
          <p:cNvPr id="7" name="Diagrama 6">
            <a:extLst>
              <a:ext uri="{FF2B5EF4-FFF2-40B4-BE49-F238E27FC236}">
                <a16:creationId xmlns:a16="http://schemas.microsoft.com/office/drawing/2014/main" id="{8CEF3C75-22FB-436B-B139-04E4645D820A}"/>
              </a:ext>
            </a:extLst>
          </p:cNvPr>
          <p:cNvGraphicFramePr/>
          <p:nvPr>
            <p:extLst>
              <p:ext uri="{D42A27DB-BD31-4B8C-83A1-F6EECF244321}">
                <p14:modId xmlns:p14="http://schemas.microsoft.com/office/powerpoint/2010/main" val="1541828875"/>
              </p:ext>
            </p:extLst>
          </p:nvPr>
        </p:nvGraphicFramePr>
        <p:xfrm>
          <a:off x="6858000" y="1634846"/>
          <a:ext cx="5207001" cy="3776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Gráfico 8" descr="Calculadora">
            <a:extLst>
              <a:ext uri="{FF2B5EF4-FFF2-40B4-BE49-F238E27FC236}">
                <a16:creationId xmlns:a16="http://schemas.microsoft.com/office/drawing/2014/main" id="{A47C1833-0876-4359-9F1B-E6DD3164F3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0" y="3162912"/>
            <a:ext cx="720000" cy="720000"/>
          </a:xfrm>
          <a:prstGeom prst="rect">
            <a:avLst/>
          </a:prstGeom>
        </p:spPr>
      </p:pic>
      <p:pic>
        <p:nvPicPr>
          <p:cNvPr id="11" name="Gráfico 10" descr="Gráfico de decisión">
            <a:extLst>
              <a:ext uri="{FF2B5EF4-FFF2-40B4-BE49-F238E27FC236}">
                <a16:creationId xmlns:a16="http://schemas.microsoft.com/office/drawing/2014/main" id="{554CA69F-4D55-41B9-B4B3-C97FB5BDFA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0" y="4523747"/>
            <a:ext cx="720000" cy="720000"/>
          </a:xfrm>
          <a:prstGeom prst="rect">
            <a:avLst/>
          </a:prstGeom>
        </p:spPr>
      </p:pic>
      <p:pic>
        <p:nvPicPr>
          <p:cNvPr id="13" name="Gráfico 12" descr="Cabeza con engranajes">
            <a:extLst>
              <a:ext uri="{FF2B5EF4-FFF2-40B4-BE49-F238E27FC236}">
                <a16:creationId xmlns:a16="http://schemas.microsoft.com/office/drawing/2014/main" id="{835921AD-7775-4A2D-BE0E-33AF23D3781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000" y="1802077"/>
            <a:ext cx="720000" cy="720000"/>
          </a:xfrm>
          <a:prstGeom prst="rect">
            <a:avLst/>
          </a:prstGeom>
        </p:spPr>
      </p:pic>
    </p:spTree>
    <p:extLst>
      <p:ext uri="{BB962C8B-B14F-4D97-AF65-F5344CB8AC3E}">
        <p14:creationId xmlns:p14="http://schemas.microsoft.com/office/powerpoint/2010/main" val="115441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noAutofit/>
          </a:bodyPr>
          <a:lstStyle/>
          <a:p>
            <a:pPr lvl="0"/>
            <a:r>
              <a:rPr lang="es-CL" sz="4800" dirty="0"/>
              <a:t>¿Qué sabemos?</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6151321" y="3268421"/>
            <a:ext cx="4922712" cy="2286000"/>
          </a:xfrm>
        </p:spPr>
        <p:txBody>
          <a:bodyPr/>
          <a:lstStyle/>
          <a:p>
            <a:pPr marL="0" indent="0">
              <a:buNone/>
            </a:pPr>
            <a:r>
              <a:rPr lang="es-MX" sz="1800" dirty="0"/>
              <a:t>En probabilidades se utiliza como una técnica de conteo en la resolución de problemas de iteración de experimentos sencillos, cuando el objeto considerado tiene solo dos resultados posibles, (experimento binario). Por ejemplo, una moneda o el sexo de un hijo por nacer.</a:t>
            </a:r>
          </a:p>
        </p:txBody>
      </p:sp>
      <p:pic>
        <p:nvPicPr>
          <p:cNvPr id="4" name="Gráfico 3" descr="Cabeza con engranajes">
            <a:extLst>
              <a:ext uri="{FF2B5EF4-FFF2-40B4-BE49-F238E27FC236}">
                <a16:creationId xmlns:a16="http://schemas.microsoft.com/office/drawing/2014/main" id="{DB4A7723-9003-410D-81F6-891123FDE1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p:sp>
        <p:nvSpPr>
          <p:cNvPr id="8" name="CuadroTexto 7">
            <a:extLst>
              <a:ext uri="{FF2B5EF4-FFF2-40B4-BE49-F238E27FC236}">
                <a16:creationId xmlns:a16="http://schemas.microsoft.com/office/drawing/2014/main" id="{8E4A4159-60E4-4522-97F1-B17BA89140C5}"/>
              </a:ext>
            </a:extLst>
          </p:cNvPr>
          <p:cNvSpPr txBox="1"/>
          <p:nvPr/>
        </p:nvSpPr>
        <p:spPr>
          <a:xfrm>
            <a:off x="1920766" y="1512516"/>
            <a:ext cx="9086112" cy="1384995"/>
          </a:xfrm>
          <a:prstGeom prst="rect">
            <a:avLst/>
          </a:prstGeom>
          <a:solidFill>
            <a:schemeClr val="accent6">
              <a:lumMod val="40000"/>
              <a:lumOff val="60000"/>
            </a:schemeClr>
          </a:solidFill>
          <a:ln w="28575">
            <a:solidFill>
              <a:schemeClr val="accent6"/>
            </a:solidFill>
          </a:ln>
        </p:spPr>
        <p:txBody>
          <a:bodyPr wrap="square">
            <a:spAutoFit/>
          </a:bodyPr>
          <a:lstStyle/>
          <a:p>
            <a:pPr marL="0" indent="0" algn="ctr">
              <a:buNone/>
            </a:pPr>
            <a:r>
              <a:rPr lang="es-MX" sz="2800" dirty="0"/>
              <a:t>El triángulo de Pascal es un conjunto de números enteros positivos ordenados en forma de triángulo que expresan coeficientes binomiales. </a:t>
            </a:r>
          </a:p>
        </p:txBody>
      </p:sp>
      <p:grpSp>
        <p:nvGrpSpPr>
          <p:cNvPr id="7" name="Grupo 6">
            <a:extLst>
              <a:ext uri="{FF2B5EF4-FFF2-40B4-BE49-F238E27FC236}">
                <a16:creationId xmlns:a16="http://schemas.microsoft.com/office/drawing/2014/main" id="{184CA67C-98EF-4C67-9DD7-F22EB944FC21}"/>
              </a:ext>
            </a:extLst>
          </p:cNvPr>
          <p:cNvGrpSpPr/>
          <p:nvPr/>
        </p:nvGrpSpPr>
        <p:grpSpPr>
          <a:xfrm>
            <a:off x="1727091" y="3385642"/>
            <a:ext cx="4135789" cy="2488143"/>
            <a:chOff x="1918745" y="3139535"/>
            <a:chExt cx="3427413" cy="2085975"/>
          </a:xfrm>
        </p:grpSpPr>
        <p:sp>
          <p:nvSpPr>
            <p:cNvPr id="11" name="Rectángulo 20">
              <a:extLst>
                <a:ext uri="{FF2B5EF4-FFF2-40B4-BE49-F238E27FC236}">
                  <a16:creationId xmlns:a16="http://schemas.microsoft.com/office/drawing/2014/main" id="{85238B18-7E46-4711-8B24-E08C59261AF4}"/>
                </a:ext>
              </a:extLst>
            </p:cNvPr>
            <p:cNvSpPr/>
            <p:nvPr/>
          </p:nvSpPr>
          <p:spPr bwMode="auto">
            <a:xfrm>
              <a:off x="4050758" y="3480848"/>
              <a:ext cx="287337" cy="2873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12" name="Rectángulo 21">
              <a:extLst>
                <a:ext uri="{FF2B5EF4-FFF2-40B4-BE49-F238E27FC236}">
                  <a16:creationId xmlns:a16="http://schemas.microsoft.com/office/drawing/2014/main" id="{E45E13F3-8FA6-4E27-A5D0-2B16DA51E1B7}"/>
                </a:ext>
              </a:extLst>
            </p:cNvPr>
            <p:cNvSpPr/>
            <p:nvPr/>
          </p:nvSpPr>
          <p:spPr bwMode="auto">
            <a:xfrm>
              <a:off x="4338095" y="3480848"/>
              <a:ext cx="287338" cy="2873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13" name="Grupo 5">
              <a:extLst>
                <a:ext uri="{FF2B5EF4-FFF2-40B4-BE49-F238E27FC236}">
                  <a16:creationId xmlns:a16="http://schemas.microsoft.com/office/drawing/2014/main" id="{15A47A50-9379-49B2-AF5B-A0AD09C3525B}"/>
                </a:ext>
              </a:extLst>
            </p:cNvPr>
            <p:cNvGrpSpPr>
              <a:grpSpLocks/>
            </p:cNvGrpSpPr>
            <p:nvPr/>
          </p:nvGrpSpPr>
          <p:grpSpPr bwMode="auto">
            <a:xfrm>
              <a:off x="3906216" y="3768147"/>
              <a:ext cx="863965" cy="288038"/>
              <a:chOff x="2843808" y="4437112"/>
              <a:chExt cx="864096" cy="288032"/>
            </a:xfrm>
            <a:solidFill>
              <a:schemeClr val="accent1">
                <a:lumMod val="60000"/>
                <a:lumOff val="40000"/>
              </a:schemeClr>
            </a:solidFill>
          </p:grpSpPr>
          <p:sp>
            <p:nvSpPr>
              <p:cNvPr id="98" name="Rectángulo 22">
                <a:extLst>
                  <a:ext uri="{FF2B5EF4-FFF2-40B4-BE49-F238E27FC236}">
                    <a16:creationId xmlns:a16="http://schemas.microsoft.com/office/drawing/2014/main" id="{B13B10C1-9F62-4632-8ACB-E456B80E88DD}"/>
                  </a:ext>
                </a:extLst>
              </p:cNvPr>
              <p:cNvSpPr/>
              <p:nvPr/>
            </p:nvSpPr>
            <p:spPr>
              <a:xfrm>
                <a:off x="3420237" y="4437150"/>
                <a:ext cx="287381"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99" name="Grupo 4">
                <a:extLst>
                  <a:ext uri="{FF2B5EF4-FFF2-40B4-BE49-F238E27FC236}">
                    <a16:creationId xmlns:a16="http://schemas.microsoft.com/office/drawing/2014/main" id="{92AEEBF8-0199-4AD8-8993-7BE722EF4237}"/>
                  </a:ext>
                </a:extLst>
              </p:cNvPr>
              <p:cNvGrpSpPr>
                <a:grpSpLocks/>
              </p:cNvGrpSpPr>
              <p:nvPr/>
            </p:nvGrpSpPr>
            <p:grpSpPr bwMode="auto">
              <a:xfrm>
                <a:off x="2843808" y="4437112"/>
                <a:ext cx="576064" cy="288032"/>
                <a:chOff x="3140224" y="4301480"/>
                <a:chExt cx="576064" cy="288032"/>
              </a:xfrm>
              <a:grpFill/>
            </p:grpSpPr>
            <p:sp>
              <p:nvSpPr>
                <p:cNvPr id="100" name="Rectángulo 23">
                  <a:extLst>
                    <a:ext uri="{FF2B5EF4-FFF2-40B4-BE49-F238E27FC236}">
                      <a16:creationId xmlns:a16="http://schemas.microsoft.com/office/drawing/2014/main" id="{127E384A-4DF9-4677-BB01-DB3F6BFDE0BD}"/>
                    </a:ext>
                  </a:extLst>
                </p:cNvPr>
                <p:cNvSpPr/>
                <p:nvPr/>
              </p:nvSpPr>
              <p:spPr>
                <a:xfrm>
                  <a:off x="3140303" y="4301518"/>
                  <a:ext cx="288969"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101" name="Rectángulo 24">
                  <a:extLst>
                    <a:ext uri="{FF2B5EF4-FFF2-40B4-BE49-F238E27FC236}">
                      <a16:creationId xmlns:a16="http://schemas.microsoft.com/office/drawing/2014/main" id="{61BC642E-6BF9-4515-BDF8-6D44CA147285}"/>
                    </a:ext>
                  </a:extLst>
                </p:cNvPr>
                <p:cNvSpPr/>
                <p:nvPr/>
              </p:nvSpPr>
              <p:spPr>
                <a:xfrm>
                  <a:off x="3429272" y="4301518"/>
                  <a:ext cx="287381"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grpSp>
          <p:nvGrpSpPr>
            <p:cNvPr id="14" name="Grupo 6">
              <a:extLst>
                <a:ext uri="{FF2B5EF4-FFF2-40B4-BE49-F238E27FC236}">
                  <a16:creationId xmlns:a16="http://schemas.microsoft.com/office/drawing/2014/main" id="{EBB0F7AA-D16F-48EA-B5B7-4DA0710122B6}"/>
                </a:ext>
              </a:extLst>
            </p:cNvPr>
            <p:cNvGrpSpPr>
              <a:grpSpLocks/>
            </p:cNvGrpSpPr>
            <p:nvPr/>
          </p:nvGrpSpPr>
          <p:grpSpPr bwMode="auto">
            <a:xfrm>
              <a:off x="3762222" y="4056185"/>
              <a:ext cx="1151953" cy="288038"/>
              <a:chOff x="2699792" y="4725144"/>
              <a:chExt cx="1152128" cy="288032"/>
            </a:xfrm>
            <a:solidFill>
              <a:schemeClr val="accent1">
                <a:lumMod val="60000"/>
                <a:lumOff val="40000"/>
              </a:schemeClr>
            </a:solidFill>
          </p:grpSpPr>
          <p:grpSp>
            <p:nvGrpSpPr>
              <p:cNvPr id="92" name="Grupo 27">
                <a:extLst>
                  <a:ext uri="{FF2B5EF4-FFF2-40B4-BE49-F238E27FC236}">
                    <a16:creationId xmlns:a16="http://schemas.microsoft.com/office/drawing/2014/main" id="{27743563-E971-460B-8515-07F7D92DBA67}"/>
                  </a:ext>
                </a:extLst>
              </p:cNvPr>
              <p:cNvGrpSpPr>
                <a:grpSpLocks/>
              </p:cNvGrpSpPr>
              <p:nvPr/>
            </p:nvGrpSpPr>
            <p:grpSpPr bwMode="auto">
              <a:xfrm>
                <a:off x="2699792" y="4725144"/>
                <a:ext cx="864096" cy="288032"/>
                <a:chOff x="2843808" y="4437112"/>
                <a:chExt cx="864096" cy="288032"/>
              </a:xfrm>
              <a:grpFill/>
            </p:grpSpPr>
            <p:sp>
              <p:nvSpPr>
                <p:cNvPr id="94" name="Rectángulo 28">
                  <a:extLst>
                    <a:ext uri="{FF2B5EF4-FFF2-40B4-BE49-F238E27FC236}">
                      <a16:creationId xmlns:a16="http://schemas.microsoft.com/office/drawing/2014/main" id="{9DD2D74E-E8E3-42CC-A983-AF9DA57E6C85}"/>
                    </a:ext>
                  </a:extLst>
                </p:cNvPr>
                <p:cNvSpPr/>
                <p:nvPr/>
              </p:nvSpPr>
              <p:spPr>
                <a:xfrm>
                  <a:off x="3419768" y="4436450"/>
                  <a:ext cx="298495" cy="2889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95" name="Grupo 29">
                  <a:extLst>
                    <a:ext uri="{FF2B5EF4-FFF2-40B4-BE49-F238E27FC236}">
                      <a16:creationId xmlns:a16="http://schemas.microsoft.com/office/drawing/2014/main" id="{361E20D4-CDE2-4B09-A418-37E1E241B458}"/>
                    </a:ext>
                  </a:extLst>
                </p:cNvPr>
                <p:cNvGrpSpPr>
                  <a:grpSpLocks/>
                </p:cNvGrpSpPr>
                <p:nvPr/>
              </p:nvGrpSpPr>
              <p:grpSpPr bwMode="auto">
                <a:xfrm>
                  <a:off x="2843808" y="4437112"/>
                  <a:ext cx="576064" cy="288032"/>
                  <a:chOff x="3140224" y="4301480"/>
                  <a:chExt cx="576064" cy="288032"/>
                </a:xfrm>
                <a:grpFill/>
              </p:grpSpPr>
              <p:sp>
                <p:nvSpPr>
                  <p:cNvPr id="96" name="Rectángulo 30">
                    <a:extLst>
                      <a:ext uri="{FF2B5EF4-FFF2-40B4-BE49-F238E27FC236}">
                        <a16:creationId xmlns:a16="http://schemas.microsoft.com/office/drawing/2014/main" id="{D752BF34-6007-4468-BA9B-5199DE653404}"/>
                      </a:ext>
                    </a:extLst>
                  </p:cNvPr>
                  <p:cNvSpPr/>
                  <p:nvPr/>
                </p:nvSpPr>
                <p:spPr>
                  <a:xfrm>
                    <a:off x="3139835" y="4300818"/>
                    <a:ext cx="288969" cy="2889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97" name="Rectángulo 31">
                    <a:extLst>
                      <a:ext uri="{FF2B5EF4-FFF2-40B4-BE49-F238E27FC236}">
                        <a16:creationId xmlns:a16="http://schemas.microsoft.com/office/drawing/2014/main" id="{B1907FF3-04A6-4347-B443-11F8C63467DD}"/>
                      </a:ext>
                    </a:extLst>
                  </p:cNvPr>
                  <p:cNvSpPr/>
                  <p:nvPr/>
                </p:nvSpPr>
                <p:spPr>
                  <a:xfrm>
                    <a:off x="3428804" y="4300818"/>
                    <a:ext cx="287380" cy="2889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sp>
            <p:nvSpPr>
              <p:cNvPr id="93" name="Rectángulo 37">
                <a:extLst>
                  <a:ext uri="{FF2B5EF4-FFF2-40B4-BE49-F238E27FC236}">
                    <a16:creationId xmlns:a16="http://schemas.microsoft.com/office/drawing/2014/main" id="{67E50A3B-3801-4EF8-9BBD-7D95AF8F858D}"/>
                  </a:ext>
                </a:extLst>
              </p:cNvPr>
              <p:cNvSpPr/>
              <p:nvPr/>
            </p:nvSpPr>
            <p:spPr>
              <a:xfrm>
                <a:off x="3564721" y="4724482"/>
                <a:ext cx="287382" cy="2889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nvGrpSpPr>
            <p:cNvPr id="15" name="Grupo 8">
              <a:extLst>
                <a:ext uri="{FF2B5EF4-FFF2-40B4-BE49-F238E27FC236}">
                  <a16:creationId xmlns:a16="http://schemas.microsoft.com/office/drawing/2014/main" id="{D1E10F32-32FF-4E5B-BE97-69CDF6A47E11}"/>
                </a:ext>
              </a:extLst>
            </p:cNvPr>
            <p:cNvGrpSpPr>
              <a:grpSpLocks/>
            </p:cNvGrpSpPr>
            <p:nvPr/>
          </p:nvGrpSpPr>
          <p:grpSpPr bwMode="auto">
            <a:xfrm>
              <a:off x="3618228" y="4344223"/>
              <a:ext cx="1437995" cy="288038"/>
              <a:chOff x="2555776" y="5013176"/>
              <a:chExt cx="1438213" cy="288032"/>
            </a:xfrm>
            <a:solidFill>
              <a:schemeClr val="accent1">
                <a:lumMod val="60000"/>
                <a:lumOff val="40000"/>
              </a:schemeClr>
            </a:solidFill>
          </p:grpSpPr>
          <p:grpSp>
            <p:nvGrpSpPr>
              <p:cNvPr id="84" name="Grupo 39">
                <a:extLst>
                  <a:ext uri="{FF2B5EF4-FFF2-40B4-BE49-F238E27FC236}">
                    <a16:creationId xmlns:a16="http://schemas.microsoft.com/office/drawing/2014/main" id="{B711D67D-9DE3-4F33-B405-B4450F2CA6F3}"/>
                  </a:ext>
                </a:extLst>
              </p:cNvPr>
              <p:cNvGrpSpPr>
                <a:grpSpLocks/>
              </p:cNvGrpSpPr>
              <p:nvPr/>
            </p:nvGrpSpPr>
            <p:grpSpPr bwMode="auto">
              <a:xfrm>
                <a:off x="2555776" y="5013176"/>
                <a:ext cx="1152128" cy="288032"/>
                <a:chOff x="2699792" y="4725144"/>
                <a:chExt cx="1152128" cy="288032"/>
              </a:xfrm>
              <a:grpFill/>
            </p:grpSpPr>
            <p:grpSp>
              <p:nvGrpSpPr>
                <p:cNvPr id="86" name="Grupo 40">
                  <a:extLst>
                    <a:ext uri="{FF2B5EF4-FFF2-40B4-BE49-F238E27FC236}">
                      <a16:creationId xmlns:a16="http://schemas.microsoft.com/office/drawing/2014/main" id="{72FB559D-B883-4899-98B7-8490AB71A3AA}"/>
                    </a:ext>
                  </a:extLst>
                </p:cNvPr>
                <p:cNvGrpSpPr>
                  <a:grpSpLocks/>
                </p:cNvGrpSpPr>
                <p:nvPr/>
              </p:nvGrpSpPr>
              <p:grpSpPr bwMode="auto">
                <a:xfrm>
                  <a:off x="2699792" y="4725144"/>
                  <a:ext cx="864096" cy="288032"/>
                  <a:chOff x="2843808" y="4437112"/>
                  <a:chExt cx="864096" cy="288032"/>
                </a:xfrm>
                <a:grpFill/>
              </p:grpSpPr>
              <p:sp>
                <p:nvSpPr>
                  <p:cNvPr id="88" name="Rectángulo 42">
                    <a:extLst>
                      <a:ext uri="{FF2B5EF4-FFF2-40B4-BE49-F238E27FC236}">
                        <a16:creationId xmlns:a16="http://schemas.microsoft.com/office/drawing/2014/main" id="{C39C056D-5536-4D20-AFBC-984DA2443255}"/>
                      </a:ext>
                    </a:extLst>
                  </p:cNvPr>
                  <p:cNvSpPr/>
                  <p:nvPr/>
                </p:nvSpPr>
                <p:spPr>
                  <a:xfrm>
                    <a:off x="3420887" y="4437337"/>
                    <a:ext cx="287382"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89" name="Grupo 43">
                    <a:extLst>
                      <a:ext uri="{FF2B5EF4-FFF2-40B4-BE49-F238E27FC236}">
                        <a16:creationId xmlns:a16="http://schemas.microsoft.com/office/drawing/2014/main" id="{F7FA41DD-D12E-422B-BF48-9F3672EE6C34}"/>
                      </a:ext>
                    </a:extLst>
                  </p:cNvPr>
                  <p:cNvGrpSpPr>
                    <a:grpSpLocks/>
                  </p:cNvGrpSpPr>
                  <p:nvPr/>
                </p:nvGrpSpPr>
                <p:grpSpPr bwMode="auto">
                  <a:xfrm>
                    <a:off x="2843808" y="4437112"/>
                    <a:ext cx="576064" cy="288032"/>
                    <a:chOff x="3140224" y="4301480"/>
                    <a:chExt cx="576064" cy="288032"/>
                  </a:xfrm>
                  <a:grpFill/>
                </p:grpSpPr>
                <p:sp>
                  <p:nvSpPr>
                    <p:cNvPr id="90" name="Rectángulo 44">
                      <a:extLst>
                        <a:ext uri="{FF2B5EF4-FFF2-40B4-BE49-F238E27FC236}">
                          <a16:creationId xmlns:a16="http://schemas.microsoft.com/office/drawing/2014/main" id="{F7A7DC2F-C5C9-4568-B222-12A24DCAEE23}"/>
                        </a:ext>
                      </a:extLst>
                    </p:cNvPr>
                    <p:cNvSpPr/>
                    <p:nvPr/>
                  </p:nvSpPr>
                  <p:spPr>
                    <a:xfrm>
                      <a:off x="3140954" y="4301705"/>
                      <a:ext cx="298495"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91" name="Rectángulo 45">
                      <a:extLst>
                        <a:ext uri="{FF2B5EF4-FFF2-40B4-BE49-F238E27FC236}">
                          <a16:creationId xmlns:a16="http://schemas.microsoft.com/office/drawing/2014/main" id="{1C3EC760-5D6B-49B3-878A-7A6A9F3B8BC5}"/>
                        </a:ext>
                      </a:extLst>
                    </p:cNvPr>
                    <p:cNvSpPr/>
                    <p:nvPr/>
                  </p:nvSpPr>
                  <p:spPr>
                    <a:xfrm>
                      <a:off x="3439449" y="4301705"/>
                      <a:ext cx="287380"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sp>
              <p:nvSpPr>
                <p:cNvPr id="87" name="Rectángulo 41">
                  <a:extLst>
                    <a:ext uri="{FF2B5EF4-FFF2-40B4-BE49-F238E27FC236}">
                      <a16:creationId xmlns:a16="http://schemas.microsoft.com/office/drawing/2014/main" id="{DB3D6034-B235-47D6-8C2E-51966E74C0E5}"/>
                    </a:ext>
                  </a:extLst>
                </p:cNvPr>
                <p:cNvSpPr/>
                <p:nvPr/>
              </p:nvSpPr>
              <p:spPr>
                <a:xfrm>
                  <a:off x="3564253" y="4725369"/>
                  <a:ext cx="287381"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85" name="Rectángulo 46">
                <a:extLst>
                  <a:ext uri="{FF2B5EF4-FFF2-40B4-BE49-F238E27FC236}">
                    <a16:creationId xmlns:a16="http://schemas.microsoft.com/office/drawing/2014/main" id="{B66E2F2A-B507-46CC-932B-D1C1B7FF8FBC}"/>
                  </a:ext>
                </a:extLst>
              </p:cNvPr>
              <p:cNvSpPr/>
              <p:nvPr/>
            </p:nvSpPr>
            <p:spPr>
              <a:xfrm>
                <a:off x="3706030" y="5013401"/>
                <a:ext cx="287381"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nvGrpSpPr>
            <p:cNvPr id="16" name="Grupo 1">
              <a:extLst>
                <a:ext uri="{FF2B5EF4-FFF2-40B4-BE49-F238E27FC236}">
                  <a16:creationId xmlns:a16="http://schemas.microsoft.com/office/drawing/2014/main" id="{118D0027-6595-49C0-8360-8BC41CAC82C2}"/>
                </a:ext>
              </a:extLst>
            </p:cNvPr>
            <p:cNvGrpSpPr>
              <a:grpSpLocks/>
            </p:cNvGrpSpPr>
            <p:nvPr/>
          </p:nvGrpSpPr>
          <p:grpSpPr bwMode="auto">
            <a:xfrm>
              <a:off x="4194205" y="3192070"/>
              <a:ext cx="287988" cy="307784"/>
              <a:chOff x="3131840" y="2906762"/>
              <a:chExt cx="288032" cy="307777"/>
            </a:xfrm>
            <a:solidFill>
              <a:schemeClr val="accent1">
                <a:lumMod val="60000"/>
                <a:lumOff val="40000"/>
              </a:schemeClr>
            </a:solidFill>
          </p:grpSpPr>
          <p:sp>
            <p:nvSpPr>
              <p:cNvPr id="82" name="Rectángulo 3">
                <a:extLst>
                  <a:ext uri="{FF2B5EF4-FFF2-40B4-BE49-F238E27FC236}">
                    <a16:creationId xmlns:a16="http://schemas.microsoft.com/office/drawing/2014/main" id="{DA222A30-086E-4F4B-AD69-128DEF007A3C}"/>
                  </a:ext>
                </a:extLst>
              </p:cNvPr>
              <p:cNvSpPr/>
              <p:nvPr/>
            </p:nvSpPr>
            <p:spPr>
              <a:xfrm>
                <a:off x="3131268" y="2906615"/>
                <a:ext cx="288969" cy="288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83" name="Rectángulo 7">
                <a:extLst>
                  <a:ext uri="{FF2B5EF4-FFF2-40B4-BE49-F238E27FC236}">
                    <a16:creationId xmlns:a16="http://schemas.microsoft.com/office/drawing/2014/main" id="{2F7EEFAD-D599-4C9D-91E7-F7D2A58DB9A5}"/>
                  </a:ext>
                </a:extLst>
              </p:cNvPr>
              <p:cNvSpPr/>
              <p:nvPr/>
            </p:nvSpPr>
            <p:spPr>
              <a:xfrm>
                <a:off x="3131268" y="2906615"/>
                <a:ext cx="284205" cy="307968"/>
              </a:xfrm>
              <a:prstGeom prst="rect">
                <a:avLst/>
              </a:prstGeom>
              <a:grp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grpSp>
        <p:sp>
          <p:nvSpPr>
            <p:cNvPr id="17" name="Rectángulo 48">
              <a:extLst>
                <a:ext uri="{FF2B5EF4-FFF2-40B4-BE49-F238E27FC236}">
                  <a16:creationId xmlns:a16="http://schemas.microsoft.com/office/drawing/2014/main" id="{EDA2BE1E-9891-4E1C-A612-E6B061375BED}"/>
                </a:ext>
              </a:extLst>
            </p:cNvPr>
            <p:cNvSpPr/>
            <p:nvPr/>
          </p:nvSpPr>
          <p:spPr bwMode="auto">
            <a:xfrm>
              <a:off x="4041233" y="3450685"/>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18" name="Rectángulo 49">
              <a:extLst>
                <a:ext uri="{FF2B5EF4-FFF2-40B4-BE49-F238E27FC236}">
                  <a16:creationId xmlns:a16="http://schemas.microsoft.com/office/drawing/2014/main" id="{A83C80FE-B640-45EF-A11D-3F6F16F03E05}"/>
                </a:ext>
              </a:extLst>
            </p:cNvPr>
            <p:cNvSpPr/>
            <p:nvPr/>
          </p:nvSpPr>
          <p:spPr bwMode="auto">
            <a:xfrm>
              <a:off x="4346033" y="3444335"/>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19" name="Rectángulo 50">
              <a:extLst>
                <a:ext uri="{FF2B5EF4-FFF2-40B4-BE49-F238E27FC236}">
                  <a16:creationId xmlns:a16="http://schemas.microsoft.com/office/drawing/2014/main" id="{4C15EC4E-29BA-4A0D-B64E-2C9F42A3B00D}"/>
                </a:ext>
              </a:extLst>
            </p:cNvPr>
            <p:cNvSpPr/>
            <p:nvPr/>
          </p:nvSpPr>
          <p:spPr bwMode="auto">
            <a:xfrm>
              <a:off x="3906295" y="3736435"/>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0" name="Rectángulo 51">
              <a:extLst>
                <a:ext uri="{FF2B5EF4-FFF2-40B4-BE49-F238E27FC236}">
                  <a16:creationId xmlns:a16="http://schemas.microsoft.com/office/drawing/2014/main" id="{91CDEC0E-4469-4670-B987-C9255D484AFF}"/>
                </a:ext>
              </a:extLst>
            </p:cNvPr>
            <p:cNvSpPr/>
            <p:nvPr/>
          </p:nvSpPr>
          <p:spPr bwMode="auto">
            <a:xfrm>
              <a:off x="4469858" y="3750723"/>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1" name="Rectángulo 52">
              <a:extLst>
                <a:ext uri="{FF2B5EF4-FFF2-40B4-BE49-F238E27FC236}">
                  <a16:creationId xmlns:a16="http://schemas.microsoft.com/office/drawing/2014/main" id="{FC5B21BD-6997-448F-A586-B8997C713147}"/>
                </a:ext>
              </a:extLst>
            </p:cNvPr>
            <p:cNvSpPr/>
            <p:nvPr/>
          </p:nvSpPr>
          <p:spPr bwMode="auto">
            <a:xfrm>
              <a:off x="3760245" y="4026948"/>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2" name="Rectángulo 53">
              <a:extLst>
                <a:ext uri="{FF2B5EF4-FFF2-40B4-BE49-F238E27FC236}">
                  <a16:creationId xmlns:a16="http://schemas.microsoft.com/office/drawing/2014/main" id="{8375F75E-F4B8-4BEC-850A-038BE4B5420F}"/>
                </a:ext>
              </a:extLst>
            </p:cNvPr>
            <p:cNvSpPr/>
            <p:nvPr/>
          </p:nvSpPr>
          <p:spPr bwMode="auto">
            <a:xfrm>
              <a:off x="4627020" y="4053935"/>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3" name="Rectángulo 54">
              <a:extLst>
                <a:ext uri="{FF2B5EF4-FFF2-40B4-BE49-F238E27FC236}">
                  <a16:creationId xmlns:a16="http://schemas.microsoft.com/office/drawing/2014/main" id="{88B42560-275C-42A7-B041-BC4AEFFFEC8C}"/>
                </a:ext>
              </a:extLst>
            </p:cNvPr>
            <p:cNvSpPr/>
            <p:nvPr/>
          </p:nvSpPr>
          <p:spPr bwMode="auto">
            <a:xfrm>
              <a:off x="3617370" y="4346035"/>
              <a:ext cx="2825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4" name="Rectángulo 55">
              <a:extLst>
                <a:ext uri="{FF2B5EF4-FFF2-40B4-BE49-F238E27FC236}">
                  <a16:creationId xmlns:a16="http://schemas.microsoft.com/office/drawing/2014/main" id="{D807A86D-83AF-4301-9684-665067E42115}"/>
                </a:ext>
              </a:extLst>
            </p:cNvPr>
            <p:cNvSpPr/>
            <p:nvPr/>
          </p:nvSpPr>
          <p:spPr bwMode="auto">
            <a:xfrm>
              <a:off x="4776245" y="4355560"/>
              <a:ext cx="2825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25" name="Rectángulo 56">
              <a:extLst>
                <a:ext uri="{FF2B5EF4-FFF2-40B4-BE49-F238E27FC236}">
                  <a16:creationId xmlns:a16="http://schemas.microsoft.com/office/drawing/2014/main" id="{6CB7FB39-6E16-4872-9A34-3E3650157101}"/>
                </a:ext>
              </a:extLst>
            </p:cNvPr>
            <p:cNvSpPr/>
            <p:nvPr/>
          </p:nvSpPr>
          <p:spPr bwMode="auto">
            <a:xfrm>
              <a:off x="4211095" y="3757073"/>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2</a:t>
              </a:r>
              <a:endParaRPr lang="es-CL" sz="1400" dirty="0"/>
            </a:p>
          </p:txBody>
        </p:sp>
        <p:sp>
          <p:nvSpPr>
            <p:cNvPr id="26" name="Rectángulo 57">
              <a:extLst>
                <a:ext uri="{FF2B5EF4-FFF2-40B4-BE49-F238E27FC236}">
                  <a16:creationId xmlns:a16="http://schemas.microsoft.com/office/drawing/2014/main" id="{D122D2F5-DC71-4629-AA52-F96710777EE3}"/>
                </a:ext>
              </a:extLst>
            </p:cNvPr>
            <p:cNvSpPr/>
            <p:nvPr/>
          </p:nvSpPr>
          <p:spPr bwMode="auto">
            <a:xfrm>
              <a:off x="4065045" y="4033298"/>
              <a:ext cx="284163" cy="306387"/>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3</a:t>
              </a:r>
              <a:endParaRPr lang="es-CL" sz="1400" dirty="0"/>
            </a:p>
          </p:txBody>
        </p:sp>
        <p:sp>
          <p:nvSpPr>
            <p:cNvPr id="27" name="Rectángulo 58">
              <a:extLst>
                <a:ext uri="{FF2B5EF4-FFF2-40B4-BE49-F238E27FC236}">
                  <a16:creationId xmlns:a16="http://schemas.microsoft.com/office/drawing/2014/main" id="{64140793-3C58-49BD-9151-862B1011BAED}"/>
                </a:ext>
              </a:extLst>
            </p:cNvPr>
            <p:cNvSpPr/>
            <p:nvPr/>
          </p:nvSpPr>
          <p:spPr bwMode="auto">
            <a:xfrm>
              <a:off x="4346033" y="4033298"/>
              <a:ext cx="284162" cy="306387"/>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3</a:t>
              </a:r>
              <a:endParaRPr lang="es-CL" sz="1400" dirty="0"/>
            </a:p>
          </p:txBody>
        </p:sp>
        <p:sp>
          <p:nvSpPr>
            <p:cNvPr id="28" name="Rectángulo 59">
              <a:extLst>
                <a:ext uri="{FF2B5EF4-FFF2-40B4-BE49-F238E27FC236}">
                  <a16:creationId xmlns:a16="http://schemas.microsoft.com/office/drawing/2014/main" id="{2B93204B-EB12-40F3-B3BD-B739ED690874}"/>
                </a:ext>
              </a:extLst>
            </p:cNvPr>
            <p:cNvSpPr/>
            <p:nvPr/>
          </p:nvSpPr>
          <p:spPr bwMode="auto">
            <a:xfrm>
              <a:off x="3909470" y="4344448"/>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4</a:t>
              </a:r>
              <a:endParaRPr lang="es-CL" sz="1400" dirty="0"/>
            </a:p>
          </p:txBody>
        </p:sp>
        <p:sp>
          <p:nvSpPr>
            <p:cNvPr id="29" name="Rectángulo 60">
              <a:extLst>
                <a:ext uri="{FF2B5EF4-FFF2-40B4-BE49-F238E27FC236}">
                  <a16:creationId xmlns:a16="http://schemas.microsoft.com/office/drawing/2014/main" id="{1B2E771A-6C2C-4C35-86A8-70171F0ADD0B}"/>
                </a:ext>
              </a:extLst>
            </p:cNvPr>
            <p:cNvSpPr/>
            <p:nvPr/>
          </p:nvSpPr>
          <p:spPr bwMode="auto">
            <a:xfrm>
              <a:off x="4490495" y="4326985"/>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4</a:t>
              </a:r>
              <a:endParaRPr lang="es-CL" sz="1400" dirty="0"/>
            </a:p>
          </p:txBody>
        </p:sp>
        <p:sp>
          <p:nvSpPr>
            <p:cNvPr id="30" name="Rectángulo 61">
              <a:extLst>
                <a:ext uri="{FF2B5EF4-FFF2-40B4-BE49-F238E27FC236}">
                  <a16:creationId xmlns:a16="http://schemas.microsoft.com/office/drawing/2014/main" id="{6811B1AF-89C1-4A2B-B11E-17B1E60629C4}"/>
                </a:ext>
              </a:extLst>
            </p:cNvPr>
            <p:cNvSpPr/>
            <p:nvPr/>
          </p:nvSpPr>
          <p:spPr bwMode="auto">
            <a:xfrm>
              <a:off x="4190458" y="4326985"/>
              <a:ext cx="2825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6</a:t>
              </a:r>
              <a:endParaRPr lang="es-CL" sz="1400" dirty="0"/>
            </a:p>
          </p:txBody>
        </p:sp>
        <p:grpSp>
          <p:nvGrpSpPr>
            <p:cNvPr id="31" name="Grupo 9">
              <a:extLst>
                <a:ext uri="{FF2B5EF4-FFF2-40B4-BE49-F238E27FC236}">
                  <a16:creationId xmlns:a16="http://schemas.microsoft.com/office/drawing/2014/main" id="{FE5AEF32-4AF4-4CAC-8630-4D0E6D3B8E3E}"/>
                </a:ext>
              </a:extLst>
            </p:cNvPr>
            <p:cNvGrpSpPr>
              <a:grpSpLocks/>
            </p:cNvGrpSpPr>
            <p:nvPr/>
          </p:nvGrpSpPr>
          <p:grpSpPr bwMode="auto">
            <a:xfrm>
              <a:off x="3459558" y="4632261"/>
              <a:ext cx="1732622" cy="288872"/>
              <a:chOff x="2413707" y="5301208"/>
              <a:chExt cx="1732885" cy="288866"/>
            </a:xfrm>
            <a:solidFill>
              <a:schemeClr val="accent1">
                <a:lumMod val="60000"/>
                <a:lumOff val="40000"/>
              </a:schemeClr>
            </a:solidFill>
          </p:grpSpPr>
          <p:grpSp>
            <p:nvGrpSpPr>
              <p:cNvPr id="72" name="Grupo 63">
                <a:extLst>
                  <a:ext uri="{FF2B5EF4-FFF2-40B4-BE49-F238E27FC236}">
                    <a16:creationId xmlns:a16="http://schemas.microsoft.com/office/drawing/2014/main" id="{35F08033-13F8-421D-B90F-1568AB1102AB}"/>
                  </a:ext>
                </a:extLst>
              </p:cNvPr>
              <p:cNvGrpSpPr>
                <a:grpSpLocks/>
              </p:cNvGrpSpPr>
              <p:nvPr/>
            </p:nvGrpSpPr>
            <p:grpSpPr bwMode="auto">
              <a:xfrm>
                <a:off x="2413707" y="5301208"/>
                <a:ext cx="1438213" cy="288032"/>
                <a:chOff x="2555776" y="5013176"/>
                <a:chExt cx="1438213" cy="288032"/>
              </a:xfrm>
              <a:grpFill/>
            </p:grpSpPr>
            <p:grpSp>
              <p:nvGrpSpPr>
                <p:cNvPr id="74" name="Grupo 64">
                  <a:extLst>
                    <a:ext uri="{FF2B5EF4-FFF2-40B4-BE49-F238E27FC236}">
                      <a16:creationId xmlns:a16="http://schemas.microsoft.com/office/drawing/2014/main" id="{4D03BC57-2629-4188-8A21-052726DAA592}"/>
                    </a:ext>
                  </a:extLst>
                </p:cNvPr>
                <p:cNvGrpSpPr>
                  <a:grpSpLocks/>
                </p:cNvGrpSpPr>
                <p:nvPr/>
              </p:nvGrpSpPr>
              <p:grpSpPr bwMode="auto">
                <a:xfrm>
                  <a:off x="2555776" y="5013176"/>
                  <a:ext cx="1152128" cy="288032"/>
                  <a:chOff x="2699792" y="4725144"/>
                  <a:chExt cx="1152128" cy="288032"/>
                </a:xfrm>
                <a:grpFill/>
              </p:grpSpPr>
              <p:grpSp>
                <p:nvGrpSpPr>
                  <p:cNvPr id="76" name="Grupo 66">
                    <a:extLst>
                      <a:ext uri="{FF2B5EF4-FFF2-40B4-BE49-F238E27FC236}">
                        <a16:creationId xmlns:a16="http://schemas.microsoft.com/office/drawing/2014/main" id="{F62E4492-EF21-4068-B29E-858B910150EF}"/>
                      </a:ext>
                    </a:extLst>
                  </p:cNvPr>
                  <p:cNvGrpSpPr>
                    <a:grpSpLocks/>
                  </p:cNvGrpSpPr>
                  <p:nvPr/>
                </p:nvGrpSpPr>
                <p:grpSpPr bwMode="auto">
                  <a:xfrm>
                    <a:off x="2699792" y="4725144"/>
                    <a:ext cx="864096" cy="288032"/>
                    <a:chOff x="2843808" y="4437112"/>
                    <a:chExt cx="864096" cy="288032"/>
                  </a:xfrm>
                  <a:grpFill/>
                </p:grpSpPr>
                <p:sp>
                  <p:nvSpPr>
                    <p:cNvPr id="78" name="Rectángulo 68">
                      <a:extLst>
                        <a:ext uri="{FF2B5EF4-FFF2-40B4-BE49-F238E27FC236}">
                          <a16:creationId xmlns:a16="http://schemas.microsoft.com/office/drawing/2014/main" id="{BA3F17C3-3525-4A71-AF5E-448BE43E114C}"/>
                        </a:ext>
                      </a:extLst>
                    </p:cNvPr>
                    <p:cNvSpPr/>
                    <p:nvPr/>
                  </p:nvSpPr>
                  <p:spPr>
                    <a:xfrm>
                      <a:off x="3420807" y="4436636"/>
                      <a:ext cx="287382" cy="2778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79" name="Grupo 69">
                      <a:extLst>
                        <a:ext uri="{FF2B5EF4-FFF2-40B4-BE49-F238E27FC236}">
                          <a16:creationId xmlns:a16="http://schemas.microsoft.com/office/drawing/2014/main" id="{B05B2663-C238-440D-A74D-A556EBDF0BAA}"/>
                        </a:ext>
                      </a:extLst>
                    </p:cNvPr>
                    <p:cNvGrpSpPr>
                      <a:grpSpLocks/>
                    </p:cNvGrpSpPr>
                    <p:nvPr/>
                  </p:nvGrpSpPr>
                  <p:grpSpPr bwMode="auto">
                    <a:xfrm>
                      <a:off x="2843808" y="4437112"/>
                      <a:ext cx="576064" cy="288032"/>
                      <a:chOff x="3140224" y="4301480"/>
                      <a:chExt cx="576064" cy="288032"/>
                    </a:xfrm>
                    <a:grpFill/>
                  </p:grpSpPr>
                  <p:sp>
                    <p:nvSpPr>
                      <p:cNvPr id="80" name="Rectángulo 70">
                        <a:extLst>
                          <a:ext uri="{FF2B5EF4-FFF2-40B4-BE49-F238E27FC236}">
                            <a16:creationId xmlns:a16="http://schemas.microsoft.com/office/drawing/2014/main" id="{735D0BFA-A1A8-4E9D-9C21-CE0DA6738E9D}"/>
                          </a:ext>
                        </a:extLst>
                      </p:cNvPr>
                      <p:cNvSpPr/>
                      <p:nvPr/>
                    </p:nvSpPr>
                    <p:spPr>
                      <a:xfrm>
                        <a:off x="3140874" y="4301004"/>
                        <a:ext cx="298495" cy="2778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81" name="Rectángulo 71">
                        <a:extLst>
                          <a:ext uri="{FF2B5EF4-FFF2-40B4-BE49-F238E27FC236}">
                            <a16:creationId xmlns:a16="http://schemas.microsoft.com/office/drawing/2014/main" id="{89362E0C-E386-46AF-B657-326179D7708E}"/>
                          </a:ext>
                        </a:extLst>
                      </p:cNvPr>
                      <p:cNvSpPr/>
                      <p:nvPr/>
                    </p:nvSpPr>
                    <p:spPr>
                      <a:xfrm>
                        <a:off x="3439369" y="4301004"/>
                        <a:ext cx="287380" cy="2778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sp>
                <p:nvSpPr>
                  <p:cNvPr id="77" name="Rectángulo 67">
                    <a:extLst>
                      <a:ext uri="{FF2B5EF4-FFF2-40B4-BE49-F238E27FC236}">
                        <a16:creationId xmlns:a16="http://schemas.microsoft.com/office/drawing/2014/main" id="{79467B4D-4D3F-4EEE-8A6B-19269A76E97D}"/>
                      </a:ext>
                    </a:extLst>
                  </p:cNvPr>
                  <p:cNvSpPr/>
                  <p:nvPr/>
                </p:nvSpPr>
                <p:spPr>
                  <a:xfrm>
                    <a:off x="3564173" y="4724668"/>
                    <a:ext cx="287381" cy="2778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75" name="Rectángulo 65">
                  <a:extLst>
                    <a:ext uri="{FF2B5EF4-FFF2-40B4-BE49-F238E27FC236}">
                      <a16:creationId xmlns:a16="http://schemas.microsoft.com/office/drawing/2014/main" id="{FB8AB837-AA28-4DD1-8EBE-8F45121D6095}"/>
                    </a:ext>
                  </a:extLst>
                </p:cNvPr>
                <p:cNvSpPr/>
                <p:nvPr/>
              </p:nvSpPr>
              <p:spPr>
                <a:xfrm>
                  <a:off x="3705950" y="5012700"/>
                  <a:ext cx="287381" cy="2778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73" name="Rectángulo 76">
                <a:extLst>
                  <a:ext uri="{FF2B5EF4-FFF2-40B4-BE49-F238E27FC236}">
                    <a16:creationId xmlns:a16="http://schemas.microsoft.com/office/drawing/2014/main" id="{C741DBA6-ABE4-4744-8A04-625755FCB5CB}"/>
                  </a:ext>
                </a:extLst>
              </p:cNvPr>
              <p:cNvSpPr/>
              <p:nvPr/>
            </p:nvSpPr>
            <p:spPr>
              <a:xfrm>
                <a:off x="3859201" y="5302320"/>
                <a:ext cx="287381"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32" name="Rectángulo 77">
              <a:extLst>
                <a:ext uri="{FF2B5EF4-FFF2-40B4-BE49-F238E27FC236}">
                  <a16:creationId xmlns:a16="http://schemas.microsoft.com/office/drawing/2014/main" id="{C6799902-BDA3-4BAC-B5B2-AE3312CA2AC8}"/>
                </a:ext>
              </a:extLst>
            </p:cNvPr>
            <p:cNvSpPr/>
            <p:nvPr/>
          </p:nvSpPr>
          <p:spPr bwMode="auto">
            <a:xfrm>
              <a:off x="4917533" y="4633373"/>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33" name="Rectángulo 78">
              <a:extLst>
                <a:ext uri="{FF2B5EF4-FFF2-40B4-BE49-F238E27FC236}">
                  <a16:creationId xmlns:a16="http://schemas.microsoft.com/office/drawing/2014/main" id="{6C5AFCBD-017D-483B-B673-CB6440BBC72B}"/>
                </a:ext>
              </a:extLst>
            </p:cNvPr>
            <p:cNvSpPr/>
            <p:nvPr/>
          </p:nvSpPr>
          <p:spPr bwMode="auto">
            <a:xfrm>
              <a:off x="3771358" y="4622260"/>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5</a:t>
              </a:r>
              <a:endParaRPr lang="es-CL" sz="1400" dirty="0"/>
            </a:p>
          </p:txBody>
        </p:sp>
        <p:sp>
          <p:nvSpPr>
            <p:cNvPr id="34" name="Rectángulo 79">
              <a:extLst>
                <a:ext uri="{FF2B5EF4-FFF2-40B4-BE49-F238E27FC236}">
                  <a16:creationId xmlns:a16="http://schemas.microsoft.com/office/drawing/2014/main" id="{26532D17-F3CF-40E5-A229-C1FEB0A1772D}"/>
                </a:ext>
              </a:extLst>
            </p:cNvPr>
            <p:cNvSpPr/>
            <p:nvPr/>
          </p:nvSpPr>
          <p:spPr bwMode="auto">
            <a:xfrm>
              <a:off x="4625433" y="4612735"/>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5</a:t>
              </a:r>
              <a:endParaRPr lang="es-CL" sz="1400" dirty="0"/>
            </a:p>
          </p:txBody>
        </p:sp>
        <p:sp>
          <p:nvSpPr>
            <p:cNvPr id="35" name="Rectángulo 80">
              <a:extLst>
                <a:ext uri="{FF2B5EF4-FFF2-40B4-BE49-F238E27FC236}">
                  <a16:creationId xmlns:a16="http://schemas.microsoft.com/office/drawing/2014/main" id="{0360C263-E0FB-47D8-8F8F-CE23A294B446}"/>
                </a:ext>
              </a:extLst>
            </p:cNvPr>
            <p:cNvSpPr/>
            <p:nvPr/>
          </p:nvSpPr>
          <p:spPr bwMode="auto">
            <a:xfrm>
              <a:off x="3990433" y="4622260"/>
              <a:ext cx="382587"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10</a:t>
              </a:r>
              <a:endParaRPr lang="es-CL" sz="1400" dirty="0"/>
            </a:p>
          </p:txBody>
        </p:sp>
        <p:sp>
          <p:nvSpPr>
            <p:cNvPr id="36" name="Rectángulo 82">
              <a:extLst>
                <a:ext uri="{FF2B5EF4-FFF2-40B4-BE49-F238E27FC236}">
                  <a16:creationId xmlns:a16="http://schemas.microsoft.com/office/drawing/2014/main" id="{9372E138-0CD8-4032-9138-3DA987FC2B21}"/>
                </a:ext>
              </a:extLst>
            </p:cNvPr>
            <p:cNvSpPr/>
            <p:nvPr/>
          </p:nvSpPr>
          <p:spPr bwMode="auto">
            <a:xfrm>
              <a:off x="4277770" y="4622260"/>
              <a:ext cx="3841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10</a:t>
              </a:r>
              <a:endParaRPr lang="es-CL" sz="1400" dirty="0"/>
            </a:p>
          </p:txBody>
        </p:sp>
        <p:grpSp>
          <p:nvGrpSpPr>
            <p:cNvPr id="37" name="Grupo 10">
              <a:extLst>
                <a:ext uri="{FF2B5EF4-FFF2-40B4-BE49-F238E27FC236}">
                  <a16:creationId xmlns:a16="http://schemas.microsoft.com/office/drawing/2014/main" id="{2A128A44-EB0C-400D-BBA9-F9D3AAF51961}"/>
                </a:ext>
              </a:extLst>
            </p:cNvPr>
            <p:cNvGrpSpPr>
              <a:grpSpLocks/>
            </p:cNvGrpSpPr>
            <p:nvPr/>
          </p:nvGrpSpPr>
          <p:grpSpPr bwMode="auto">
            <a:xfrm>
              <a:off x="3345319" y="4920299"/>
              <a:ext cx="2000839" cy="288865"/>
              <a:chOff x="2282825" y="5589240"/>
              <a:chExt cx="2001143" cy="288859"/>
            </a:xfrm>
            <a:solidFill>
              <a:schemeClr val="accent1">
                <a:lumMod val="60000"/>
                <a:lumOff val="40000"/>
              </a:schemeClr>
            </a:solidFill>
          </p:grpSpPr>
          <p:grpSp>
            <p:nvGrpSpPr>
              <p:cNvPr id="60" name="Grupo 83">
                <a:extLst>
                  <a:ext uri="{FF2B5EF4-FFF2-40B4-BE49-F238E27FC236}">
                    <a16:creationId xmlns:a16="http://schemas.microsoft.com/office/drawing/2014/main" id="{E65C85D8-DF43-4FD5-A669-A32C2AEAC5E3}"/>
                  </a:ext>
                </a:extLst>
              </p:cNvPr>
              <p:cNvGrpSpPr>
                <a:grpSpLocks/>
              </p:cNvGrpSpPr>
              <p:nvPr/>
            </p:nvGrpSpPr>
            <p:grpSpPr bwMode="auto">
              <a:xfrm>
                <a:off x="2282825" y="5589240"/>
                <a:ext cx="1717101" cy="288032"/>
                <a:chOff x="2413707" y="5301208"/>
                <a:chExt cx="1717101" cy="288032"/>
              </a:xfrm>
              <a:grpFill/>
            </p:grpSpPr>
            <p:grpSp>
              <p:nvGrpSpPr>
                <p:cNvPr id="62" name="Grupo 84">
                  <a:extLst>
                    <a:ext uri="{FF2B5EF4-FFF2-40B4-BE49-F238E27FC236}">
                      <a16:creationId xmlns:a16="http://schemas.microsoft.com/office/drawing/2014/main" id="{4123E490-8B35-4B50-BE7D-E747B9D29002}"/>
                    </a:ext>
                  </a:extLst>
                </p:cNvPr>
                <p:cNvGrpSpPr>
                  <a:grpSpLocks/>
                </p:cNvGrpSpPr>
                <p:nvPr/>
              </p:nvGrpSpPr>
              <p:grpSpPr bwMode="auto">
                <a:xfrm>
                  <a:off x="2413707" y="5301208"/>
                  <a:ext cx="1438213" cy="288032"/>
                  <a:chOff x="2555776" y="5013176"/>
                  <a:chExt cx="1438213" cy="288032"/>
                </a:xfrm>
                <a:grpFill/>
              </p:grpSpPr>
              <p:grpSp>
                <p:nvGrpSpPr>
                  <p:cNvPr id="64" name="Grupo 86">
                    <a:extLst>
                      <a:ext uri="{FF2B5EF4-FFF2-40B4-BE49-F238E27FC236}">
                        <a16:creationId xmlns:a16="http://schemas.microsoft.com/office/drawing/2014/main" id="{8DF2029C-72F2-48BD-87D1-321C71F8C699}"/>
                      </a:ext>
                    </a:extLst>
                  </p:cNvPr>
                  <p:cNvGrpSpPr>
                    <a:grpSpLocks/>
                  </p:cNvGrpSpPr>
                  <p:nvPr/>
                </p:nvGrpSpPr>
                <p:grpSpPr bwMode="auto">
                  <a:xfrm>
                    <a:off x="2555776" y="5013176"/>
                    <a:ext cx="1152128" cy="288032"/>
                    <a:chOff x="2699792" y="4725144"/>
                    <a:chExt cx="1152128" cy="288032"/>
                  </a:xfrm>
                  <a:grpFill/>
                </p:grpSpPr>
                <p:grpSp>
                  <p:nvGrpSpPr>
                    <p:cNvPr id="66" name="Grupo 88">
                      <a:extLst>
                        <a:ext uri="{FF2B5EF4-FFF2-40B4-BE49-F238E27FC236}">
                          <a16:creationId xmlns:a16="http://schemas.microsoft.com/office/drawing/2014/main" id="{650ACD06-63BA-4D6B-BDAD-F9DDE91163E3}"/>
                        </a:ext>
                      </a:extLst>
                    </p:cNvPr>
                    <p:cNvGrpSpPr>
                      <a:grpSpLocks/>
                    </p:cNvGrpSpPr>
                    <p:nvPr/>
                  </p:nvGrpSpPr>
                  <p:grpSpPr bwMode="auto">
                    <a:xfrm>
                      <a:off x="2699792" y="4725144"/>
                      <a:ext cx="864096" cy="288032"/>
                      <a:chOff x="2843808" y="4437112"/>
                      <a:chExt cx="864096" cy="288032"/>
                    </a:xfrm>
                    <a:grpFill/>
                  </p:grpSpPr>
                  <p:sp>
                    <p:nvSpPr>
                      <p:cNvPr id="68" name="Rectángulo 90">
                        <a:extLst>
                          <a:ext uri="{FF2B5EF4-FFF2-40B4-BE49-F238E27FC236}">
                            <a16:creationId xmlns:a16="http://schemas.microsoft.com/office/drawing/2014/main" id="{5883ED61-41E7-4A6C-816E-B8AFC2409C29}"/>
                          </a:ext>
                        </a:extLst>
                      </p:cNvPr>
                      <p:cNvSpPr/>
                      <p:nvPr/>
                    </p:nvSpPr>
                    <p:spPr>
                      <a:xfrm>
                        <a:off x="3420746" y="4437523"/>
                        <a:ext cx="287382"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nvGrpSpPr>
                      <p:cNvPr id="69" name="Grupo 91">
                        <a:extLst>
                          <a:ext uri="{FF2B5EF4-FFF2-40B4-BE49-F238E27FC236}">
                            <a16:creationId xmlns:a16="http://schemas.microsoft.com/office/drawing/2014/main" id="{F2BA3EC2-71F7-40A3-B710-F52ED43C4110}"/>
                          </a:ext>
                        </a:extLst>
                      </p:cNvPr>
                      <p:cNvGrpSpPr>
                        <a:grpSpLocks/>
                      </p:cNvGrpSpPr>
                      <p:nvPr/>
                    </p:nvGrpSpPr>
                    <p:grpSpPr bwMode="auto">
                      <a:xfrm>
                        <a:off x="2843808" y="4437112"/>
                        <a:ext cx="576064" cy="288032"/>
                        <a:chOff x="3140224" y="4301480"/>
                        <a:chExt cx="576064" cy="288032"/>
                      </a:xfrm>
                      <a:grpFill/>
                    </p:grpSpPr>
                    <p:sp>
                      <p:nvSpPr>
                        <p:cNvPr id="70" name="Rectángulo 92">
                          <a:extLst>
                            <a:ext uri="{FF2B5EF4-FFF2-40B4-BE49-F238E27FC236}">
                              <a16:creationId xmlns:a16="http://schemas.microsoft.com/office/drawing/2014/main" id="{0FA2A949-37A9-47C6-8AD6-A93DB977560F}"/>
                            </a:ext>
                          </a:extLst>
                        </p:cNvPr>
                        <p:cNvSpPr/>
                        <p:nvPr/>
                      </p:nvSpPr>
                      <p:spPr>
                        <a:xfrm>
                          <a:off x="3140813" y="4301891"/>
                          <a:ext cx="288969"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71" name="Rectángulo 93">
                          <a:extLst>
                            <a:ext uri="{FF2B5EF4-FFF2-40B4-BE49-F238E27FC236}">
                              <a16:creationId xmlns:a16="http://schemas.microsoft.com/office/drawing/2014/main" id="{09AA4F9A-EA4B-4EA4-9AEE-91EB6FD095D5}"/>
                            </a:ext>
                          </a:extLst>
                        </p:cNvPr>
                        <p:cNvSpPr/>
                        <p:nvPr/>
                      </p:nvSpPr>
                      <p:spPr>
                        <a:xfrm>
                          <a:off x="3429782" y="4301891"/>
                          <a:ext cx="296907"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grpSp>
                <p:sp>
                  <p:nvSpPr>
                    <p:cNvPr id="67" name="Rectángulo 89">
                      <a:extLst>
                        <a:ext uri="{FF2B5EF4-FFF2-40B4-BE49-F238E27FC236}">
                          <a16:creationId xmlns:a16="http://schemas.microsoft.com/office/drawing/2014/main" id="{AE8949A4-2A2F-44E4-8B45-2A3A30C5F5FF}"/>
                        </a:ext>
                      </a:extLst>
                    </p:cNvPr>
                    <p:cNvSpPr/>
                    <p:nvPr/>
                  </p:nvSpPr>
                  <p:spPr>
                    <a:xfrm>
                      <a:off x="3564112" y="4725555"/>
                      <a:ext cx="287381"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65" name="Rectángulo 87">
                    <a:extLst>
                      <a:ext uri="{FF2B5EF4-FFF2-40B4-BE49-F238E27FC236}">
                        <a16:creationId xmlns:a16="http://schemas.microsoft.com/office/drawing/2014/main" id="{AAD75995-7535-424B-BD7F-BADE8AE8D291}"/>
                      </a:ext>
                    </a:extLst>
                  </p:cNvPr>
                  <p:cNvSpPr/>
                  <p:nvPr/>
                </p:nvSpPr>
                <p:spPr>
                  <a:xfrm>
                    <a:off x="3705890" y="5013587"/>
                    <a:ext cx="287381"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63" name="Rectángulo 85">
                  <a:extLst>
                    <a:ext uri="{FF2B5EF4-FFF2-40B4-BE49-F238E27FC236}">
                      <a16:creationId xmlns:a16="http://schemas.microsoft.com/office/drawing/2014/main" id="{54365464-448A-4BDD-9519-075492F8E1D2}"/>
                    </a:ext>
                  </a:extLst>
                </p:cNvPr>
                <p:cNvSpPr/>
                <p:nvPr/>
              </p:nvSpPr>
              <p:spPr>
                <a:xfrm>
                  <a:off x="3843263" y="5301619"/>
                  <a:ext cx="287381" cy="2873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61" name="Rectángulo 94">
                <a:extLst>
                  <a:ext uri="{FF2B5EF4-FFF2-40B4-BE49-F238E27FC236}">
                    <a16:creationId xmlns:a16="http://schemas.microsoft.com/office/drawing/2014/main" id="{730BF07D-CEB6-4C49-982E-C8B8D5EE45CB}"/>
                  </a:ext>
                </a:extLst>
              </p:cNvPr>
              <p:cNvSpPr/>
              <p:nvPr/>
            </p:nvSpPr>
            <p:spPr>
              <a:xfrm>
                <a:off x="3996586" y="5591239"/>
                <a:ext cx="287382" cy="2873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grpSp>
        <p:sp>
          <p:nvSpPr>
            <p:cNvPr id="38" name="Rectángulo 74">
              <a:extLst>
                <a:ext uri="{FF2B5EF4-FFF2-40B4-BE49-F238E27FC236}">
                  <a16:creationId xmlns:a16="http://schemas.microsoft.com/office/drawing/2014/main" id="{90AF35EC-28A6-401C-87F5-3855C0E63337}"/>
                </a:ext>
              </a:extLst>
            </p:cNvPr>
            <p:cNvSpPr/>
            <p:nvPr/>
          </p:nvSpPr>
          <p:spPr bwMode="auto">
            <a:xfrm>
              <a:off x="3480845" y="4631785"/>
              <a:ext cx="284163"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39" name="Rectángulo 95">
              <a:extLst>
                <a:ext uri="{FF2B5EF4-FFF2-40B4-BE49-F238E27FC236}">
                  <a16:creationId xmlns:a16="http://schemas.microsoft.com/office/drawing/2014/main" id="{E6ECC6C4-FBCD-4373-A5B8-636F02F1DC42}"/>
                </a:ext>
              </a:extLst>
            </p:cNvPr>
            <p:cNvSpPr/>
            <p:nvPr/>
          </p:nvSpPr>
          <p:spPr bwMode="auto">
            <a:xfrm>
              <a:off x="3352258" y="4898485"/>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40" name="Rectángulo 96">
              <a:extLst>
                <a:ext uri="{FF2B5EF4-FFF2-40B4-BE49-F238E27FC236}">
                  <a16:creationId xmlns:a16="http://schemas.microsoft.com/office/drawing/2014/main" id="{B2C8E402-AFCC-4A9E-BBE3-71407D25D87C}"/>
                </a:ext>
              </a:extLst>
            </p:cNvPr>
            <p:cNvSpPr/>
            <p:nvPr/>
          </p:nvSpPr>
          <p:spPr bwMode="auto">
            <a:xfrm>
              <a:off x="5058820" y="4912773"/>
              <a:ext cx="2825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a:t>
              </a:r>
              <a:endParaRPr lang="es-CL" sz="1400" dirty="0"/>
            </a:p>
          </p:txBody>
        </p:sp>
        <p:sp>
          <p:nvSpPr>
            <p:cNvPr id="41" name="Rectángulo 97">
              <a:extLst>
                <a:ext uri="{FF2B5EF4-FFF2-40B4-BE49-F238E27FC236}">
                  <a16:creationId xmlns:a16="http://schemas.microsoft.com/office/drawing/2014/main" id="{11CE9E7F-F572-475E-B82A-E19918D49D17}"/>
                </a:ext>
              </a:extLst>
            </p:cNvPr>
            <p:cNvSpPr/>
            <p:nvPr/>
          </p:nvSpPr>
          <p:spPr bwMode="auto">
            <a:xfrm>
              <a:off x="3631658" y="4915948"/>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6</a:t>
              </a:r>
              <a:endParaRPr lang="es-CL" sz="1400" dirty="0"/>
            </a:p>
          </p:txBody>
        </p:sp>
        <p:sp>
          <p:nvSpPr>
            <p:cNvPr id="42" name="Rectángulo 98">
              <a:extLst>
                <a:ext uri="{FF2B5EF4-FFF2-40B4-BE49-F238E27FC236}">
                  <a16:creationId xmlns:a16="http://schemas.microsoft.com/office/drawing/2014/main" id="{AF7D3D54-F84B-4AFD-A2AB-93906ED1F5CD}"/>
                </a:ext>
              </a:extLst>
            </p:cNvPr>
            <p:cNvSpPr/>
            <p:nvPr/>
          </p:nvSpPr>
          <p:spPr bwMode="auto">
            <a:xfrm>
              <a:off x="4774658" y="4911185"/>
              <a:ext cx="284162"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6</a:t>
              </a:r>
              <a:endParaRPr lang="es-CL" sz="1400" dirty="0"/>
            </a:p>
          </p:txBody>
        </p:sp>
        <p:sp>
          <p:nvSpPr>
            <p:cNvPr id="43" name="Rectángulo 99">
              <a:extLst>
                <a:ext uri="{FF2B5EF4-FFF2-40B4-BE49-F238E27FC236}">
                  <a16:creationId xmlns:a16="http://schemas.microsoft.com/office/drawing/2014/main" id="{CB93DC95-C480-4165-8DB2-BBCFB25A0B18}"/>
                </a:ext>
              </a:extLst>
            </p:cNvPr>
            <p:cNvSpPr/>
            <p:nvPr/>
          </p:nvSpPr>
          <p:spPr bwMode="auto">
            <a:xfrm>
              <a:off x="3868195" y="4917535"/>
              <a:ext cx="3841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15</a:t>
              </a:r>
              <a:endParaRPr lang="es-CL" sz="1400" dirty="0"/>
            </a:p>
          </p:txBody>
        </p:sp>
        <p:sp>
          <p:nvSpPr>
            <p:cNvPr id="44" name="Rectángulo 101">
              <a:extLst>
                <a:ext uri="{FF2B5EF4-FFF2-40B4-BE49-F238E27FC236}">
                  <a16:creationId xmlns:a16="http://schemas.microsoft.com/office/drawing/2014/main" id="{B68D4BF0-725E-4A79-B610-0E9FC0F4EEDB}"/>
                </a:ext>
              </a:extLst>
            </p:cNvPr>
            <p:cNvSpPr/>
            <p:nvPr/>
          </p:nvSpPr>
          <p:spPr bwMode="auto">
            <a:xfrm>
              <a:off x="4423820" y="4900073"/>
              <a:ext cx="384175"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15</a:t>
              </a:r>
              <a:endParaRPr lang="es-CL" sz="1400" dirty="0"/>
            </a:p>
          </p:txBody>
        </p:sp>
        <p:sp>
          <p:nvSpPr>
            <p:cNvPr id="45" name="Rectángulo 102">
              <a:extLst>
                <a:ext uri="{FF2B5EF4-FFF2-40B4-BE49-F238E27FC236}">
                  <a16:creationId xmlns:a16="http://schemas.microsoft.com/office/drawing/2014/main" id="{C9B14017-ACD5-49DA-93FA-AED1BDCC9FDE}"/>
                </a:ext>
              </a:extLst>
            </p:cNvPr>
            <p:cNvSpPr/>
            <p:nvPr/>
          </p:nvSpPr>
          <p:spPr bwMode="auto">
            <a:xfrm>
              <a:off x="4161883" y="4911185"/>
              <a:ext cx="382587" cy="307975"/>
            </a:xfrm>
            <a:prstGeom prst="rect">
              <a:avLst/>
            </a:prstGeom>
            <a:solidFill>
              <a:schemeClr val="accent1">
                <a:lumMod val="60000"/>
                <a:lumOff val="40000"/>
              </a:schemeClr>
            </a:solidFill>
            <a:ln>
              <a:noFill/>
            </a:ln>
          </p:spPr>
          <p:txBody>
            <a:bodyPr wrap="none">
              <a:spAutoFit/>
            </a:bodyPr>
            <a:lstStyle/>
            <a:p>
              <a:pPr>
                <a:defRPr/>
              </a:pPr>
              <a:r>
                <a:rPr lang="es-ES" sz="1400" dirty="0">
                  <a:solidFill>
                    <a:schemeClr val="tx1">
                      <a:lumMod val="85000"/>
                      <a:lumOff val="15000"/>
                    </a:schemeClr>
                  </a:solidFill>
                </a:rPr>
                <a:t>20</a:t>
              </a:r>
              <a:endParaRPr lang="es-CL" sz="1400" dirty="0"/>
            </a:p>
          </p:txBody>
        </p:sp>
        <p:sp>
          <p:nvSpPr>
            <p:cNvPr id="46" name="Rectángulo 11">
              <a:extLst>
                <a:ext uri="{FF2B5EF4-FFF2-40B4-BE49-F238E27FC236}">
                  <a16:creationId xmlns:a16="http://schemas.microsoft.com/office/drawing/2014/main" id="{791636D6-C170-473C-AC2C-B14290E69384}"/>
                </a:ext>
              </a:extLst>
            </p:cNvPr>
            <p:cNvSpPr/>
            <p:nvPr/>
          </p:nvSpPr>
          <p:spPr bwMode="auto">
            <a:xfrm>
              <a:off x="1931445" y="3139535"/>
              <a:ext cx="740074" cy="338554"/>
            </a:xfrm>
            <a:prstGeom prst="rect">
              <a:avLst/>
            </a:prstGeom>
          </p:spPr>
          <p:txBody>
            <a:bodyPr wrap="none">
              <a:spAutoFit/>
            </a:bodyPr>
            <a:lstStyle/>
            <a:p>
              <a:pPr>
                <a:defRPr/>
              </a:pPr>
              <a:r>
                <a:rPr lang="es-ES" sz="1600" dirty="0">
                  <a:solidFill>
                    <a:schemeClr val="tx1">
                      <a:lumMod val="85000"/>
                      <a:lumOff val="15000"/>
                    </a:schemeClr>
                  </a:solidFill>
                </a:rPr>
                <a:t>nivel 0</a:t>
              </a:r>
              <a:endParaRPr lang="es-CL" sz="1600" dirty="0"/>
            </a:p>
          </p:txBody>
        </p:sp>
        <p:sp>
          <p:nvSpPr>
            <p:cNvPr id="47" name="Rectángulo 103">
              <a:extLst>
                <a:ext uri="{FF2B5EF4-FFF2-40B4-BE49-F238E27FC236}">
                  <a16:creationId xmlns:a16="http://schemas.microsoft.com/office/drawing/2014/main" id="{D561410D-9AF7-4E2D-BC19-CB3C9A4B186A}"/>
                </a:ext>
              </a:extLst>
            </p:cNvPr>
            <p:cNvSpPr/>
            <p:nvPr/>
          </p:nvSpPr>
          <p:spPr bwMode="auto">
            <a:xfrm>
              <a:off x="1936208" y="3407823"/>
              <a:ext cx="774700" cy="338137"/>
            </a:xfrm>
            <a:prstGeom prst="rect">
              <a:avLst/>
            </a:prstGeom>
          </p:spPr>
          <p:txBody>
            <a:bodyPr>
              <a:spAutoFit/>
            </a:bodyPr>
            <a:lstStyle/>
            <a:p>
              <a:pPr>
                <a:defRPr/>
              </a:pPr>
              <a:r>
                <a:rPr lang="es-ES" sz="1600" dirty="0">
                  <a:solidFill>
                    <a:schemeClr val="tx1">
                      <a:lumMod val="85000"/>
                      <a:lumOff val="15000"/>
                    </a:schemeClr>
                  </a:solidFill>
                </a:rPr>
                <a:t>nivel 1</a:t>
              </a:r>
              <a:endParaRPr lang="es-CL" sz="1600" dirty="0"/>
            </a:p>
          </p:txBody>
        </p:sp>
        <p:sp>
          <p:nvSpPr>
            <p:cNvPr id="48" name="Rectángulo 104">
              <a:extLst>
                <a:ext uri="{FF2B5EF4-FFF2-40B4-BE49-F238E27FC236}">
                  <a16:creationId xmlns:a16="http://schemas.microsoft.com/office/drawing/2014/main" id="{5680936D-5F8C-4AF3-A1EA-E988C300B0C2}"/>
                </a:ext>
              </a:extLst>
            </p:cNvPr>
            <p:cNvSpPr/>
            <p:nvPr/>
          </p:nvSpPr>
          <p:spPr bwMode="auto">
            <a:xfrm>
              <a:off x="1926683" y="3706273"/>
              <a:ext cx="740074" cy="338554"/>
            </a:xfrm>
            <a:prstGeom prst="rect">
              <a:avLst/>
            </a:prstGeom>
          </p:spPr>
          <p:txBody>
            <a:bodyPr wrap="none">
              <a:spAutoFit/>
            </a:bodyPr>
            <a:lstStyle/>
            <a:p>
              <a:pPr>
                <a:defRPr/>
              </a:pPr>
              <a:r>
                <a:rPr lang="es-ES" sz="1600" dirty="0">
                  <a:solidFill>
                    <a:schemeClr val="tx1">
                      <a:lumMod val="85000"/>
                      <a:lumOff val="15000"/>
                    </a:schemeClr>
                  </a:solidFill>
                </a:rPr>
                <a:t>nivel 2</a:t>
              </a:r>
              <a:endParaRPr lang="es-CL" sz="1600" dirty="0"/>
            </a:p>
          </p:txBody>
        </p:sp>
        <p:sp>
          <p:nvSpPr>
            <p:cNvPr id="49" name="Rectángulo 105">
              <a:extLst>
                <a:ext uri="{FF2B5EF4-FFF2-40B4-BE49-F238E27FC236}">
                  <a16:creationId xmlns:a16="http://schemas.microsoft.com/office/drawing/2014/main" id="{0932EC52-7971-4EFF-A87F-A8ABA144C862}"/>
                </a:ext>
              </a:extLst>
            </p:cNvPr>
            <p:cNvSpPr/>
            <p:nvPr/>
          </p:nvSpPr>
          <p:spPr bwMode="auto">
            <a:xfrm>
              <a:off x="1918745" y="4006310"/>
              <a:ext cx="740074" cy="338554"/>
            </a:xfrm>
            <a:prstGeom prst="rect">
              <a:avLst/>
            </a:prstGeom>
          </p:spPr>
          <p:txBody>
            <a:bodyPr wrap="none">
              <a:spAutoFit/>
            </a:bodyPr>
            <a:lstStyle/>
            <a:p>
              <a:pPr>
                <a:defRPr/>
              </a:pPr>
              <a:r>
                <a:rPr lang="es-ES" sz="1600" dirty="0">
                  <a:solidFill>
                    <a:schemeClr val="tx1">
                      <a:lumMod val="85000"/>
                      <a:lumOff val="15000"/>
                    </a:schemeClr>
                  </a:solidFill>
                </a:rPr>
                <a:t>nivel 3</a:t>
              </a:r>
              <a:endParaRPr lang="es-CL" sz="1600" dirty="0"/>
            </a:p>
          </p:txBody>
        </p:sp>
        <p:sp>
          <p:nvSpPr>
            <p:cNvPr id="50" name="Rectángulo 106">
              <a:extLst>
                <a:ext uri="{FF2B5EF4-FFF2-40B4-BE49-F238E27FC236}">
                  <a16:creationId xmlns:a16="http://schemas.microsoft.com/office/drawing/2014/main" id="{1070A7B7-A952-4156-953E-D9208DE14D73}"/>
                </a:ext>
              </a:extLst>
            </p:cNvPr>
            <p:cNvSpPr/>
            <p:nvPr/>
          </p:nvSpPr>
          <p:spPr bwMode="auto">
            <a:xfrm>
              <a:off x="1934620" y="4280948"/>
              <a:ext cx="740074" cy="338554"/>
            </a:xfrm>
            <a:prstGeom prst="rect">
              <a:avLst/>
            </a:prstGeom>
          </p:spPr>
          <p:txBody>
            <a:bodyPr wrap="none">
              <a:spAutoFit/>
            </a:bodyPr>
            <a:lstStyle/>
            <a:p>
              <a:pPr>
                <a:defRPr/>
              </a:pPr>
              <a:r>
                <a:rPr lang="es-ES" sz="1600" dirty="0">
                  <a:solidFill>
                    <a:schemeClr val="tx1">
                      <a:lumMod val="85000"/>
                      <a:lumOff val="15000"/>
                    </a:schemeClr>
                  </a:solidFill>
                </a:rPr>
                <a:t>nivel 4</a:t>
              </a:r>
              <a:endParaRPr lang="es-CL" sz="1600" dirty="0"/>
            </a:p>
          </p:txBody>
        </p:sp>
        <p:sp>
          <p:nvSpPr>
            <p:cNvPr id="51" name="Rectángulo 107">
              <a:extLst>
                <a:ext uri="{FF2B5EF4-FFF2-40B4-BE49-F238E27FC236}">
                  <a16:creationId xmlns:a16="http://schemas.microsoft.com/office/drawing/2014/main" id="{3AFD1F3A-4D9F-4293-97D7-07D4FA40C3F8}"/>
                </a:ext>
              </a:extLst>
            </p:cNvPr>
            <p:cNvSpPr/>
            <p:nvPr/>
          </p:nvSpPr>
          <p:spPr bwMode="auto">
            <a:xfrm>
              <a:off x="1931445" y="4579398"/>
              <a:ext cx="740074" cy="338554"/>
            </a:xfrm>
            <a:prstGeom prst="rect">
              <a:avLst/>
            </a:prstGeom>
          </p:spPr>
          <p:txBody>
            <a:bodyPr wrap="none">
              <a:spAutoFit/>
            </a:bodyPr>
            <a:lstStyle/>
            <a:p>
              <a:pPr>
                <a:defRPr/>
              </a:pPr>
              <a:r>
                <a:rPr lang="es-ES" sz="1600" dirty="0">
                  <a:solidFill>
                    <a:schemeClr val="tx1">
                      <a:lumMod val="85000"/>
                      <a:lumOff val="15000"/>
                    </a:schemeClr>
                  </a:solidFill>
                </a:rPr>
                <a:t>nivel 5</a:t>
              </a:r>
              <a:endParaRPr lang="es-CL" sz="1600" dirty="0"/>
            </a:p>
          </p:txBody>
        </p:sp>
        <p:sp>
          <p:nvSpPr>
            <p:cNvPr id="52" name="Rectángulo 108">
              <a:extLst>
                <a:ext uri="{FF2B5EF4-FFF2-40B4-BE49-F238E27FC236}">
                  <a16:creationId xmlns:a16="http://schemas.microsoft.com/office/drawing/2014/main" id="{8E3F0D00-F7A8-485E-B0B3-F4D9E78DCF22}"/>
                </a:ext>
              </a:extLst>
            </p:cNvPr>
            <p:cNvSpPr/>
            <p:nvPr/>
          </p:nvSpPr>
          <p:spPr bwMode="auto">
            <a:xfrm>
              <a:off x="1929858" y="4871498"/>
              <a:ext cx="740074" cy="338554"/>
            </a:xfrm>
            <a:prstGeom prst="rect">
              <a:avLst/>
            </a:prstGeom>
          </p:spPr>
          <p:txBody>
            <a:bodyPr wrap="none">
              <a:spAutoFit/>
            </a:bodyPr>
            <a:lstStyle/>
            <a:p>
              <a:pPr>
                <a:defRPr/>
              </a:pPr>
              <a:r>
                <a:rPr lang="es-ES" sz="1600" dirty="0">
                  <a:solidFill>
                    <a:schemeClr val="tx1">
                      <a:lumMod val="85000"/>
                      <a:lumOff val="15000"/>
                    </a:schemeClr>
                  </a:solidFill>
                </a:rPr>
                <a:t>nivel 6</a:t>
              </a:r>
              <a:endParaRPr lang="es-CL" sz="1600" dirty="0"/>
            </a:p>
          </p:txBody>
        </p:sp>
        <p:cxnSp>
          <p:nvCxnSpPr>
            <p:cNvPr id="53" name="Conector recto de flecha 19">
              <a:extLst>
                <a:ext uri="{FF2B5EF4-FFF2-40B4-BE49-F238E27FC236}">
                  <a16:creationId xmlns:a16="http://schemas.microsoft.com/office/drawing/2014/main" id="{DBC591D9-1C1C-4F7A-9257-429CFA37F871}"/>
                </a:ext>
              </a:extLst>
            </p:cNvPr>
            <p:cNvCxnSpPr>
              <a:stCxn id="46" idx="3"/>
            </p:cNvCxnSpPr>
            <p:nvPr/>
          </p:nvCxnSpPr>
          <p:spPr bwMode="auto">
            <a:xfrm>
              <a:off x="2671519" y="3308812"/>
              <a:ext cx="1249064" cy="586"/>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de flecha 114">
              <a:extLst>
                <a:ext uri="{FF2B5EF4-FFF2-40B4-BE49-F238E27FC236}">
                  <a16:creationId xmlns:a16="http://schemas.microsoft.com/office/drawing/2014/main" id="{78F13415-2850-4C48-8E9C-2A92B86F760C}"/>
                </a:ext>
              </a:extLst>
            </p:cNvPr>
            <p:cNvCxnSpPr/>
            <p:nvPr/>
          </p:nvCxnSpPr>
          <p:spPr bwMode="auto">
            <a:xfrm>
              <a:off x="2710908" y="3604673"/>
              <a:ext cx="1114425"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de flecha 115">
              <a:extLst>
                <a:ext uri="{FF2B5EF4-FFF2-40B4-BE49-F238E27FC236}">
                  <a16:creationId xmlns:a16="http://schemas.microsoft.com/office/drawing/2014/main" id="{C91EF55A-AFE5-4302-91C1-DFEC263EDCC7}"/>
                </a:ext>
              </a:extLst>
            </p:cNvPr>
            <p:cNvCxnSpPr/>
            <p:nvPr/>
          </p:nvCxnSpPr>
          <p:spPr bwMode="auto">
            <a:xfrm>
              <a:off x="2695033" y="3890423"/>
              <a:ext cx="971550"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de flecha 116">
              <a:extLst>
                <a:ext uri="{FF2B5EF4-FFF2-40B4-BE49-F238E27FC236}">
                  <a16:creationId xmlns:a16="http://schemas.microsoft.com/office/drawing/2014/main" id="{F1215DE8-1756-4F4F-BC57-85B4493376DE}"/>
                </a:ext>
              </a:extLst>
            </p:cNvPr>
            <p:cNvCxnSpPr/>
            <p:nvPr/>
          </p:nvCxnSpPr>
          <p:spPr bwMode="auto">
            <a:xfrm>
              <a:off x="2691858" y="4174585"/>
              <a:ext cx="863600"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117">
              <a:extLst>
                <a:ext uri="{FF2B5EF4-FFF2-40B4-BE49-F238E27FC236}">
                  <a16:creationId xmlns:a16="http://schemas.microsoft.com/office/drawing/2014/main" id="{2F08F442-E23B-4035-B209-AC39223008D2}"/>
                </a:ext>
              </a:extLst>
            </p:cNvPr>
            <p:cNvCxnSpPr/>
            <p:nvPr/>
          </p:nvCxnSpPr>
          <p:spPr bwMode="auto">
            <a:xfrm>
              <a:off x="2691858" y="4450810"/>
              <a:ext cx="719137"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118">
              <a:extLst>
                <a:ext uri="{FF2B5EF4-FFF2-40B4-BE49-F238E27FC236}">
                  <a16:creationId xmlns:a16="http://schemas.microsoft.com/office/drawing/2014/main" id="{86DDE827-0E9A-4FD4-A35E-15C2F6B343E4}"/>
                </a:ext>
              </a:extLst>
            </p:cNvPr>
            <p:cNvCxnSpPr/>
            <p:nvPr/>
          </p:nvCxnSpPr>
          <p:spPr bwMode="auto">
            <a:xfrm>
              <a:off x="2682333" y="4749260"/>
              <a:ext cx="576262"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de flecha 119">
              <a:extLst>
                <a:ext uri="{FF2B5EF4-FFF2-40B4-BE49-F238E27FC236}">
                  <a16:creationId xmlns:a16="http://schemas.microsoft.com/office/drawing/2014/main" id="{7D232A3B-9941-4E92-A7B5-B5D4C9A360C4}"/>
                </a:ext>
              </a:extLst>
            </p:cNvPr>
            <p:cNvCxnSpPr/>
            <p:nvPr/>
          </p:nvCxnSpPr>
          <p:spPr bwMode="auto">
            <a:xfrm>
              <a:off x="2682333" y="5041360"/>
              <a:ext cx="468312" cy="0"/>
            </a:xfrm>
            <a:prstGeom prst="straightConnector1">
              <a:avLst/>
            </a:prstGeom>
            <a:ln>
              <a:solidFill>
                <a:srgbClr val="FF6600"/>
              </a:solidFill>
              <a:tailEnd type="triangle"/>
            </a:ln>
          </p:spPr>
          <p:style>
            <a:lnRef idx="1">
              <a:schemeClr val="accent1"/>
            </a:lnRef>
            <a:fillRef idx="0">
              <a:schemeClr val="accent1"/>
            </a:fillRef>
            <a:effectRef idx="0">
              <a:schemeClr val="accent1"/>
            </a:effectRef>
            <a:fontRef idx="minor">
              <a:schemeClr val="tx1"/>
            </a:fontRef>
          </p:style>
        </p:cxnSp>
      </p:grpSp>
      <p:pic>
        <p:nvPicPr>
          <p:cNvPr id="1028" name="Picture 4">
            <a:extLst>
              <a:ext uri="{FF2B5EF4-FFF2-40B4-BE49-F238E27FC236}">
                <a16:creationId xmlns:a16="http://schemas.microsoft.com/office/drawing/2014/main" id="{9BCF8BE1-9B54-4C97-A837-E5EBE039F5BE}"/>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483466" y="3152345"/>
            <a:ext cx="3060084" cy="2824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920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28"/>
                                        </p:tgtEl>
                                      </p:cBhvr>
                                    </p:animEffect>
                                    <p:set>
                                      <p:cBhvr>
                                        <p:cTn id="7" dur="1" fill="hold">
                                          <p:stCondLst>
                                            <p:cond delay="499"/>
                                          </p:stCondLst>
                                        </p:cTn>
                                        <p:tgtEl>
                                          <p:spTgt spid="1028"/>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82781D17-3433-4129-B4CF-5D87EF05C8BA}"/>
              </a:ext>
            </a:extLst>
          </p:cNvPr>
          <p:cNvSpPr/>
          <p:nvPr/>
        </p:nvSpPr>
        <p:spPr>
          <a:xfrm>
            <a:off x="7675601" y="337407"/>
            <a:ext cx="3657601" cy="3472593"/>
          </a:xfrm>
          <a:prstGeom prst="roundRect">
            <a:avLst>
              <a:gd name="adj" fmla="val 10545"/>
            </a:avLst>
          </a:prstGeom>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932601" y="354501"/>
            <a:ext cx="8811600" cy="1151965"/>
          </a:xfrm>
        </p:spPr>
        <p:txBody>
          <a:bodyPr/>
          <a:lstStyle/>
          <a:p>
            <a:r>
              <a:rPr lang="es-CL" dirty="0"/>
              <a:t>Variables</a:t>
            </a:r>
          </a:p>
        </p:txBody>
      </p:sp>
      <p:pic>
        <p:nvPicPr>
          <p:cNvPr id="4" name="Gráfico 3" descr="Calculadora">
            <a:extLst>
              <a:ext uri="{FF2B5EF4-FFF2-40B4-BE49-F238E27FC236}">
                <a16:creationId xmlns:a16="http://schemas.microsoft.com/office/drawing/2014/main" id="{8840AF35-DF9F-41A6-94AE-CB6B0AB3E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p:grpSp>
        <p:nvGrpSpPr>
          <p:cNvPr id="20" name="Grupo 19">
            <a:extLst>
              <a:ext uri="{FF2B5EF4-FFF2-40B4-BE49-F238E27FC236}">
                <a16:creationId xmlns:a16="http://schemas.microsoft.com/office/drawing/2014/main" id="{30884DFF-D8B0-4B27-82ED-96689289C416}"/>
              </a:ext>
            </a:extLst>
          </p:cNvPr>
          <p:cNvGrpSpPr/>
          <p:nvPr/>
        </p:nvGrpSpPr>
        <p:grpSpPr>
          <a:xfrm>
            <a:off x="7969071" y="656641"/>
            <a:ext cx="3070663" cy="2864852"/>
            <a:chOff x="7086600" y="2676622"/>
            <a:chExt cx="3070663" cy="2864852"/>
          </a:xfrm>
        </p:grpSpPr>
        <p:pic>
          <p:nvPicPr>
            <p:cNvPr id="10" name="Imagen 9">
              <a:extLst>
                <a:ext uri="{FF2B5EF4-FFF2-40B4-BE49-F238E27FC236}">
                  <a16:creationId xmlns:a16="http://schemas.microsoft.com/office/drawing/2014/main" id="{D5939EF5-0BB7-49CA-AF56-4CFF1F5C39E6}"/>
                </a:ext>
              </a:extLst>
            </p:cNvPr>
            <p:cNvPicPr>
              <a:picLocks noChangeAspect="1"/>
            </p:cNvPicPr>
            <p:nvPr/>
          </p:nvPicPr>
          <p:blipFill>
            <a:blip r:embed="rId4"/>
            <a:stretch>
              <a:fillRect/>
            </a:stretch>
          </p:blipFill>
          <p:spPr>
            <a:xfrm>
              <a:off x="7086600" y="2676622"/>
              <a:ext cx="3070663" cy="2175901"/>
            </a:xfrm>
            <a:prstGeom prst="rect">
              <a:avLst/>
            </a:prstGeom>
          </p:spPr>
        </p:pic>
        <p:pic>
          <p:nvPicPr>
            <p:cNvPr id="12" name="Imagen 11">
              <a:extLst>
                <a:ext uri="{FF2B5EF4-FFF2-40B4-BE49-F238E27FC236}">
                  <a16:creationId xmlns:a16="http://schemas.microsoft.com/office/drawing/2014/main" id="{27A0E401-E0D2-4146-9CC9-316E0E915D07}"/>
                </a:ext>
              </a:extLst>
            </p:cNvPr>
            <p:cNvPicPr>
              <a:picLocks noChangeAspect="1"/>
            </p:cNvPicPr>
            <p:nvPr/>
          </p:nvPicPr>
          <p:blipFill>
            <a:blip r:embed="rId5"/>
            <a:stretch>
              <a:fillRect/>
            </a:stretch>
          </p:blipFill>
          <p:spPr>
            <a:xfrm>
              <a:off x="7086600" y="4941315"/>
              <a:ext cx="3070663" cy="600159"/>
            </a:xfrm>
            <a:prstGeom prst="rect">
              <a:avLst/>
            </a:prstGeom>
          </p:spPr>
        </p:pic>
      </p:gr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672600" y="1643556"/>
            <a:ext cx="7155336" cy="3311189"/>
          </a:xfrm>
        </p:spPr>
        <p:txBody>
          <a:bodyPr/>
          <a:lstStyle/>
          <a:p>
            <a:pPr marL="0" indent="0">
              <a:buNone/>
            </a:pPr>
            <a:r>
              <a:rPr lang="es-CL" sz="2800" dirty="0"/>
              <a:t>La construcción del triángulo está relacionada con los coeficientes binomiales según la fórmula combinatoria. Esta fórmula o regla explica que los coeficientes (nodos del "árbol") de una fila dada del triángulo, se pueden</a:t>
            </a:r>
            <a:endParaRPr lang="es-CL" sz="2800" b="1" dirty="0">
              <a:solidFill>
                <a:srgbClr val="C00000"/>
              </a:solidFill>
            </a:endParaRP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11818-B45D-4FEF-A360-0D5460582159}"/>
                  </a:ext>
                </a:extLst>
              </p:cNvPr>
              <p:cNvSpPr txBox="1"/>
              <p:nvPr/>
            </p:nvSpPr>
            <p:spPr>
              <a:xfrm>
                <a:off x="658745" y="4651802"/>
                <a:ext cx="10618921" cy="1601079"/>
              </a:xfrm>
              <a:prstGeom prst="rect">
                <a:avLst/>
              </a:prstGeom>
              <a:noFill/>
            </p:spPr>
            <p:txBody>
              <a:bodyPr wrap="square">
                <a:spAutoFit/>
              </a:bodyPr>
              <a:lstStyle/>
              <a:p>
                <a:r>
                  <a:rPr lang="es-CL" sz="2800" dirty="0"/>
                  <a:t>calcular con la fórmula combinatoria de combinaciones de  </a:t>
                </a:r>
                <a:r>
                  <a:rPr lang="es-CL" sz="2800" i="1" dirty="0">
                    <a:latin typeface="Cambria Math" panose="02040503050406030204" pitchFamily="18" charset="0"/>
                    <a:ea typeface="Cambria Math" panose="02040503050406030204" pitchFamily="18" charset="0"/>
                  </a:rPr>
                  <a:t>n</a:t>
                </a:r>
                <a:r>
                  <a:rPr lang="es-CL" sz="2800" dirty="0"/>
                  <a:t> elementos de </a:t>
                </a:r>
                <a:r>
                  <a:rPr lang="es-CL" sz="2800" i="1" dirty="0">
                    <a:latin typeface="Cambria Math" panose="02040503050406030204" pitchFamily="18" charset="0"/>
                    <a:ea typeface="Cambria Math" panose="02040503050406030204" pitchFamily="18" charset="0"/>
                  </a:rPr>
                  <a:t>k</a:t>
                </a:r>
                <a:r>
                  <a:rPr lang="es-CL" sz="2800" dirty="0"/>
                  <a:t> en </a:t>
                </a:r>
                <a:r>
                  <a:rPr lang="es-CL" sz="2800" i="1" dirty="0">
                    <a:latin typeface="Cambria Math" panose="02040503050406030204" pitchFamily="18" charset="0"/>
                    <a:ea typeface="Cambria Math" panose="02040503050406030204" pitchFamily="18" charset="0"/>
                  </a:rPr>
                  <a:t>k</a:t>
                </a:r>
                <a:r>
                  <a:rPr lang="es-CL" sz="2800" dirty="0"/>
                  <a:t>; expresado matemáticamente: </a:t>
                </a:r>
                <a14:m>
                  <m:oMath xmlns:m="http://schemas.openxmlformats.org/officeDocument/2006/math">
                    <m:d>
                      <m:dPr>
                        <m:ctrlPr>
                          <a:rPr lang="es-CL" sz="2800" i="1" smtClean="0">
                            <a:latin typeface="Cambria Math" panose="02040503050406030204" pitchFamily="18" charset="0"/>
                          </a:rPr>
                        </m:ctrlPr>
                      </m:dPr>
                      <m:e>
                        <m:m>
                          <m:mPr>
                            <m:mcs>
                              <m:mc>
                                <m:mcPr>
                                  <m:count m:val="1"/>
                                  <m:mcJc m:val="center"/>
                                </m:mcPr>
                              </m:mc>
                            </m:mcs>
                            <m:ctrlPr>
                              <a:rPr lang="es-CL" sz="2800" i="1" smtClean="0">
                                <a:latin typeface="Cambria Math" panose="02040503050406030204" pitchFamily="18" charset="0"/>
                              </a:rPr>
                            </m:ctrlPr>
                          </m:mPr>
                          <m:mr>
                            <m:e>
                              <m:r>
                                <m:rPr>
                                  <m:brk m:alnAt="7"/>
                                </m:rPr>
                                <a:rPr lang="es-MX" sz="2800" b="0" i="1" smtClean="0">
                                  <a:latin typeface="Cambria Math" panose="02040503050406030204" pitchFamily="18" charset="0"/>
                                </a:rPr>
                                <m:t>𝑛</m:t>
                              </m:r>
                            </m:e>
                          </m:mr>
                          <m:mr>
                            <m:e>
                              <m:r>
                                <a:rPr lang="es-MX" sz="2800" b="0" i="1" smtClean="0">
                                  <a:latin typeface="Cambria Math" panose="02040503050406030204" pitchFamily="18" charset="0"/>
                                </a:rPr>
                                <m:t>𝑘</m:t>
                              </m:r>
                            </m:e>
                          </m:mr>
                        </m:m>
                      </m:e>
                    </m:d>
                  </m:oMath>
                </a14:m>
                <a:r>
                  <a:rPr lang="es-CL" sz="2800" dirty="0"/>
                  <a:t>, dónde </a:t>
                </a:r>
                <a:r>
                  <a:rPr lang="es-CL" sz="2800" i="1" dirty="0">
                    <a:latin typeface="Cambria Math" panose="02040503050406030204" pitchFamily="18" charset="0"/>
                    <a:ea typeface="Cambria Math" panose="02040503050406030204" pitchFamily="18" charset="0"/>
                  </a:rPr>
                  <a:t>n</a:t>
                </a:r>
                <a:r>
                  <a:rPr lang="es-CL" sz="2800" dirty="0"/>
                  <a:t> es la fila - 1 y </a:t>
                </a:r>
                <a:r>
                  <a:rPr lang="es-CL" sz="2800" i="1" dirty="0">
                    <a:latin typeface="Cambria Math" panose="02040503050406030204" pitchFamily="18" charset="0"/>
                    <a:ea typeface="Cambria Math" panose="02040503050406030204" pitchFamily="18" charset="0"/>
                  </a:rPr>
                  <a:t>k</a:t>
                </a:r>
                <a:r>
                  <a:rPr lang="es-CL" sz="2800" dirty="0"/>
                  <a:t> la posición en la fila.</a:t>
                </a:r>
              </a:p>
            </p:txBody>
          </p:sp>
        </mc:Choice>
        <mc:Fallback xmlns="">
          <p:sp>
            <p:nvSpPr>
              <p:cNvPr id="23" name="CuadroTexto 22">
                <a:extLst>
                  <a:ext uri="{FF2B5EF4-FFF2-40B4-BE49-F238E27FC236}">
                    <a16:creationId xmlns:a16="http://schemas.microsoft.com/office/drawing/2014/main" id="{62F11818-B45D-4FEF-A360-0D5460582159}"/>
                  </a:ext>
                </a:extLst>
              </p:cNvPr>
              <p:cNvSpPr txBox="1">
                <a:spLocks noRot="1" noChangeAspect="1" noMove="1" noResize="1" noEditPoints="1" noAdjustHandles="1" noChangeArrowheads="1" noChangeShapeType="1" noTextEdit="1"/>
              </p:cNvSpPr>
              <p:nvPr/>
            </p:nvSpPr>
            <p:spPr>
              <a:xfrm>
                <a:off x="658745" y="4651802"/>
                <a:ext cx="10618921" cy="1601079"/>
              </a:xfrm>
              <a:prstGeom prst="rect">
                <a:avLst/>
              </a:prstGeom>
              <a:blipFill>
                <a:blip r:embed="rId6"/>
                <a:stretch>
                  <a:fillRect l="-1148" t="-3802" r="-1894" b="-9506"/>
                </a:stretch>
              </a:blipFill>
            </p:spPr>
            <p:txBody>
              <a:bodyPr/>
              <a:lstStyle/>
              <a:p>
                <a:r>
                  <a:rPr lang="es-CL">
                    <a:noFill/>
                  </a:rPr>
                  <a:t> </a:t>
                </a:r>
              </a:p>
            </p:txBody>
          </p:sp>
        </mc:Fallback>
      </mc:AlternateContent>
    </p:spTree>
    <p:extLst>
      <p:ext uri="{BB962C8B-B14F-4D97-AF65-F5344CB8AC3E}">
        <p14:creationId xmlns:p14="http://schemas.microsoft.com/office/powerpoint/2010/main" val="322873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932600" y="502832"/>
            <a:ext cx="9150083" cy="855302"/>
          </a:xfrm>
        </p:spPr>
        <p:txBody>
          <a:bodyPr/>
          <a:lstStyle/>
          <a:p>
            <a:r>
              <a:rPr lang="es-CL" dirty="0"/>
              <a:t>Variables</a:t>
            </a:r>
          </a:p>
        </p:txBody>
      </p:sp>
      <p:pic>
        <p:nvPicPr>
          <p:cNvPr id="4" name="Gráfico 3" descr="Calculadora">
            <a:extLst>
              <a:ext uri="{FF2B5EF4-FFF2-40B4-BE49-F238E27FC236}">
                <a16:creationId xmlns:a16="http://schemas.microsoft.com/office/drawing/2014/main" id="{8840AF35-DF9F-41A6-94AE-CB6B0AB3E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mc:AlternateContent xmlns:mc="http://schemas.openxmlformats.org/markup-compatibility/2006" xmlns:a14="http://schemas.microsoft.com/office/drawing/2010/main">
        <mc:Choice Requires="a14">
          <p:sp>
            <p:nvSpPr>
              <p:cNvPr id="8" name="Marcador de contenido 7">
                <a:extLst>
                  <a:ext uri="{FF2B5EF4-FFF2-40B4-BE49-F238E27FC236}">
                    <a16:creationId xmlns:a16="http://schemas.microsoft.com/office/drawing/2014/main" id="{4B5D6B96-CEA5-4457-B903-DD16C5EEA2D6}"/>
                  </a:ext>
                </a:extLst>
              </p:cNvPr>
              <p:cNvSpPr txBox="1">
                <a:spLocks noGrp="1"/>
              </p:cNvSpPr>
              <p:nvPr>
                <p:ph sz="quarter" idx="13"/>
              </p:nvPr>
            </p:nvSpPr>
            <p:spPr>
              <a:xfrm>
                <a:off x="852600" y="1981200"/>
                <a:ext cx="10394707" cy="1854995"/>
              </a:xfrm>
              <a:prstGeom prst="rect">
                <a:avLst/>
              </a:prstGeom>
              <a:noFill/>
            </p:spPr>
            <p:txBody>
              <a:bodyPr wrap="square">
                <a:spAutoFit/>
              </a:bodyPr>
              <a:lstStyle/>
              <a:p>
                <a:r>
                  <a:rPr lang="es-CL" sz="2800" dirty="0"/>
                  <a:t>Para calcular la fórmula combinatoria de combinaciones de  </a:t>
                </a:r>
                <a:r>
                  <a:rPr lang="es-CL" sz="2800" i="1" dirty="0">
                    <a:latin typeface="Cambria Math" panose="02040503050406030204" pitchFamily="18" charset="0"/>
                    <a:ea typeface="Cambria Math" panose="02040503050406030204" pitchFamily="18" charset="0"/>
                  </a:rPr>
                  <a:t>n</a:t>
                </a:r>
                <a:r>
                  <a:rPr lang="es-CL" sz="2800" dirty="0"/>
                  <a:t> elementos de </a:t>
                </a:r>
                <a:r>
                  <a:rPr lang="es-CL" sz="2800" b="1" i="1" dirty="0">
                    <a:solidFill>
                      <a:schemeClr val="accent6">
                        <a:lumMod val="75000"/>
                      </a:schemeClr>
                    </a:solidFill>
                    <a:latin typeface="Cambria Math" panose="02040503050406030204" pitchFamily="18" charset="0"/>
                    <a:ea typeface="Cambria Math" panose="02040503050406030204" pitchFamily="18" charset="0"/>
                  </a:rPr>
                  <a:t>k</a:t>
                </a:r>
                <a:r>
                  <a:rPr lang="es-CL" sz="2800" dirty="0"/>
                  <a:t>  en </a:t>
                </a:r>
                <a:r>
                  <a:rPr lang="es-CL" sz="2800" b="1" i="1" dirty="0">
                    <a:solidFill>
                      <a:schemeClr val="accent6">
                        <a:lumMod val="75000"/>
                      </a:schemeClr>
                    </a:solidFill>
                    <a:latin typeface="Cambria Math" panose="02040503050406030204" pitchFamily="18" charset="0"/>
                    <a:ea typeface="Cambria Math" panose="02040503050406030204" pitchFamily="18" charset="0"/>
                  </a:rPr>
                  <a:t>k </a:t>
                </a:r>
                <a:r>
                  <a:rPr lang="es-CL" sz="2800" dirty="0"/>
                  <a:t>; expresado matemáticamente: </a:t>
                </a:r>
                <a14:m>
                  <m:oMath xmlns:m="http://schemas.openxmlformats.org/officeDocument/2006/math">
                    <m:d>
                      <m:dPr>
                        <m:ctrlPr>
                          <a:rPr lang="es-CL" sz="2800" i="1" smtClean="0">
                            <a:solidFill>
                              <a:schemeClr val="accent6">
                                <a:lumMod val="75000"/>
                              </a:schemeClr>
                            </a:solidFill>
                            <a:latin typeface="Cambria Math" panose="02040503050406030204" pitchFamily="18" charset="0"/>
                          </a:rPr>
                        </m:ctrlPr>
                      </m:dPr>
                      <m:e>
                        <m:m>
                          <m:mPr>
                            <m:mcs>
                              <m:mc>
                                <m:mcPr>
                                  <m:count m:val="1"/>
                                  <m:mcJc m:val="center"/>
                                </m:mcPr>
                              </m:mc>
                            </m:mcs>
                            <m:ctrlPr>
                              <a:rPr lang="es-CL" sz="2800" i="1" smtClean="0">
                                <a:solidFill>
                                  <a:schemeClr val="accent6">
                                    <a:lumMod val="75000"/>
                                  </a:schemeClr>
                                </a:solidFill>
                                <a:latin typeface="Cambria Math" panose="02040503050406030204" pitchFamily="18" charset="0"/>
                              </a:rPr>
                            </m:ctrlPr>
                          </m:mPr>
                          <m:mr>
                            <m:e>
                              <m:r>
                                <m:rPr>
                                  <m:brk m:alnAt="7"/>
                                </m:rPr>
                                <a:rPr lang="es-MX" sz="2800" b="0" i="1" smtClean="0">
                                  <a:solidFill>
                                    <a:schemeClr val="accent6">
                                      <a:lumMod val="75000"/>
                                    </a:schemeClr>
                                  </a:solidFill>
                                  <a:latin typeface="Cambria Math" panose="02040503050406030204" pitchFamily="18" charset="0"/>
                                </a:rPr>
                                <m:t>𝑛</m:t>
                              </m:r>
                            </m:e>
                          </m:mr>
                          <m:mr>
                            <m:e>
                              <m:r>
                                <a:rPr lang="es-MX" sz="2800" b="0" i="1" smtClean="0">
                                  <a:solidFill>
                                    <a:schemeClr val="accent6">
                                      <a:lumMod val="75000"/>
                                    </a:schemeClr>
                                  </a:solidFill>
                                  <a:latin typeface="Cambria Math" panose="02040503050406030204" pitchFamily="18" charset="0"/>
                                </a:rPr>
                                <m:t>𝑘</m:t>
                              </m:r>
                            </m:e>
                          </m:mr>
                        </m:m>
                      </m:e>
                    </m:d>
                  </m:oMath>
                </a14:m>
                <a:r>
                  <a:rPr lang="es-CL" sz="2800" dirty="0"/>
                  <a:t>, dónde </a:t>
                </a:r>
                <a:r>
                  <a:rPr lang="es-CL" sz="2800" b="1" i="1" dirty="0">
                    <a:solidFill>
                      <a:schemeClr val="accent6">
                        <a:lumMod val="75000"/>
                      </a:schemeClr>
                    </a:solidFill>
                    <a:latin typeface="Cambria Math" panose="02040503050406030204" pitchFamily="18" charset="0"/>
                    <a:ea typeface="Cambria Math" panose="02040503050406030204" pitchFamily="18" charset="0"/>
                  </a:rPr>
                  <a:t>n</a:t>
                </a:r>
                <a:r>
                  <a:rPr lang="es-CL" sz="2800" dirty="0"/>
                  <a:t> es la fila - 1 y </a:t>
                </a:r>
                <a:r>
                  <a:rPr lang="es-CL" sz="2800" i="1" dirty="0">
                    <a:latin typeface="Cambria Math" panose="02040503050406030204" pitchFamily="18" charset="0"/>
                    <a:ea typeface="Cambria Math" panose="02040503050406030204" pitchFamily="18" charset="0"/>
                  </a:rPr>
                  <a:t>k</a:t>
                </a:r>
                <a:r>
                  <a:rPr lang="es-CL" sz="2800" dirty="0"/>
                  <a:t> la posición en la fila.</a:t>
                </a:r>
              </a:p>
            </p:txBody>
          </p:sp>
        </mc:Choice>
        <mc:Fallback xmlns="">
          <p:sp>
            <p:nvSpPr>
              <p:cNvPr id="8" name="Marcador de contenido 7">
                <a:extLst>
                  <a:ext uri="{FF2B5EF4-FFF2-40B4-BE49-F238E27FC236}">
                    <a16:creationId xmlns:a16="http://schemas.microsoft.com/office/drawing/2014/main" id="{4B5D6B96-CEA5-4457-B903-DD16C5EEA2D6}"/>
                  </a:ext>
                </a:extLst>
              </p:cNvPr>
              <p:cNvSpPr txBox="1">
                <a:spLocks noGrp="1" noRot="1" noChangeAspect="1" noMove="1" noResize="1" noEditPoints="1" noAdjustHandles="1" noChangeArrowheads="1" noChangeShapeType="1" noTextEdit="1"/>
              </p:cNvSpPr>
              <p:nvPr>
                <p:ph sz="quarter" idx="13"/>
              </p:nvPr>
            </p:nvSpPr>
            <p:spPr>
              <a:xfrm>
                <a:off x="852600" y="1981200"/>
                <a:ext cx="10394707" cy="1854995"/>
              </a:xfrm>
              <a:prstGeom prst="rect">
                <a:avLst/>
              </a:prstGeom>
              <a:blipFill>
                <a:blip r:embed="rId4"/>
                <a:stretch>
                  <a:fillRect l="-2229" t="-12829" b="-855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9DF1C2B-F585-44BA-B027-FDD9A3C44DCE}"/>
                  </a:ext>
                </a:extLst>
              </p:cNvPr>
              <p:cNvSpPr txBox="1"/>
              <p:nvPr/>
            </p:nvSpPr>
            <p:spPr>
              <a:xfrm>
                <a:off x="2667000" y="4114800"/>
                <a:ext cx="6158344" cy="1455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s-CL" sz="4400" i="1" smtClean="0">
                              <a:solidFill>
                                <a:schemeClr val="accent6">
                                  <a:lumMod val="75000"/>
                                </a:schemeClr>
                              </a:solidFill>
                              <a:latin typeface="Cambria Math" panose="02040503050406030204" pitchFamily="18" charset="0"/>
                            </a:rPr>
                          </m:ctrlPr>
                        </m:dPr>
                        <m:e>
                          <m:m>
                            <m:mPr>
                              <m:mcs>
                                <m:mc>
                                  <m:mcPr>
                                    <m:count m:val="1"/>
                                    <m:mcJc m:val="center"/>
                                  </m:mcPr>
                                </m:mc>
                              </m:mcs>
                              <m:ctrlPr>
                                <a:rPr lang="es-CL" sz="4400" i="1" smtClean="0">
                                  <a:solidFill>
                                    <a:schemeClr val="accent6">
                                      <a:lumMod val="75000"/>
                                    </a:schemeClr>
                                  </a:solidFill>
                                  <a:latin typeface="Cambria Math" panose="02040503050406030204" pitchFamily="18" charset="0"/>
                                </a:rPr>
                              </m:ctrlPr>
                            </m:mPr>
                            <m:mr>
                              <m:e>
                                <m:r>
                                  <m:rPr>
                                    <m:brk m:alnAt="7"/>
                                  </m:rPr>
                                  <a:rPr lang="es-MX" sz="4400" b="0" i="1" smtClean="0">
                                    <a:solidFill>
                                      <a:schemeClr val="accent6">
                                        <a:lumMod val="75000"/>
                                      </a:schemeClr>
                                    </a:solidFill>
                                    <a:latin typeface="Cambria Math" panose="02040503050406030204" pitchFamily="18" charset="0"/>
                                  </a:rPr>
                                  <m:t>𝑛</m:t>
                                </m:r>
                              </m:e>
                            </m:mr>
                            <m:mr>
                              <m:e>
                                <m:r>
                                  <a:rPr lang="es-MX" sz="4400" b="0" i="1" smtClean="0">
                                    <a:solidFill>
                                      <a:schemeClr val="accent6">
                                        <a:lumMod val="75000"/>
                                      </a:schemeClr>
                                    </a:solidFill>
                                    <a:latin typeface="Cambria Math" panose="02040503050406030204" pitchFamily="18" charset="0"/>
                                  </a:rPr>
                                  <m:t>𝑘</m:t>
                                </m:r>
                              </m:e>
                            </m:mr>
                          </m:m>
                        </m:e>
                      </m:d>
                      <m:r>
                        <a:rPr lang="es-MX" sz="4400" b="0" i="1" smtClean="0">
                          <a:solidFill>
                            <a:schemeClr val="accent6">
                              <a:lumMod val="75000"/>
                            </a:schemeClr>
                          </a:solidFill>
                          <a:latin typeface="Cambria Math" panose="02040503050406030204" pitchFamily="18" charset="0"/>
                        </a:rPr>
                        <m:t>=</m:t>
                      </m:r>
                      <m:f>
                        <m:fPr>
                          <m:ctrlPr>
                            <a:rPr lang="es-MX" sz="4400" b="0" i="1" smtClean="0">
                              <a:solidFill>
                                <a:schemeClr val="accent6">
                                  <a:lumMod val="75000"/>
                                </a:schemeClr>
                              </a:solidFill>
                              <a:latin typeface="Cambria Math" panose="02040503050406030204" pitchFamily="18" charset="0"/>
                            </a:rPr>
                          </m:ctrlPr>
                        </m:fPr>
                        <m:num>
                          <m:r>
                            <a:rPr lang="es-MX" sz="4400" b="0" i="1" smtClean="0">
                              <a:solidFill>
                                <a:schemeClr val="accent6">
                                  <a:lumMod val="75000"/>
                                </a:schemeClr>
                              </a:solidFill>
                              <a:latin typeface="Cambria Math" panose="02040503050406030204" pitchFamily="18" charset="0"/>
                            </a:rPr>
                            <m:t>𝑛</m:t>
                          </m:r>
                          <m:r>
                            <a:rPr lang="es-MX" sz="4400" b="0" i="1" smtClean="0">
                              <a:solidFill>
                                <a:schemeClr val="accent6">
                                  <a:lumMod val="75000"/>
                                </a:schemeClr>
                              </a:solidFill>
                              <a:latin typeface="Cambria Math" panose="02040503050406030204" pitchFamily="18" charset="0"/>
                            </a:rPr>
                            <m:t>!</m:t>
                          </m:r>
                        </m:num>
                        <m:den>
                          <m:r>
                            <a:rPr lang="es-MX" sz="4400" b="0" i="1" smtClean="0">
                              <a:solidFill>
                                <a:schemeClr val="accent6">
                                  <a:lumMod val="75000"/>
                                </a:schemeClr>
                              </a:solidFill>
                              <a:latin typeface="Cambria Math" panose="02040503050406030204" pitchFamily="18" charset="0"/>
                            </a:rPr>
                            <m:t>𝑘</m:t>
                          </m:r>
                          <m:r>
                            <a:rPr lang="es-MX" sz="4400" b="0" i="1" smtClean="0">
                              <a:solidFill>
                                <a:schemeClr val="accent6">
                                  <a:lumMod val="75000"/>
                                </a:schemeClr>
                              </a:solidFill>
                              <a:latin typeface="Cambria Math" panose="02040503050406030204" pitchFamily="18" charset="0"/>
                            </a:rPr>
                            <m:t>!</m:t>
                          </m:r>
                          <m:d>
                            <m:dPr>
                              <m:ctrlPr>
                                <a:rPr lang="es-MX" sz="4400" b="0" i="1" smtClean="0">
                                  <a:solidFill>
                                    <a:schemeClr val="accent6">
                                      <a:lumMod val="75000"/>
                                    </a:schemeClr>
                                  </a:solidFill>
                                  <a:latin typeface="Cambria Math" panose="02040503050406030204" pitchFamily="18" charset="0"/>
                                </a:rPr>
                              </m:ctrlPr>
                            </m:dPr>
                            <m:e>
                              <m:r>
                                <a:rPr lang="es-MX" sz="4400" b="0" i="1" smtClean="0">
                                  <a:solidFill>
                                    <a:schemeClr val="accent6">
                                      <a:lumMod val="75000"/>
                                    </a:schemeClr>
                                  </a:solidFill>
                                  <a:latin typeface="Cambria Math" panose="02040503050406030204" pitchFamily="18" charset="0"/>
                                </a:rPr>
                                <m:t>𝑛</m:t>
                              </m:r>
                              <m:r>
                                <a:rPr lang="es-MX" sz="4400" b="0" i="1" smtClean="0">
                                  <a:solidFill>
                                    <a:schemeClr val="accent6">
                                      <a:lumMod val="75000"/>
                                    </a:schemeClr>
                                  </a:solidFill>
                                  <a:latin typeface="Cambria Math" panose="02040503050406030204" pitchFamily="18" charset="0"/>
                                </a:rPr>
                                <m:t>−</m:t>
                              </m:r>
                              <m:r>
                                <a:rPr lang="es-MX" sz="4400" b="0" i="1" smtClean="0">
                                  <a:solidFill>
                                    <a:schemeClr val="accent6">
                                      <a:lumMod val="75000"/>
                                    </a:schemeClr>
                                  </a:solidFill>
                                  <a:latin typeface="Cambria Math" panose="02040503050406030204" pitchFamily="18" charset="0"/>
                                </a:rPr>
                                <m:t>𝑘</m:t>
                              </m:r>
                            </m:e>
                          </m:d>
                          <m:r>
                            <a:rPr lang="es-MX" sz="4400" b="0" i="1" smtClean="0">
                              <a:solidFill>
                                <a:schemeClr val="accent6">
                                  <a:lumMod val="75000"/>
                                </a:schemeClr>
                              </a:solidFill>
                              <a:latin typeface="Cambria Math" panose="02040503050406030204" pitchFamily="18" charset="0"/>
                            </a:rPr>
                            <m:t>!</m:t>
                          </m:r>
                        </m:den>
                      </m:f>
                    </m:oMath>
                  </m:oMathPara>
                </a14:m>
                <a:endParaRPr lang="es-CL" sz="4400" dirty="0"/>
              </a:p>
            </p:txBody>
          </p:sp>
        </mc:Choice>
        <mc:Fallback xmlns="">
          <p:sp>
            <p:nvSpPr>
              <p:cNvPr id="13" name="CuadroTexto 12">
                <a:extLst>
                  <a:ext uri="{FF2B5EF4-FFF2-40B4-BE49-F238E27FC236}">
                    <a16:creationId xmlns:a16="http://schemas.microsoft.com/office/drawing/2014/main" id="{E9DF1C2B-F585-44BA-B027-FDD9A3C44DCE}"/>
                  </a:ext>
                </a:extLst>
              </p:cNvPr>
              <p:cNvSpPr txBox="1">
                <a:spLocks noRot="1" noChangeAspect="1" noMove="1" noResize="1" noEditPoints="1" noAdjustHandles="1" noChangeArrowheads="1" noChangeShapeType="1" noTextEdit="1"/>
              </p:cNvSpPr>
              <p:nvPr/>
            </p:nvSpPr>
            <p:spPr>
              <a:xfrm>
                <a:off x="2667000" y="4114800"/>
                <a:ext cx="6158344" cy="1455720"/>
              </a:xfrm>
              <a:prstGeom prst="rect">
                <a:avLst/>
              </a:prstGeom>
              <a:blipFill>
                <a:blip r:embed="rId5"/>
                <a:stretch>
                  <a:fillRect/>
                </a:stretch>
              </a:blipFill>
            </p:spPr>
            <p:txBody>
              <a:bodyPr/>
              <a:lstStyle/>
              <a:p>
                <a:r>
                  <a:rPr lang="es-CL">
                    <a:noFill/>
                  </a:rPr>
                  <a:t> </a:t>
                </a:r>
              </a:p>
            </p:txBody>
          </p:sp>
        </mc:Fallback>
      </mc:AlternateContent>
    </p:spTree>
    <p:extLst>
      <p:ext uri="{BB962C8B-B14F-4D97-AF65-F5344CB8AC3E}">
        <p14:creationId xmlns:p14="http://schemas.microsoft.com/office/powerpoint/2010/main" val="1689023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EL ALGORITMO</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901884" y="2133600"/>
            <a:ext cx="10388232" cy="3311189"/>
          </a:xfrm>
        </p:spPr>
        <p:txBody>
          <a:bodyPr/>
          <a:lstStyle/>
          <a:p>
            <a:pPr marL="514350" indent="-514350">
              <a:buSzPct val="110000"/>
              <a:buFont typeface="+mj-lt"/>
              <a:buAutoNum type="arabicPeriod"/>
            </a:pPr>
            <a:r>
              <a:rPr lang="es-MX" sz="2800" dirty="0"/>
              <a:t>Definir funciones de factorial de </a:t>
            </a:r>
            <a:r>
              <a:rPr lang="es-MX" sz="2800" b="1" dirty="0">
                <a:solidFill>
                  <a:srgbClr val="C00000"/>
                </a:solidFill>
              </a:rPr>
              <a:t>n!</a:t>
            </a:r>
            <a:r>
              <a:rPr lang="es-MX" sz="2800" dirty="0"/>
              <a:t> y combinatoria de  </a:t>
            </a:r>
            <a:r>
              <a:rPr lang="es-MX" sz="2800" baseline="-25000" dirty="0" err="1">
                <a:solidFill>
                  <a:srgbClr val="C00000"/>
                </a:solidFill>
              </a:rPr>
              <a:t>n</a:t>
            </a:r>
            <a:r>
              <a:rPr lang="es-MX" sz="3200" b="1" dirty="0" err="1">
                <a:solidFill>
                  <a:srgbClr val="C00000"/>
                </a:solidFill>
              </a:rPr>
              <a:t>C</a:t>
            </a:r>
            <a:r>
              <a:rPr lang="es-MX" sz="2800" baseline="-25000" dirty="0" err="1">
                <a:solidFill>
                  <a:srgbClr val="C00000"/>
                </a:solidFill>
              </a:rPr>
              <a:t>k</a:t>
            </a:r>
            <a:r>
              <a:rPr lang="es-MX" sz="2800" dirty="0"/>
              <a:t> </a:t>
            </a:r>
          </a:p>
          <a:p>
            <a:pPr marL="514350" indent="-514350">
              <a:buSzPct val="110000"/>
              <a:buFont typeface="+mj-lt"/>
              <a:buAutoNum type="arabicPeriod"/>
            </a:pPr>
            <a:r>
              <a:rPr lang="es-MX" sz="2800" dirty="0"/>
              <a:t>Definir variables</a:t>
            </a:r>
          </a:p>
          <a:p>
            <a:pPr marL="514350" indent="-514350">
              <a:buSzPct val="110000"/>
              <a:buFont typeface="+mj-lt"/>
              <a:buAutoNum type="arabicPeriod"/>
            </a:pPr>
            <a:r>
              <a:rPr lang="es-MX" sz="2800" dirty="0"/>
              <a:t>Solicitar al usuario ingresar el valor :</a:t>
            </a:r>
            <a:r>
              <a:rPr lang="es-CL" sz="2800" b="1" dirty="0">
                <a:solidFill>
                  <a:srgbClr val="C00000"/>
                </a:solidFill>
              </a:rPr>
              <a:t> n</a:t>
            </a:r>
            <a:endParaRPr lang="es-CL" sz="2800" dirty="0"/>
          </a:p>
          <a:p>
            <a:pPr marL="514350" indent="-514350">
              <a:buSzPct val="110000"/>
              <a:buFont typeface="+mj-lt"/>
              <a:buAutoNum type="arabicPeriod"/>
            </a:pPr>
            <a:r>
              <a:rPr lang="es-MX" sz="2800" dirty="0"/>
              <a:t>Calcular </a:t>
            </a:r>
            <a:r>
              <a:rPr lang="es-MX" sz="2800" baseline="-25000" dirty="0" err="1">
                <a:solidFill>
                  <a:srgbClr val="C00000"/>
                </a:solidFill>
              </a:rPr>
              <a:t>n</a:t>
            </a:r>
            <a:r>
              <a:rPr lang="es-MX" sz="3200" b="1" dirty="0" err="1">
                <a:solidFill>
                  <a:srgbClr val="C00000"/>
                </a:solidFill>
              </a:rPr>
              <a:t>C</a:t>
            </a:r>
            <a:r>
              <a:rPr lang="es-MX" sz="2800" baseline="-25000" dirty="0" err="1">
                <a:solidFill>
                  <a:srgbClr val="C00000"/>
                </a:solidFill>
              </a:rPr>
              <a:t>k</a:t>
            </a:r>
            <a:r>
              <a:rPr lang="es-MX" sz="2800" dirty="0"/>
              <a:t> para </a:t>
            </a:r>
            <a:r>
              <a:rPr lang="es-MX" sz="2800" b="1" dirty="0">
                <a:solidFill>
                  <a:schemeClr val="accent6">
                    <a:lumMod val="75000"/>
                  </a:schemeClr>
                </a:solidFill>
              </a:rPr>
              <a:t>i</a:t>
            </a:r>
            <a:r>
              <a:rPr lang="es-MX" sz="2800" dirty="0"/>
              <a:t> de </a:t>
            </a:r>
            <a:r>
              <a:rPr lang="es-MX" sz="2800" b="1" dirty="0">
                <a:solidFill>
                  <a:schemeClr val="accent6">
                    <a:lumMod val="75000"/>
                  </a:schemeClr>
                </a:solidFill>
              </a:rPr>
              <a:t>n</a:t>
            </a:r>
          </a:p>
          <a:p>
            <a:pPr marL="514350" indent="-514350">
              <a:buSzPct val="110000"/>
              <a:buFont typeface="+mj-lt"/>
              <a:buAutoNum type="arabicPeriod"/>
            </a:pPr>
            <a:r>
              <a:rPr lang="es-MX" sz="2800" dirty="0"/>
              <a:t>Escribir la fila n-</a:t>
            </a:r>
            <a:r>
              <a:rPr lang="es-MX" sz="2800" dirty="0" err="1"/>
              <a:t>ésima</a:t>
            </a:r>
            <a:r>
              <a:rPr lang="es-MX" sz="2800" dirty="0"/>
              <a:t> del Triángulo de Pascal</a:t>
            </a:r>
          </a:p>
          <a:p>
            <a:pPr marL="514350" indent="-514350">
              <a:buSzPct val="110000"/>
              <a:buFont typeface="+mj-lt"/>
              <a:buAutoNum type="arabicPeriod"/>
            </a:pPr>
            <a:endParaRPr lang="es-CL" sz="2800" dirty="0"/>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spTree>
    <p:extLst>
      <p:ext uri="{BB962C8B-B14F-4D97-AF65-F5344CB8AC3E}">
        <p14:creationId xmlns:p14="http://schemas.microsoft.com/office/powerpoint/2010/main" val="2474666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2667000" y="1201666"/>
            <a:ext cx="8687490" cy="609600"/>
          </a:xfrm>
          <a:solidFill>
            <a:schemeClr val="accent3">
              <a:lumMod val="60000"/>
              <a:lumOff val="40000"/>
            </a:schemeClr>
          </a:solidFill>
        </p:spPr>
        <p:txBody>
          <a:bodyPr/>
          <a:lstStyle/>
          <a:p>
            <a:pPr marL="0" indent="0">
              <a:buSzPct val="110000"/>
              <a:buNone/>
            </a:pPr>
            <a:r>
              <a:rPr lang="es-MX" sz="2800" dirty="0"/>
              <a:t>Definir funciones de factorial de </a:t>
            </a:r>
            <a:r>
              <a:rPr lang="es-MX" sz="2800" b="1" dirty="0">
                <a:solidFill>
                  <a:srgbClr val="C00000"/>
                </a:solidFill>
              </a:rPr>
              <a:t>n!</a:t>
            </a:r>
            <a:r>
              <a:rPr lang="es-MX" sz="2800" dirty="0"/>
              <a:t> y combinatoria de  </a:t>
            </a:r>
            <a:r>
              <a:rPr lang="es-MX" sz="2800" baseline="-25000" dirty="0" err="1">
                <a:solidFill>
                  <a:srgbClr val="C00000"/>
                </a:solidFill>
              </a:rPr>
              <a:t>n</a:t>
            </a:r>
            <a:r>
              <a:rPr lang="es-MX" sz="3200" b="1" dirty="0" err="1">
                <a:solidFill>
                  <a:srgbClr val="C00000"/>
                </a:solidFill>
              </a:rPr>
              <a:t>C</a:t>
            </a:r>
            <a:r>
              <a:rPr lang="es-MX" sz="2800" baseline="-25000" dirty="0" err="1">
                <a:solidFill>
                  <a:srgbClr val="C00000"/>
                </a:solidFill>
              </a:rPr>
              <a:t>k</a:t>
            </a:r>
            <a:r>
              <a:rPr lang="es-MX" sz="2800" dirty="0"/>
              <a:t> </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7" name="Imagen 6" descr="Imagen que contiene Escala de tiempo&#10;&#10;Descripción generada automáticamente">
            <a:extLst>
              <a:ext uri="{FF2B5EF4-FFF2-40B4-BE49-F238E27FC236}">
                <a16:creationId xmlns:a16="http://schemas.microsoft.com/office/drawing/2014/main" id="{903942F0-E18A-402B-A5D1-49F576B2F6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2600" y="1999343"/>
            <a:ext cx="6049158" cy="3656991"/>
          </a:xfrm>
          <a:prstGeom prst="rect">
            <a:avLst/>
          </a:prstGeom>
        </p:spPr>
      </p:pic>
      <p:pic>
        <p:nvPicPr>
          <p:cNvPr id="8" name="Marcador de contenido 4">
            <a:extLst>
              <a:ext uri="{FF2B5EF4-FFF2-40B4-BE49-F238E27FC236}">
                <a16:creationId xmlns:a16="http://schemas.microsoft.com/office/drawing/2014/main" id="{36BE98C2-A528-4670-8DA2-5CDB2CB31A4D}"/>
              </a:ext>
            </a:extLst>
          </p:cNvPr>
          <p:cNvPicPr>
            <a:picLocks noChangeAspect="1"/>
          </p:cNvPicPr>
          <p:nvPr/>
        </p:nvPicPr>
        <p:blipFill>
          <a:blip r:embed="rId5"/>
          <a:stretch>
            <a:fillRect/>
          </a:stretch>
        </p:blipFill>
        <p:spPr>
          <a:xfrm>
            <a:off x="8535090" y="1981200"/>
            <a:ext cx="2819400" cy="4715859"/>
          </a:xfrm>
          <a:prstGeom prst="rect">
            <a:avLst/>
          </a:prstGeom>
        </p:spPr>
      </p:pic>
    </p:spTree>
    <p:extLst>
      <p:ext uri="{BB962C8B-B14F-4D97-AF65-F5344CB8AC3E}">
        <p14:creationId xmlns:p14="http://schemas.microsoft.com/office/powerpoint/2010/main" val="1421943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Definir funciones de factorial de </a:t>
            </a:r>
            <a:r>
              <a:rPr lang="es-MX" sz="2800" b="1" dirty="0">
                <a:solidFill>
                  <a:srgbClr val="C00000"/>
                </a:solidFill>
              </a:rPr>
              <a:t>n!</a:t>
            </a:r>
            <a:r>
              <a:rPr lang="es-MX" sz="2800" dirty="0"/>
              <a:t> y combinatoria de  </a:t>
            </a:r>
            <a:r>
              <a:rPr lang="es-MX" sz="2800" baseline="-25000" dirty="0" err="1">
                <a:solidFill>
                  <a:srgbClr val="C00000"/>
                </a:solidFill>
              </a:rPr>
              <a:t>n</a:t>
            </a:r>
            <a:r>
              <a:rPr lang="es-MX" sz="3200" b="1" dirty="0" err="1">
                <a:solidFill>
                  <a:srgbClr val="C00000"/>
                </a:solidFill>
              </a:rPr>
              <a:t>C</a:t>
            </a:r>
            <a:r>
              <a:rPr lang="es-MX" sz="2800" baseline="-25000" dirty="0" err="1">
                <a:solidFill>
                  <a:srgbClr val="C00000"/>
                </a:solidFill>
              </a:rPr>
              <a:t>k</a:t>
            </a:r>
            <a:r>
              <a:rPr lang="es-MX" sz="2800" dirty="0"/>
              <a:t> </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4" name="Imagen 3">
            <a:extLst>
              <a:ext uri="{FF2B5EF4-FFF2-40B4-BE49-F238E27FC236}">
                <a16:creationId xmlns:a16="http://schemas.microsoft.com/office/drawing/2014/main" id="{8732A357-5DE4-49A1-9800-6DC8930C34C1}"/>
              </a:ext>
            </a:extLst>
          </p:cNvPr>
          <p:cNvPicPr>
            <a:picLocks noChangeAspect="1"/>
          </p:cNvPicPr>
          <p:nvPr/>
        </p:nvPicPr>
        <p:blipFill>
          <a:blip r:embed="rId4"/>
          <a:stretch>
            <a:fillRect/>
          </a:stretch>
        </p:blipFill>
        <p:spPr>
          <a:xfrm>
            <a:off x="1828582" y="1891207"/>
            <a:ext cx="6007290" cy="4612292"/>
          </a:xfrm>
          <a:prstGeom prst="rect">
            <a:avLst/>
          </a:prstGeom>
        </p:spPr>
      </p:pic>
      <p:sp>
        <p:nvSpPr>
          <p:cNvPr id="10" name="Flecha: hacia la izquierda 9">
            <a:extLst>
              <a:ext uri="{FF2B5EF4-FFF2-40B4-BE49-F238E27FC236}">
                <a16:creationId xmlns:a16="http://schemas.microsoft.com/office/drawing/2014/main" id="{6F9B5B3C-9907-4A6A-BEBB-E4D216193F8F}"/>
              </a:ext>
            </a:extLst>
          </p:cNvPr>
          <p:cNvSpPr/>
          <p:nvPr/>
        </p:nvSpPr>
        <p:spPr>
          <a:xfrm>
            <a:off x="7835872" y="2432965"/>
            <a:ext cx="2819400" cy="990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dirty="0"/>
              <a:t>PROCEDIMIENTO</a:t>
            </a:r>
            <a:endParaRPr lang="es-CL" dirty="0"/>
          </a:p>
        </p:txBody>
      </p:sp>
      <p:sp>
        <p:nvSpPr>
          <p:cNvPr id="12" name="Flecha: hacia la izquierda 11">
            <a:extLst>
              <a:ext uri="{FF2B5EF4-FFF2-40B4-BE49-F238E27FC236}">
                <a16:creationId xmlns:a16="http://schemas.microsoft.com/office/drawing/2014/main" id="{5D48E006-ACD0-4560-B90E-4F57538BFD1B}"/>
              </a:ext>
            </a:extLst>
          </p:cNvPr>
          <p:cNvSpPr/>
          <p:nvPr/>
        </p:nvSpPr>
        <p:spPr>
          <a:xfrm>
            <a:off x="7835872" y="3477632"/>
            <a:ext cx="2819400" cy="990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dirty="0"/>
              <a:t>FUNCIÓN</a:t>
            </a:r>
            <a:endParaRPr lang="es-CL" dirty="0"/>
          </a:p>
        </p:txBody>
      </p:sp>
    </p:spTree>
    <p:extLst>
      <p:ext uri="{BB962C8B-B14F-4D97-AF65-F5344CB8AC3E}">
        <p14:creationId xmlns:p14="http://schemas.microsoft.com/office/powerpoint/2010/main" val="174571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8" name="Imagen 7">
            <a:extLst>
              <a:ext uri="{FF2B5EF4-FFF2-40B4-BE49-F238E27FC236}">
                <a16:creationId xmlns:a16="http://schemas.microsoft.com/office/drawing/2014/main" id="{588ED736-F598-4798-B232-5EF7F20EE78E}"/>
              </a:ext>
            </a:extLst>
          </p:cNvPr>
          <p:cNvPicPr>
            <a:picLocks noChangeAspect="1"/>
          </p:cNvPicPr>
          <p:nvPr/>
        </p:nvPicPr>
        <p:blipFill>
          <a:blip r:embed="rId4"/>
          <a:stretch>
            <a:fillRect/>
          </a:stretch>
        </p:blipFill>
        <p:spPr>
          <a:xfrm>
            <a:off x="6257131" y="1988127"/>
            <a:ext cx="5053102" cy="3193800"/>
          </a:xfrm>
          <a:prstGeom prst="rect">
            <a:avLst/>
          </a:prstGeom>
        </p:spPr>
      </p:pic>
      <p:pic>
        <p:nvPicPr>
          <p:cNvPr id="14" name="Imagen 13">
            <a:extLst>
              <a:ext uri="{FF2B5EF4-FFF2-40B4-BE49-F238E27FC236}">
                <a16:creationId xmlns:a16="http://schemas.microsoft.com/office/drawing/2014/main" id="{A1FB3902-EC50-41C4-A050-BC8B113CCE64}"/>
              </a:ext>
            </a:extLst>
          </p:cNvPr>
          <p:cNvPicPr>
            <a:picLocks noChangeAspect="1"/>
          </p:cNvPicPr>
          <p:nvPr/>
        </p:nvPicPr>
        <p:blipFill>
          <a:blip r:embed="rId5"/>
          <a:stretch>
            <a:fillRect/>
          </a:stretch>
        </p:blipFill>
        <p:spPr>
          <a:xfrm>
            <a:off x="6257131" y="1988127"/>
            <a:ext cx="5053102" cy="2030685"/>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2600" y="2233263"/>
            <a:ext cx="4877490" cy="2948664"/>
          </a:xfrm>
          <a:prstGeom prst="rect">
            <a:avLst/>
          </a:prstGeom>
        </p:spPr>
      </p:pic>
      <p:sp>
        <p:nvSpPr>
          <p:cNvPr id="17" name="Marcador de contenido 2">
            <a:extLst>
              <a:ext uri="{FF2B5EF4-FFF2-40B4-BE49-F238E27FC236}">
                <a16:creationId xmlns:a16="http://schemas.microsoft.com/office/drawing/2014/main" id="{C2B102ED-51C3-4779-9098-C9A25AA81C97}"/>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Definir funciones de factorial de </a:t>
            </a:r>
            <a:r>
              <a:rPr lang="es-MX" sz="2800" b="1" dirty="0">
                <a:solidFill>
                  <a:srgbClr val="C00000"/>
                </a:solidFill>
              </a:rPr>
              <a:t>n!</a:t>
            </a:r>
            <a:r>
              <a:rPr lang="es-MX" sz="2800" dirty="0"/>
              <a:t> </a:t>
            </a:r>
          </a:p>
        </p:txBody>
      </p:sp>
    </p:spTree>
    <p:extLst>
      <p:ext uri="{BB962C8B-B14F-4D97-AF65-F5344CB8AC3E}">
        <p14:creationId xmlns:p14="http://schemas.microsoft.com/office/powerpoint/2010/main" val="423183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151" y="2575825"/>
            <a:ext cx="4877490" cy="2948664"/>
          </a:xfrm>
          <a:prstGeom prst="rect">
            <a:avLst/>
          </a:prstGeom>
        </p:spPr>
      </p:pic>
      <p:pic>
        <p:nvPicPr>
          <p:cNvPr id="4" name="Imagen 3">
            <a:extLst>
              <a:ext uri="{FF2B5EF4-FFF2-40B4-BE49-F238E27FC236}">
                <a16:creationId xmlns:a16="http://schemas.microsoft.com/office/drawing/2014/main" id="{2DA3E123-75C7-4CC2-B77C-7AA2736AEBD6}"/>
              </a:ext>
            </a:extLst>
          </p:cNvPr>
          <p:cNvPicPr>
            <a:picLocks noChangeAspect="1"/>
          </p:cNvPicPr>
          <p:nvPr/>
        </p:nvPicPr>
        <p:blipFill>
          <a:blip r:embed="rId5"/>
          <a:stretch>
            <a:fillRect/>
          </a:stretch>
        </p:blipFill>
        <p:spPr>
          <a:xfrm>
            <a:off x="6096000" y="2336798"/>
            <a:ext cx="5010849" cy="3191320"/>
          </a:xfrm>
          <a:prstGeom prst="rect">
            <a:avLst/>
          </a:prstGeom>
        </p:spPr>
      </p:pic>
      <p:sp>
        <p:nvSpPr>
          <p:cNvPr id="10" name="Marcador de contenido 2">
            <a:extLst>
              <a:ext uri="{FF2B5EF4-FFF2-40B4-BE49-F238E27FC236}">
                <a16:creationId xmlns:a16="http://schemas.microsoft.com/office/drawing/2014/main" id="{9A61768B-0ECB-4950-8760-A8890BE2EB12}"/>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Definir variable interna </a:t>
            </a:r>
            <a:r>
              <a:rPr lang="es-MX" sz="2800" b="1" dirty="0">
                <a:solidFill>
                  <a:srgbClr val="C00000"/>
                </a:solidFill>
              </a:rPr>
              <a:t>f</a:t>
            </a:r>
            <a:endParaRPr lang="es-MX" sz="2800" dirty="0"/>
          </a:p>
        </p:txBody>
      </p:sp>
      <p:pic>
        <p:nvPicPr>
          <p:cNvPr id="9" name="Imagen 8">
            <a:extLst>
              <a:ext uri="{FF2B5EF4-FFF2-40B4-BE49-F238E27FC236}">
                <a16:creationId xmlns:a16="http://schemas.microsoft.com/office/drawing/2014/main" id="{744AFC9C-12E7-4A6C-8BCC-FF3192660FBC}"/>
              </a:ext>
            </a:extLst>
          </p:cNvPr>
          <p:cNvPicPr>
            <a:picLocks noChangeAspect="1"/>
          </p:cNvPicPr>
          <p:nvPr/>
        </p:nvPicPr>
        <p:blipFill>
          <a:blip r:embed="rId6"/>
          <a:stretch>
            <a:fillRect/>
          </a:stretch>
        </p:blipFill>
        <p:spPr>
          <a:xfrm>
            <a:off x="5998927" y="2942656"/>
            <a:ext cx="5365574" cy="2024745"/>
          </a:xfrm>
          <a:prstGeom prst="rect">
            <a:avLst/>
          </a:prstGeom>
        </p:spPr>
      </p:pic>
    </p:spTree>
    <p:extLst>
      <p:ext uri="{BB962C8B-B14F-4D97-AF65-F5344CB8AC3E}">
        <p14:creationId xmlns:p14="http://schemas.microsoft.com/office/powerpoint/2010/main" val="357739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sp>
        <p:nvSpPr>
          <p:cNvPr id="10" name="Marcador de contenido 2">
            <a:extLst>
              <a:ext uri="{FF2B5EF4-FFF2-40B4-BE49-F238E27FC236}">
                <a16:creationId xmlns:a16="http://schemas.microsoft.com/office/drawing/2014/main" id="{9A61768B-0ECB-4950-8760-A8890BE2EB12}"/>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Controlar el valor de </a:t>
            </a:r>
            <a:r>
              <a:rPr lang="es-MX" sz="2800" b="1" dirty="0">
                <a:solidFill>
                  <a:schemeClr val="accent6">
                    <a:lumMod val="75000"/>
                  </a:schemeClr>
                </a:solidFill>
              </a:rPr>
              <a:t>n</a:t>
            </a:r>
          </a:p>
        </p:txBody>
      </p:sp>
      <p:pic>
        <p:nvPicPr>
          <p:cNvPr id="4" name="Imagen 3">
            <a:extLst>
              <a:ext uri="{FF2B5EF4-FFF2-40B4-BE49-F238E27FC236}">
                <a16:creationId xmlns:a16="http://schemas.microsoft.com/office/drawing/2014/main" id="{B2EE1237-7D76-480B-9043-B54249FF6616}"/>
              </a:ext>
            </a:extLst>
          </p:cNvPr>
          <p:cNvPicPr>
            <a:picLocks noChangeAspect="1"/>
          </p:cNvPicPr>
          <p:nvPr/>
        </p:nvPicPr>
        <p:blipFill>
          <a:blip r:embed="rId4"/>
          <a:stretch>
            <a:fillRect/>
          </a:stretch>
        </p:blipFill>
        <p:spPr>
          <a:xfrm>
            <a:off x="1917510" y="2202548"/>
            <a:ext cx="8578442" cy="3606845"/>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8559" y="605700"/>
            <a:ext cx="3105474" cy="1877400"/>
          </a:xfrm>
          <a:prstGeom prst="rect">
            <a:avLst/>
          </a:prstGeom>
        </p:spPr>
      </p:pic>
    </p:spTree>
    <p:extLst>
      <p:ext uri="{BB962C8B-B14F-4D97-AF65-F5344CB8AC3E}">
        <p14:creationId xmlns:p14="http://schemas.microsoft.com/office/powerpoint/2010/main" val="120148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sp>
        <p:nvSpPr>
          <p:cNvPr id="10" name="Marcador de contenido 2">
            <a:extLst>
              <a:ext uri="{FF2B5EF4-FFF2-40B4-BE49-F238E27FC236}">
                <a16:creationId xmlns:a16="http://schemas.microsoft.com/office/drawing/2014/main" id="{9A61768B-0ECB-4950-8760-A8890BE2EB12}"/>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Controlar el valor de </a:t>
            </a:r>
            <a:r>
              <a:rPr lang="es-MX" sz="2800" b="1" dirty="0">
                <a:solidFill>
                  <a:schemeClr val="accent6">
                    <a:lumMod val="75000"/>
                  </a:schemeClr>
                </a:solidFill>
              </a:rPr>
              <a:t>n</a:t>
            </a:r>
          </a:p>
        </p:txBody>
      </p:sp>
      <p:pic>
        <p:nvPicPr>
          <p:cNvPr id="7" name="Imagen 6">
            <a:extLst>
              <a:ext uri="{FF2B5EF4-FFF2-40B4-BE49-F238E27FC236}">
                <a16:creationId xmlns:a16="http://schemas.microsoft.com/office/drawing/2014/main" id="{B049C8DE-C34C-4799-92AA-3E25A3132961}"/>
              </a:ext>
            </a:extLst>
          </p:cNvPr>
          <p:cNvPicPr>
            <a:picLocks noChangeAspect="1"/>
          </p:cNvPicPr>
          <p:nvPr/>
        </p:nvPicPr>
        <p:blipFill>
          <a:blip r:embed="rId4"/>
          <a:stretch>
            <a:fillRect/>
          </a:stretch>
        </p:blipFill>
        <p:spPr>
          <a:xfrm>
            <a:off x="1910583" y="2089572"/>
            <a:ext cx="7353684" cy="3627155"/>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0753" y="697894"/>
            <a:ext cx="3151130" cy="1905001"/>
          </a:xfrm>
          <a:prstGeom prst="rect">
            <a:avLst/>
          </a:prstGeom>
        </p:spPr>
      </p:pic>
    </p:spTree>
    <p:extLst>
      <p:ext uri="{BB962C8B-B14F-4D97-AF65-F5344CB8AC3E}">
        <p14:creationId xmlns:p14="http://schemas.microsoft.com/office/powerpoint/2010/main" val="431939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sp>
        <p:nvSpPr>
          <p:cNvPr id="10" name="Marcador de contenido 2">
            <a:extLst>
              <a:ext uri="{FF2B5EF4-FFF2-40B4-BE49-F238E27FC236}">
                <a16:creationId xmlns:a16="http://schemas.microsoft.com/office/drawing/2014/main" id="{9A61768B-0ECB-4950-8760-A8890BE2EB12}"/>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Generar el bucle</a:t>
            </a:r>
          </a:p>
        </p:txBody>
      </p:sp>
      <p:pic>
        <p:nvPicPr>
          <p:cNvPr id="4" name="Imagen 3">
            <a:extLst>
              <a:ext uri="{FF2B5EF4-FFF2-40B4-BE49-F238E27FC236}">
                <a16:creationId xmlns:a16="http://schemas.microsoft.com/office/drawing/2014/main" id="{64B72274-2DD3-4C7A-A992-AD51E467D06B}"/>
              </a:ext>
            </a:extLst>
          </p:cNvPr>
          <p:cNvPicPr>
            <a:picLocks noChangeAspect="1"/>
          </p:cNvPicPr>
          <p:nvPr/>
        </p:nvPicPr>
        <p:blipFill>
          <a:blip r:embed="rId4"/>
          <a:stretch>
            <a:fillRect/>
          </a:stretch>
        </p:blipFill>
        <p:spPr>
          <a:xfrm>
            <a:off x="1752600" y="1993106"/>
            <a:ext cx="8457917" cy="4523999"/>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0753" y="697894"/>
            <a:ext cx="3151130" cy="1905001"/>
          </a:xfrm>
          <a:prstGeom prst="rect">
            <a:avLst/>
          </a:prstGeom>
        </p:spPr>
      </p:pic>
    </p:spTree>
    <p:extLst>
      <p:ext uri="{BB962C8B-B14F-4D97-AF65-F5344CB8AC3E}">
        <p14:creationId xmlns:p14="http://schemas.microsoft.com/office/powerpoint/2010/main" val="239538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FACTORIAL</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sp>
        <p:nvSpPr>
          <p:cNvPr id="10" name="Marcador de contenido 2">
            <a:extLst>
              <a:ext uri="{FF2B5EF4-FFF2-40B4-BE49-F238E27FC236}">
                <a16:creationId xmlns:a16="http://schemas.microsoft.com/office/drawing/2014/main" id="{9A61768B-0ECB-4950-8760-A8890BE2EB12}"/>
              </a:ext>
            </a:extLst>
          </p:cNvPr>
          <p:cNvSpPr>
            <a:spLocks noGrp="1"/>
          </p:cNvSpPr>
          <p:nvPr>
            <p:ph sz="quarter" idx="13"/>
          </p:nvPr>
        </p:nvSpPr>
        <p:spPr>
          <a:xfrm>
            <a:off x="1917510" y="1281000"/>
            <a:ext cx="8687490" cy="609600"/>
          </a:xfrm>
          <a:solidFill>
            <a:schemeClr val="accent3">
              <a:lumMod val="60000"/>
              <a:lumOff val="40000"/>
            </a:schemeClr>
          </a:solidFill>
        </p:spPr>
        <p:txBody>
          <a:bodyPr/>
          <a:lstStyle/>
          <a:p>
            <a:pPr marL="0" indent="0">
              <a:buSzPct val="110000"/>
              <a:buNone/>
            </a:pPr>
            <a:r>
              <a:rPr lang="es-MX" sz="2800" dirty="0"/>
              <a:t>Retorno del valor de </a:t>
            </a:r>
            <a:r>
              <a:rPr lang="es-MX" sz="2800" b="1" dirty="0">
                <a:solidFill>
                  <a:srgbClr val="C00000"/>
                </a:solidFill>
              </a:rPr>
              <a:t>f</a:t>
            </a:r>
          </a:p>
        </p:txBody>
      </p:sp>
      <p:pic>
        <p:nvPicPr>
          <p:cNvPr id="4" name="Imagen 3">
            <a:extLst>
              <a:ext uri="{FF2B5EF4-FFF2-40B4-BE49-F238E27FC236}">
                <a16:creationId xmlns:a16="http://schemas.microsoft.com/office/drawing/2014/main" id="{C9832BDA-B02F-47F4-8536-0366496CCF50}"/>
              </a:ext>
            </a:extLst>
          </p:cNvPr>
          <p:cNvPicPr>
            <a:picLocks noChangeAspect="1"/>
          </p:cNvPicPr>
          <p:nvPr/>
        </p:nvPicPr>
        <p:blipFill>
          <a:blip r:embed="rId4"/>
          <a:stretch>
            <a:fillRect/>
          </a:stretch>
        </p:blipFill>
        <p:spPr>
          <a:xfrm>
            <a:off x="837510" y="2007820"/>
            <a:ext cx="10113020" cy="4289180"/>
          </a:xfrm>
          <a:prstGeom prst="rect">
            <a:avLst/>
          </a:prstGeom>
        </p:spPr>
      </p:pic>
      <p:pic>
        <p:nvPicPr>
          <p:cNvPr id="16" name="Imagen 15" descr="Imagen que contiene Escala de tiempo&#10;&#10;Descripción generada automáticamente">
            <a:extLst>
              <a:ext uri="{FF2B5EF4-FFF2-40B4-BE49-F238E27FC236}">
                <a16:creationId xmlns:a16="http://schemas.microsoft.com/office/drawing/2014/main" id="{02B25BA5-29D9-4D02-A2EC-531E7D3F7C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0753" y="697894"/>
            <a:ext cx="3151130" cy="1905001"/>
          </a:xfrm>
          <a:prstGeom prst="rect">
            <a:avLst/>
          </a:prstGeom>
        </p:spPr>
      </p:pic>
    </p:spTree>
    <p:extLst>
      <p:ext uri="{BB962C8B-B14F-4D97-AF65-F5344CB8AC3E}">
        <p14:creationId xmlns:p14="http://schemas.microsoft.com/office/powerpoint/2010/main" val="557184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Función Combinatoria</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1917510" y="1259564"/>
            <a:ext cx="8687490" cy="609600"/>
          </a:xfrm>
          <a:solidFill>
            <a:schemeClr val="accent3">
              <a:lumMod val="60000"/>
              <a:lumOff val="40000"/>
            </a:schemeClr>
          </a:solidFill>
        </p:spPr>
        <p:txBody>
          <a:bodyPr/>
          <a:lstStyle/>
          <a:p>
            <a:pPr marL="0" indent="0">
              <a:buSzPct val="110000"/>
              <a:buNone/>
            </a:pPr>
            <a:r>
              <a:rPr lang="es-MX" sz="2800" dirty="0"/>
              <a:t>Definir función combinatoria de  </a:t>
            </a:r>
            <a:r>
              <a:rPr lang="es-MX" sz="2800" baseline="-25000" dirty="0" err="1">
                <a:solidFill>
                  <a:srgbClr val="C00000"/>
                </a:solidFill>
              </a:rPr>
              <a:t>n</a:t>
            </a:r>
            <a:r>
              <a:rPr lang="es-MX" sz="3200" b="1" dirty="0" err="1">
                <a:solidFill>
                  <a:srgbClr val="C00000"/>
                </a:solidFill>
              </a:rPr>
              <a:t>C</a:t>
            </a:r>
            <a:r>
              <a:rPr lang="es-MX" sz="2800" baseline="-25000" dirty="0" err="1">
                <a:solidFill>
                  <a:srgbClr val="C00000"/>
                </a:solidFill>
              </a:rPr>
              <a:t>k</a:t>
            </a:r>
            <a:r>
              <a:rPr lang="es-MX" sz="2800" dirty="0"/>
              <a:t> </a:t>
            </a:r>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13" name="Imagen 12" descr="Texto&#10;&#10;Descripción generada automáticamente">
            <a:extLst>
              <a:ext uri="{FF2B5EF4-FFF2-40B4-BE49-F238E27FC236}">
                <a16:creationId xmlns:a16="http://schemas.microsoft.com/office/drawing/2014/main" id="{32D65D61-465C-44C6-AE3F-61B926B75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4614" y="2315135"/>
            <a:ext cx="8690386" cy="2819400"/>
          </a:xfrm>
          <a:prstGeom prst="rect">
            <a:avLst/>
          </a:prstGeom>
        </p:spPr>
      </p:pic>
    </p:spTree>
    <p:extLst>
      <p:ext uri="{BB962C8B-B14F-4D97-AF65-F5344CB8AC3E}">
        <p14:creationId xmlns:p14="http://schemas.microsoft.com/office/powerpoint/2010/main" val="201360909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Evento principal">
  <a:themeElements>
    <a:clrScheme name="Evento principal">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Evento principal">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2.xml><?xml version="1.0" encoding="utf-8"?>
<a:theme xmlns:a="http://schemas.openxmlformats.org/drawingml/2006/main" name="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ppt/theme/theme3.xml><?xml version="1.0" encoding="utf-8"?>
<a:theme xmlns:a="http://schemas.openxmlformats.org/drawingml/2006/main" name="2_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ppt/theme/theme4.xml><?xml version="1.0" encoding="utf-8"?>
<a:theme xmlns:a="http://schemas.openxmlformats.org/drawingml/2006/main" name="3_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docProps/app.xml><?xml version="1.0" encoding="utf-8"?>
<Properties xmlns="http://schemas.openxmlformats.org/officeDocument/2006/extended-properties" xmlns:vt="http://schemas.openxmlformats.org/officeDocument/2006/docPropsVTypes">
  <Template>Evento principal</Template>
  <TotalTime>2150</TotalTime>
  <Words>552</Words>
  <Application>Microsoft Office PowerPoint</Application>
  <PresentationFormat>Panorámica</PresentationFormat>
  <Paragraphs>90</Paragraphs>
  <Slides>17</Slides>
  <Notes>0</Notes>
  <HiddenSlides>0</HiddenSlides>
  <MMClips>0</MMClips>
  <ScaleCrop>false</ScaleCrop>
  <HeadingPairs>
    <vt:vector size="6" baseType="variant">
      <vt:variant>
        <vt:lpstr>Fuentes usadas</vt:lpstr>
      </vt:variant>
      <vt:variant>
        <vt:i4>5</vt:i4>
      </vt:variant>
      <vt:variant>
        <vt:lpstr>Tema</vt:lpstr>
      </vt:variant>
      <vt:variant>
        <vt:i4>4</vt:i4>
      </vt:variant>
      <vt:variant>
        <vt:lpstr>Títulos de diapositiva</vt:lpstr>
      </vt:variant>
      <vt:variant>
        <vt:i4>17</vt:i4>
      </vt:variant>
    </vt:vector>
  </HeadingPairs>
  <TitlesOfParts>
    <vt:vector size="26" baseType="lpstr">
      <vt:lpstr>Arial</vt:lpstr>
      <vt:lpstr>Calibri Light</vt:lpstr>
      <vt:lpstr>Cambria Math</vt:lpstr>
      <vt:lpstr>HP Simplified</vt:lpstr>
      <vt:lpstr>Impact</vt:lpstr>
      <vt:lpstr>1_Evento principal</vt:lpstr>
      <vt:lpstr>Evento principal</vt:lpstr>
      <vt:lpstr>2_Evento principal</vt:lpstr>
      <vt:lpstr>3_Evento principal</vt:lpstr>
      <vt:lpstr>MIT APPINVENTOR</vt:lpstr>
      <vt:lpstr>objetivos</vt:lpstr>
      <vt:lpstr>¿Porqué Usar Funciones?</vt:lpstr>
      <vt:lpstr>EL DESAFIO</vt:lpstr>
      <vt:lpstr>¿Qué sabemos?</vt:lpstr>
      <vt:lpstr>Variables</vt:lpstr>
      <vt:lpstr>Variables</vt:lpstr>
      <vt:lpstr>EL ALGORITMO</vt:lpstr>
      <vt:lpstr>Función FACTORIAL</vt:lpstr>
      <vt:lpstr>Función FACTORIAL</vt:lpstr>
      <vt:lpstr>Función FACTORIAL</vt:lpstr>
      <vt:lpstr>Función FACTORIAL</vt:lpstr>
      <vt:lpstr>Función FACTORIAL</vt:lpstr>
      <vt:lpstr>Función FACTORIAL</vt:lpstr>
      <vt:lpstr>Función FACTORIAL</vt:lpstr>
      <vt:lpstr>Función FACTORIAL</vt:lpstr>
      <vt:lpstr>Función Combinatoria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 de Grafos</dc:title>
  <dc:creator>Rolando E. Montero A.</dc:creator>
  <cp:lastModifiedBy>Rolando E. Montero A.</cp:lastModifiedBy>
  <cp:revision>98</cp:revision>
  <dcterms:created xsi:type="dcterms:W3CDTF">2020-07-09T09:00:48Z</dcterms:created>
  <dcterms:modified xsi:type="dcterms:W3CDTF">2020-11-02T01:55:08Z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2012-05-19T00:00:00Z</vt:filetime>
  </property>
  <property fmtid="{D5CDD505-2E9C-101B-9397-08002B2CF9AE}" pid="3" name="Creator">
    <vt:lpwstr>Microsoft® Office PowerPoint® 2007</vt:lpwstr>
  </property>
  <property fmtid="{D5CDD505-2E9C-101B-9397-08002B2CF9AE}" pid="4" name="LastSaved">
    <vt:filetime>2020-07-09T00:00:00Z</vt:filetime>
  </property>
</Properties>
</file>