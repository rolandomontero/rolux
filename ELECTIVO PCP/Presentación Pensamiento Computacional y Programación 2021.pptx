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57" r:id="rId4"/>
    <p:sldId id="273" r:id="rId5"/>
    <p:sldId id="282" r:id="rId6"/>
    <p:sldId id="281" r:id="rId7"/>
    <p:sldId id="283" r:id="rId8"/>
    <p:sldId id="258" r:id="rId9"/>
    <p:sldId id="263" r:id="rId10"/>
    <p:sldId id="264" r:id="rId11"/>
    <p:sldId id="265" r:id="rId12"/>
    <p:sldId id="266" r:id="rId13"/>
    <p:sldId id="262" r:id="rId14"/>
    <p:sldId id="267" r:id="rId15"/>
    <p:sldId id="271" r:id="rId16"/>
    <p:sldId id="272" r:id="rId17"/>
    <p:sldId id="261" r:id="rId18"/>
    <p:sldId id="275" r:id="rId19"/>
    <p:sldId id="280" r:id="rId20"/>
    <p:sldId id="277" r:id="rId21"/>
    <p:sldId id="278" r:id="rId22"/>
  </p:sldIdLst>
  <p:sldSz cx="12192000" cy="6858000"/>
  <p:notesSz cx="6858000" cy="9144000"/>
  <p:embeddedFontLst>
    <p:embeddedFont>
      <p:font typeface="Angeline Vintage" pitchFamily="2" charset="0"/>
      <p:regular r:id="rId23"/>
    </p:embeddedFont>
    <p:embeddedFont>
      <p:font typeface="Biome" panose="020B0503030204020804" pitchFamily="34" charset="0"/>
      <p:regular r:id="rId24"/>
      <p:italic r:id="rId25"/>
    </p:embeddedFont>
    <p:embeddedFont>
      <p:font typeface="Cabin Sketch" panose="020B0503050202020004" pitchFamily="34" charset="0"/>
      <p:regular r:id="rId26"/>
    </p:embeddedFont>
    <p:embeddedFont>
      <p:font typeface="CabinSketch" panose="020B0803050202020004" pitchFamily="34" charset="0"/>
      <p:bold r:id="rId27"/>
    </p:embeddedFont>
    <p:embeddedFont>
      <p:font typeface="Checkbook" panose="020B0000000000000000" pitchFamily="34" charset="0"/>
      <p:regular r:id="rId28"/>
    </p:embeddedFont>
    <p:embeddedFont>
      <p:font typeface="HP Simplified" panose="020B0606020204020204" pitchFamily="34" charset="77"/>
      <p:regular r:id="rId29"/>
      <p:bold r:id="rId30"/>
      <p:italic r:id="rId31"/>
      <p:boldItalic r:id="rId32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29C6D5B1-8D8D-4BDC-88AD-B6AC894C514A}">
          <p14:sldIdLst>
            <p14:sldId id="256"/>
          </p14:sldIdLst>
        </p14:section>
        <p14:section name="Inicio" id="{D4D5E510-667B-416D-BD2C-A4A9E4F37747}">
          <p14:sldIdLst>
            <p14:sldId id="259"/>
            <p14:sldId id="257"/>
            <p14:sldId id="273"/>
            <p14:sldId id="282"/>
            <p14:sldId id="281"/>
            <p14:sldId id="283"/>
          </p14:sldIdLst>
        </p14:section>
        <p14:section name="Detalle" id="{F0B01FA5-4CF6-4130-9F75-C9743A469092}">
          <p14:sldIdLst>
            <p14:sldId id="258"/>
            <p14:sldId id="263"/>
            <p14:sldId id="264"/>
            <p14:sldId id="265"/>
            <p14:sldId id="266"/>
          </p14:sldIdLst>
        </p14:section>
        <p14:section name="El Curriculum" id="{50B8234B-812F-47AF-B47F-EF54E05706A2}">
          <p14:sldIdLst>
            <p14:sldId id="262"/>
            <p14:sldId id="267"/>
            <p14:sldId id="271"/>
            <p14:sldId id="272"/>
            <p14:sldId id="261"/>
          </p14:sldIdLst>
        </p14:section>
        <p14:section name="Contenidos" id="{3939CE1F-18A5-4E2D-BCE1-16396007EA9A}">
          <p14:sldIdLst>
            <p14:sldId id="275"/>
            <p14:sldId id="280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7E6E6"/>
    <a:srgbClr val="4E4C57"/>
    <a:srgbClr val="59815D"/>
    <a:srgbClr val="41A74B"/>
    <a:srgbClr val="595959"/>
    <a:srgbClr val="3C7BC8"/>
    <a:srgbClr val="A82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E4394-A034-4B75-BBF1-F887431636FA}" v="2" dt="2024-06-21T13:30:08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96DC7B3C-B36E-4096-96AE-82BFD4D77F40}"/>
    <pc:docChg chg="undo custSel mod addSld delSld modSld sldOrd addSection modSection">
      <pc:chgData name="Rolando E. Montero A." userId="db44b2c1daed2876" providerId="LiveId" clId="{96DC7B3C-B36E-4096-96AE-82BFD4D77F40}" dt="2020-10-19T18:13:48.655" v="2639" actId="403"/>
      <pc:docMkLst>
        <pc:docMk/>
      </pc:docMkLst>
      <pc:sldChg chg="addSp modSp mod modTransition modAnim">
        <pc:chgData name="Rolando E. Montero A." userId="db44b2c1daed2876" providerId="LiveId" clId="{96DC7B3C-B36E-4096-96AE-82BFD4D77F40}" dt="2020-10-19T18:11:25.229" v="2630"/>
        <pc:sldMkLst>
          <pc:docMk/>
          <pc:sldMk cId="2428799075" sldId="256"/>
        </pc:sldMkLst>
        <pc:spChg chg="add mod">
          <ac:chgData name="Rolando E. Montero A." userId="db44b2c1daed2876" providerId="LiveId" clId="{96DC7B3C-B36E-4096-96AE-82BFD4D77F40}" dt="2020-10-19T02:30:44.420" v="683" actId="1076"/>
          <ac:spMkLst>
            <pc:docMk/>
            <pc:sldMk cId="2428799075" sldId="256"/>
            <ac:spMk id="2" creationId="{A3EE7666-3B30-4534-9501-4F46B094CE80}"/>
          </ac:spMkLst>
        </pc:spChg>
      </pc:sldChg>
      <pc:sldChg chg="addSp delSp modSp mod ord modTransition delAnim modAnim">
        <pc:chgData name="Rolando E. Montero A." userId="db44b2c1daed2876" providerId="LiveId" clId="{96DC7B3C-B36E-4096-96AE-82BFD4D77F40}" dt="2020-10-19T18:13:48.655" v="2639" actId="403"/>
        <pc:sldMkLst>
          <pc:docMk/>
          <pc:sldMk cId="1333520591" sldId="257"/>
        </pc:sldMkLst>
        <pc:spChg chg="del mod">
          <ac:chgData name="Rolando E. Montero A." userId="db44b2c1daed2876" providerId="LiveId" clId="{96DC7B3C-B36E-4096-96AE-82BFD4D77F40}" dt="2020-10-18T16:52:00.951" v="15" actId="478"/>
          <ac:spMkLst>
            <pc:docMk/>
            <pc:sldMk cId="1333520591" sldId="257"/>
            <ac:spMk id="2" creationId="{B98160E5-507B-4E3A-9ECB-41F00E8CB8C3}"/>
          </ac:spMkLst>
        </pc:spChg>
        <pc:spChg chg="add mod">
          <ac:chgData name="Rolando E. Montero A." userId="db44b2c1daed2876" providerId="LiveId" clId="{96DC7B3C-B36E-4096-96AE-82BFD4D77F40}" dt="2020-10-18T17:27:44.731" v="178" actId="2085"/>
          <ac:spMkLst>
            <pc:docMk/>
            <pc:sldMk cId="1333520591" sldId="257"/>
            <ac:spMk id="4" creationId="{90134C29-BF80-4BC9-A1D2-B16773561294}"/>
          </ac:spMkLst>
        </pc:spChg>
        <pc:spChg chg="add mod">
          <ac:chgData name="Rolando E. Montero A." userId="db44b2c1daed2876" providerId="LiveId" clId="{96DC7B3C-B36E-4096-96AE-82BFD4D77F40}" dt="2020-10-18T17:27:44.731" v="178" actId="2085"/>
          <ac:spMkLst>
            <pc:docMk/>
            <pc:sldMk cId="1333520591" sldId="257"/>
            <ac:spMk id="5" creationId="{FA6D0E49-4158-4E36-BD33-9185BC9D5C48}"/>
          </ac:spMkLst>
        </pc:spChg>
        <pc:spChg chg="add mod">
          <ac:chgData name="Rolando E. Montero A." userId="db44b2c1daed2876" providerId="LiveId" clId="{96DC7B3C-B36E-4096-96AE-82BFD4D77F40}" dt="2020-10-18T17:27:44.731" v="178" actId="2085"/>
          <ac:spMkLst>
            <pc:docMk/>
            <pc:sldMk cId="1333520591" sldId="257"/>
            <ac:spMk id="6" creationId="{73315C36-700A-496E-BC4A-76BF6A09E367}"/>
          </ac:spMkLst>
        </pc:spChg>
        <pc:spChg chg="add mod ord">
          <ac:chgData name="Rolando E. Montero A." userId="db44b2c1daed2876" providerId="LiveId" clId="{96DC7B3C-B36E-4096-96AE-82BFD4D77F40}" dt="2020-10-18T17:27:48.333" v="179" actId="2085"/>
          <ac:spMkLst>
            <pc:docMk/>
            <pc:sldMk cId="1333520591" sldId="257"/>
            <ac:spMk id="7" creationId="{17FA5A84-260E-422F-8FDF-89B7B95823C4}"/>
          </ac:spMkLst>
        </pc:spChg>
        <pc:spChg chg="add mod">
          <ac:chgData name="Rolando E. Montero A." userId="db44b2c1daed2876" providerId="LiveId" clId="{96DC7B3C-B36E-4096-96AE-82BFD4D77F40}" dt="2020-10-18T17:27:44.731" v="178" actId="2085"/>
          <ac:spMkLst>
            <pc:docMk/>
            <pc:sldMk cId="1333520591" sldId="257"/>
            <ac:spMk id="9" creationId="{D0CBB836-5F1D-40CA-8265-ED34DDEEDBC8}"/>
          </ac:spMkLst>
        </pc:spChg>
        <pc:spChg chg="add del">
          <ac:chgData name="Rolando E. Montero A." userId="db44b2c1daed2876" providerId="LiveId" clId="{96DC7B3C-B36E-4096-96AE-82BFD4D77F40}" dt="2020-10-18T16:51:08.880" v="1" actId="478"/>
          <ac:spMkLst>
            <pc:docMk/>
            <pc:sldMk cId="1333520591" sldId="257"/>
            <ac:spMk id="9" creationId="{D5A0EA6B-0B82-46D2-94EC-0189507C39E0}"/>
          </ac:spMkLst>
        </pc:spChg>
        <pc:spChg chg="add mod ord">
          <ac:chgData name="Rolando E. Montero A." userId="db44b2c1daed2876" providerId="LiveId" clId="{96DC7B3C-B36E-4096-96AE-82BFD4D77F40}" dt="2020-10-19T18:13:48.655" v="2639" actId="403"/>
          <ac:spMkLst>
            <pc:docMk/>
            <pc:sldMk cId="1333520591" sldId="257"/>
            <ac:spMk id="10" creationId="{D53FD8C3-DC24-4986-840A-DF583E02D933}"/>
          </ac:spMkLst>
        </pc:spChg>
        <pc:spChg chg="add del mod ord">
          <ac:chgData name="Rolando E. Montero A." userId="db44b2c1daed2876" providerId="LiveId" clId="{96DC7B3C-B36E-4096-96AE-82BFD4D77F40}" dt="2020-10-19T03:18:12.653" v="1197" actId="478"/>
          <ac:spMkLst>
            <pc:docMk/>
            <pc:sldMk cId="1333520591" sldId="257"/>
            <ac:spMk id="11" creationId="{BC2BC9B9-27FE-4E2C-A46F-A027669D07F9}"/>
          </ac:spMkLst>
        </pc:spChg>
        <pc:spChg chg="add del mod ord">
          <ac:chgData name="Rolando E. Montero A." userId="db44b2c1daed2876" providerId="LiveId" clId="{96DC7B3C-B36E-4096-96AE-82BFD4D77F40}" dt="2020-10-18T17:21:37.914" v="119"/>
          <ac:spMkLst>
            <pc:docMk/>
            <pc:sldMk cId="1333520591" sldId="257"/>
            <ac:spMk id="13" creationId="{C337DF7A-1097-44A7-BDB9-76F45D68EBCD}"/>
          </ac:spMkLst>
        </pc:spChg>
        <pc:spChg chg="add del mod">
          <ac:chgData name="Rolando E. Montero A." userId="db44b2c1daed2876" providerId="LiveId" clId="{96DC7B3C-B36E-4096-96AE-82BFD4D77F40}" dt="2020-10-18T17:21:37.914" v="119"/>
          <ac:spMkLst>
            <pc:docMk/>
            <pc:sldMk cId="1333520591" sldId="257"/>
            <ac:spMk id="14" creationId="{673C5DCF-FC07-4169-BEEB-E3A13D454CE0}"/>
          </ac:spMkLst>
        </pc:spChg>
        <pc:spChg chg="mod">
          <ac:chgData name="Rolando E. Montero A." userId="db44b2c1daed2876" providerId="LiveId" clId="{96DC7B3C-B36E-4096-96AE-82BFD4D77F40}" dt="2020-10-18T17:21:48.139" v="122" actId="688"/>
          <ac:spMkLst>
            <pc:docMk/>
            <pc:sldMk cId="1333520591" sldId="257"/>
            <ac:spMk id="15" creationId="{59E58E9B-24DF-4C2C-9877-0F67F150329F}"/>
          </ac:spMkLst>
        </pc:spChg>
        <pc:spChg chg="add mod">
          <ac:chgData name="Rolando E. Montero A." userId="db44b2c1daed2876" providerId="LiveId" clId="{96DC7B3C-B36E-4096-96AE-82BFD4D77F40}" dt="2020-10-18T17:28:30.030" v="182" actId="14100"/>
          <ac:spMkLst>
            <pc:docMk/>
            <pc:sldMk cId="1333520591" sldId="257"/>
            <ac:spMk id="20" creationId="{43E9DA80-2D6A-4D56-8BBA-5423DD8DEEDE}"/>
          </ac:spMkLst>
        </pc:spChg>
        <pc:spChg chg="add mod">
          <ac:chgData name="Rolando E. Montero A." userId="db44b2c1daed2876" providerId="LiveId" clId="{96DC7B3C-B36E-4096-96AE-82BFD4D77F40}" dt="2020-10-18T17:28:30.030" v="182" actId="14100"/>
          <ac:spMkLst>
            <pc:docMk/>
            <pc:sldMk cId="1333520591" sldId="257"/>
            <ac:spMk id="21" creationId="{5B852D28-3658-41D7-A23D-80FE04F601DA}"/>
          </ac:spMkLst>
        </pc:spChg>
        <pc:spChg chg="add mod">
          <ac:chgData name="Rolando E. Montero A." userId="db44b2c1daed2876" providerId="LiveId" clId="{96DC7B3C-B36E-4096-96AE-82BFD4D77F40}" dt="2020-10-18T17:28:30.030" v="182" actId="14100"/>
          <ac:spMkLst>
            <pc:docMk/>
            <pc:sldMk cId="1333520591" sldId="257"/>
            <ac:spMk id="22" creationId="{4AC0DD1F-BF20-4BDB-8F0C-6B6AAC13AEEB}"/>
          </ac:spMkLst>
        </pc:spChg>
        <pc:spChg chg="add mod">
          <ac:chgData name="Rolando E. Montero A." userId="db44b2c1daed2876" providerId="LiveId" clId="{96DC7B3C-B36E-4096-96AE-82BFD4D77F40}" dt="2020-10-18T17:28:30.030" v="182" actId="14100"/>
          <ac:spMkLst>
            <pc:docMk/>
            <pc:sldMk cId="1333520591" sldId="257"/>
            <ac:spMk id="23" creationId="{2FE6C826-3777-4649-B0F5-2154B1E6CCFD}"/>
          </ac:spMkLst>
        </pc:spChg>
        <pc:spChg chg="add mod">
          <ac:chgData name="Rolando E. Montero A." userId="db44b2c1daed2876" providerId="LiveId" clId="{96DC7B3C-B36E-4096-96AE-82BFD4D77F40}" dt="2020-10-18T17:28:30.030" v="182" actId="14100"/>
          <ac:spMkLst>
            <pc:docMk/>
            <pc:sldMk cId="1333520591" sldId="257"/>
            <ac:spMk id="24" creationId="{155839B6-677D-4430-AE93-2FDA8253BDF7}"/>
          </ac:spMkLst>
        </pc:spChg>
        <pc:spChg chg="add mod">
          <ac:chgData name="Rolando E. Montero A." userId="db44b2c1daed2876" providerId="LiveId" clId="{96DC7B3C-B36E-4096-96AE-82BFD4D77F40}" dt="2020-10-18T17:28:30.030" v="182" actId="14100"/>
          <ac:spMkLst>
            <pc:docMk/>
            <pc:sldMk cId="1333520591" sldId="257"/>
            <ac:spMk id="26" creationId="{27228C23-273B-4E12-83F1-E421E20AD20A}"/>
          </ac:spMkLst>
        </pc:spChg>
        <pc:spChg chg="add del">
          <ac:chgData name="Rolando E. Montero A." userId="db44b2c1daed2876" providerId="LiveId" clId="{96DC7B3C-B36E-4096-96AE-82BFD4D77F40}" dt="2020-10-18T17:29:06.449" v="184" actId="478"/>
          <ac:spMkLst>
            <pc:docMk/>
            <pc:sldMk cId="1333520591" sldId="257"/>
            <ac:spMk id="27" creationId="{EDC48C36-5995-4F4F-943B-09ED27B4ACED}"/>
          </ac:spMkLst>
        </pc:spChg>
        <pc:spChg chg="add del">
          <ac:chgData name="Rolando E. Montero A." userId="db44b2c1daed2876" providerId="LiveId" clId="{96DC7B3C-B36E-4096-96AE-82BFD4D77F40}" dt="2020-10-18T17:29:27.552" v="186" actId="478"/>
          <ac:spMkLst>
            <pc:docMk/>
            <pc:sldMk cId="1333520591" sldId="257"/>
            <ac:spMk id="28" creationId="{CE143410-1C2F-4546-BC8B-11DF6B5CBC3A}"/>
          </ac:spMkLst>
        </pc:spChg>
        <pc:spChg chg="add mod ord">
          <ac:chgData name="Rolando E. Montero A." userId="db44b2c1daed2876" providerId="LiveId" clId="{96DC7B3C-B36E-4096-96AE-82BFD4D77F40}" dt="2020-10-18T17:31:26.590" v="198" actId="167"/>
          <ac:spMkLst>
            <pc:docMk/>
            <pc:sldMk cId="1333520591" sldId="257"/>
            <ac:spMk id="31" creationId="{73F8EC51-11A9-463C-A753-98E6ECD6CF5E}"/>
          </ac:spMkLst>
        </pc:spChg>
        <pc:spChg chg="add mod ord">
          <ac:chgData name="Rolando E. Montero A." userId="db44b2c1daed2876" providerId="LiveId" clId="{96DC7B3C-B36E-4096-96AE-82BFD4D77F40}" dt="2020-10-18T17:31:31.573" v="199" actId="167"/>
          <ac:spMkLst>
            <pc:docMk/>
            <pc:sldMk cId="1333520591" sldId="257"/>
            <ac:spMk id="33" creationId="{FC807F77-8682-4807-A027-1B9E98213F94}"/>
          </ac:spMkLst>
        </pc:spChg>
        <pc:spChg chg="add del mod">
          <ac:chgData name="Rolando E. Montero A." userId="db44b2c1daed2876" providerId="LiveId" clId="{96DC7B3C-B36E-4096-96AE-82BFD4D77F40}" dt="2020-10-19T16:19:09.674" v="2381" actId="478"/>
          <ac:spMkLst>
            <pc:docMk/>
            <pc:sldMk cId="1333520591" sldId="257"/>
            <ac:spMk id="34" creationId="{416A4A0A-71AB-4041-B787-A1B012D41126}"/>
          </ac:spMkLst>
        </pc:spChg>
        <pc:spChg chg="add mod ord">
          <ac:chgData name="Rolando E. Montero A." userId="db44b2c1daed2876" providerId="LiveId" clId="{96DC7B3C-B36E-4096-96AE-82BFD4D77F40}" dt="2020-10-18T17:32:15.427" v="209" actId="167"/>
          <ac:spMkLst>
            <pc:docMk/>
            <pc:sldMk cId="1333520591" sldId="257"/>
            <ac:spMk id="35" creationId="{015D52EF-F322-4C5F-B8B6-B55E5C14528D}"/>
          </ac:spMkLst>
        </pc:spChg>
        <pc:spChg chg="add del mod">
          <ac:chgData name="Rolando E. Montero A." userId="db44b2c1daed2876" providerId="LiveId" clId="{96DC7B3C-B36E-4096-96AE-82BFD4D77F40}" dt="2020-10-19T16:19:05.348" v="2380" actId="478"/>
          <ac:spMkLst>
            <pc:docMk/>
            <pc:sldMk cId="1333520591" sldId="257"/>
            <ac:spMk id="36" creationId="{0DCF100A-A48E-4F65-A349-9D83332BB297}"/>
          </ac:spMkLst>
        </pc:spChg>
        <pc:spChg chg="add mod ord">
          <ac:chgData name="Rolando E. Montero A." userId="db44b2c1daed2876" providerId="LiveId" clId="{96DC7B3C-B36E-4096-96AE-82BFD4D77F40}" dt="2020-10-18T17:33:33.298" v="218" actId="1038"/>
          <ac:spMkLst>
            <pc:docMk/>
            <pc:sldMk cId="1333520591" sldId="257"/>
            <ac:spMk id="37" creationId="{E8B3AC42-0581-4D77-925B-0815E493F92B}"/>
          </ac:spMkLst>
        </pc:spChg>
        <pc:spChg chg="add mod">
          <ac:chgData name="Rolando E. Montero A." userId="db44b2c1daed2876" providerId="LiveId" clId="{96DC7B3C-B36E-4096-96AE-82BFD4D77F40}" dt="2020-10-18T17:42:11.565" v="398" actId="164"/>
          <ac:spMkLst>
            <pc:docMk/>
            <pc:sldMk cId="1333520591" sldId="257"/>
            <ac:spMk id="38" creationId="{B8172903-11D4-4BB4-B71F-4F1251198F80}"/>
          </ac:spMkLst>
        </pc:spChg>
        <pc:spChg chg="add del mod">
          <ac:chgData name="Rolando E. Montero A." userId="db44b2c1daed2876" providerId="LiveId" clId="{96DC7B3C-B36E-4096-96AE-82BFD4D77F40}" dt="2020-10-18T17:34:43.701" v="228" actId="478"/>
          <ac:spMkLst>
            <pc:docMk/>
            <pc:sldMk cId="1333520591" sldId="257"/>
            <ac:spMk id="40" creationId="{71C9A8EC-BFE7-4C0A-A6EA-E58090F34182}"/>
          </ac:spMkLst>
        </pc:spChg>
        <pc:spChg chg="add mod ord">
          <ac:chgData name="Rolando E. Montero A." userId="db44b2c1daed2876" providerId="LiveId" clId="{96DC7B3C-B36E-4096-96AE-82BFD4D77F40}" dt="2020-10-18T17:42:11.565" v="398" actId="164"/>
          <ac:spMkLst>
            <pc:docMk/>
            <pc:sldMk cId="1333520591" sldId="257"/>
            <ac:spMk id="42" creationId="{FE3EEE61-8983-447A-9D7E-A5FBD197B6E5}"/>
          </ac:spMkLst>
        </pc:spChg>
        <pc:spChg chg="add del mod">
          <ac:chgData name="Rolando E. Montero A." userId="db44b2c1daed2876" providerId="LiveId" clId="{96DC7B3C-B36E-4096-96AE-82BFD4D77F40}" dt="2020-10-18T17:38:53.685" v="354"/>
          <ac:spMkLst>
            <pc:docMk/>
            <pc:sldMk cId="1333520591" sldId="257"/>
            <ac:spMk id="43" creationId="{4B837F6C-6051-49A5-A1A0-6B1AA10E1659}"/>
          </ac:spMkLst>
        </pc:spChg>
        <pc:spChg chg="add del mod">
          <ac:chgData name="Rolando E. Montero A." userId="db44b2c1daed2876" providerId="LiveId" clId="{96DC7B3C-B36E-4096-96AE-82BFD4D77F40}" dt="2020-10-18T17:38:53.685" v="354"/>
          <ac:spMkLst>
            <pc:docMk/>
            <pc:sldMk cId="1333520591" sldId="257"/>
            <ac:spMk id="44" creationId="{ABF96DE8-8C3D-4C40-8145-25F7C691C52E}"/>
          </ac:spMkLst>
        </pc:spChg>
        <pc:spChg chg="mod">
          <ac:chgData name="Rolando E. Montero A." userId="db44b2c1daed2876" providerId="LiveId" clId="{96DC7B3C-B36E-4096-96AE-82BFD4D77F40}" dt="2020-10-18T17:38:17.554" v="328"/>
          <ac:spMkLst>
            <pc:docMk/>
            <pc:sldMk cId="1333520591" sldId="257"/>
            <ac:spMk id="45" creationId="{3BDFF36B-B843-4E0E-98A6-B22A3B64ED63}"/>
          </ac:spMkLst>
        </pc:spChg>
        <pc:spChg chg="add del">
          <ac:chgData name="Rolando E. Montero A." userId="db44b2c1daed2876" providerId="LiveId" clId="{96DC7B3C-B36E-4096-96AE-82BFD4D77F40}" dt="2020-10-18T17:38:16.915" v="327" actId="11529"/>
          <ac:spMkLst>
            <pc:docMk/>
            <pc:sldMk cId="1333520591" sldId="257"/>
            <ac:spMk id="46" creationId="{EF70323A-6072-4AB5-BAA8-A62C1EF97718}"/>
          </ac:spMkLst>
        </pc:spChg>
        <pc:spChg chg="del mod">
          <ac:chgData name="Rolando E. Montero A." userId="db44b2c1daed2876" providerId="LiveId" clId="{96DC7B3C-B36E-4096-96AE-82BFD4D77F40}" dt="2020-10-18T17:40:48.974" v="373"/>
          <ac:spMkLst>
            <pc:docMk/>
            <pc:sldMk cId="1333520591" sldId="257"/>
            <ac:spMk id="47" creationId="{AE299456-7A25-41BE-A30D-15074766F083}"/>
          </ac:spMkLst>
        </pc:spChg>
        <pc:spChg chg="add del">
          <ac:chgData name="Rolando E. Montero A." userId="db44b2c1daed2876" providerId="LiveId" clId="{96DC7B3C-B36E-4096-96AE-82BFD4D77F40}" dt="2020-10-18T17:39:03.562" v="356" actId="478"/>
          <ac:spMkLst>
            <pc:docMk/>
            <pc:sldMk cId="1333520591" sldId="257"/>
            <ac:spMk id="48" creationId="{B0373BBD-0CFA-4D23-9D2B-4B44A423F28C}"/>
          </ac:spMkLst>
        </pc:spChg>
        <pc:spChg chg="add del mod ord">
          <ac:chgData name="Rolando E. Montero A." userId="db44b2c1daed2876" providerId="LiveId" clId="{96DC7B3C-B36E-4096-96AE-82BFD4D77F40}" dt="2020-10-18T17:40:48.974" v="373"/>
          <ac:spMkLst>
            <pc:docMk/>
            <pc:sldMk cId="1333520591" sldId="257"/>
            <ac:spMk id="49" creationId="{05517EC2-8807-4B39-BFC1-813B5B74EBCE}"/>
          </ac:spMkLst>
        </pc:spChg>
        <pc:spChg chg="mod">
          <ac:chgData name="Rolando E. Montero A." userId="db44b2c1daed2876" providerId="LiveId" clId="{96DC7B3C-B36E-4096-96AE-82BFD4D77F40}" dt="2020-10-18T17:42:11.565" v="398" actId="164"/>
          <ac:spMkLst>
            <pc:docMk/>
            <pc:sldMk cId="1333520591" sldId="257"/>
            <ac:spMk id="50" creationId="{8B0975DC-C994-4BE5-8B51-42C216B59EAB}"/>
          </ac:spMkLst>
        </pc:spChg>
        <pc:spChg chg="add mod">
          <ac:chgData name="Rolando E. Montero A." userId="db44b2c1daed2876" providerId="LiveId" clId="{96DC7B3C-B36E-4096-96AE-82BFD4D77F40}" dt="2020-10-18T17:42:11.565" v="398" actId="164"/>
          <ac:spMkLst>
            <pc:docMk/>
            <pc:sldMk cId="1333520591" sldId="257"/>
            <ac:spMk id="52" creationId="{D44C2911-F699-473E-A74B-4DC5A75A62FB}"/>
          </ac:spMkLst>
        </pc:spChg>
        <pc:spChg chg="add mod">
          <ac:chgData name="Rolando E. Montero A." userId="db44b2c1daed2876" providerId="LiveId" clId="{96DC7B3C-B36E-4096-96AE-82BFD4D77F40}" dt="2020-10-18T17:46:16.241" v="425" actId="1076"/>
          <ac:spMkLst>
            <pc:docMk/>
            <pc:sldMk cId="1333520591" sldId="257"/>
            <ac:spMk id="55" creationId="{C18F3888-CB30-4A76-874E-D02A8AB182B8}"/>
          </ac:spMkLst>
        </pc:spChg>
        <pc:spChg chg="add mod">
          <ac:chgData name="Rolando E. Montero A." userId="db44b2c1daed2876" providerId="LiveId" clId="{96DC7B3C-B36E-4096-96AE-82BFD4D77F40}" dt="2020-10-18T17:46:19.734" v="426" actId="1076"/>
          <ac:spMkLst>
            <pc:docMk/>
            <pc:sldMk cId="1333520591" sldId="257"/>
            <ac:spMk id="57" creationId="{1A071F5E-76D6-41FC-A4AB-79C57540D8B0}"/>
          </ac:spMkLst>
        </pc:spChg>
        <pc:spChg chg="mod">
          <ac:chgData name="Rolando E. Montero A." userId="db44b2c1daed2876" providerId="LiveId" clId="{96DC7B3C-B36E-4096-96AE-82BFD4D77F40}" dt="2020-10-18T17:49:06.912" v="436"/>
          <ac:spMkLst>
            <pc:docMk/>
            <pc:sldMk cId="1333520591" sldId="257"/>
            <ac:spMk id="59" creationId="{737CD57E-3970-4448-A558-B2734F597FAC}"/>
          </ac:spMkLst>
        </pc:spChg>
        <pc:spChg chg="mod">
          <ac:chgData name="Rolando E. Montero A." userId="db44b2c1daed2876" providerId="LiveId" clId="{96DC7B3C-B36E-4096-96AE-82BFD4D77F40}" dt="2020-10-18T17:49:06.912" v="436"/>
          <ac:spMkLst>
            <pc:docMk/>
            <pc:sldMk cId="1333520591" sldId="257"/>
            <ac:spMk id="60" creationId="{B87EE44C-2CDF-4E87-AFD2-42D5C29C05D8}"/>
          </ac:spMkLst>
        </pc:spChg>
        <pc:spChg chg="mod">
          <ac:chgData name="Rolando E. Montero A." userId="db44b2c1daed2876" providerId="LiveId" clId="{96DC7B3C-B36E-4096-96AE-82BFD4D77F40}" dt="2020-10-18T17:49:06.912" v="436"/>
          <ac:spMkLst>
            <pc:docMk/>
            <pc:sldMk cId="1333520591" sldId="257"/>
            <ac:spMk id="61" creationId="{5B3BED01-5056-490D-A975-0C67ED756ECB}"/>
          </ac:spMkLst>
        </pc:spChg>
        <pc:spChg chg="mod">
          <ac:chgData name="Rolando E. Montero A." userId="db44b2c1daed2876" providerId="LiveId" clId="{96DC7B3C-B36E-4096-96AE-82BFD4D77F40}" dt="2020-10-18T17:49:06.912" v="436"/>
          <ac:spMkLst>
            <pc:docMk/>
            <pc:sldMk cId="1333520591" sldId="257"/>
            <ac:spMk id="62" creationId="{0A3CC79B-EE9F-44D1-9452-60B00F6BEF37}"/>
          </ac:spMkLst>
        </pc:spChg>
        <pc:spChg chg="add del mod">
          <ac:chgData name="Rolando E. Montero A." userId="db44b2c1daed2876" providerId="LiveId" clId="{96DC7B3C-B36E-4096-96AE-82BFD4D77F40}" dt="2020-10-18T17:57:21.437" v="491" actId="478"/>
          <ac:spMkLst>
            <pc:docMk/>
            <pc:sldMk cId="1333520591" sldId="257"/>
            <ac:spMk id="64" creationId="{6A1421E5-E6EC-4D0F-AA43-D74D803D8D10}"/>
          </ac:spMkLst>
        </pc:spChg>
        <pc:grpChg chg="add mod">
          <ac:chgData name="Rolando E. Montero A." userId="db44b2c1daed2876" providerId="LiveId" clId="{96DC7B3C-B36E-4096-96AE-82BFD4D77F40}" dt="2020-10-19T02:56:18.832" v="1038" actId="1076"/>
          <ac:grpSpMkLst>
            <pc:docMk/>
            <pc:sldMk cId="1333520591" sldId="257"/>
            <ac:grpSpMk id="53" creationId="{89E8B43D-7050-4E12-9DF7-A66682282C42}"/>
          </ac:grpSpMkLst>
        </pc:grpChg>
        <pc:grpChg chg="add mod">
          <ac:chgData name="Rolando E. Montero A." userId="db44b2c1daed2876" providerId="LiveId" clId="{96DC7B3C-B36E-4096-96AE-82BFD4D77F40}" dt="2020-10-19T02:37:52.180" v="792" actId="1076"/>
          <ac:grpSpMkLst>
            <pc:docMk/>
            <pc:sldMk cId="1333520591" sldId="257"/>
            <ac:grpSpMk id="58" creationId="{214B6FFF-B1F3-466A-B71E-FB3A1CFB5AE6}"/>
          </ac:grpSpMkLst>
        </pc:grpChg>
        <pc:graphicFrameChg chg="add del mod modGraphic">
          <ac:chgData name="Rolando E. Montero A." userId="db44b2c1daed2876" providerId="LiveId" clId="{96DC7B3C-B36E-4096-96AE-82BFD4D77F40}" dt="2020-10-19T13:07:48.816" v="1799" actId="478"/>
          <ac:graphicFrameMkLst>
            <pc:docMk/>
            <pc:sldMk cId="1333520591" sldId="257"/>
            <ac:graphicFrameMk id="3" creationId="{4C415883-25F9-47A1-987C-5AE1C74390EC}"/>
          </ac:graphicFrameMkLst>
        </pc:graphicFrameChg>
        <pc:graphicFrameChg chg="add del mod ord modGraphic">
          <ac:chgData name="Rolando E. Montero A." userId="db44b2c1daed2876" providerId="LiveId" clId="{96DC7B3C-B36E-4096-96AE-82BFD4D77F40}" dt="2020-10-19T16:11:48.248" v="2325" actId="478"/>
          <ac:graphicFrameMkLst>
            <pc:docMk/>
            <pc:sldMk cId="1333520591" sldId="257"/>
            <ac:graphicFrameMk id="3" creationId="{ECEF2036-4064-4F4B-8796-EC638F7BEAA6}"/>
          </ac:graphicFrameMkLst>
        </pc:graphicFrameChg>
        <pc:graphicFrameChg chg="add del mod ord modGraphic">
          <ac:chgData name="Rolando E. Montero A." userId="db44b2c1daed2876" providerId="LiveId" clId="{96DC7B3C-B36E-4096-96AE-82BFD4D77F40}" dt="2020-10-19T13:12:47.146" v="1830" actId="478"/>
          <ac:graphicFrameMkLst>
            <pc:docMk/>
            <pc:sldMk cId="1333520591" sldId="257"/>
            <ac:graphicFrameMk id="11" creationId="{3FF0216D-78C6-4B41-AD0C-A22E2E5AE3CF}"/>
          </ac:graphicFrameMkLst>
        </pc:graphicFrameChg>
        <pc:graphicFrameChg chg="add del mod ord modGraphic">
          <ac:chgData name="Rolando E. Montero A." userId="db44b2c1daed2876" providerId="LiveId" clId="{96DC7B3C-B36E-4096-96AE-82BFD4D77F40}" dt="2020-10-19T13:10:10.257" v="1804" actId="478"/>
          <ac:graphicFrameMkLst>
            <pc:docMk/>
            <pc:sldMk cId="1333520591" sldId="257"/>
            <ac:graphicFrameMk id="13" creationId="{75A7BE58-31E4-4132-A68E-549DA12CBEA4}"/>
          </ac:graphicFrameMkLst>
        </pc:graphicFrameChg>
        <pc:picChg chg="add del mod">
          <ac:chgData name="Rolando E. Montero A." userId="db44b2c1daed2876" providerId="LiveId" clId="{96DC7B3C-B36E-4096-96AE-82BFD4D77F40}" dt="2020-10-18T17:14:01.488" v="44" actId="478"/>
          <ac:picMkLst>
            <pc:docMk/>
            <pc:sldMk cId="1333520591" sldId="257"/>
            <ac:picMk id="3" creationId="{BE5B27C6-05D2-444A-9396-8C1C1B711A49}"/>
          </ac:picMkLst>
        </pc:picChg>
        <pc:picChg chg="add del mod">
          <ac:chgData name="Rolando E. Montero A." userId="db44b2c1daed2876" providerId="LiveId" clId="{96DC7B3C-B36E-4096-96AE-82BFD4D77F40}" dt="2020-10-19T03:17:52.605" v="1194" actId="478"/>
          <ac:picMkLst>
            <pc:docMk/>
            <pc:sldMk cId="1333520591" sldId="257"/>
            <ac:picMk id="8" creationId="{71D36C71-21E4-4C98-8C60-9EECE1052B82}"/>
          </ac:picMkLst>
        </pc:picChg>
        <pc:picChg chg="del mod">
          <ac:chgData name="Rolando E. Montero A." userId="db44b2c1daed2876" providerId="LiveId" clId="{96DC7B3C-B36E-4096-96AE-82BFD4D77F40}" dt="2020-10-18T17:13:40.317" v="37" actId="478"/>
          <ac:picMkLst>
            <pc:docMk/>
            <pc:sldMk cId="1333520591" sldId="257"/>
            <ac:picMk id="8" creationId="{7F938A7E-6F45-421A-8C0A-6CAC51235546}"/>
          </ac:picMkLst>
        </pc:picChg>
        <pc:picChg chg="add del ord">
          <ac:chgData name="Rolando E. Montero A." userId="db44b2c1daed2876" providerId="LiveId" clId="{96DC7B3C-B36E-4096-96AE-82BFD4D77F40}" dt="2020-10-19T16:09:25.555" v="2312" actId="478"/>
          <ac:picMkLst>
            <pc:docMk/>
            <pc:sldMk cId="1333520591" sldId="257"/>
            <ac:picMk id="12" creationId="{6B96955E-8B28-413A-821B-E2A3F6608947}"/>
          </ac:picMkLst>
        </pc:picChg>
        <pc:picChg chg="add del mod ord">
          <ac:chgData name="Rolando E. Montero A." userId="db44b2c1daed2876" providerId="LiveId" clId="{96DC7B3C-B36E-4096-96AE-82BFD4D77F40}" dt="2020-10-19T16:09:24.245" v="2311" actId="478"/>
          <ac:picMkLst>
            <pc:docMk/>
            <pc:sldMk cId="1333520591" sldId="257"/>
            <ac:picMk id="16" creationId="{E7CB5D1F-30D1-449C-A30F-8726B4718894}"/>
          </ac:picMkLst>
        </pc:picChg>
        <pc:picChg chg="add del mod">
          <ac:chgData name="Rolando E. Montero A." userId="db44b2c1daed2876" providerId="LiveId" clId="{96DC7B3C-B36E-4096-96AE-82BFD4D77F40}" dt="2020-10-19T02:38:16.622" v="793" actId="478"/>
          <ac:picMkLst>
            <pc:docMk/>
            <pc:sldMk cId="1333520591" sldId="257"/>
            <ac:picMk id="29" creationId="{8001B4DF-1A3B-4824-B938-E36A554847E6}"/>
          </ac:picMkLst>
        </pc:picChg>
        <pc:cxnChg chg="add del mod">
          <ac:chgData name="Rolando E. Montero A." userId="db44b2c1daed2876" providerId="LiveId" clId="{96DC7B3C-B36E-4096-96AE-82BFD4D77F40}" dt="2020-10-18T17:23:19.125" v="130" actId="478"/>
          <ac:cxnSpMkLst>
            <pc:docMk/>
            <pc:sldMk cId="1333520591" sldId="257"/>
            <ac:cxnSpMk id="17" creationId="{E6DB75F5-670D-4A11-BF0F-A5A637414B34}"/>
          </ac:cxnSpMkLst>
        </pc:cxnChg>
        <pc:cxnChg chg="add del mod">
          <ac:chgData name="Rolando E. Montero A." userId="db44b2c1daed2876" providerId="LiveId" clId="{96DC7B3C-B36E-4096-96AE-82BFD4D77F40}" dt="2020-10-18T17:23:19.125" v="130" actId="478"/>
          <ac:cxnSpMkLst>
            <pc:docMk/>
            <pc:sldMk cId="1333520591" sldId="257"/>
            <ac:cxnSpMk id="18" creationId="{DA77442F-5C2E-469F-99F5-74F5D925A261}"/>
          </ac:cxnSpMkLst>
        </pc:cxnChg>
      </pc:sldChg>
      <pc:sldChg chg="addSp modSp mod modTransition setBg">
        <pc:chgData name="Rolando E. Montero A." userId="db44b2c1daed2876" providerId="LiveId" clId="{96DC7B3C-B36E-4096-96AE-82BFD4D77F40}" dt="2020-10-19T18:11:25.229" v="2630"/>
        <pc:sldMkLst>
          <pc:docMk/>
          <pc:sldMk cId="2499229648" sldId="258"/>
        </pc:sldMkLst>
        <pc:spChg chg="add">
          <ac:chgData name="Rolando E. Montero A." userId="db44b2c1daed2876" providerId="LiveId" clId="{96DC7B3C-B36E-4096-96AE-82BFD4D77F40}" dt="2020-10-19T03:02:53.455" v="1062" actId="26606"/>
          <ac:spMkLst>
            <pc:docMk/>
            <pc:sldMk cId="2499229648" sldId="258"/>
            <ac:spMk id="8" creationId="{57845966-6EFC-468A-9CC7-BAB4B95854E7}"/>
          </ac:spMkLst>
        </pc:spChg>
        <pc:spChg chg="add">
          <ac:chgData name="Rolando E. Montero A." userId="db44b2c1daed2876" providerId="LiveId" clId="{96DC7B3C-B36E-4096-96AE-82BFD4D77F40}" dt="2020-10-19T03:02:53.455" v="1062" actId="26606"/>
          <ac:spMkLst>
            <pc:docMk/>
            <pc:sldMk cId="2499229648" sldId="258"/>
            <ac:spMk id="12" creationId="{ADAD1991-FFD1-4E94-ABAB-7560D33008E4}"/>
          </ac:spMkLst>
        </pc:spChg>
        <pc:graphicFrameChg chg="add mod modGraphic">
          <ac:chgData name="Rolando E. Montero A." userId="db44b2c1daed2876" providerId="LiveId" clId="{96DC7B3C-B36E-4096-96AE-82BFD4D77F40}" dt="2020-10-19T12:07:42.552" v="1436" actId="27116"/>
          <ac:graphicFrameMkLst>
            <pc:docMk/>
            <pc:sldMk cId="2499229648" sldId="258"/>
            <ac:graphicFrameMk id="4" creationId="{4D1F6BE9-2AAA-4D4A-B253-F97861FA908C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03:10:42.088" v="1142" actId="1076"/>
          <ac:graphicFrameMkLst>
            <pc:docMk/>
            <pc:sldMk cId="2499229648" sldId="258"/>
            <ac:graphicFrameMk id="5" creationId="{84E364BD-AF54-4245-89DE-4959F92249F8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03:16:36.965" v="1193" actId="27116"/>
          <ac:graphicFrameMkLst>
            <pc:docMk/>
            <pc:sldMk cId="2499229648" sldId="258"/>
            <ac:graphicFrameMk id="7" creationId="{8E7E6D27-58B1-47CE-8410-5BA10D9D80F6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12:07:47.960" v="1437" actId="27116"/>
          <ac:graphicFrameMkLst>
            <pc:docMk/>
            <pc:sldMk cId="2499229648" sldId="258"/>
            <ac:graphicFrameMk id="9" creationId="{E4180A74-7305-4B97-89B7-3FA718260B66}"/>
          </ac:graphicFrameMkLst>
        </pc:graphicFrameChg>
        <pc:picChg chg="add mod">
          <ac:chgData name="Rolando E. Montero A." userId="db44b2c1daed2876" providerId="LiveId" clId="{96DC7B3C-B36E-4096-96AE-82BFD4D77F40}" dt="2020-10-19T03:08:15.931" v="1123" actId="1076"/>
          <ac:picMkLst>
            <pc:docMk/>
            <pc:sldMk cId="2499229648" sldId="258"/>
            <ac:picMk id="3" creationId="{5ED9EA91-802D-4A10-9460-69AF60F3B2E7}"/>
          </ac:picMkLst>
        </pc:picChg>
        <pc:picChg chg="add">
          <ac:chgData name="Rolando E. Montero A." userId="db44b2c1daed2876" providerId="LiveId" clId="{96DC7B3C-B36E-4096-96AE-82BFD4D77F40}" dt="2020-10-19T03:02:53.455" v="1062" actId="26606"/>
          <ac:picMkLst>
            <pc:docMk/>
            <pc:sldMk cId="2499229648" sldId="258"/>
            <ac:picMk id="10" creationId="{75554383-98AF-4A47-BB65-705FAAA4BE6A}"/>
          </ac:picMkLst>
        </pc:picChg>
      </pc:sldChg>
      <pc:sldChg chg="delSp modSp add mod modTransition delAnim modAnim">
        <pc:chgData name="Rolando E. Montero A." userId="db44b2c1daed2876" providerId="LiveId" clId="{96DC7B3C-B36E-4096-96AE-82BFD4D77F40}" dt="2020-10-19T18:11:25.229" v="2630"/>
        <pc:sldMkLst>
          <pc:docMk/>
          <pc:sldMk cId="1183226424" sldId="259"/>
        </pc:sldMkLst>
        <pc:spChg chg="mod">
          <ac:chgData name="Rolando E. Montero A." userId="db44b2c1daed2876" providerId="LiveId" clId="{96DC7B3C-B36E-4096-96AE-82BFD4D77F40}" dt="2020-10-19T14:21:13.219" v="2302" actId="14100"/>
          <ac:spMkLst>
            <pc:docMk/>
            <pc:sldMk cId="1183226424" sldId="259"/>
            <ac:spMk id="10" creationId="{D53FD8C3-DC24-4986-840A-DF583E02D933}"/>
          </ac:spMkLst>
        </pc:spChg>
        <pc:picChg chg="del">
          <ac:chgData name="Rolando E. Montero A." userId="db44b2c1daed2876" providerId="LiveId" clId="{96DC7B3C-B36E-4096-96AE-82BFD4D77F40}" dt="2020-10-19T02:23:35.568" v="495" actId="478"/>
          <ac:picMkLst>
            <pc:docMk/>
            <pc:sldMk cId="1183226424" sldId="259"/>
            <ac:picMk id="29" creationId="{8001B4DF-1A3B-4824-B938-E36A554847E6}"/>
          </ac:picMkLst>
        </pc:picChg>
      </pc:sldChg>
      <pc:sldChg chg="modSp add mod ord modTransition setBg">
        <pc:chgData name="Rolando E. Montero A." userId="db44b2c1daed2876" providerId="LiveId" clId="{96DC7B3C-B36E-4096-96AE-82BFD4D77F40}" dt="2020-10-19T18:11:25.229" v="2630"/>
        <pc:sldMkLst>
          <pc:docMk/>
          <pc:sldMk cId="335430894" sldId="261"/>
        </pc:sldMkLst>
        <pc:spChg chg="mod">
          <ac:chgData name="Rolando E. Montero A." userId="db44b2c1daed2876" providerId="LiveId" clId="{96DC7B3C-B36E-4096-96AE-82BFD4D77F40}" dt="2020-10-19T17:42:50.621" v="2442" actId="403"/>
          <ac:spMkLst>
            <pc:docMk/>
            <pc:sldMk cId="335430894" sldId="261"/>
            <ac:spMk id="2" creationId="{0F4194F5-20A7-46B0-B0CF-E32939C0221D}"/>
          </ac:spMkLst>
        </pc:spChg>
        <pc:spChg chg="mod">
          <ac:chgData name="Rolando E. Montero A." userId="db44b2c1daed2876" providerId="LiveId" clId="{96DC7B3C-B36E-4096-96AE-82BFD4D77F40}" dt="2020-10-19T17:43:05.633" v="2443" actId="14100"/>
          <ac:spMkLst>
            <pc:docMk/>
            <pc:sldMk cId="335430894" sldId="261"/>
            <ac:spMk id="3" creationId="{0C0E0CF8-274A-4FF6-AE56-2B56FC603C05}"/>
          </ac:spMkLst>
        </pc:spChg>
        <pc:spChg chg="mod">
          <ac:chgData name="Rolando E. Montero A." userId="db44b2c1daed2876" providerId="LiveId" clId="{96DC7B3C-B36E-4096-96AE-82BFD4D77F40}" dt="2020-10-19T13:19:40.184" v="1871" actId="207"/>
          <ac:spMkLst>
            <pc:docMk/>
            <pc:sldMk cId="335430894" sldId="261"/>
            <ac:spMk id="6" creationId="{DB76927B-27EB-43BE-BC89-9FA170395228}"/>
          </ac:spMkLst>
        </pc:spChg>
        <pc:graphicFrameChg chg="mod modGraphic">
          <ac:chgData name="Rolando E. Montero A." userId="db44b2c1daed2876" providerId="LiveId" clId="{96DC7B3C-B36E-4096-96AE-82BFD4D77F40}" dt="2020-10-19T17:43:15.420" v="2444" actId="1076"/>
          <ac:graphicFrameMkLst>
            <pc:docMk/>
            <pc:sldMk cId="335430894" sldId="261"/>
            <ac:graphicFrameMk id="5" creationId="{18955DD8-06D0-4FDC-82EA-6A7A764C191D}"/>
          </ac:graphicFrameMkLst>
        </pc:graphicFrameChg>
      </pc:sldChg>
      <pc:sldChg chg="addSp delSp modSp mod modTransition setBg delAnim modAnim">
        <pc:chgData name="Rolando E. Montero A." userId="db44b2c1daed2876" providerId="LiveId" clId="{96DC7B3C-B36E-4096-96AE-82BFD4D77F40}" dt="2020-10-19T18:11:25.229" v="2630"/>
        <pc:sldMkLst>
          <pc:docMk/>
          <pc:sldMk cId="4070272671" sldId="262"/>
        </pc:sldMkLst>
        <pc:spChg chg="add del mod">
          <ac:chgData name="Rolando E. Montero A." userId="db44b2c1daed2876" providerId="LiveId" clId="{96DC7B3C-B36E-4096-96AE-82BFD4D77F40}" dt="2020-10-19T12:56:54.658" v="1726" actId="1076"/>
          <ac:spMkLst>
            <pc:docMk/>
            <pc:sldMk cId="4070272671" sldId="262"/>
            <ac:spMk id="2" creationId="{0F4194F5-20A7-46B0-B0CF-E32939C0221D}"/>
          </ac:spMkLst>
        </pc:spChg>
        <pc:spChg chg="del mod">
          <ac:chgData name="Rolando E. Montero A." userId="db44b2c1daed2876" providerId="LiveId" clId="{96DC7B3C-B36E-4096-96AE-82BFD4D77F40}" dt="2020-10-19T12:47:26.963" v="1551" actId="478"/>
          <ac:spMkLst>
            <pc:docMk/>
            <pc:sldMk cId="4070272671" sldId="262"/>
            <ac:spMk id="3" creationId="{77A2A50A-17FD-4549-9D6B-C66AFF4DBB6C}"/>
          </ac:spMkLst>
        </pc:spChg>
        <pc:spChg chg="del">
          <ac:chgData name="Rolando E. Montero A." userId="db44b2c1daed2876" providerId="LiveId" clId="{96DC7B3C-B36E-4096-96AE-82BFD4D77F40}" dt="2020-10-19T12:47:31.168" v="1552" actId="478"/>
          <ac:spMkLst>
            <pc:docMk/>
            <pc:sldMk cId="4070272671" sldId="262"/>
            <ac:spMk id="4" creationId="{56DA35A3-3C99-485B-B78F-B8C16D08344B}"/>
          </ac:spMkLst>
        </pc:spChg>
        <pc:spChg chg="del">
          <ac:chgData name="Rolando E. Montero A." userId="db44b2c1daed2876" providerId="LiveId" clId="{96DC7B3C-B36E-4096-96AE-82BFD4D77F40}" dt="2020-10-19T12:47:31.168" v="1552" actId="478"/>
          <ac:spMkLst>
            <pc:docMk/>
            <pc:sldMk cId="4070272671" sldId="262"/>
            <ac:spMk id="5" creationId="{91B21DFD-B479-43EB-9D16-253533337D69}"/>
          </ac:spMkLst>
        </pc:spChg>
        <pc:spChg chg="del mod">
          <ac:chgData name="Rolando E. Montero A." userId="db44b2c1daed2876" providerId="LiveId" clId="{96DC7B3C-B36E-4096-96AE-82BFD4D77F40}" dt="2020-10-19T12:47:40.414" v="1554" actId="478"/>
          <ac:spMkLst>
            <pc:docMk/>
            <pc:sldMk cId="4070272671" sldId="262"/>
            <ac:spMk id="8" creationId="{5CCA20CC-7CCF-42E8-9F48-6280346F6EF5}"/>
          </ac:spMkLst>
        </pc:spChg>
        <pc:spChg chg="del mod">
          <ac:chgData name="Rolando E. Montero A." userId="db44b2c1daed2876" providerId="LiveId" clId="{96DC7B3C-B36E-4096-96AE-82BFD4D77F40}" dt="2020-10-19T12:47:40.414" v="1554" actId="478"/>
          <ac:spMkLst>
            <pc:docMk/>
            <pc:sldMk cId="4070272671" sldId="262"/>
            <ac:spMk id="9" creationId="{8F4B9D10-59FF-4405-B5AA-CEA9EE2AAF4F}"/>
          </ac:spMkLst>
        </pc:spChg>
        <pc:spChg chg="del mod">
          <ac:chgData name="Rolando E. Montero A." userId="db44b2c1daed2876" providerId="LiveId" clId="{96DC7B3C-B36E-4096-96AE-82BFD4D77F40}" dt="2020-10-19T12:47:15.897" v="1549" actId="478"/>
          <ac:spMkLst>
            <pc:docMk/>
            <pc:sldMk cId="4070272671" sldId="262"/>
            <ac:spMk id="11" creationId="{1D6A49FE-F9C2-407C-96DB-2727EE79A2D4}"/>
          </ac:spMkLst>
        </pc:spChg>
        <pc:spChg chg="add del mod">
          <ac:chgData name="Rolando E. Montero A." userId="db44b2c1daed2876" providerId="LiveId" clId="{96DC7B3C-B36E-4096-96AE-82BFD4D77F40}" dt="2020-10-19T12:47:31.168" v="1552" actId="478"/>
          <ac:spMkLst>
            <pc:docMk/>
            <pc:sldMk cId="4070272671" sldId="262"/>
            <ac:spMk id="15" creationId="{4CDF0ED2-7E33-4A7F-9AA6-7528980609AF}"/>
          </ac:spMkLst>
        </pc:spChg>
        <pc:spChg chg="add del mod">
          <ac:chgData name="Rolando E. Montero A." userId="db44b2c1daed2876" providerId="LiveId" clId="{96DC7B3C-B36E-4096-96AE-82BFD4D77F40}" dt="2020-10-19T12:52:57.500" v="1673" actId="478"/>
          <ac:spMkLst>
            <pc:docMk/>
            <pc:sldMk cId="4070272671" sldId="262"/>
            <ac:spMk id="21" creationId="{87395AB5-120E-45B7-940E-BDFEEB523716}"/>
          </ac:spMkLst>
        </pc:spChg>
        <pc:graphicFrameChg chg="add mod modGraphic">
          <ac:chgData name="Rolando E. Montero A." userId="db44b2c1daed2876" providerId="LiveId" clId="{96DC7B3C-B36E-4096-96AE-82BFD4D77F40}" dt="2020-10-19T12:59:17.812" v="1756" actId="1076"/>
          <ac:graphicFrameMkLst>
            <pc:docMk/>
            <pc:sldMk cId="4070272671" sldId="262"/>
            <ac:graphicFrameMk id="17" creationId="{34B10A87-FF41-4D5E-ACE0-D5EC0F0E95A1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12:58:52.172" v="1750" actId="688"/>
          <ac:graphicFrameMkLst>
            <pc:docMk/>
            <pc:sldMk cId="4070272671" sldId="262"/>
            <ac:graphicFrameMk id="19" creationId="{D8D64158-E6E9-47EB-8F97-8E67E271F4A1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12:58:25.715" v="1745"/>
          <ac:graphicFrameMkLst>
            <pc:docMk/>
            <pc:sldMk cId="4070272671" sldId="262"/>
            <ac:graphicFrameMk id="23" creationId="{044D20D9-33F5-429C-B13E-555759489A6B}"/>
          </ac:graphicFrameMkLst>
        </pc:graphicFrameChg>
        <pc:picChg chg="add mod">
          <ac:chgData name="Rolando E. Montero A." userId="db44b2c1daed2876" providerId="LiveId" clId="{96DC7B3C-B36E-4096-96AE-82BFD4D77F40}" dt="2020-10-19T12:56:57.932" v="1727" actId="1076"/>
          <ac:picMkLst>
            <pc:docMk/>
            <pc:sldMk cId="4070272671" sldId="262"/>
            <ac:picMk id="24" creationId="{15D872A6-FE74-4A85-96D0-3DF6F74BE25A}"/>
          </ac:picMkLst>
        </pc:picChg>
        <pc:cxnChg chg="del">
          <ac:chgData name="Rolando E. Montero A." userId="db44b2c1daed2876" providerId="LiveId" clId="{96DC7B3C-B36E-4096-96AE-82BFD4D77F40}" dt="2020-10-19T12:47:31.168" v="1552" actId="478"/>
          <ac:cxnSpMkLst>
            <pc:docMk/>
            <pc:sldMk cId="4070272671" sldId="262"/>
            <ac:cxnSpMk id="7" creationId="{8DD06A15-756A-49BB-A997-352E7E34B778}"/>
          </ac:cxnSpMkLst>
        </pc:cxnChg>
        <pc:cxnChg chg="del mod">
          <ac:chgData name="Rolando E. Montero A." userId="db44b2c1daed2876" providerId="LiveId" clId="{96DC7B3C-B36E-4096-96AE-82BFD4D77F40}" dt="2020-10-19T12:47:40.414" v="1554" actId="478"/>
          <ac:cxnSpMkLst>
            <pc:docMk/>
            <pc:sldMk cId="4070272671" sldId="262"/>
            <ac:cxnSpMk id="26" creationId="{7B732378-814F-4194-BEED-452019ABF5AF}"/>
          </ac:cxnSpMkLst>
        </pc:cxnChg>
        <pc:cxnChg chg="del mod">
          <ac:chgData name="Rolando E. Montero A." userId="db44b2c1daed2876" providerId="LiveId" clId="{96DC7B3C-B36E-4096-96AE-82BFD4D77F40}" dt="2020-10-19T12:47:20.525" v="1550" actId="478"/>
          <ac:cxnSpMkLst>
            <pc:docMk/>
            <pc:sldMk cId="4070272671" sldId="262"/>
            <ac:cxnSpMk id="28" creationId="{27374419-A495-41EA-AE8A-A225652C57AB}"/>
          </ac:cxnSpMkLst>
        </pc:cxnChg>
      </pc:sldChg>
      <pc:sldChg chg="addSp modSp new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1781679521" sldId="263"/>
        </pc:sldMkLst>
        <pc:spChg chg="add mod">
          <ac:chgData name="Rolando E. Montero A." userId="db44b2c1daed2876" providerId="LiveId" clId="{96DC7B3C-B36E-4096-96AE-82BFD4D77F40}" dt="2020-10-19T11:50:00.925" v="1318" actId="1076"/>
          <ac:spMkLst>
            <pc:docMk/>
            <pc:sldMk cId="1781679521" sldId="263"/>
            <ac:spMk id="2" creationId="{EA05E5F1-E657-432D-B863-02C07B7BBFA1}"/>
          </ac:spMkLst>
        </pc:spChg>
        <pc:picChg chg="add mod">
          <ac:chgData name="Rolando E. Montero A." userId="db44b2c1daed2876" providerId="LiveId" clId="{96DC7B3C-B36E-4096-96AE-82BFD4D77F40}" dt="2020-10-19T11:45:30.601" v="1287" actId="14861"/>
          <ac:picMkLst>
            <pc:docMk/>
            <pc:sldMk cId="1781679521" sldId="263"/>
            <ac:picMk id="4" creationId="{CBB44BA7-8AD4-427E-B441-A6556EA4985C}"/>
          </ac:picMkLst>
        </pc:picChg>
      </pc:sldChg>
      <pc:sldChg chg="addSp modSp new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1995602641" sldId="264"/>
        </pc:sldMkLst>
        <pc:spChg chg="add mod">
          <ac:chgData name="Rolando E. Montero A." userId="db44b2c1daed2876" providerId="LiveId" clId="{96DC7B3C-B36E-4096-96AE-82BFD4D77F40}" dt="2020-10-19T03:14:37.671" v="1176" actId="20577"/>
          <ac:spMkLst>
            <pc:docMk/>
            <pc:sldMk cId="1995602641" sldId="264"/>
            <ac:spMk id="2" creationId="{780A106D-AD3B-4D18-9EE9-91A14DA6B007}"/>
          </ac:spMkLst>
        </pc:spChg>
        <pc:picChg chg="add mod">
          <ac:chgData name="Rolando E. Montero A." userId="db44b2c1daed2876" providerId="LiveId" clId="{96DC7B3C-B36E-4096-96AE-82BFD4D77F40}" dt="2020-10-19T11:45:13.129" v="1284" actId="14861"/>
          <ac:picMkLst>
            <pc:docMk/>
            <pc:sldMk cId="1995602641" sldId="264"/>
            <ac:picMk id="4" creationId="{CA84CBCD-8250-472B-87FD-D7DCB420684D}"/>
          </ac:picMkLst>
        </pc:picChg>
      </pc:sldChg>
      <pc:sldChg chg="addSp modSp new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2047028195" sldId="265"/>
        </pc:sldMkLst>
        <pc:spChg chg="add mod">
          <ac:chgData name="Rolando E. Montero A." userId="db44b2c1daed2876" providerId="LiveId" clId="{96DC7B3C-B36E-4096-96AE-82BFD4D77F40}" dt="2020-10-19T18:05:23.998" v="2574" actId="6549"/>
          <ac:spMkLst>
            <pc:docMk/>
            <pc:sldMk cId="2047028195" sldId="265"/>
            <ac:spMk id="2" creationId="{6475F359-7281-4005-B14C-9AC7A05A02A0}"/>
          </ac:spMkLst>
        </pc:spChg>
        <pc:picChg chg="add mod">
          <ac:chgData name="Rolando E. Montero A." userId="db44b2c1daed2876" providerId="LiveId" clId="{96DC7B3C-B36E-4096-96AE-82BFD4D77F40}" dt="2020-10-19T11:45:47.023" v="1288" actId="14100"/>
          <ac:picMkLst>
            <pc:docMk/>
            <pc:sldMk cId="2047028195" sldId="265"/>
            <ac:picMk id="4" creationId="{3E5F40B3-1A6E-462A-B444-0565783A7CAF}"/>
          </ac:picMkLst>
        </pc:picChg>
      </pc:sldChg>
      <pc:sldChg chg="addSp modSp new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1154371121" sldId="266"/>
        </pc:sldMkLst>
        <pc:spChg chg="add mod ord">
          <ac:chgData name="Rolando E. Montero A." userId="db44b2c1daed2876" providerId="LiveId" clId="{96DC7B3C-B36E-4096-96AE-82BFD4D77F40}" dt="2020-10-19T17:58:52.068" v="2542" actId="20577"/>
          <ac:spMkLst>
            <pc:docMk/>
            <pc:sldMk cId="1154371121" sldId="266"/>
            <ac:spMk id="4" creationId="{E6B02CFA-8AC0-48AB-916D-1E7252BE0EFF}"/>
          </ac:spMkLst>
        </pc:spChg>
        <pc:picChg chg="add mod">
          <ac:chgData name="Rolando E. Montero A." userId="db44b2c1daed2876" providerId="LiveId" clId="{96DC7B3C-B36E-4096-96AE-82BFD4D77F40}" dt="2020-10-19T11:44:51.924" v="1281" actId="1076"/>
          <ac:picMkLst>
            <pc:docMk/>
            <pc:sldMk cId="1154371121" sldId="266"/>
            <ac:picMk id="3" creationId="{3528544F-8D7C-4950-A872-EF245D163A55}"/>
          </ac:picMkLst>
        </pc:picChg>
      </pc:sldChg>
      <pc:sldChg chg="addSp delSp modSp new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4133689767" sldId="267"/>
        </pc:sldMkLst>
        <pc:spChg chg="del">
          <ac:chgData name="Rolando E. Montero A." userId="db44b2c1daed2876" providerId="LiveId" clId="{96DC7B3C-B36E-4096-96AE-82BFD4D77F40}" dt="2020-10-19T11:56:47.339" v="1356" actId="478"/>
          <ac:spMkLst>
            <pc:docMk/>
            <pc:sldMk cId="4133689767" sldId="267"/>
            <ac:spMk id="2" creationId="{36A3469A-048D-43FF-B4BF-8F24ACE831B5}"/>
          </ac:spMkLst>
        </pc:spChg>
        <pc:spChg chg="del">
          <ac:chgData name="Rolando E. Montero A." userId="db44b2c1daed2876" providerId="LiveId" clId="{96DC7B3C-B36E-4096-96AE-82BFD4D77F40}" dt="2020-10-19T11:56:16.114" v="1350"/>
          <ac:spMkLst>
            <pc:docMk/>
            <pc:sldMk cId="4133689767" sldId="267"/>
            <ac:spMk id="3" creationId="{71465705-4DB0-4493-962C-7FF554730E85}"/>
          </ac:spMkLst>
        </pc:spChg>
        <pc:spChg chg="add del mod">
          <ac:chgData name="Rolando E. Montero A." userId="db44b2c1daed2876" providerId="LiveId" clId="{96DC7B3C-B36E-4096-96AE-82BFD4D77F40}" dt="2020-10-19T11:56:42.996" v="1355" actId="478"/>
          <ac:spMkLst>
            <pc:docMk/>
            <pc:sldMk cId="4133689767" sldId="267"/>
            <ac:spMk id="7" creationId="{87A2FDE5-5396-43B6-96CB-2279F7D12BE2}"/>
          </ac:spMkLst>
        </pc:spChg>
        <pc:spChg chg="add mod">
          <ac:chgData name="Rolando E. Montero A." userId="db44b2c1daed2876" providerId="LiveId" clId="{96DC7B3C-B36E-4096-96AE-82BFD4D77F40}" dt="2020-10-19T12:42:05.648" v="1492" actId="14100"/>
          <ac:spMkLst>
            <pc:docMk/>
            <pc:sldMk cId="4133689767" sldId="267"/>
            <ac:spMk id="9" creationId="{246C97AE-5DCE-492C-B052-EC756EA71AB3}"/>
          </ac:spMkLst>
        </pc:spChg>
        <pc:spChg chg="add mod">
          <ac:chgData name="Rolando E. Montero A." userId="db44b2c1daed2876" providerId="LiveId" clId="{96DC7B3C-B36E-4096-96AE-82BFD4D77F40}" dt="2020-10-19T12:41:25.254" v="1488" actId="1076"/>
          <ac:spMkLst>
            <pc:docMk/>
            <pc:sldMk cId="4133689767" sldId="267"/>
            <ac:spMk id="10" creationId="{4BD272A2-794B-4F2B-8E9B-C73C6D39E8E5}"/>
          </ac:spMkLst>
        </pc:spChg>
        <pc:spChg chg="add mod">
          <ac:chgData name="Rolando E. Montero A." userId="db44b2c1daed2876" providerId="LiveId" clId="{96DC7B3C-B36E-4096-96AE-82BFD4D77F40}" dt="2020-10-19T12:42:05.648" v="1492" actId="14100"/>
          <ac:spMkLst>
            <pc:docMk/>
            <pc:sldMk cId="4133689767" sldId="267"/>
            <ac:spMk id="16" creationId="{68B95418-BA91-40B8-A5A1-0918CBC5A357}"/>
          </ac:spMkLst>
        </pc:spChg>
        <pc:spChg chg="add mod">
          <ac:chgData name="Rolando E. Montero A." userId="db44b2c1daed2876" providerId="LiveId" clId="{96DC7B3C-B36E-4096-96AE-82BFD4D77F40}" dt="2020-10-19T12:44:54.274" v="1538" actId="14100"/>
          <ac:spMkLst>
            <pc:docMk/>
            <pc:sldMk cId="4133689767" sldId="267"/>
            <ac:spMk id="17" creationId="{273F2B35-985A-407E-976B-35B5FE1F0D98}"/>
          </ac:spMkLst>
        </pc:spChg>
        <pc:picChg chg="add del mod">
          <ac:chgData name="Rolando E. Montero A." userId="db44b2c1daed2876" providerId="LiveId" clId="{96DC7B3C-B36E-4096-96AE-82BFD4D77F40}" dt="2020-10-19T11:56:39.225" v="1354" actId="478"/>
          <ac:picMkLst>
            <pc:docMk/>
            <pc:sldMk cId="4133689767" sldId="267"/>
            <ac:picMk id="5" creationId="{B71623A9-BE79-4F5B-96E7-C9F42445BA11}"/>
          </ac:picMkLst>
        </pc:picChg>
        <pc:picChg chg="add del mod">
          <ac:chgData name="Rolando E. Montero A." userId="db44b2c1daed2876" providerId="LiveId" clId="{96DC7B3C-B36E-4096-96AE-82BFD4D77F40}" dt="2020-10-19T12:00:08.321" v="1412"/>
          <ac:picMkLst>
            <pc:docMk/>
            <pc:sldMk cId="4133689767" sldId="267"/>
            <ac:picMk id="12" creationId="{BC2AC6D7-2E44-4CC8-88F3-A9B7BFE498AB}"/>
          </ac:picMkLst>
        </pc:picChg>
        <pc:picChg chg="add mod">
          <ac:chgData name="Rolando E. Montero A." userId="db44b2c1daed2876" providerId="LiveId" clId="{96DC7B3C-B36E-4096-96AE-82BFD4D77F40}" dt="2020-10-19T12:41:18.748" v="1487" actId="1076"/>
          <ac:picMkLst>
            <pc:docMk/>
            <pc:sldMk cId="4133689767" sldId="267"/>
            <ac:picMk id="14" creationId="{DB9E7D97-0305-4089-AC8B-C974B92DB3CE}"/>
          </ac:picMkLst>
        </pc:picChg>
        <pc:picChg chg="add del mod">
          <ac:chgData name="Rolando E. Montero A." userId="db44b2c1daed2876" providerId="LiveId" clId="{96DC7B3C-B36E-4096-96AE-82BFD4D77F40}" dt="2020-10-19T12:51:03.054" v="1621" actId="21"/>
          <ac:picMkLst>
            <pc:docMk/>
            <pc:sldMk cId="4133689767" sldId="267"/>
            <ac:picMk id="19" creationId="{1616698E-B4D4-4C35-9D82-0157C2853708}"/>
          </ac:picMkLst>
        </pc:picChg>
      </pc:sldChg>
      <pc:sldChg chg="new del">
        <pc:chgData name="Rolando E. Montero A." userId="db44b2c1daed2876" providerId="LiveId" clId="{96DC7B3C-B36E-4096-96AE-82BFD4D77F40}" dt="2020-10-19T13:17:44.138" v="1858" actId="47"/>
        <pc:sldMkLst>
          <pc:docMk/>
          <pc:sldMk cId="2951295925" sldId="268"/>
        </pc:sldMkLst>
      </pc:sldChg>
      <pc:sldChg chg="new del">
        <pc:chgData name="Rolando E. Montero A." userId="db44b2c1daed2876" providerId="LiveId" clId="{96DC7B3C-B36E-4096-96AE-82BFD4D77F40}" dt="2020-10-19T13:17:45.916" v="1859" actId="47"/>
        <pc:sldMkLst>
          <pc:docMk/>
          <pc:sldMk cId="2270518690" sldId="269"/>
        </pc:sldMkLst>
      </pc:sldChg>
      <pc:sldChg chg="new del">
        <pc:chgData name="Rolando E. Montero A." userId="db44b2c1daed2876" providerId="LiveId" clId="{96DC7B3C-B36E-4096-96AE-82BFD4D77F40}" dt="2020-10-19T13:17:46.772" v="1860" actId="47"/>
        <pc:sldMkLst>
          <pc:docMk/>
          <pc:sldMk cId="1009478966" sldId="270"/>
        </pc:sldMkLst>
      </pc:sldChg>
      <pc:sldChg chg="modSp add mod modTransition setBg">
        <pc:chgData name="Rolando E. Montero A." userId="db44b2c1daed2876" providerId="LiveId" clId="{96DC7B3C-B36E-4096-96AE-82BFD4D77F40}" dt="2020-10-19T18:11:25.229" v="2630"/>
        <pc:sldMkLst>
          <pc:docMk/>
          <pc:sldMk cId="3015928617" sldId="271"/>
        </pc:sldMkLst>
        <pc:spChg chg="mod">
          <ac:chgData name="Rolando E. Montero A." userId="db44b2c1daed2876" providerId="LiveId" clId="{96DC7B3C-B36E-4096-96AE-82BFD4D77F40}" dt="2020-10-19T12:46:27.432" v="1545" actId="1076"/>
          <ac:spMkLst>
            <pc:docMk/>
            <pc:sldMk cId="3015928617" sldId="271"/>
            <ac:spMk id="9" creationId="{246C97AE-5DCE-492C-B052-EC756EA71AB3}"/>
          </ac:spMkLst>
        </pc:spChg>
        <pc:spChg chg="mod">
          <ac:chgData name="Rolando E. Montero A." userId="db44b2c1daed2876" providerId="LiveId" clId="{96DC7B3C-B36E-4096-96AE-82BFD4D77F40}" dt="2020-10-19T12:46:21.658" v="1544" actId="1076"/>
          <ac:spMkLst>
            <pc:docMk/>
            <pc:sldMk cId="3015928617" sldId="271"/>
            <ac:spMk id="10" creationId="{4BD272A2-794B-4F2B-8E9B-C73C6D39E8E5}"/>
          </ac:spMkLst>
        </pc:spChg>
        <pc:picChg chg="mod">
          <ac:chgData name="Rolando E. Montero A." userId="db44b2c1daed2876" providerId="LiveId" clId="{96DC7B3C-B36E-4096-96AE-82BFD4D77F40}" dt="2020-10-19T12:46:11.578" v="1542" actId="1076"/>
          <ac:picMkLst>
            <pc:docMk/>
            <pc:sldMk cId="3015928617" sldId="271"/>
            <ac:picMk id="14" creationId="{DB9E7D97-0305-4089-AC8B-C974B92DB3CE}"/>
          </ac:picMkLst>
        </pc:picChg>
      </pc:sldChg>
      <pc:sldChg chg="modSp add mod modTransition setBg">
        <pc:chgData name="Rolando E. Montero A." userId="db44b2c1daed2876" providerId="LiveId" clId="{96DC7B3C-B36E-4096-96AE-82BFD4D77F40}" dt="2020-10-19T18:11:25.229" v="2630"/>
        <pc:sldMkLst>
          <pc:docMk/>
          <pc:sldMk cId="1972944817" sldId="272"/>
        </pc:sldMkLst>
        <pc:spChg chg="mod">
          <ac:chgData name="Rolando E. Montero A." userId="db44b2c1daed2876" providerId="LiveId" clId="{96DC7B3C-B36E-4096-96AE-82BFD4D77F40}" dt="2020-10-19T12:47:00.524" v="1548" actId="11"/>
          <ac:spMkLst>
            <pc:docMk/>
            <pc:sldMk cId="1972944817" sldId="272"/>
            <ac:spMk id="9" creationId="{246C97AE-5DCE-492C-B052-EC756EA71AB3}"/>
          </ac:spMkLst>
        </pc:spChg>
      </pc:sldChg>
      <pc:sldChg chg="addSp delSp modSp add mod modTransition modAnim">
        <pc:chgData name="Rolando E. Montero A." userId="db44b2c1daed2876" providerId="LiveId" clId="{96DC7B3C-B36E-4096-96AE-82BFD4D77F40}" dt="2020-10-19T18:13:36.487" v="2637" actId="20577"/>
        <pc:sldMkLst>
          <pc:docMk/>
          <pc:sldMk cId="3512128020" sldId="273"/>
        </pc:sldMkLst>
        <pc:spChg chg="mod">
          <ac:chgData name="Rolando E. Montero A." userId="db44b2c1daed2876" providerId="LiveId" clId="{96DC7B3C-B36E-4096-96AE-82BFD4D77F40}" dt="2020-10-19T16:30:03.137" v="2429" actId="688"/>
          <ac:spMkLst>
            <pc:docMk/>
            <pc:sldMk cId="3512128020" sldId="273"/>
            <ac:spMk id="4" creationId="{90134C29-BF80-4BC9-A1D2-B16773561294}"/>
          </ac:spMkLst>
        </pc:spChg>
        <pc:spChg chg="mod">
          <ac:chgData name="Rolando E. Montero A." userId="db44b2c1daed2876" providerId="LiveId" clId="{96DC7B3C-B36E-4096-96AE-82BFD4D77F40}" dt="2020-10-19T16:30:22.017" v="2432" actId="1076"/>
          <ac:spMkLst>
            <pc:docMk/>
            <pc:sldMk cId="3512128020" sldId="273"/>
            <ac:spMk id="5" creationId="{FA6D0E49-4158-4E36-BD33-9185BC9D5C48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6" creationId="{73315C36-700A-496E-BC4A-76BF6A09E367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7" creationId="{17FA5A84-260E-422F-8FDF-89B7B95823C4}"/>
          </ac:spMkLst>
        </pc:spChg>
        <pc:spChg chg="mod">
          <ac:chgData name="Rolando E. Montero A." userId="db44b2c1daed2876" providerId="LiveId" clId="{96DC7B3C-B36E-4096-96AE-82BFD4D77F40}" dt="2020-10-19T17:41:19.774" v="2433" actId="1076"/>
          <ac:spMkLst>
            <pc:docMk/>
            <pc:sldMk cId="3512128020" sldId="273"/>
            <ac:spMk id="9" creationId="{D0CBB836-5F1D-40CA-8265-ED34DDEEDBC8}"/>
          </ac:spMkLst>
        </pc:spChg>
        <pc:spChg chg="mod ord">
          <ac:chgData name="Rolando E. Montero A." userId="db44b2c1daed2876" providerId="LiveId" clId="{96DC7B3C-B36E-4096-96AE-82BFD4D77F40}" dt="2020-10-19T16:26:44.222" v="2415" actId="14100"/>
          <ac:spMkLst>
            <pc:docMk/>
            <pc:sldMk cId="3512128020" sldId="273"/>
            <ac:spMk id="10" creationId="{D53FD8C3-DC24-4986-840A-DF583E02D933}"/>
          </ac:spMkLst>
        </pc:spChg>
        <pc:spChg chg="mod">
          <ac:chgData name="Rolando E. Montero A." userId="db44b2c1daed2876" providerId="LiveId" clId="{96DC7B3C-B36E-4096-96AE-82BFD4D77F40}" dt="2020-10-19T16:30:03.137" v="2429" actId="688"/>
          <ac:spMkLst>
            <pc:docMk/>
            <pc:sldMk cId="3512128020" sldId="273"/>
            <ac:spMk id="15" creationId="{59E58E9B-24DF-4C2C-9877-0F67F150329F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20" creationId="{43E9DA80-2D6A-4D56-8BBA-5423DD8DEEDE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21" creationId="{5B852D28-3658-41D7-A23D-80FE04F601DA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22" creationId="{4AC0DD1F-BF20-4BDB-8F0C-6B6AAC13AEEB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23" creationId="{2FE6C826-3777-4649-B0F5-2154B1E6CCFD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24" creationId="{155839B6-677D-4430-AE93-2FDA8253BDF7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26" creationId="{27228C23-273B-4E12-83F1-E421E20AD20A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31" creationId="{73F8EC51-11A9-463C-A753-98E6ECD6CF5E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33" creationId="{FC807F77-8682-4807-A027-1B9E98213F94}"/>
          </ac:spMkLst>
        </pc:spChg>
        <pc:spChg chg="mod">
          <ac:chgData name="Rolando E. Montero A." userId="db44b2c1daed2876" providerId="LiveId" clId="{96DC7B3C-B36E-4096-96AE-82BFD4D77F40}" dt="2020-10-19T16:27:01.156" v="2418" actId="14100"/>
          <ac:spMkLst>
            <pc:docMk/>
            <pc:sldMk cId="3512128020" sldId="273"/>
            <ac:spMk id="34" creationId="{416A4A0A-71AB-4041-B787-A1B012D41126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35" creationId="{015D52EF-F322-4C5F-B8B6-B55E5C14528D}"/>
          </ac:spMkLst>
        </pc:spChg>
        <pc:spChg chg="mod">
          <ac:chgData name="Rolando E. Montero A." userId="db44b2c1daed2876" providerId="LiveId" clId="{96DC7B3C-B36E-4096-96AE-82BFD4D77F40}" dt="2020-10-19T18:13:36.487" v="2637" actId="20577"/>
          <ac:spMkLst>
            <pc:docMk/>
            <pc:sldMk cId="3512128020" sldId="273"/>
            <ac:spMk id="36" creationId="{0DCF100A-A48E-4F65-A349-9D83332BB297}"/>
          </ac:spMkLst>
        </pc:spChg>
        <pc:spChg chg="mod">
          <ac:chgData name="Rolando E. Montero A." userId="db44b2c1daed2876" providerId="LiveId" clId="{96DC7B3C-B36E-4096-96AE-82BFD4D77F40}" dt="2020-10-19T16:29:40.992" v="2426" actId="1036"/>
          <ac:spMkLst>
            <pc:docMk/>
            <pc:sldMk cId="3512128020" sldId="273"/>
            <ac:spMk id="37" creationId="{E8B3AC42-0581-4D77-925B-0815E493F92B}"/>
          </ac:spMkLst>
        </pc:spChg>
        <pc:spChg chg="mod">
          <ac:chgData name="Rolando E. Montero A." userId="db44b2c1daed2876" providerId="LiveId" clId="{96DC7B3C-B36E-4096-96AE-82BFD4D77F40}" dt="2020-10-19T16:30:12.487" v="2430" actId="1076"/>
          <ac:spMkLst>
            <pc:docMk/>
            <pc:sldMk cId="3512128020" sldId="273"/>
            <ac:spMk id="55" creationId="{C18F3888-CB30-4A76-874E-D02A8AB182B8}"/>
          </ac:spMkLst>
        </pc:spChg>
        <pc:spChg chg="mod">
          <ac:chgData name="Rolando E. Montero A." userId="db44b2c1daed2876" providerId="LiveId" clId="{96DC7B3C-B36E-4096-96AE-82BFD4D77F40}" dt="2020-10-19T16:30:17.520" v="2431" actId="1076"/>
          <ac:spMkLst>
            <pc:docMk/>
            <pc:sldMk cId="3512128020" sldId="273"/>
            <ac:spMk id="57" creationId="{1A071F5E-76D6-41FC-A4AB-79C57540D8B0}"/>
          </ac:spMkLst>
        </pc:spChg>
        <pc:grpChg chg="mod">
          <ac:chgData name="Rolando E. Montero A." userId="db44b2c1daed2876" providerId="LiveId" clId="{96DC7B3C-B36E-4096-96AE-82BFD4D77F40}" dt="2020-10-19T16:29:40.992" v="2426" actId="1036"/>
          <ac:grpSpMkLst>
            <pc:docMk/>
            <pc:sldMk cId="3512128020" sldId="273"/>
            <ac:grpSpMk id="53" creationId="{89E8B43D-7050-4E12-9DF7-A66682282C42}"/>
          </ac:grpSpMkLst>
        </pc:grpChg>
        <pc:grpChg chg="mod">
          <ac:chgData name="Rolando E. Montero A." userId="db44b2c1daed2876" providerId="LiveId" clId="{96DC7B3C-B36E-4096-96AE-82BFD4D77F40}" dt="2020-10-19T16:29:40.992" v="2426" actId="1036"/>
          <ac:grpSpMkLst>
            <pc:docMk/>
            <pc:sldMk cId="3512128020" sldId="273"/>
            <ac:grpSpMk id="58" creationId="{214B6FFF-B1F3-466A-B71E-FB3A1CFB5AE6}"/>
          </ac:grpSpMkLst>
        </pc:grpChg>
        <pc:graphicFrameChg chg="mod modGraphic">
          <ac:chgData name="Rolando E. Montero A." userId="db44b2c1daed2876" providerId="LiveId" clId="{96DC7B3C-B36E-4096-96AE-82BFD4D77F40}" dt="2020-10-19T16:29:40.992" v="2426" actId="1036"/>
          <ac:graphicFrameMkLst>
            <pc:docMk/>
            <pc:sldMk cId="3512128020" sldId="273"/>
            <ac:graphicFrameMk id="3" creationId="{4C415883-25F9-47A1-987C-5AE1C74390EC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16:27:43.661" v="2423" actId="1076"/>
          <ac:graphicFrameMkLst>
            <pc:docMk/>
            <pc:sldMk cId="3512128020" sldId="273"/>
            <ac:graphicFrameMk id="8" creationId="{542DEE52-6E9B-4781-9019-776FC8292BF9}"/>
          </ac:graphicFrameMkLst>
        </pc:graphicFrameChg>
        <pc:graphicFrameChg chg="add del mod ord modGraphic">
          <ac:chgData name="Rolando E. Montero A." userId="db44b2c1daed2876" providerId="LiveId" clId="{96DC7B3C-B36E-4096-96AE-82BFD4D77F40}" dt="2020-10-19T16:26:15.288" v="2409" actId="478"/>
          <ac:graphicFrameMkLst>
            <pc:docMk/>
            <pc:sldMk cId="3512128020" sldId="273"/>
            <ac:graphicFrameMk id="12" creationId="{35E2D057-4E03-4F01-875A-16083543882A}"/>
          </ac:graphicFrameMkLst>
        </pc:graphicFrameChg>
        <pc:graphicFrameChg chg="del">
          <ac:chgData name="Rolando E. Montero A." userId="db44b2c1daed2876" providerId="LiveId" clId="{96DC7B3C-B36E-4096-96AE-82BFD4D77F40}" dt="2020-10-19T13:07:29.520" v="1796" actId="478"/>
          <ac:graphicFrameMkLst>
            <pc:docMk/>
            <pc:sldMk cId="3512128020" sldId="273"/>
            <ac:graphicFrameMk id="13" creationId="{75A7BE58-31E4-4132-A68E-549DA12CBEA4}"/>
          </ac:graphicFrameMkLst>
        </pc:graphicFrameChg>
        <pc:picChg chg="add del mod ord">
          <ac:chgData name="Rolando E. Montero A." userId="db44b2c1daed2876" providerId="LiveId" clId="{96DC7B3C-B36E-4096-96AE-82BFD4D77F40}" dt="2020-10-19T13:14:06.582" v="1838" actId="478"/>
          <ac:picMkLst>
            <pc:docMk/>
            <pc:sldMk cId="3512128020" sldId="273"/>
            <ac:picMk id="8" creationId="{C56F1521-F6D5-4DDE-AB4A-7E08766D048C}"/>
          </ac:picMkLst>
        </pc:picChg>
        <pc:picChg chg="del ord">
          <ac:chgData name="Rolando E. Montero A." userId="db44b2c1daed2876" providerId="LiveId" clId="{96DC7B3C-B36E-4096-96AE-82BFD4D77F40}" dt="2020-10-19T16:26:18.635" v="2410" actId="478"/>
          <ac:picMkLst>
            <pc:docMk/>
            <pc:sldMk cId="3512128020" sldId="273"/>
            <ac:picMk id="16" creationId="{E7CB5D1F-30D1-449C-A30F-8726B4718894}"/>
          </ac:picMkLst>
        </pc:picChg>
      </pc:sldChg>
      <pc:sldChg chg="new del">
        <pc:chgData name="Rolando E. Montero A." userId="db44b2c1daed2876" providerId="LiveId" clId="{96DC7B3C-B36E-4096-96AE-82BFD4D77F40}" dt="2020-10-19T14:18:18.693" v="2242" actId="47"/>
        <pc:sldMkLst>
          <pc:docMk/>
          <pc:sldMk cId="153589761" sldId="274"/>
        </pc:sldMkLst>
      </pc:sldChg>
      <pc:sldChg chg="add del">
        <pc:chgData name="Rolando E. Montero A." userId="db44b2c1daed2876" providerId="LiveId" clId="{96DC7B3C-B36E-4096-96AE-82BFD4D77F40}" dt="2020-10-19T13:15:32.753" v="1849" actId="47"/>
        <pc:sldMkLst>
          <pc:docMk/>
          <pc:sldMk cId="3422345288" sldId="274"/>
        </pc:sldMkLst>
      </pc:sldChg>
      <pc:sldChg chg="addSp delSp modSp add mod modTransition setBg delAnim modAnim">
        <pc:chgData name="Rolando E. Montero A." userId="db44b2c1daed2876" providerId="LiveId" clId="{96DC7B3C-B36E-4096-96AE-82BFD4D77F40}" dt="2020-10-19T18:11:25.229" v="2630"/>
        <pc:sldMkLst>
          <pc:docMk/>
          <pc:sldMk cId="1916668681" sldId="275"/>
        </pc:sldMkLst>
        <pc:spChg chg="mod">
          <ac:chgData name="Rolando E. Montero A." userId="db44b2c1daed2876" providerId="LiveId" clId="{96DC7B3C-B36E-4096-96AE-82BFD4D77F40}" dt="2020-10-19T13:24:47.242" v="1893" actId="14100"/>
          <ac:spMkLst>
            <pc:docMk/>
            <pc:sldMk cId="1916668681" sldId="275"/>
            <ac:spMk id="2" creationId="{E6B97D7C-B5EC-4D97-B1B6-DFF62D28E776}"/>
          </ac:spMkLst>
        </pc:spChg>
        <pc:spChg chg="mod">
          <ac:chgData name="Rolando E. Montero A." userId="db44b2c1daed2876" providerId="LiveId" clId="{96DC7B3C-B36E-4096-96AE-82BFD4D77F40}" dt="2020-10-19T17:53:36.205" v="2474" actId="20577"/>
          <ac:spMkLst>
            <pc:docMk/>
            <pc:sldMk cId="1916668681" sldId="275"/>
            <ac:spMk id="3" creationId="{DF8B6B0A-E256-46E2-8399-791BCD54AEAC}"/>
          </ac:spMkLst>
        </pc:spChg>
        <pc:spChg chg="add mod">
          <ac:chgData name="Rolando E. Montero A." userId="db44b2c1daed2876" providerId="LiveId" clId="{96DC7B3C-B36E-4096-96AE-82BFD4D77F40}" dt="2020-10-19T13:35:18.489" v="1992" actId="1076"/>
          <ac:spMkLst>
            <pc:docMk/>
            <pc:sldMk cId="1916668681" sldId="275"/>
            <ac:spMk id="10" creationId="{ED617642-5B8B-4BC7-A76F-676E454E5B4D}"/>
          </ac:spMkLst>
        </pc:spChg>
        <pc:spChg chg="add">
          <ac:chgData name="Rolando E. Montero A." userId="db44b2c1daed2876" providerId="LiveId" clId="{96DC7B3C-B36E-4096-96AE-82BFD4D77F40}" dt="2020-10-19T13:24:09.533" v="1886" actId="26606"/>
          <ac:spMkLst>
            <pc:docMk/>
            <pc:sldMk cId="1916668681" sldId="275"/>
            <ac:spMk id="12" creationId="{33CD251C-A887-4D2F-925B-FC097198538B}"/>
          </ac:spMkLst>
        </pc:spChg>
        <pc:spChg chg="add">
          <ac:chgData name="Rolando E. Montero A." userId="db44b2c1daed2876" providerId="LiveId" clId="{96DC7B3C-B36E-4096-96AE-82BFD4D77F40}" dt="2020-10-19T13:24:09.533" v="1886" actId="26606"/>
          <ac:spMkLst>
            <pc:docMk/>
            <pc:sldMk cId="1916668681" sldId="275"/>
            <ac:spMk id="14" creationId="{3B2069EE-A08E-44F0-B3F9-3CF8CC2DCAD5}"/>
          </ac:spMkLst>
        </pc:spChg>
        <pc:grpChg chg="add">
          <ac:chgData name="Rolando E. Montero A." userId="db44b2c1daed2876" providerId="LiveId" clId="{96DC7B3C-B36E-4096-96AE-82BFD4D77F40}" dt="2020-10-19T13:24:09.533" v="1886" actId="26606"/>
          <ac:grpSpMkLst>
            <pc:docMk/>
            <pc:sldMk cId="1916668681" sldId="275"/>
            <ac:grpSpMk id="16" creationId="{9C6E8597-0CCE-4A8A-9326-AA52691A1C81}"/>
          </ac:grpSpMkLst>
        </pc:grpChg>
        <pc:graphicFrameChg chg="add del mod modGraphic">
          <ac:chgData name="Rolando E. Montero A." userId="db44b2c1daed2876" providerId="LiveId" clId="{96DC7B3C-B36E-4096-96AE-82BFD4D77F40}" dt="2020-10-19T13:39:08.577" v="2017" actId="478"/>
          <ac:graphicFrameMkLst>
            <pc:docMk/>
            <pc:sldMk cId="1916668681" sldId="275"/>
            <ac:graphicFrameMk id="9" creationId="{14965BA0-67E4-4352-B72D-8F05A1B6341C}"/>
          </ac:graphicFrameMkLst>
        </pc:graphicFrameChg>
        <pc:picChg chg="del mod ord">
          <ac:chgData name="Rolando E. Montero A." userId="db44b2c1daed2876" providerId="LiveId" clId="{96DC7B3C-B36E-4096-96AE-82BFD4D77F40}" dt="2020-10-19T13:26:11.148" v="1904" actId="478"/>
          <ac:picMkLst>
            <pc:docMk/>
            <pc:sldMk cId="1916668681" sldId="275"/>
            <ac:picMk id="4" creationId="{E5E3D941-6781-45DD-8D53-427D0401A569}"/>
          </ac:picMkLst>
        </pc:picChg>
        <pc:picChg chg="del mod">
          <ac:chgData name="Rolando E. Montero A." userId="db44b2c1daed2876" providerId="LiveId" clId="{96DC7B3C-B36E-4096-96AE-82BFD4D77F40}" dt="2020-10-19T13:26:08.177" v="1903" actId="478"/>
          <ac:picMkLst>
            <pc:docMk/>
            <pc:sldMk cId="1916668681" sldId="275"/>
            <ac:picMk id="5" creationId="{C93AA37E-5104-4361-9266-2BC8FB4F54B8}"/>
          </ac:picMkLst>
        </pc:picChg>
        <pc:picChg chg="add del mod ord">
          <ac:chgData name="Rolando E. Montero A." userId="db44b2c1daed2876" providerId="LiveId" clId="{96DC7B3C-B36E-4096-96AE-82BFD4D77F40}" dt="2020-10-19T13:27:46.676" v="1919" actId="478"/>
          <ac:picMkLst>
            <pc:docMk/>
            <pc:sldMk cId="1916668681" sldId="275"/>
            <ac:picMk id="7" creationId="{FFF9F6CB-739B-48B5-87AB-6AB941422793}"/>
          </ac:picMkLst>
        </pc:picChg>
        <pc:picChg chg="add del mod ord">
          <ac:chgData name="Rolando E. Montero A." userId="db44b2c1daed2876" providerId="LiveId" clId="{96DC7B3C-B36E-4096-96AE-82BFD4D77F40}" dt="2020-10-19T13:33:03.094" v="1954" actId="478"/>
          <ac:picMkLst>
            <pc:docMk/>
            <pc:sldMk cId="1916668681" sldId="275"/>
            <ac:picMk id="13" creationId="{609E2534-13B2-423D-A2C3-74CCBC74D49A}"/>
          </ac:picMkLst>
        </pc:picChg>
        <pc:picChg chg="add mod">
          <ac:chgData name="Rolando E. Montero A." userId="db44b2c1daed2876" providerId="LiveId" clId="{96DC7B3C-B36E-4096-96AE-82BFD4D77F40}" dt="2020-10-19T13:35:31.082" v="1995" actId="1076"/>
          <ac:picMkLst>
            <pc:docMk/>
            <pc:sldMk cId="1916668681" sldId="275"/>
            <ac:picMk id="15" creationId="{61EF6DB2-9B7E-4EF0-9EB1-0B413CFF8CE1}"/>
          </ac:picMkLst>
        </pc:picChg>
        <pc:picChg chg="add del mod">
          <ac:chgData name="Rolando E. Montero A." userId="db44b2c1daed2876" providerId="LiveId" clId="{96DC7B3C-B36E-4096-96AE-82BFD4D77F40}" dt="2020-10-19T13:32:25.149" v="1950" actId="478"/>
          <ac:picMkLst>
            <pc:docMk/>
            <pc:sldMk cId="1916668681" sldId="275"/>
            <ac:picMk id="19" creationId="{75141667-592A-41A9-91A7-288763A4A60E}"/>
          </ac:picMkLst>
        </pc:picChg>
        <pc:picChg chg="add mod">
          <ac:chgData name="Rolando E. Montero A." userId="db44b2c1daed2876" providerId="LiveId" clId="{96DC7B3C-B36E-4096-96AE-82BFD4D77F40}" dt="2020-10-19T13:35:23.784" v="1994" actId="1076"/>
          <ac:picMkLst>
            <pc:docMk/>
            <pc:sldMk cId="1916668681" sldId="275"/>
            <ac:picMk id="20" creationId="{C2293226-0313-408D-8CC1-1D1D956BD6CE}"/>
          </ac:picMkLst>
        </pc:picChg>
        <pc:picChg chg="add mod">
          <ac:chgData name="Rolando E. Montero A." userId="db44b2c1daed2876" providerId="LiveId" clId="{96DC7B3C-B36E-4096-96AE-82BFD4D77F40}" dt="2020-10-19T13:52:00.621" v="2071" actId="14100"/>
          <ac:picMkLst>
            <pc:docMk/>
            <pc:sldMk cId="1916668681" sldId="275"/>
            <ac:picMk id="22" creationId="{3F154CF3-C3A7-4271-B00F-61B6E799F836}"/>
          </ac:picMkLst>
        </pc:picChg>
      </pc:sldChg>
      <pc:sldChg chg="add del">
        <pc:chgData name="Rolando E. Montero A." userId="db44b2c1daed2876" providerId="LiveId" clId="{96DC7B3C-B36E-4096-96AE-82BFD4D77F40}" dt="2020-10-19T13:45:02.904" v="2046" actId="47"/>
        <pc:sldMkLst>
          <pc:docMk/>
          <pc:sldMk cId="4038582021" sldId="276"/>
        </pc:sldMkLst>
      </pc:sldChg>
      <pc:sldChg chg="addSp delSp modSp add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4234359720" sldId="277"/>
        </pc:sldMkLst>
        <pc:spChg chg="mod">
          <ac:chgData name="Rolando E. Montero A." userId="db44b2c1daed2876" providerId="LiveId" clId="{96DC7B3C-B36E-4096-96AE-82BFD4D77F40}" dt="2020-10-19T14:10:34.145" v="2164" actId="113"/>
          <ac:spMkLst>
            <pc:docMk/>
            <pc:sldMk cId="4234359720" sldId="277"/>
            <ac:spMk id="2" creationId="{79C84642-5EC8-482B-87D1-8BCDAE87C644}"/>
          </ac:spMkLst>
        </pc:spChg>
        <pc:spChg chg="mod ord">
          <ac:chgData name="Rolando E. Montero A." userId="db44b2c1daed2876" providerId="LiveId" clId="{96DC7B3C-B36E-4096-96AE-82BFD4D77F40}" dt="2020-10-19T14:10:14.691" v="2158" actId="2711"/>
          <ac:spMkLst>
            <pc:docMk/>
            <pc:sldMk cId="4234359720" sldId="277"/>
            <ac:spMk id="3" creationId="{35C4665C-4B44-44D8-A2FA-09B01FA643AC}"/>
          </ac:spMkLst>
        </pc:spChg>
        <pc:spChg chg="add del">
          <ac:chgData name="Rolando E. Montero A." userId="db44b2c1daed2876" providerId="LiveId" clId="{96DC7B3C-B36E-4096-96AE-82BFD4D77F40}" dt="2020-10-19T14:09:06.583" v="2131" actId="26606"/>
          <ac:spMkLst>
            <pc:docMk/>
            <pc:sldMk cId="4234359720" sldId="277"/>
            <ac:spMk id="10" creationId="{3CD9DF72-87A3-404E-A828-84CBF11A8303}"/>
          </ac:spMkLst>
        </pc:spChg>
        <pc:spChg chg="add del">
          <ac:chgData name="Rolando E. Montero A." userId="db44b2c1daed2876" providerId="LiveId" clId="{96DC7B3C-B36E-4096-96AE-82BFD4D77F40}" dt="2020-10-19T14:09:09.885" v="2133" actId="26606"/>
          <ac:spMkLst>
            <pc:docMk/>
            <pc:sldMk cId="4234359720" sldId="277"/>
            <ac:spMk id="14" creationId="{55D4142C-5077-457F-A6AD-3FECFDB39685}"/>
          </ac:spMkLst>
        </pc:spChg>
        <pc:spChg chg="add del">
          <ac:chgData name="Rolando E. Montero A." userId="db44b2c1daed2876" providerId="LiveId" clId="{96DC7B3C-B36E-4096-96AE-82BFD4D77F40}" dt="2020-10-19T14:09:09.885" v="2133" actId="26606"/>
          <ac:spMkLst>
            <pc:docMk/>
            <pc:sldMk cId="4234359720" sldId="277"/>
            <ac:spMk id="15" creationId="{8FC9BE17-9A7B-462D-AE50-3D8777387304}"/>
          </ac:spMkLst>
        </pc:spChg>
        <pc:spChg chg="add del">
          <ac:chgData name="Rolando E. Montero A." userId="db44b2c1daed2876" providerId="LiveId" clId="{96DC7B3C-B36E-4096-96AE-82BFD4D77F40}" dt="2020-10-19T14:09:09.885" v="2133" actId="26606"/>
          <ac:spMkLst>
            <pc:docMk/>
            <pc:sldMk cId="4234359720" sldId="277"/>
            <ac:spMk id="16" creationId="{7A5F0580-5EE9-419F-96EE-B6529EF6E7D0}"/>
          </ac:spMkLst>
        </pc:spChg>
        <pc:spChg chg="add del">
          <ac:chgData name="Rolando E. Montero A." userId="db44b2c1daed2876" providerId="LiveId" clId="{96DC7B3C-B36E-4096-96AE-82BFD4D77F40}" dt="2020-10-19T14:09:09.885" v="2133" actId="26606"/>
          <ac:spMkLst>
            <pc:docMk/>
            <pc:sldMk cId="4234359720" sldId="277"/>
            <ac:spMk id="17" creationId="{3EBE8569-6AEC-4B8C-8D53-2DE337CDBA65}"/>
          </ac:spMkLst>
        </pc:spChg>
        <pc:spChg chg="add del">
          <ac:chgData name="Rolando E. Montero A." userId="db44b2c1daed2876" providerId="LiveId" clId="{96DC7B3C-B36E-4096-96AE-82BFD4D77F40}" dt="2020-10-19T14:09:12.525" v="2135" actId="26606"/>
          <ac:spMkLst>
            <pc:docMk/>
            <pc:sldMk cId="4234359720" sldId="277"/>
            <ac:spMk id="19" creationId="{9AF5C66A-E8F2-4E13-98A3-FE96597C5A42}"/>
          </ac:spMkLst>
        </pc:spChg>
        <pc:spChg chg="add del">
          <ac:chgData name="Rolando E. Montero A." userId="db44b2c1daed2876" providerId="LiveId" clId="{96DC7B3C-B36E-4096-96AE-82BFD4D77F40}" dt="2020-10-19T14:09:14.187" v="2137" actId="26606"/>
          <ac:spMkLst>
            <pc:docMk/>
            <pc:sldMk cId="4234359720" sldId="277"/>
            <ac:spMk id="22" creationId="{8FC9BE17-9A7B-462D-AE50-3D8777387304}"/>
          </ac:spMkLst>
        </pc:spChg>
        <pc:spChg chg="add del">
          <ac:chgData name="Rolando E. Montero A." userId="db44b2c1daed2876" providerId="LiveId" clId="{96DC7B3C-B36E-4096-96AE-82BFD4D77F40}" dt="2020-10-19T14:09:14.187" v="2137" actId="26606"/>
          <ac:spMkLst>
            <pc:docMk/>
            <pc:sldMk cId="4234359720" sldId="277"/>
            <ac:spMk id="23" creationId="{3EBE8569-6AEC-4B8C-8D53-2DE337CDBA65}"/>
          </ac:spMkLst>
        </pc:spChg>
        <pc:spChg chg="add del">
          <ac:chgData name="Rolando E. Montero A." userId="db44b2c1daed2876" providerId="LiveId" clId="{96DC7B3C-B36E-4096-96AE-82BFD4D77F40}" dt="2020-10-19T14:09:14.187" v="2137" actId="26606"/>
          <ac:spMkLst>
            <pc:docMk/>
            <pc:sldMk cId="4234359720" sldId="277"/>
            <ac:spMk id="24" creationId="{55D4142C-5077-457F-A6AD-3FECFDB39685}"/>
          </ac:spMkLst>
        </pc:spChg>
        <pc:spChg chg="add del">
          <ac:chgData name="Rolando E. Montero A." userId="db44b2c1daed2876" providerId="LiveId" clId="{96DC7B3C-B36E-4096-96AE-82BFD4D77F40}" dt="2020-10-19T14:09:14.187" v="2137" actId="26606"/>
          <ac:spMkLst>
            <pc:docMk/>
            <pc:sldMk cId="4234359720" sldId="277"/>
            <ac:spMk id="25" creationId="{7A5F0580-5EE9-419F-96EE-B6529EF6E7D0}"/>
          </ac:spMkLst>
        </pc:spChg>
        <pc:spChg chg="add del">
          <ac:chgData name="Rolando E. Montero A." userId="db44b2c1daed2876" providerId="LiveId" clId="{96DC7B3C-B36E-4096-96AE-82BFD4D77F40}" dt="2020-10-19T14:09:15.727" v="2139" actId="26606"/>
          <ac:spMkLst>
            <pc:docMk/>
            <pc:sldMk cId="4234359720" sldId="277"/>
            <ac:spMk id="27" creationId="{4038CB10-1F5C-4D54-9DF7-12586DE5B007}"/>
          </ac:spMkLst>
        </pc:spChg>
        <pc:spChg chg="add del">
          <ac:chgData name="Rolando E. Montero A." userId="db44b2c1daed2876" providerId="LiveId" clId="{96DC7B3C-B36E-4096-96AE-82BFD4D77F40}" dt="2020-10-19T14:09:15.727" v="2139" actId="26606"/>
          <ac:spMkLst>
            <pc:docMk/>
            <pc:sldMk cId="4234359720" sldId="277"/>
            <ac:spMk id="28" creationId="{73ED6512-6858-4552-B699-9A97FE9A4EA2}"/>
          </ac:spMkLst>
        </pc:spChg>
        <pc:spChg chg="add del">
          <ac:chgData name="Rolando E. Montero A." userId="db44b2c1daed2876" providerId="LiveId" clId="{96DC7B3C-B36E-4096-96AE-82BFD4D77F40}" dt="2020-10-19T14:09:16.335" v="2141" actId="26606"/>
          <ac:spMkLst>
            <pc:docMk/>
            <pc:sldMk cId="4234359720" sldId="277"/>
            <ac:spMk id="30" creationId="{F4C0B10B-D2C4-4A54-AFAD-3D27DF88BB37}"/>
          </ac:spMkLst>
        </pc:spChg>
        <pc:spChg chg="add del">
          <ac:chgData name="Rolando E. Montero A." userId="db44b2c1daed2876" providerId="LiveId" clId="{96DC7B3C-B36E-4096-96AE-82BFD4D77F40}" dt="2020-10-19T14:09:17.879" v="2143" actId="26606"/>
          <ac:spMkLst>
            <pc:docMk/>
            <pc:sldMk cId="4234359720" sldId="277"/>
            <ac:spMk id="37" creationId="{EBF87945-A001-489F-9D9B-7D9435F0B9CA}"/>
          </ac:spMkLst>
        </pc:spChg>
        <pc:spChg chg="add del">
          <ac:chgData name="Rolando E. Montero A." userId="db44b2c1daed2876" providerId="LiveId" clId="{96DC7B3C-B36E-4096-96AE-82BFD4D77F40}" dt="2020-10-19T14:09:18.887" v="2145" actId="26606"/>
          <ac:spMkLst>
            <pc:docMk/>
            <pc:sldMk cId="4234359720" sldId="277"/>
            <ac:spMk id="39" creationId="{5E39A796-BE83-48B1-B33F-35C4A32AAB57}"/>
          </ac:spMkLst>
        </pc:spChg>
        <pc:spChg chg="add del">
          <ac:chgData name="Rolando E. Montero A." userId="db44b2c1daed2876" providerId="LiveId" clId="{96DC7B3C-B36E-4096-96AE-82BFD4D77F40}" dt="2020-10-19T14:09:18.887" v="2145" actId="26606"/>
          <ac:spMkLst>
            <pc:docMk/>
            <pc:sldMk cId="4234359720" sldId="277"/>
            <ac:spMk id="40" creationId="{72F84B47-E267-4194-8194-831DB7B5547F}"/>
          </ac:spMkLst>
        </pc:spChg>
        <pc:spChg chg="add del">
          <ac:chgData name="Rolando E. Montero A." userId="db44b2c1daed2876" providerId="LiveId" clId="{96DC7B3C-B36E-4096-96AE-82BFD4D77F40}" dt="2020-10-19T14:09:26.463" v="2147" actId="26606"/>
          <ac:spMkLst>
            <pc:docMk/>
            <pc:sldMk cId="4234359720" sldId="277"/>
            <ac:spMk id="42" creationId="{9427AF5F-9A0E-42B7-A252-FD64C9885F9C}"/>
          </ac:spMkLst>
        </pc:spChg>
        <pc:spChg chg="add">
          <ac:chgData name="Rolando E. Montero A." userId="db44b2c1daed2876" providerId="LiveId" clId="{96DC7B3C-B36E-4096-96AE-82BFD4D77F40}" dt="2020-10-19T14:09:26.487" v="2148" actId="26606"/>
          <ac:spMkLst>
            <pc:docMk/>
            <pc:sldMk cId="4234359720" sldId="277"/>
            <ac:spMk id="44" creationId="{EBF87945-A001-489F-9D9B-7D9435F0B9CA}"/>
          </ac:spMkLst>
        </pc:spChg>
        <pc:grpChg chg="add del">
          <ac:chgData name="Rolando E. Montero A." userId="db44b2c1daed2876" providerId="LiveId" clId="{96DC7B3C-B36E-4096-96AE-82BFD4D77F40}" dt="2020-10-19T14:09:16.335" v="2141" actId="26606"/>
          <ac:grpSpMkLst>
            <pc:docMk/>
            <pc:sldMk cId="4234359720" sldId="277"/>
            <ac:grpSpMk id="31" creationId="{B6BADB90-C74B-40D6-86DC-503F65FCE8DC}"/>
          </ac:grpSpMkLst>
        </pc:grpChg>
        <pc:picChg chg="add del mod ord">
          <ac:chgData name="Rolando E. Montero A." userId="db44b2c1daed2876" providerId="LiveId" clId="{96DC7B3C-B36E-4096-96AE-82BFD4D77F40}" dt="2020-10-19T14:09:48.941" v="2151" actId="478"/>
          <ac:picMkLst>
            <pc:docMk/>
            <pc:sldMk cId="4234359720" sldId="277"/>
            <ac:picMk id="5" creationId="{75CAE02A-031F-4598-9235-2E19367F6DD4}"/>
          </ac:picMkLst>
        </pc:picChg>
        <pc:picChg chg="add mod">
          <ac:chgData name="Rolando E. Montero A." userId="db44b2c1daed2876" providerId="LiveId" clId="{96DC7B3C-B36E-4096-96AE-82BFD4D77F40}" dt="2020-10-19T14:10:05.797" v="2157" actId="1076"/>
          <ac:picMkLst>
            <pc:docMk/>
            <pc:sldMk cId="4234359720" sldId="277"/>
            <ac:picMk id="7" creationId="{A61A7D03-4417-4D8F-87C1-0AC78DF75395}"/>
          </ac:picMkLst>
        </pc:picChg>
        <pc:picChg chg="add del">
          <ac:chgData name="Rolando E. Montero A." userId="db44b2c1daed2876" providerId="LiveId" clId="{96DC7B3C-B36E-4096-96AE-82BFD4D77F40}" dt="2020-10-19T14:09:12.525" v="2135" actId="26606"/>
          <ac:picMkLst>
            <pc:docMk/>
            <pc:sldMk cId="4234359720" sldId="277"/>
            <ac:picMk id="20" creationId="{AC860275-E106-493A-8BF0-E0A91130EF6A}"/>
          </ac:picMkLst>
        </pc:picChg>
        <pc:picChg chg="del">
          <ac:chgData name="Rolando E. Montero A." userId="db44b2c1daed2876" providerId="LiveId" clId="{96DC7B3C-B36E-4096-96AE-82BFD4D77F40}" dt="2020-10-19T14:08:44.017" v="2126" actId="478"/>
          <ac:picMkLst>
            <pc:docMk/>
            <pc:sldMk cId="4234359720" sldId="277"/>
            <ac:picMk id="38" creationId="{EC5B5412-4E4B-43AF-AF2D-5368933D9C4F}"/>
          </ac:picMkLst>
        </pc:picChg>
        <pc:cxnChg chg="add del">
          <ac:chgData name="Rolando E. Montero A." userId="db44b2c1daed2876" providerId="LiveId" clId="{96DC7B3C-B36E-4096-96AE-82BFD4D77F40}" dt="2020-10-19T14:09:06.583" v="2131" actId="26606"/>
          <ac:cxnSpMkLst>
            <pc:docMk/>
            <pc:sldMk cId="4234359720" sldId="277"/>
            <ac:cxnSpMk id="12" creationId="{20E3A342-4D61-4E3F-AF90-1AB42AEB96CC}"/>
          </ac:cxnSpMkLst>
        </pc:cxnChg>
      </pc:sldChg>
      <pc:sldChg chg="addSp modSp add mod modTransition setBg modAnim">
        <pc:chgData name="Rolando E. Montero A." userId="db44b2c1daed2876" providerId="LiveId" clId="{96DC7B3C-B36E-4096-96AE-82BFD4D77F40}" dt="2020-10-19T18:11:25.229" v="2630"/>
        <pc:sldMkLst>
          <pc:docMk/>
          <pc:sldMk cId="2070857783" sldId="278"/>
        </pc:sldMkLst>
        <pc:spChg chg="mod">
          <ac:chgData name="Rolando E. Montero A." userId="db44b2c1daed2876" providerId="LiveId" clId="{96DC7B3C-B36E-4096-96AE-82BFD4D77F40}" dt="2020-10-19T14:12:22.052" v="2180" actId="14100"/>
          <ac:spMkLst>
            <pc:docMk/>
            <pc:sldMk cId="2070857783" sldId="278"/>
            <ac:spMk id="2" creationId="{9F0FE820-DC4B-4EF0-B2B7-8CD75F21A8E9}"/>
          </ac:spMkLst>
        </pc:spChg>
        <pc:spChg chg="mod ord">
          <ac:chgData name="Rolando E. Montero A." userId="db44b2c1daed2876" providerId="LiveId" clId="{96DC7B3C-B36E-4096-96AE-82BFD4D77F40}" dt="2020-10-19T17:53:00.209" v="2468" actId="20577"/>
          <ac:spMkLst>
            <pc:docMk/>
            <pc:sldMk cId="2070857783" sldId="278"/>
            <ac:spMk id="3" creationId="{F1AE5071-713C-4E14-9B28-26D3F7A71EEE}"/>
          </ac:spMkLst>
        </pc:spChg>
        <pc:spChg chg="add">
          <ac:chgData name="Rolando E. Montero A." userId="db44b2c1daed2876" providerId="LiveId" clId="{96DC7B3C-B36E-4096-96AE-82BFD4D77F40}" dt="2020-10-19T14:11:32.865" v="2167" actId="26606"/>
          <ac:spMkLst>
            <pc:docMk/>
            <pc:sldMk cId="2070857783" sldId="278"/>
            <ac:spMk id="13" creationId="{9425D4AB-CD98-4DD6-9398-3C8961DE032F}"/>
          </ac:spMkLst>
        </pc:spChg>
        <pc:spChg chg="add">
          <ac:chgData name="Rolando E. Montero A." userId="db44b2c1daed2876" providerId="LiveId" clId="{96DC7B3C-B36E-4096-96AE-82BFD4D77F40}" dt="2020-10-19T14:11:32.865" v="2167" actId="26606"/>
          <ac:spMkLst>
            <pc:docMk/>
            <pc:sldMk cId="2070857783" sldId="278"/>
            <ac:spMk id="17" creationId="{D8B47C9F-A960-4902-8507-38F18DD3D00E}"/>
          </ac:spMkLst>
        </pc:spChg>
        <pc:spChg chg="add">
          <ac:chgData name="Rolando E. Montero A." userId="db44b2c1daed2876" providerId="LiveId" clId="{96DC7B3C-B36E-4096-96AE-82BFD4D77F40}" dt="2020-10-19T14:11:32.865" v="2167" actId="26606"/>
          <ac:spMkLst>
            <pc:docMk/>
            <pc:sldMk cId="2070857783" sldId="278"/>
            <ac:spMk id="19" creationId="{D4E15E95-445D-4A45-BC1E-8468CE17050B}"/>
          </ac:spMkLst>
        </pc:spChg>
        <pc:spChg chg="add">
          <ac:chgData name="Rolando E. Montero A." userId="db44b2c1daed2876" providerId="LiveId" clId="{96DC7B3C-B36E-4096-96AE-82BFD4D77F40}" dt="2020-10-19T14:11:32.865" v="2167" actId="26606"/>
          <ac:spMkLst>
            <pc:docMk/>
            <pc:sldMk cId="2070857783" sldId="278"/>
            <ac:spMk id="21" creationId="{133B9781-B73C-44F8-97CB-D1807A63BB41}"/>
          </ac:spMkLst>
        </pc:spChg>
        <pc:spChg chg="add">
          <ac:chgData name="Rolando E. Montero A." userId="db44b2c1daed2876" providerId="LiveId" clId="{96DC7B3C-B36E-4096-96AE-82BFD4D77F40}" dt="2020-10-19T14:11:32.865" v="2167" actId="26606"/>
          <ac:spMkLst>
            <pc:docMk/>
            <pc:sldMk cId="2070857783" sldId="278"/>
            <ac:spMk id="23" creationId="{1FCEDCAD-7B1A-4AE2-818E-D93A48758C20}"/>
          </ac:spMkLst>
        </pc:spChg>
        <pc:picChg chg="mod">
          <ac:chgData name="Rolando E. Montero A." userId="db44b2c1daed2876" providerId="LiveId" clId="{96DC7B3C-B36E-4096-96AE-82BFD4D77F40}" dt="2020-10-19T14:13:15.253" v="2192"/>
          <ac:picMkLst>
            <pc:docMk/>
            <pc:sldMk cId="2070857783" sldId="278"/>
            <ac:picMk id="4" creationId="{E515D90B-DFC1-4B86-B542-8E6FE75A5D6A}"/>
          </ac:picMkLst>
        </pc:picChg>
        <pc:picChg chg="mod ord">
          <ac:chgData name="Rolando E. Montero A." userId="db44b2c1daed2876" providerId="LiveId" clId="{96DC7B3C-B36E-4096-96AE-82BFD4D77F40}" dt="2020-10-19T14:14:56.681" v="2213" actId="14100"/>
          <ac:picMkLst>
            <pc:docMk/>
            <pc:sldMk cId="2070857783" sldId="278"/>
            <ac:picMk id="5" creationId="{2C59B2EA-4024-42FB-8B38-2A4150EB2F11}"/>
          </ac:picMkLst>
        </pc:picChg>
        <pc:picChg chg="mod ord">
          <ac:chgData name="Rolando E. Montero A." userId="db44b2c1daed2876" providerId="LiveId" clId="{96DC7B3C-B36E-4096-96AE-82BFD4D77F40}" dt="2020-10-19T14:15:55.011" v="2222" actId="1076"/>
          <ac:picMkLst>
            <pc:docMk/>
            <pc:sldMk cId="2070857783" sldId="278"/>
            <ac:picMk id="6" creationId="{96896AEE-E073-47B8-8486-4242FE822689}"/>
          </ac:picMkLst>
        </pc:picChg>
        <pc:picChg chg="mod ord">
          <ac:chgData name="Rolando E. Montero A." userId="db44b2c1daed2876" providerId="LiveId" clId="{96DC7B3C-B36E-4096-96AE-82BFD4D77F40}" dt="2020-10-19T14:14:00.853" v="2201" actId="1076"/>
          <ac:picMkLst>
            <pc:docMk/>
            <pc:sldMk cId="2070857783" sldId="278"/>
            <ac:picMk id="8" creationId="{747FD4C9-2837-4456-8CE1-0B6B7F1D0E22}"/>
          </ac:picMkLst>
        </pc:picChg>
        <pc:picChg chg="add">
          <ac:chgData name="Rolando E. Montero A." userId="db44b2c1daed2876" providerId="LiveId" clId="{96DC7B3C-B36E-4096-96AE-82BFD4D77F40}" dt="2020-10-19T14:11:32.865" v="2167" actId="26606"/>
          <ac:picMkLst>
            <pc:docMk/>
            <pc:sldMk cId="2070857783" sldId="278"/>
            <ac:picMk id="15" creationId="{97818316-E7CB-4E73-AF79-E9CAB873E723}"/>
          </ac:picMkLst>
        </pc:picChg>
      </pc:sldChg>
      <pc:sldChg chg="addSp delSp modSp new del mod ord setBg">
        <pc:chgData name="Rolando E. Montero A." userId="db44b2c1daed2876" providerId="LiveId" clId="{96DC7B3C-B36E-4096-96AE-82BFD4D77F40}" dt="2020-10-19T14:18:17.093" v="2241" actId="47"/>
        <pc:sldMkLst>
          <pc:docMk/>
          <pc:sldMk cId="2465755361" sldId="279"/>
        </pc:sldMkLst>
        <pc:spChg chg="del">
          <ac:chgData name="Rolando E. Montero A." userId="db44b2c1daed2876" providerId="LiveId" clId="{96DC7B3C-B36E-4096-96AE-82BFD4D77F40}" dt="2020-10-19T13:31:57.669" v="1943" actId="478"/>
          <ac:spMkLst>
            <pc:docMk/>
            <pc:sldMk cId="2465755361" sldId="279"/>
            <ac:spMk id="2" creationId="{B7FF436B-D10B-4EEA-9463-E9DE55EC7E54}"/>
          </ac:spMkLst>
        </pc:spChg>
        <pc:spChg chg="del">
          <ac:chgData name="Rolando E. Montero A." userId="db44b2c1daed2876" providerId="LiveId" clId="{96DC7B3C-B36E-4096-96AE-82BFD4D77F40}" dt="2020-10-19T13:31:57.669" v="1943" actId="478"/>
          <ac:spMkLst>
            <pc:docMk/>
            <pc:sldMk cId="2465755361" sldId="279"/>
            <ac:spMk id="3" creationId="{EB10AFBF-B3E6-403A-8E2A-5AA831A62A06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10" creationId="{F3060C83-F051-4F0E-ABAD-AA0DFC48B218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12" creationId="{83C98ABE-055B-441F-B07E-44F97F083C39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14" creationId="{29FDB030-9B49-4CED-8CCD-4D99382388AC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16" creationId="{3783CA14-24A1-485C-8B30-D6A5D87987AD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18" creationId="{9A97C86A-04D6-40F7-AE84-31AB43E6A846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20" creationId="{FF9F2414-84E8-453E-B1F3-389FDE8192D9}"/>
          </ac:spMkLst>
        </pc:spChg>
        <pc:spChg chg="add">
          <ac:chgData name="Rolando E. Montero A." userId="db44b2c1daed2876" providerId="LiveId" clId="{96DC7B3C-B36E-4096-96AE-82BFD4D77F40}" dt="2020-10-19T13:32:11.997" v="1947" actId="26606"/>
          <ac:spMkLst>
            <pc:docMk/>
            <pc:sldMk cId="2465755361" sldId="279"/>
            <ac:spMk id="22" creationId="{3ECA69A1-7536-43AC-85EF-C7106179F5ED}"/>
          </ac:spMkLst>
        </pc:spChg>
        <pc:picChg chg="add mod">
          <ac:chgData name="Rolando E. Montero A." userId="db44b2c1daed2876" providerId="LiveId" clId="{96DC7B3C-B36E-4096-96AE-82BFD4D77F40}" dt="2020-10-19T13:32:18.980" v="1949" actId="1076"/>
          <ac:picMkLst>
            <pc:docMk/>
            <pc:sldMk cId="2465755361" sldId="279"/>
            <ac:picMk id="5" creationId="{5992E6FA-7F02-441C-B166-28FB776C7B6E}"/>
          </ac:picMkLst>
        </pc:picChg>
      </pc:sldChg>
      <pc:sldChg chg="addSp delSp modSp add mod modTransition delAnim modAnim">
        <pc:chgData name="Rolando E. Montero A." userId="db44b2c1daed2876" providerId="LiveId" clId="{96DC7B3C-B36E-4096-96AE-82BFD4D77F40}" dt="2020-10-19T18:11:25.229" v="2630"/>
        <pc:sldMkLst>
          <pc:docMk/>
          <pc:sldMk cId="1140626658" sldId="280"/>
        </pc:sldMkLst>
        <pc:spChg chg="mod">
          <ac:chgData name="Rolando E. Montero A." userId="db44b2c1daed2876" providerId="LiveId" clId="{96DC7B3C-B36E-4096-96AE-82BFD4D77F40}" dt="2020-10-19T13:44:26.892" v="2044" actId="26606"/>
          <ac:spMkLst>
            <pc:docMk/>
            <pc:sldMk cId="1140626658" sldId="280"/>
            <ac:spMk id="2" creationId="{E6B97D7C-B5EC-4D97-B1B6-DFF62D28E776}"/>
          </ac:spMkLst>
        </pc:spChg>
        <pc:spChg chg="mod">
          <ac:chgData name="Rolando E. Montero A." userId="db44b2c1daed2876" providerId="LiveId" clId="{96DC7B3C-B36E-4096-96AE-82BFD4D77F40}" dt="2020-10-19T13:44:47.982" v="2045"/>
          <ac:spMkLst>
            <pc:docMk/>
            <pc:sldMk cId="1140626658" sldId="280"/>
            <ac:spMk id="3" creationId="{DF8B6B0A-E256-46E2-8399-791BCD54AEAC}"/>
          </ac:spMkLst>
        </pc:spChg>
        <pc:spChg chg="del">
          <ac:chgData name="Rolando E. Montero A." userId="db44b2c1daed2876" providerId="LiveId" clId="{96DC7B3C-B36E-4096-96AE-82BFD4D77F40}" dt="2020-10-19T13:41:47.965" v="2037" actId="478"/>
          <ac:spMkLst>
            <pc:docMk/>
            <pc:sldMk cId="1140626658" sldId="280"/>
            <ac:spMk id="10" creationId="{ED617642-5B8B-4BC7-A76F-676E454E5B4D}"/>
          </ac:spMkLst>
        </pc:spChg>
        <pc:spChg chg="del">
          <ac:chgData name="Rolando E. Montero A." userId="db44b2c1daed2876" providerId="LiveId" clId="{96DC7B3C-B36E-4096-96AE-82BFD4D77F40}" dt="2020-10-19T13:44:26.892" v="2044" actId="26606"/>
          <ac:spMkLst>
            <pc:docMk/>
            <pc:sldMk cId="1140626658" sldId="280"/>
            <ac:spMk id="12" creationId="{33CD251C-A887-4D2F-925B-FC097198538B}"/>
          </ac:spMkLst>
        </pc:spChg>
        <pc:spChg chg="del">
          <ac:chgData name="Rolando E. Montero A." userId="db44b2c1daed2876" providerId="LiveId" clId="{96DC7B3C-B36E-4096-96AE-82BFD4D77F40}" dt="2020-10-19T13:44:26.892" v="2044" actId="26606"/>
          <ac:spMkLst>
            <pc:docMk/>
            <pc:sldMk cId="1140626658" sldId="280"/>
            <ac:spMk id="14" creationId="{3B2069EE-A08E-44F0-B3F9-3CF8CC2DCAD5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27" creationId="{F3DFBF1A-D940-49AC-BC6B-5BCB59743A75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29" creationId="{D10B2832-9120-4EC1-8CF4-56EDF1EB349B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30" creationId="{9BAC3DD6-A4BA-4E54-A751-42D22BE7ABC9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32" creationId="{52261CD4-AFFE-49F2-B6C2-BD4895D6320E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33" creationId="{35D064F3-E400-433F-B6AA-182A70D6CF1E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34" creationId="{B4D26841-F0AF-4E20-A3D7-E6C3CAF3071A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39" creationId="{3C97B579-FAA0-4A7C-A024-1266F079215D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0" creationId="{578A31FA-D456-48AD-B91C-B06543AA3889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1" creationId="{43A32813-65FF-4C12-8C9E-B4F113D193E4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4" creationId="{62C4FCE0-33F1-4457-BEB3-7E1F4A6E8901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5" creationId="{6B94EE98-3D08-4E27-B5FB-D2DD333769D9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6" creationId="{6363F587-5FDC-44D0-ACE5-DCE8FFBA64F0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7" creationId="{F049825C-5873-435F-A3EA-A51393150678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8" creationId="{A46CB51F-F428-41B6-B11D-A002E612FD13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49" creationId="{9E8478DC-9FC3-496E-BCF1-4FDED4547969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50" creationId="{8412D037-DB8B-478F-A475-BD563927FE4F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51" creationId="{A9EB4AD4-08C8-4DB9-A6CC-5E4B2E4342CA}"/>
          </ac:spMkLst>
        </pc:spChg>
        <pc:spChg chg="mod">
          <ac:chgData name="Rolando E. Montero A." userId="db44b2c1daed2876" providerId="LiveId" clId="{96DC7B3C-B36E-4096-96AE-82BFD4D77F40}" dt="2020-10-19T13:42:26.659" v="2041"/>
          <ac:spMkLst>
            <pc:docMk/>
            <pc:sldMk cId="1140626658" sldId="280"/>
            <ac:spMk id="52" creationId="{3F97B545-29F3-472D-878E-6591879DA567}"/>
          </ac:spMkLst>
        </pc:spChg>
        <pc:spChg chg="add">
          <ac:chgData name="Rolando E. Montero A." userId="db44b2c1daed2876" providerId="LiveId" clId="{96DC7B3C-B36E-4096-96AE-82BFD4D77F40}" dt="2020-10-19T13:44:26.892" v="2044" actId="26606"/>
          <ac:spMkLst>
            <pc:docMk/>
            <pc:sldMk cId="1140626658" sldId="280"/>
            <ac:spMk id="53" creationId="{5E39A796-BE83-48B1-B33F-35C4A32AAB57}"/>
          </ac:spMkLst>
        </pc:spChg>
        <pc:spChg chg="add">
          <ac:chgData name="Rolando E. Montero A." userId="db44b2c1daed2876" providerId="LiveId" clId="{96DC7B3C-B36E-4096-96AE-82BFD4D77F40}" dt="2020-10-19T13:44:26.892" v="2044" actId="26606"/>
          <ac:spMkLst>
            <pc:docMk/>
            <pc:sldMk cId="1140626658" sldId="280"/>
            <ac:spMk id="54" creationId="{72F84B47-E267-4194-8194-831DB7B5547F}"/>
          </ac:spMkLst>
        </pc:spChg>
        <pc:spChg chg="add del">
          <ac:chgData name="Rolando E. Montero A." userId="db44b2c1daed2876" providerId="LiveId" clId="{96DC7B3C-B36E-4096-96AE-82BFD4D77F40}" dt="2020-10-19T13:48:45.241" v="2051" actId="22"/>
          <ac:spMkLst>
            <pc:docMk/>
            <pc:sldMk cId="1140626658" sldId="280"/>
            <ac:spMk id="55" creationId="{8C832F7B-60E8-4D17-A2D4-87E3494CF3A2}"/>
          </ac:spMkLst>
        </pc:spChg>
        <pc:grpChg chg="add del mod">
          <ac:chgData name="Rolando E. Montero A." userId="db44b2c1daed2876" providerId="LiveId" clId="{96DC7B3C-B36E-4096-96AE-82BFD4D77F40}" dt="2020-10-19T13:43:49.516" v="2042" actId="478"/>
          <ac:grpSpMkLst>
            <pc:docMk/>
            <pc:sldMk cId="1140626658" sldId="280"/>
            <ac:grpSpMk id="13" creationId="{65D0FB19-C26E-4D18-9F6C-35A38B4EC814}"/>
          </ac:grpSpMkLst>
        </pc:grpChg>
        <pc:grpChg chg="del">
          <ac:chgData name="Rolando E. Montero A." userId="db44b2c1daed2876" providerId="LiveId" clId="{96DC7B3C-B36E-4096-96AE-82BFD4D77F40}" dt="2020-10-19T13:44:26.892" v="2044" actId="26606"/>
          <ac:grpSpMkLst>
            <pc:docMk/>
            <pc:sldMk cId="1140626658" sldId="280"/>
            <ac:grpSpMk id="16" creationId="{9C6E8597-0CCE-4A8A-9326-AA52691A1C81}"/>
          </ac:grpSpMkLst>
        </pc:grpChg>
        <pc:grpChg chg="mod">
          <ac:chgData name="Rolando E. Montero A." userId="db44b2c1daed2876" providerId="LiveId" clId="{96DC7B3C-B36E-4096-96AE-82BFD4D77F40}" dt="2020-10-19T13:42:26.659" v="2041"/>
          <ac:grpSpMkLst>
            <pc:docMk/>
            <pc:sldMk cId="1140626658" sldId="280"/>
            <ac:grpSpMk id="26" creationId="{6F12B9F3-945C-476B-9F9C-CC99BF45AC87}"/>
          </ac:grpSpMkLst>
        </pc:grpChg>
        <pc:grpChg chg="mod">
          <ac:chgData name="Rolando E. Montero A." userId="db44b2c1daed2876" providerId="LiveId" clId="{96DC7B3C-B36E-4096-96AE-82BFD4D77F40}" dt="2020-10-19T13:42:26.659" v="2041"/>
          <ac:grpSpMkLst>
            <pc:docMk/>
            <pc:sldMk cId="1140626658" sldId="280"/>
            <ac:grpSpMk id="37" creationId="{01334FF1-E266-4EC2-BA28-9C8D6E45E1A5}"/>
          </ac:grpSpMkLst>
        </pc:grpChg>
        <pc:grpChg chg="mod">
          <ac:chgData name="Rolando E. Montero A." userId="db44b2c1daed2876" providerId="LiveId" clId="{96DC7B3C-B36E-4096-96AE-82BFD4D77F40}" dt="2020-10-19T13:42:26.659" v="2041"/>
          <ac:grpSpMkLst>
            <pc:docMk/>
            <pc:sldMk cId="1140626658" sldId="280"/>
            <ac:grpSpMk id="38" creationId="{5B851CB5-31C2-47A9-A1AE-8EA96A3D06B7}"/>
          </ac:grpSpMkLst>
        </pc:grpChg>
        <pc:graphicFrameChg chg="del">
          <ac:chgData name="Rolando E. Montero A." userId="db44b2c1daed2876" providerId="LiveId" clId="{96DC7B3C-B36E-4096-96AE-82BFD4D77F40}" dt="2020-10-19T13:39:02.239" v="2016" actId="478"/>
          <ac:graphicFrameMkLst>
            <pc:docMk/>
            <pc:sldMk cId="1140626658" sldId="280"/>
            <ac:graphicFrameMk id="9" creationId="{14965BA0-67E4-4352-B72D-8F05A1B6341C}"/>
          </ac:graphicFrameMkLst>
        </pc:graphicFrameChg>
        <pc:picChg chg="add mod ord">
          <ac:chgData name="Rolando E. Montero A." userId="db44b2c1daed2876" providerId="LiveId" clId="{96DC7B3C-B36E-4096-96AE-82BFD4D77F40}" dt="2020-10-19T14:03:41.002" v="2109" actId="166"/>
          <ac:picMkLst>
            <pc:docMk/>
            <pc:sldMk cId="1140626658" sldId="280"/>
            <ac:picMk id="4" creationId="{1D1A2167-57C1-4FB2-A1D4-D489530C555A}"/>
          </ac:picMkLst>
        </pc:picChg>
        <pc:picChg chg="add mod ord">
          <ac:chgData name="Rolando E. Montero A." userId="db44b2c1daed2876" providerId="LiveId" clId="{96DC7B3C-B36E-4096-96AE-82BFD4D77F40}" dt="2020-10-19T14:04:21.986" v="2112" actId="166"/>
          <ac:picMkLst>
            <pc:docMk/>
            <pc:sldMk cId="1140626658" sldId="280"/>
            <ac:picMk id="7" creationId="{B56553C5-DBC9-4F57-8497-42BB5000DF03}"/>
          </ac:picMkLst>
        </pc:picChg>
        <pc:picChg chg="add mod">
          <ac:chgData name="Rolando E. Montero A." userId="db44b2c1daed2876" providerId="LiveId" clId="{96DC7B3C-B36E-4096-96AE-82BFD4D77F40}" dt="2020-10-19T14:03:48.860" v="2110" actId="1076"/>
          <ac:picMkLst>
            <pc:docMk/>
            <pc:sldMk cId="1140626658" sldId="280"/>
            <ac:picMk id="11" creationId="{024AE3FC-AD1A-40EB-9063-6C75F00249E3}"/>
          </ac:picMkLst>
        </pc:picChg>
        <pc:picChg chg="del">
          <ac:chgData name="Rolando E. Montero A." userId="db44b2c1daed2876" providerId="LiveId" clId="{96DC7B3C-B36E-4096-96AE-82BFD4D77F40}" dt="2020-10-19T13:41:37.353" v="2035" actId="478"/>
          <ac:picMkLst>
            <pc:docMk/>
            <pc:sldMk cId="1140626658" sldId="280"/>
            <ac:picMk id="15" creationId="{61EF6DB2-9B7E-4EF0-9EB1-0B413CFF8CE1}"/>
          </ac:picMkLst>
        </pc:picChg>
        <pc:picChg chg="del">
          <ac:chgData name="Rolando E. Montero A." userId="db44b2c1daed2876" providerId="LiveId" clId="{96DC7B3C-B36E-4096-96AE-82BFD4D77F40}" dt="2020-10-19T13:41:43.731" v="2036" actId="478"/>
          <ac:picMkLst>
            <pc:docMk/>
            <pc:sldMk cId="1140626658" sldId="280"/>
            <ac:picMk id="20" creationId="{C2293226-0313-408D-8CC1-1D1D956BD6CE}"/>
          </ac:picMkLst>
        </pc:pic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19" creationId="{686CD683-A433-4031-AC2E-56875216BAD6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21" creationId="{C88880A8-C627-4359-B278-CE2C6F2D9BF7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22" creationId="{6BC72820-D00D-4784-8841-712661AF6983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23" creationId="{1D2F3C24-0CDD-416C-8E0B-C333AA351A58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24" creationId="{0B4FDF44-93E0-404F-86A7-5D1C603D6E33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25" creationId="{9C524F80-809F-4400-AB70-BCC4DA30AD0A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28" creationId="{6BF70CFD-ADE3-4C65-BB2B-0E4F6549D769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31" creationId="{157D4E8E-C7E7-41EA-8230-26828264C202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35" creationId="{CE852E4C-BB35-4ABA-A4C2-3799B0E535D8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36" creationId="{44A33F45-B273-44E6-AFAF-AD814EE95B0E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42" creationId="{79C929F1-DDF8-461D-B265-772060EEDC44}"/>
          </ac:cxnSpMkLst>
        </pc:cxnChg>
        <pc:cxnChg chg="mod">
          <ac:chgData name="Rolando E. Montero A." userId="db44b2c1daed2876" providerId="LiveId" clId="{96DC7B3C-B36E-4096-96AE-82BFD4D77F40}" dt="2020-10-19T13:42:26.659" v="2041"/>
          <ac:cxnSpMkLst>
            <pc:docMk/>
            <pc:sldMk cId="1140626658" sldId="280"/>
            <ac:cxnSpMk id="43" creationId="{C0F228C4-0126-4415-809F-694FEB5D47B9}"/>
          </ac:cxnSpMkLst>
        </pc:cxnChg>
      </pc:sldChg>
      <pc:sldChg chg="add del">
        <pc:chgData name="Rolando E. Montero A." userId="db44b2c1daed2876" providerId="LiveId" clId="{96DC7B3C-B36E-4096-96AE-82BFD4D77F40}" dt="2020-10-19T13:39:30.102" v="2020" actId="47"/>
        <pc:sldMkLst>
          <pc:docMk/>
          <pc:sldMk cId="939536160" sldId="281"/>
        </pc:sldMkLst>
      </pc:sldChg>
      <pc:sldChg chg="addSp delSp modSp add mod modTransition modAnim">
        <pc:chgData name="Rolando E. Montero A." userId="db44b2c1daed2876" providerId="LiveId" clId="{96DC7B3C-B36E-4096-96AE-82BFD4D77F40}" dt="2020-10-19T18:11:25.229" v="2630"/>
        <pc:sldMkLst>
          <pc:docMk/>
          <pc:sldMk cId="3153258159" sldId="281"/>
        </pc:sldMkLst>
        <pc:spChg chg="mod">
          <ac:chgData name="Rolando E. Montero A." userId="db44b2c1daed2876" providerId="LiveId" clId="{96DC7B3C-B36E-4096-96AE-82BFD4D77F40}" dt="2020-10-19T16:08:03.096" v="2304" actId="313"/>
          <ac:spMkLst>
            <pc:docMk/>
            <pc:sldMk cId="3153258159" sldId="281"/>
            <ac:spMk id="34" creationId="{416A4A0A-71AB-4041-B787-A1B012D41126}"/>
          </ac:spMkLst>
        </pc:spChg>
        <pc:spChg chg="del">
          <ac:chgData name="Rolando E. Montero A." userId="db44b2c1daed2876" providerId="LiveId" clId="{96DC7B3C-B36E-4096-96AE-82BFD4D77F40}" dt="2020-10-19T16:08:11.314" v="2305" actId="478"/>
          <ac:spMkLst>
            <pc:docMk/>
            <pc:sldMk cId="3153258159" sldId="281"/>
            <ac:spMk id="36" creationId="{0DCF100A-A48E-4F65-A349-9D83332BB297}"/>
          </ac:spMkLst>
        </pc:spChg>
        <pc:graphicFrameChg chg="add del modGraphic">
          <ac:chgData name="Rolando E. Montero A." userId="db44b2c1daed2876" providerId="LiveId" clId="{96DC7B3C-B36E-4096-96AE-82BFD4D77F40}" dt="2020-10-19T16:08:15.355" v="2306" actId="478"/>
          <ac:graphicFrameMkLst>
            <pc:docMk/>
            <pc:sldMk cId="3153258159" sldId="281"/>
            <ac:graphicFrameMk id="3" creationId="{1942D386-4889-463A-AF69-998C9C6158DF}"/>
          </ac:graphicFrameMkLst>
        </pc:graphicFrameChg>
        <pc:graphicFrameChg chg="del">
          <ac:chgData name="Rolando E. Montero A." userId="db44b2c1daed2876" providerId="LiveId" clId="{96DC7B3C-B36E-4096-96AE-82BFD4D77F40}" dt="2020-10-19T14:19:00.290" v="2246" actId="478"/>
          <ac:graphicFrameMkLst>
            <pc:docMk/>
            <pc:sldMk cId="3153258159" sldId="281"/>
            <ac:graphicFrameMk id="3" creationId="{4C415883-25F9-47A1-987C-5AE1C74390EC}"/>
          </ac:graphicFrameMkLst>
        </pc:graphicFrameChg>
        <pc:graphicFrameChg chg="add mod modGraphic">
          <ac:chgData name="Rolando E. Montero A." userId="db44b2c1daed2876" providerId="LiveId" clId="{96DC7B3C-B36E-4096-96AE-82BFD4D77F40}" dt="2020-10-19T16:09:02.506" v="2310" actId="1076"/>
          <ac:graphicFrameMkLst>
            <pc:docMk/>
            <pc:sldMk cId="3153258159" sldId="281"/>
            <ac:graphicFrameMk id="11" creationId="{3CA6A156-5489-4639-B398-37FF026C3B0F}"/>
          </ac:graphicFrameMkLst>
        </pc:graphicFrameChg>
        <pc:graphicFrameChg chg="del">
          <ac:chgData name="Rolando E. Montero A." userId="db44b2c1daed2876" providerId="LiveId" clId="{96DC7B3C-B36E-4096-96AE-82BFD4D77F40}" dt="2020-10-19T14:18:56.674" v="2245" actId="478"/>
          <ac:graphicFrameMkLst>
            <pc:docMk/>
            <pc:sldMk cId="3153258159" sldId="281"/>
            <ac:graphicFrameMk id="12" creationId="{35E2D057-4E03-4F01-875A-16083543882A}"/>
          </ac:graphicFrameMkLst>
        </pc:graphicFrameChg>
        <pc:picChg chg="del">
          <ac:chgData name="Rolando E. Montero A." userId="db44b2c1daed2876" providerId="LiveId" clId="{96DC7B3C-B36E-4096-96AE-82BFD4D77F40}" dt="2020-10-19T14:18:53.737" v="2244" actId="478"/>
          <ac:picMkLst>
            <pc:docMk/>
            <pc:sldMk cId="3153258159" sldId="281"/>
            <ac:picMk id="16" creationId="{E7CB5D1F-30D1-449C-A30F-8726B4718894}"/>
          </ac:picMkLst>
        </pc:picChg>
      </pc:sldChg>
      <pc:sldChg chg="addSp modSp add del mod modAnim">
        <pc:chgData name="Rolando E. Montero A." userId="db44b2c1daed2876" providerId="LiveId" clId="{96DC7B3C-B36E-4096-96AE-82BFD4D77F40}" dt="2020-10-19T13:50:33.705" v="2062" actId="47"/>
        <pc:sldMkLst>
          <pc:docMk/>
          <pc:sldMk cId="2948060318" sldId="282"/>
        </pc:sldMkLst>
        <pc:graphicFrameChg chg="add mod modGraphic">
          <ac:chgData name="Rolando E. Montero A." userId="db44b2c1daed2876" providerId="LiveId" clId="{96DC7B3C-B36E-4096-96AE-82BFD4D77F40}" dt="2020-10-19T13:41:29.053" v="2034" actId="27116"/>
          <ac:graphicFrameMkLst>
            <pc:docMk/>
            <pc:sldMk cId="2948060318" sldId="282"/>
            <ac:graphicFrameMk id="5" creationId="{3CD0C6E6-0866-49B9-B02D-92F213618174}"/>
          </ac:graphicFrameMkLst>
        </pc:graphicFrameChg>
      </pc:sldChg>
      <pc:sldChg chg="addSp delSp modSp add mod ord modTransition modAnim">
        <pc:chgData name="Rolando E. Montero A." userId="db44b2c1daed2876" providerId="LiveId" clId="{96DC7B3C-B36E-4096-96AE-82BFD4D77F40}" dt="2020-10-19T18:11:25.229" v="2630"/>
        <pc:sldMkLst>
          <pc:docMk/>
          <pc:sldMk cId="3554051783" sldId="282"/>
        </pc:sldMkLst>
        <pc:spChg chg="mod">
          <ac:chgData name="Rolando E. Montero A." userId="db44b2c1daed2876" providerId="LiveId" clId="{96DC7B3C-B36E-4096-96AE-82BFD4D77F40}" dt="2020-10-19T16:12:37.145" v="2340" actId="20577"/>
          <ac:spMkLst>
            <pc:docMk/>
            <pc:sldMk cId="3554051783" sldId="282"/>
            <ac:spMk id="34" creationId="{416A4A0A-71AB-4041-B787-A1B012D41126}"/>
          </ac:spMkLst>
        </pc:spChg>
        <pc:spChg chg="ord">
          <ac:chgData name="Rolando E. Montero A." userId="db44b2c1daed2876" providerId="LiveId" clId="{96DC7B3C-B36E-4096-96AE-82BFD4D77F40}" dt="2020-10-19T16:18:23.509" v="2378" actId="167"/>
          <ac:spMkLst>
            <pc:docMk/>
            <pc:sldMk cId="3554051783" sldId="282"/>
            <ac:spMk id="55" creationId="{C18F3888-CB30-4A76-874E-D02A8AB182B8}"/>
          </ac:spMkLst>
        </pc:spChg>
        <pc:graphicFrameChg chg="add mod modGraphic">
          <ac:chgData name="Rolando E. Montero A." userId="db44b2c1daed2876" providerId="LiveId" clId="{96DC7B3C-B36E-4096-96AE-82BFD4D77F40}" dt="2020-10-19T16:12:52.682" v="2344" actId="1076"/>
          <ac:graphicFrameMkLst>
            <pc:docMk/>
            <pc:sldMk cId="3554051783" sldId="282"/>
            <ac:graphicFrameMk id="3" creationId="{BD43CC9D-D558-41C5-A265-80E470D83C48}"/>
          </ac:graphicFrameMkLst>
        </pc:graphicFrameChg>
        <pc:graphicFrameChg chg="del">
          <ac:chgData name="Rolando E. Montero A." userId="db44b2c1daed2876" providerId="LiveId" clId="{96DC7B3C-B36E-4096-96AE-82BFD4D77F40}" dt="2020-10-19T16:12:40.394" v="2341" actId="478"/>
          <ac:graphicFrameMkLst>
            <pc:docMk/>
            <pc:sldMk cId="3554051783" sldId="282"/>
            <ac:graphicFrameMk id="11" creationId="{3CA6A156-5489-4639-B398-37FF026C3B0F}"/>
          </ac:graphicFrameMkLst>
        </pc:graphicFrameChg>
        <pc:picChg chg="add mod ord">
          <ac:chgData name="Rolando E. Montero A." userId="db44b2c1daed2876" providerId="LiveId" clId="{96DC7B3C-B36E-4096-96AE-82BFD4D77F40}" dt="2020-10-19T16:17:40.352" v="2375" actId="171"/>
          <ac:picMkLst>
            <pc:docMk/>
            <pc:sldMk cId="3554051783" sldId="282"/>
            <ac:picMk id="12" creationId="{3DB10696-6C88-416C-8D6E-915522044582}"/>
          </ac:picMkLst>
        </pc:picChg>
      </pc:sldChg>
      <pc:sldChg chg="modSp add mod ord modTransition modAnim">
        <pc:chgData name="Rolando E. Montero A." userId="db44b2c1daed2876" providerId="LiveId" clId="{96DC7B3C-B36E-4096-96AE-82BFD4D77F40}" dt="2020-10-19T18:11:25.229" v="2630"/>
        <pc:sldMkLst>
          <pc:docMk/>
          <pc:sldMk cId="3259218278" sldId="283"/>
        </pc:sldMkLst>
        <pc:spChg chg="mod">
          <ac:chgData name="Rolando E. Montero A." userId="db44b2c1daed2876" providerId="LiveId" clId="{96DC7B3C-B36E-4096-96AE-82BFD4D77F40}" dt="2020-10-19T18:06:38.299" v="2626" actId="14100"/>
          <ac:spMkLst>
            <pc:docMk/>
            <pc:sldMk cId="3259218278" sldId="283"/>
            <ac:spMk id="10" creationId="{D53FD8C3-DC24-4986-840A-DF583E02D933}"/>
          </ac:spMkLst>
        </pc:spChg>
      </pc:sldChg>
    </pc:docChg>
  </pc:docChgLst>
  <pc:docChgLst>
    <pc:chgData name="Rolando E. Montero A." userId="db44b2c1daed2876" providerId="LiveId" clId="{B99E4394-A034-4B75-BBF1-F887431636FA}"/>
    <pc:docChg chg="modSld">
      <pc:chgData name="Rolando E. Montero A." userId="db44b2c1daed2876" providerId="LiveId" clId="{B99E4394-A034-4B75-BBF1-F887431636FA}" dt="2024-06-21T13:30:08.465" v="1" actId="20577"/>
      <pc:docMkLst>
        <pc:docMk/>
      </pc:docMkLst>
      <pc:sldChg chg="modSp modAnim">
        <pc:chgData name="Rolando E. Montero A." userId="db44b2c1daed2876" providerId="LiveId" clId="{B99E4394-A034-4B75-BBF1-F887431636FA}" dt="2024-06-21T13:30:08.465" v="1" actId="20577"/>
        <pc:sldMkLst>
          <pc:docMk/>
          <pc:sldMk cId="3259218278" sldId="283"/>
        </pc:sldMkLst>
        <pc:spChg chg="mod">
          <ac:chgData name="Rolando E. Montero A." userId="db44b2c1daed2876" providerId="LiveId" clId="{B99E4394-A034-4B75-BBF1-F887431636FA}" dt="2024-06-21T13:30:08.465" v="1" actId="20577"/>
          <ac:spMkLst>
            <pc:docMk/>
            <pc:sldMk cId="3259218278" sldId="283"/>
            <ac:spMk id="10" creationId="{D53FD8C3-DC24-4986-840A-DF583E02D933}"/>
          </ac:spMkLst>
        </pc:spChg>
      </pc:sldChg>
    </pc:docChg>
  </pc:docChgLst>
  <pc:docChgLst>
    <pc:chgData name="Rolando E. Montero A." userId="db44b2c1daed2876" providerId="LiveId" clId="{340B9DA7-3EC7-4564-B6D2-C5099B81CFA6}"/>
    <pc:docChg chg="modSld">
      <pc:chgData name="Rolando E. Montero A." userId="db44b2c1daed2876" providerId="LiveId" clId="{340B9DA7-3EC7-4564-B6D2-C5099B81CFA6}" dt="2022-11-09T10:53:42.739" v="0" actId="33524"/>
      <pc:docMkLst>
        <pc:docMk/>
      </pc:docMkLst>
      <pc:sldChg chg="modSp modAnim">
        <pc:chgData name="Rolando E. Montero A." userId="db44b2c1daed2876" providerId="LiveId" clId="{340B9DA7-3EC7-4564-B6D2-C5099B81CFA6}" dt="2022-11-09T10:53:42.739" v="0" actId="33524"/>
        <pc:sldMkLst>
          <pc:docMk/>
          <pc:sldMk cId="1916668681" sldId="275"/>
        </pc:sldMkLst>
        <pc:spChg chg="mod">
          <ac:chgData name="Rolando E. Montero A." userId="db44b2c1daed2876" providerId="LiveId" clId="{340B9DA7-3EC7-4564-B6D2-C5099B81CFA6}" dt="2022-11-09T10:53:42.739" v="0" actId="33524"/>
          <ac:spMkLst>
            <pc:docMk/>
            <pc:sldMk cId="1916668681" sldId="275"/>
            <ac:spMk id="3" creationId="{DF8B6B0A-E256-46E2-8399-791BCD54AE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A8252-16C1-4102-9000-8F55BD5CC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0C33B9-F556-4F99-9896-3E939F98F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0E8867-1BFB-4D94-9D4C-E94FA4BB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E4EEA-54FA-44CF-A8AA-00680EC8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360E5-D865-489D-86D8-6A12B166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384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E1ED1-4B45-498D-B931-77478441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79B2D6-379E-4A45-8CE9-E979E8A9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F9B47-FF2A-4229-9165-F4FE7134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604D5-F8EE-40A6-AE53-109165BB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8C7E47-6DC5-4A52-BAD2-230D2AC3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972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E8713-3082-431C-8F3F-B4C82A9E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19AA30-D73F-4053-90C0-54407ADDF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EAA3B-B49A-4E81-ADD7-E9AF7DF5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54D93E-3356-4AD6-A49D-321381DC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7FC70D-D89F-4169-9481-92D4FE72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418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9AFE0-D5FA-499C-BB95-C45565BE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FE8326-D722-40BF-8319-9CF4ABAF3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31D41-353B-4595-BA8B-31ABE744E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758BDD-16B3-4809-9203-4BD8DF0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C29A34-8C9D-4822-8FB3-25D91522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B2A453-D8DF-4512-8FCE-BF3883A9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136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36D0A-7961-4EE0-B598-EE88E401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8BC8D3-4560-48C1-BBBA-99AF7DE01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9AD99E-38E9-4103-AD25-E3054208E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D8852D-6D1F-44C5-B081-0EB71D66F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AEFB2B-55A0-4B0E-9344-F62B27EAF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91AE71-0BB0-4042-B797-8C2A60D4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8C4757-272D-4FED-B99D-42ABE044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7EAEF2-EDED-47BB-BF27-BB209286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729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A37AD-6DC2-4EF1-A577-68FDCC4B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2D3A8E-DD2C-4F63-BEB0-E5A7D112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08EC82-4244-4A70-98CE-B0268E0D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DA4BB7-440A-4692-ABEC-916FEE69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711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C5BA6D-2742-4FBF-9A77-A3291C79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00BDA4-955D-4AF6-9559-33FE8729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4BA18A-C265-4E83-A29A-F63E039B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3024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13A28-C263-4627-8F5F-4462DDEB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E14C3C-AD67-4A75-ACA6-AC7969142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D037BC-9477-4CB5-8791-49D0CBDFC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0D0FF7-14DD-48E1-97A1-8363B360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BE452D-5255-48B3-8C1E-DE102B77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FF95A4-8492-495A-8D46-7F8BC69D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9737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DEE6D-BCD5-4426-BECC-35822D32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A7424B7-794D-45B7-B092-2437509E5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03A43D-7B73-49F0-B8B9-A3536C8C5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787EEA-0120-4C55-949D-C35F4570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ECD691-49BD-450C-A1C5-F6D47430F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AAB712-00F0-468F-A411-DD11169B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639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9FF6B-D9FF-4FAC-B89A-4A53AD8C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C82BD8-6C2A-43C1-942D-9326CE8DD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E32397-82B8-432E-AA5F-72DD81E2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920E19-E851-4138-B672-742AD24C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132ECE-DD35-4F77-B042-F19EBE34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5681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DFA33B-7EB5-432D-9480-E07CB806C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D7DB0C-461B-496D-9E0F-23F3294B0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678174-F6EB-4B39-9588-1B5ADB58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89521-7FD4-4533-991E-3F387B3F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71FF0D-3A5B-400B-8FB9-EFC13A54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1971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41493-8214-4CD3-9E66-4A7CE0239274}" type="datetimeFigureOut">
              <a:rPr lang="en-US" dirty="0"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3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080DE3-7FD2-44D6-87F2-FD62BE64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531927-4037-4030-96E4-F170306AA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F06BF2-C630-4E26-883E-21850C8D0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749A6-609B-4F67-9212-FA74DFCF716C}" type="datetimeFigureOut">
              <a:rPr lang="es-CL" smtClean="0"/>
              <a:t>08-03-26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19F874-9425-4013-A1BF-CAB4B91C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A7FC96-429C-44F3-969C-EA5CB34FC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466FB-3CD5-48B8-8BF8-9C3C7EB59D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478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slide" Target="slide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20.png"/><Relationship Id="rId5" Type="http://schemas.openxmlformats.org/officeDocument/2006/relationships/image" Target="../media/image70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1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3EE7666-3B30-4534-9501-4F46B094CE80}"/>
              </a:ext>
            </a:extLst>
          </p:cNvPr>
          <p:cNvSpPr txBox="1"/>
          <p:nvPr/>
        </p:nvSpPr>
        <p:spPr>
          <a:xfrm>
            <a:off x="1766807" y="1053886"/>
            <a:ext cx="9407472" cy="4524315"/>
          </a:xfrm>
          <a:prstGeom prst="rect">
            <a:avLst/>
          </a:prstGeom>
          <a:solidFill>
            <a:srgbClr val="FFFFFF">
              <a:alpha val="56863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sz="4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eckbook" panose="020B0000000000000000" pitchFamily="34" charset="0"/>
                <a:cs typeface="Biome" panose="020B0503030204020804" pitchFamily="34" charset="0"/>
              </a:rPr>
              <a:t>PRESENTACION DEL ELECTIVO</a:t>
            </a:r>
          </a:p>
          <a:p>
            <a:pPr algn="ctr"/>
            <a:r>
              <a:rPr lang="es-CL" sz="4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eckbook" panose="020B0000000000000000" pitchFamily="34" charset="0"/>
                <a:cs typeface="Biome" panose="020B0503030204020804" pitchFamily="34" charset="0"/>
              </a:rPr>
              <a:t>PENSAMIENTO COMPUTACIONAL y PROGRAMACION</a:t>
            </a:r>
          </a:p>
          <a:p>
            <a:pPr algn="ctr"/>
            <a:r>
              <a:rPr lang="es-CL" sz="4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eckbook" panose="020B0000000000000000" pitchFamily="34" charset="0"/>
                <a:cs typeface="Biome" panose="020B0503030204020804" pitchFamily="34" charset="0"/>
              </a:rPr>
              <a:t>III MEDIO y IV MEDIO</a:t>
            </a:r>
          </a:p>
          <a:p>
            <a:pPr algn="ctr"/>
            <a:endParaRPr lang="es-CL" sz="48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eckbook" panose="020B0000000000000000" pitchFamily="34" charset="0"/>
              <a:cs typeface="Biome" panose="020B0503030204020804" pitchFamily="34" charset="0"/>
            </a:endParaRPr>
          </a:p>
          <a:p>
            <a:pPr algn="ctr"/>
            <a:r>
              <a:rPr lang="es-CL" sz="4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eckbook" panose="020B0000000000000000" pitchFamily="34" charset="0"/>
                <a:cs typeface="Biome" panose="020B0503030204020804" pitchFamily="34" charset="0"/>
              </a:rPr>
              <a:t>Prof. Rolando E. Montero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879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E8B3AC42-0581-4D77-925B-0815E493F92B}"/>
              </a:ext>
            </a:extLst>
          </p:cNvPr>
          <p:cNvSpPr/>
          <p:nvPr/>
        </p:nvSpPr>
        <p:spPr>
          <a:xfrm>
            <a:off x="5458315" y="3238696"/>
            <a:ext cx="2980468" cy="1568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5D52EF-F322-4C5F-B8B6-B55E5C14528D}"/>
              </a:ext>
            </a:extLst>
          </p:cNvPr>
          <p:cNvSpPr/>
          <p:nvPr/>
        </p:nvSpPr>
        <p:spPr>
          <a:xfrm>
            <a:off x="6677089" y="2346830"/>
            <a:ext cx="483544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C807F77-8682-4807-A027-1B9E98213F94}"/>
              </a:ext>
            </a:extLst>
          </p:cNvPr>
          <p:cNvSpPr/>
          <p:nvPr/>
        </p:nvSpPr>
        <p:spPr>
          <a:xfrm rot="16200000">
            <a:off x="7844394" y="3229724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73F8EC51-11A9-463C-A753-98E6ECD6CF5E}"/>
              </a:ext>
            </a:extLst>
          </p:cNvPr>
          <p:cNvSpPr/>
          <p:nvPr/>
        </p:nvSpPr>
        <p:spPr>
          <a:xfrm rot="5553021">
            <a:off x="5360069" y="3209592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53FD8C3-DC24-4986-840A-DF583E02D933}"/>
              </a:ext>
            </a:extLst>
          </p:cNvPr>
          <p:cNvSpPr/>
          <p:nvPr/>
        </p:nvSpPr>
        <p:spPr>
          <a:xfrm>
            <a:off x="206334" y="76027"/>
            <a:ext cx="6248400" cy="1633997"/>
          </a:xfrm>
          <a:prstGeom prst="roundRect">
            <a:avLst>
              <a:gd name="adj" fmla="val 3072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800" dirty="0">
                <a:solidFill>
                  <a:srgbClr val="92D050"/>
                </a:solidFill>
                <a:latin typeface="Checkbook" panose="020B0000000000000000" pitchFamily="34" charset="0"/>
                <a:cs typeface="Biome" panose="020B0503030204020804" pitchFamily="34" charset="0"/>
              </a:rPr>
              <a:t>HOLA…! Soy </a:t>
            </a:r>
            <a:r>
              <a:rPr lang="es-CL" sz="4800" dirty="0" err="1">
                <a:solidFill>
                  <a:srgbClr val="92D050"/>
                </a:solidFill>
                <a:latin typeface="Checkbook" panose="020B0000000000000000" pitchFamily="34" charset="0"/>
                <a:cs typeface="Biome" panose="020B0503030204020804" pitchFamily="34" charset="0"/>
              </a:rPr>
              <a:t>Rolobot</a:t>
            </a:r>
            <a:r>
              <a:rPr lang="es-CL" sz="4800" dirty="0">
                <a:solidFill>
                  <a:srgbClr val="92D050"/>
                </a:solidFill>
                <a:latin typeface="Checkbook" panose="020B0000000000000000" pitchFamily="34" charset="0"/>
                <a:cs typeface="Biome" panose="020B0503030204020804" pitchFamily="34" charset="0"/>
              </a:rPr>
              <a:t> Bienvenidos </a:t>
            </a:r>
            <a:endParaRPr lang="es-CL" sz="4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34C29-BF80-4BC9-A1D2-B16773561294}"/>
              </a:ext>
            </a:extLst>
          </p:cNvPr>
          <p:cNvSpPr/>
          <p:nvPr/>
        </p:nvSpPr>
        <p:spPr>
          <a:xfrm>
            <a:off x="6288479" y="1565560"/>
            <a:ext cx="1260764" cy="123660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A6D0E49-4158-4E36-BD33-9185BC9D5C48}"/>
              </a:ext>
            </a:extLst>
          </p:cNvPr>
          <p:cNvSpPr/>
          <p:nvPr/>
        </p:nvSpPr>
        <p:spPr>
          <a:xfrm>
            <a:off x="6454734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0CBB836-5F1D-40CA-8265-ED34DDEEDBC8}"/>
              </a:ext>
            </a:extLst>
          </p:cNvPr>
          <p:cNvSpPr/>
          <p:nvPr/>
        </p:nvSpPr>
        <p:spPr>
          <a:xfrm>
            <a:off x="6967352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A5A84-260E-422F-8FDF-89B7B95823C4}"/>
              </a:ext>
            </a:extLst>
          </p:cNvPr>
          <p:cNvSpPr/>
          <p:nvPr/>
        </p:nvSpPr>
        <p:spPr>
          <a:xfrm>
            <a:off x="6454734" y="2989776"/>
            <a:ext cx="900546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15C36-700A-496E-BC4A-76BF6A09E367}"/>
              </a:ext>
            </a:extLst>
          </p:cNvPr>
          <p:cNvSpPr/>
          <p:nvPr/>
        </p:nvSpPr>
        <p:spPr>
          <a:xfrm>
            <a:off x="5780314" y="2881827"/>
            <a:ext cx="2324596" cy="13962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59E58E9B-24DF-4C2C-9877-0F67F150329F}"/>
              </a:ext>
            </a:extLst>
          </p:cNvPr>
          <p:cNvSpPr/>
          <p:nvPr/>
        </p:nvSpPr>
        <p:spPr>
          <a:xfrm>
            <a:off x="6543086" y="2350335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E9DA80-2D6A-4D56-8BBA-5423DD8DEEDE}"/>
              </a:ext>
            </a:extLst>
          </p:cNvPr>
          <p:cNvSpPr/>
          <p:nvPr/>
        </p:nvSpPr>
        <p:spPr>
          <a:xfrm>
            <a:off x="6865868" y="3055092"/>
            <a:ext cx="1075905" cy="10480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B852D28-3658-41D7-A23D-80FE04F601DA}"/>
              </a:ext>
            </a:extLst>
          </p:cNvPr>
          <p:cNvSpPr/>
          <p:nvPr/>
        </p:nvSpPr>
        <p:spPr>
          <a:xfrm>
            <a:off x="6943553" y="3194912"/>
            <a:ext cx="276494" cy="2851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C0DD1F-BF20-4BDB-8F0C-6B6AAC13AEEB}"/>
              </a:ext>
            </a:extLst>
          </p:cNvPr>
          <p:cNvSpPr/>
          <p:nvPr/>
        </p:nvSpPr>
        <p:spPr>
          <a:xfrm>
            <a:off x="7356516" y="3192411"/>
            <a:ext cx="276494" cy="2851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FE6C826-3777-4649-B0F5-2154B1E6CCFD}"/>
              </a:ext>
            </a:extLst>
          </p:cNvPr>
          <p:cNvSpPr/>
          <p:nvPr/>
        </p:nvSpPr>
        <p:spPr>
          <a:xfrm>
            <a:off x="7692675" y="3255412"/>
            <a:ext cx="153608" cy="158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55839B6-677D-4430-AE93-2FDA8253BDF7}"/>
              </a:ext>
            </a:extLst>
          </p:cNvPr>
          <p:cNvSpPr/>
          <p:nvPr/>
        </p:nvSpPr>
        <p:spPr>
          <a:xfrm>
            <a:off x="6943553" y="3667365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228C23-273B-4E12-83F1-E421E20AD20A}"/>
              </a:ext>
            </a:extLst>
          </p:cNvPr>
          <p:cNvSpPr/>
          <p:nvPr/>
        </p:nvSpPr>
        <p:spPr>
          <a:xfrm>
            <a:off x="6943553" y="3818822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9E8B43D-7050-4E12-9DF7-A66682282C42}"/>
              </a:ext>
            </a:extLst>
          </p:cNvPr>
          <p:cNvGrpSpPr/>
          <p:nvPr/>
        </p:nvGrpSpPr>
        <p:grpSpPr>
          <a:xfrm rot="21247488">
            <a:off x="4877819" y="1201628"/>
            <a:ext cx="755038" cy="2404552"/>
            <a:chOff x="4950066" y="1242477"/>
            <a:chExt cx="755038" cy="2404552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E3EEE61-8983-447A-9D7E-A5FBD197B6E5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8172903-11D4-4BB4-B71F-4F1251198F80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8B0975DC-C994-4BE5-8B51-42C216B59EA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D44C2911-F699-473E-A74B-4DC5A75A62FB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C18F3888-CB30-4A76-874E-D02A8AB182B8}"/>
              </a:ext>
            </a:extLst>
          </p:cNvPr>
          <p:cNvSpPr/>
          <p:nvPr/>
        </p:nvSpPr>
        <p:spPr>
          <a:xfrm rot="5400000">
            <a:off x="6008771" y="191953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1A071F5E-76D6-41FC-A4AB-79C57540D8B0}"/>
              </a:ext>
            </a:extLst>
          </p:cNvPr>
          <p:cNvSpPr/>
          <p:nvPr/>
        </p:nvSpPr>
        <p:spPr>
          <a:xfrm rot="16200000">
            <a:off x="7387243" y="190928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14B6FFF-B1F3-466A-B71E-FB3A1CFB5AE6}"/>
              </a:ext>
            </a:extLst>
          </p:cNvPr>
          <p:cNvGrpSpPr/>
          <p:nvPr/>
        </p:nvGrpSpPr>
        <p:grpSpPr>
          <a:xfrm rot="10225842">
            <a:off x="8289527" y="3081755"/>
            <a:ext cx="621919" cy="1761021"/>
            <a:chOff x="4950066" y="1242477"/>
            <a:chExt cx="755038" cy="2404552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737CD57E-3970-4448-A558-B2734F597FAC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B87EE44C-2CDF-4E87-AFD2-42D5C29C05D8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5B3BED01-5056-490D-A975-0C67ED756EC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0A3CC79B-EE9F-44D1-9452-60B00F6BEF37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64" name="Elipse 63">
            <a:extLst>
              <a:ext uri="{FF2B5EF4-FFF2-40B4-BE49-F238E27FC236}">
                <a16:creationId xmlns:a16="http://schemas.microsoft.com/office/drawing/2014/main" id="{6A1421E5-E6EC-4D0F-AA43-D74D803D8D10}"/>
              </a:ext>
            </a:extLst>
          </p:cNvPr>
          <p:cNvSpPr/>
          <p:nvPr/>
        </p:nvSpPr>
        <p:spPr>
          <a:xfrm>
            <a:off x="6960488" y="1891266"/>
            <a:ext cx="387928" cy="144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322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8" presetID="32" presetClass="emph" presetSubtype="0" repeatCount="4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32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75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7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9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60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5" grpId="0" animBg="1"/>
      <p:bldP spid="33" grpId="0" animBg="1"/>
      <p:bldP spid="31" grpId="0" animBg="1"/>
      <p:bldP spid="10" grpId="0" animBg="1"/>
      <p:bldP spid="4" grpId="0" animBg="1"/>
      <p:bldP spid="5" grpId="0" animBg="1"/>
      <p:bldP spid="9" grpId="0" animBg="1"/>
      <p:bldP spid="9" grpId="1" animBg="1"/>
      <p:bldP spid="7" grpId="0" animBg="1"/>
      <p:bldP spid="6" grpId="0" animBg="1"/>
      <p:bldP spid="15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55" grpId="0" animBg="1"/>
      <p:bldP spid="57" grpId="0" animBg="1"/>
      <p:bldP spid="6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E8B3AC42-0581-4D77-925B-0815E493F92B}"/>
              </a:ext>
            </a:extLst>
          </p:cNvPr>
          <p:cNvSpPr/>
          <p:nvPr/>
        </p:nvSpPr>
        <p:spPr>
          <a:xfrm>
            <a:off x="5458315" y="3238696"/>
            <a:ext cx="2980468" cy="1568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5D52EF-F322-4C5F-B8B6-B55E5C14528D}"/>
              </a:ext>
            </a:extLst>
          </p:cNvPr>
          <p:cNvSpPr/>
          <p:nvPr/>
        </p:nvSpPr>
        <p:spPr>
          <a:xfrm>
            <a:off x="6677089" y="2346830"/>
            <a:ext cx="483544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C807F77-8682-4807-A027-1B9E98213F94}"/>
              </a:ext>
            </a:extLst>
          </p:cNvPr>
          <p:cNvSpPr/>
          <p:nvPr/>
        </p:nvSpPr>
        <p:spPr>
          <a:xfrm rot="16200000">
            <a:off x="7844394" y="3229724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73F8EC51-11A9-463C-A753-98E6ECD6CF5E}"/>
              </a:ext>
            </a:extLst>
          </p:cNvPr>
          <p:cNvSpPr/>
          <p:nvPr/>
        </p:nvSpPr>
        <p:spPr>
          <a:xfrm rot="5553021">
            <a:off x="5360069" y="3209592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53FD8C3-DC24-4986-840A-DF583E02D933}"/>
              </a:ext>
            </a:extLst>
          </p:cNvPr>
          <p:cNvSpPr/>
          <p:nvPr/>
        </p:nvSpPr>
        <p:spPr>
          <a:xfrm>
            <a:off x="0" y="0"/>
            <a:ext cx="12192000" cy="965909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s-CL" sz="4800" dirty="0">
                <a:solidFill>
                  <a:schemeClr val="accent4"/>
                </a:solidFill>
                <a:latin typeface="Checkbook" panose="020B0000000000000000" pitchFamily="34" charset="0"/>
                <a:cs typeface="Biome" panose="020B0503030204020804" pitchFamily="34" charset="0"/>
              </a:rPr>
              <a:t>Seré tu guía en esta presentación.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34C29-BF80-4BC9-A1D2-B16773561294}"/>
              </a:ext>
            </a:extLst>
          </p:cNvPr>
          <p:cNvSpPr/>
          <p:nvPr/>
        </p:nvSpPr>
        <p:spPr>
          <a:xfrm>
            <a:off x="6288479" y="1565560"/>
            <a:ext cx="1260764" cy="123660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A6D0E49-4158-4E36-BD33-9185BC9D5C48}"/>
              </a:ext>
            </a:extLst>
          </p:cNvPr>
          <p:cNvSpPr/>
          <p:nvPr/>
        </p:nvSpPr>
        <p:spPr>
          <a:xfrm>
            <a:off x="6454734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0CBB836-5F1D-40CA-8265-ED34DDEEDBC8}"/>
              </a:ext>
            </a:extLst>
          </p:cNvPr>
          <p:cNvSpPr/>
          <p:nvPr/>
        </p:nvSpPr>
        <p:spPr>
          <a:xfrm>
            <a:off x="6967352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A5A84-260E-422F-8FDF-89B7B95823C4}"/>
              </a:ext>
            </a:extLst>
          </p:cNvPr>
          <p:cNvSpPr/>
          <p:nvPr/>
        </p:nvSpPr>
        <p:spPr>
          <a:xfrm>
            <a:off x="6454734" y="2989776"/>
            <a:ext cx="900546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15C36-700A-496E-BC4A-76BF6A09E367}"/>
              </a:ext>
            </a:extLst>
          </p:cNvPr>
          <p:cNvSpPr/>
          <p:nvPr/>
        </p:nvSpPr>
        <p:spPr>
          <a:xfrm>
            <a:off x="5780314" y="2881827"/>
            <a:ext cx="2324596" cy="13962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59E58E9B-24DF-4C2C-9877-0F67F150329F}"/>
              </a:ext>
            </a:extLst>
          </p:cNvPr>
          <p:cNvSpPr/>
          <p:nvPr/>
        </p:nvSpPr>
        <p:spPr>
          <a:xfrm>
            <a:off x="6543086" y="2350335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E9DA80-2D6A-4D56-8BBA-5423DD8DEEDE}"/>
              </a:ext>
            </a:extLst>
          </p:cNvPr>
          <p:cNvSpPr/>
          <p:nvPr/>
        </p:nvSpPr>
        <p:spPr>
          <a:xfrm>
            <a:off x="6865868" y="3055092"/>
            <a:ext cx="1075905" cy="10480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B852D28-3658-41D7-A23D-80FE04F601DA}"/>
              </a:ext>
            </a:extLst>
          </p:cNvPr>
          <p:cNvSpPr/>
          <p:nvPr/>
        </p:nvSpPr>
        <p:spPr>
          <a:xfrm>
            <a:off x="6943553" y="3194912"/>
            <a:ext cx="276494" cy="2851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C0DD1F-BF20-4BDB-8F0C-6B6AAC13AEEB}"/>
              </a:ext>
            </a:extLst>
          </p:cNvPr>
          <p:cNvSpPr/>
          <p:nvPr/>
        </p:nvSpPr>
        <p:spPr>
          <a:xfrm>
            <a:off x="7356516" y="3192411"/>
            <a:ext cx="276494" cy="2851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FE6C826-3777-4649-B0F5-2154B1E6CCFD}"/>
              </a:ext>
            </a:extLst>
          </p:cNvPr>
          <p:cNvSpPr/>
          <p:nvPr/>
        </p:nvSpPr>
        <p:spPr>
          <a:xfrm>
            <a:off x="7692675" y="3255412"/>
            <a:ext cx="153608" cy="158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55839B6-677D-4430-AE93-2FDA8253BDF7}"/>
              </a:ext>
            </a:extLst>
          </p:cNvPr>
          <p:cNvSpPr/>
          <p:nvPr/>
        </p:nvSpPr>
        <p:spPr>
          <a:xfrm>
            <a:off x="6943553" y="3667365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228C23-273B-4E12-83F1-E421E20AD20A}"/>
              </a:ext>
            </a:extLst>
          </p:cNvPr>
          <p:cNvSpPr/>
          <p:nvPr/>
        </p:nvSpPr>
        <p:spPr>
          <a:xfrm>
            <a:off x="6943553" y="3818822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9E8B43D-7050-4E12-9DF7-A66682282C42}"/>
              </a:ext>
            </a:extLst>
          </p:cNvPr>
          <p:cNvGrpSpPr/>
          <p:nvPr/>
        </p:nvGrpSpPr>
        <p:grpSpPr>
          <a:xfrm rot="20376846">
            <a:off x="4748208" y="1615612"/>
            <a:ext cx="690222" cy="1822052"/>
            <a:chOff x="4950066" y="1242477"/>
            <a:chExt cx="755038" cy="2404552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E3EEE61-8983-447A-9D7E-A5FBD197B6E5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8172903-11D4-4BB4-B71F-4F1251198F80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8B0975DC-C994-4BE5-8B51-42C216B59EA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D44C2911-F699-473E-A74B-4DC5A75A62FB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C18F3888-CB30-4A76-874E-D02A8AB182B8}"/>
              </a:ext>
            </a:extLst>
          </p:cNvPr>
          <p:cNvSpPr/>
          <p:nvPr/>
        </p:nvSpPr>
        <p:spPr>
          <a:xfrm rot="5400000">
            <a:off x="6008771" y="191953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1A071F5E-76D6-41FC-A4AB-79C57540D8B0}"/>
              </a:ext>
            </a:extLst>
          </p:cNvPr>
          <p:cNvSpPr/>
          <p:nvPr/>
        </p:nvSpPr>
        <p:spPr>
          <a:xfrm rot="16200000">
            <a:off x="7387243" y="190928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14B6FFF-B1F3-466A-B71E-FB3A1CFB5AE6}"/>
              </a:ext>
            </a:extLst>
          </p:cNvPr>
          <p:cNvGrpSpPr/>
          <p:nvPr/>
        </p:nvGrpSpPr>
        <p:grpSpPr>
          <a:xfrm rot="598863">
            <a:off x="8333126" y="1627409"/>
            <a:ext cx="621919" cy="1761021"/>
            <a:chOff x="4950066" y="1242477"/>
            <a:chExt cx="755038" cy="2404552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737CD57E-3970-4448-A558-B2734F597FAC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B87EE44C-2CDF-4E87-AFD2-42D5C29C05D8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5B3BED01-5056-490D-A975-0C67ED756EC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0A3CC79B-EE9F-44D1-9452-60B00F6BEF37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33352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32" presetClass="emph" presetSubtype="0" repeatCount="2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14" dur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40" fill="hold">
                                          <p:stCondLst>
                                            <p:cond delay="14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40" fill="hold">
                                          <p:stCondLst>
                                            <p:cond delay="28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4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4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53FD8C3-DC24-4986-840A-DF583E02D933}"/>
              </a:ext>
            </a:extLst>
          </p:cNvPr>
          <p:cNvSpPr/>
          <p:nvPr/>
        </p:nvSpPr>
        <p:spPr>
          <a:xfrm>
            <a:off x="-1" y="0"/>
            <a:ext cx="6107366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s-CL" sz="3200" dirty="0">
              <a:solidFill>
                <a:schemeClr val="accent4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8B3AC42-0581-4D77-925B-0815E493F92B}"/>
              </a:ext>
            </a:extLst>
          </p:cNvPr>
          <p:cNvSpPr/>
          <p:nvPr/>
        </p:nvSpPr>
        <p:spPr>
          <a:xfrm>
            <a:off x="6746905" y="3257803"/>
            <a:ext cx="2980468" cy="1568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5D52EF-F322-4C5F-B8B6-B55E5C14528D}"/>
              </a:ext>
            </a:extLst>
          </p:cNvPr>
          <p:cNvSpPr/>
          <p:nvPr/>
        </p:nvSpPr>
        <p:spPr>
          <a:xfrm>
            <a:off x="7965679" y="2365937"/>
            <a:ext cx="483544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C807F77-8682-4807-A027-1B9E98213F94}"/>
              </a:ext>
            </a:extLst>
          </p:cNvPr>
          <p:cNvSpPr/>
          <p:nvPr/>
        </p:nvSpPr>
        <p:spPr>
          <a:xfrm rot="16200000">
            <a:off x="9132984" y="3248831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73F8EC51-11A9-463C-A753-98E6ECD6CF5E}"/>
              </a:ext>
            </a:extLst>
          </p:cNvPr>
          <p:cNvSpPr/>
          <p:nvPr/>
        </p:nvSpPr>
        <p:spPr>
          <a:xfrm rot="5553021">
            <a:off x="6648659" y="3228699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34C29-BF80-4BC9-A1D2-B16773561294}"/>
              </a:ext>
            </a:extLst>
          </p:cNvPr>
          <p:cNvSpPr/>
          <p:nvPr/>
        </p:nvSpPr>
        <p:spPr>
          <a:xfrm rot="20998962">
            <a:off x="7577069" y="1584667"/>
            <a:ext cx="1260764" cy="123660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A6D0E49-4158-4E36-BD33-9185BC9D5C48}"/>
              </a:ext>
            </a:extLst>
          </p:cNvPr>
          <p:cNvSpPr/>
          <p:nvPr/>
        </p:nvSpPr>
        <p:spPr>
          <a:xfrm rot="20998962">
            <a:off x="7683232" y="1872159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0CBB836-5F1D-40CA-8265-ED34DDEEDBC8}"/>
              </a:ext>
            </a:extLst>
          </p:cNvPr>
          <p:cNvSpPr/>
          <p:nvPr/>
        </p:nvSpPr>
        <p:spPr>
          <a:xfrm rot="20998962">
            <a:off x="8208697" y="1793462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A5A84-260E-422F-8FDF-89B7B95823C4}"/>
              </a:ext>
            </a:extLst>
          </p:cNvPr>
          <p:cNvSpPr/>
          <p:nvPr/>
        </p:nvSpPr>
        <p:spPr>
          <a:xfrm>
            <a:off x="7743324" y="3008883"/>
            <a:ext cx="900546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15C36-700A-496E-BC4A-76BF6A09E367}"/>
              </a:ext>
            </a:extLst>
          </p:cNvPr>
          <p:cNvSpPr/>
          <p:nvPr/>
        </p:nvSpPr>
        <p:spPr>
          <a:xfrm>
            <a:off x="7068904" y="2900934"/>
            <a:ext cx="2324596" cy="13962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59E58E9B-24DF-4C2C-9877-0F67F150329F}"/>
              </a:ext>
            </a:extLst>
          </p:cNvPr>
          <p:cNvSpPr/>
          <p:nvPr/>
        </p:nvSpPr>
        <p:spPr>
          <a:xfrm rot="20998962">
            <a:off x="7831676" y="2369442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E9DA80-2D6A-4D56-8BBA-5423DD8DEEDE}"/>
              </a:ext>
            </a:extLst>
          </p:cNvPr>
          <p:cNvSpPr/>
          <p:nvPr/>
        </p:nvSpPr>
        <p:spPr>
          <a:xfrm>
            <a:off x="8154458" y="3074199"/>
            <a:ext cx="1075905" cy="10480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B852D28-3658-41D7-A23D-80FE04F601DA}"/>
              </a:ext>
            </a:extLst>
          </p:cNvPr>
          <p:cNvSpPr/>
          <p:nvPr/>
        </p:nvSpPr>
        <p:spPr>
          <a:xfrm>
            <a:off x="8232143" y="3214019"/>
            <a:ext cx="276494" cy="2851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C0DD1F-BF20-4BDB-8F0C-6B6AAC13AEEB}"/>
              </a:ext>
            </a:extLst>
          </p:cNvPr>
          <p:cNvSpPr/>
          <p:nvPr/>
        </p:nvSpPr>
        <p:spPr>
          <a:xfrm>
            <a:off x="8645106" y="3211518"/>
            <a:ext cx="276494" cy="2851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FE6C826-3777-4649-B0F5-2154B1E6CCFD}"/>
              </a:ext>
            </a:extLst>
          </p:cNvPr>
          <p:cNvSpPr/>
          <p:nvPr/>
        </p:nvSpPr>
        <p:spPr>
          <a:xfrm>
            <a:off x="8981265" y="3274519"/>
            <a:ext cx="153608" cy="158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55839B6-677D-4430-AE93-2FDA8253BDF7}"/>
              </a:ext>
            </a:extLst>
          </p:cNvPr>
          <p:cNvSpPr/>
          <p:nvPr/>
        </p:nvSpPr>
        <p:spPr>
          <a:xfrm>
            <a:off x="8232143" y="3686472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228C23-273B-4E12-83F1-E421E20AD20A}"/>
              </a:ext>
            </a:extLst>
          </p:cNvPr>
          <p:cNvSpPr/>
          <p:nvPr/>
        </p:nvSpPr>
        <p:spPr>
          <a:xfrm>
            <a:off x="8232143" y="3837929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9E8B43D-7050-4E12-9DF7-A66682282C42}"/>
              </a:ext>
            </a:extLst>
          </p:cNvPr>
          <p:cNvGrpSpPr/>
          <p:nvPr/>
        </p:nvGrpSpPr>
        <p:grpSpPr>
          <a:xfrm rot="20376846">
            <a:off x="6036798" y="1634719"/>
            <a:ext cx="690222" cy="1822052"/>
            <a:chOff x="4950066" y="1242477"/>
            <a:chExt cx="755038" cy="2404552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E3EEE61-8983-447A-9D7E-A5FBD197B6E5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8172903-11D4-4BB4-B71F-4F1251198F80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8B0975DC-C994-4BE5-8B51-42C216B59EA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D44C2911-F699-473E-A74B-4DC5A75A62FB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C18F3888-CB30-4A76-874E-D02A8AB182B8}"/>
              </a:ext>
            </a:extLst>
          </p:cNvPr>
          <p:cNvSpPr/>
          <p:nvPr/>
        </p:nvSpPr>
        <p:spPr>
          <a:xfrm rot="4798962">
            <a:off x="7235068" y="2110887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1A071F5E-76D6-41FC-A4AB-79C57540D8B0}"/>
              </a:ext>
            </a:extLst>
          </p:cNvPr>
          <p:cNvSpPr/>
          <p:nvPr/>
        </p:nvSpPr>
        <p:spPr>
          <a:xfrm rot="15598962">
            <a:off x="8597551" y="1793933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14B6FFF-B1F3-466A-B71E-FB3A1CFB5AE6}"/>
              </a:ext>
            </a:extLst>
          </p:cNvPr>
          <p:cNvGrpSpPr/>
          <p:nvPr/>
        </p:nvGrpSpPr>
        <p:grpSpPr>
          <a:xfrm rot="598863">
            <a:off x="9621716" y="1646516"/>
            <a:ext cx="621919" cy="1761021"/>
            <a:chOff x="4950066" y="1242477"/>
            <a:chExt cx="755038" cy="2404552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737CD57E-3970-4448-A558-B2734F597FAC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B87EE44C-2CDF-4E87-AFD2-42D5C29C05D8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5B3BED01-5056-490D-A975-0C67ED756EC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0A3CC79B-EE9F-44D1-9452-60B00F6BEF37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16A4A0A-71AB-4041-B787-A1B012D41126}"/>
              </a:ext>
            </a:extLst>
          </p:cNvPr>
          <p:cNvSpPr txBox="1"/>
          <p:nvPr/>
        </p:nvSpPr>
        <p:spPr>
          <a:xfrm>
            <a:off x="158898" y="199735"/>
            <a:ext cx="5692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iome" panose="020B0503030204020804" pitchFamily="34" charset="0"/>
                <a:cs typeface="Biome" panose="020B0503030204020804" pitchFamily="34" charset="0"/>
              </a:rPr>
              <a:t>¿Qué es el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iome" panose="020B0503030204020804" pitchFamily="34" charset="0"/>
                <a:cs typeface="Biome" panose="020B0503030204020804" pitchFamily="34" charset="0"/>
              </a:rPr>
              <a:t>Pensamiento Computacional ?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DCF100A-A48E-4F65-A349-9D83332BB297}"/>
              </a:ext>
            </a:extLst>
          </p:cNvPr>
          <p:cNvSpPr txBox="1"/>
          <p:nvPr/>
        </p:nvSpPr>
        <p:spPr>
          <a:xfrm>
            <a:off x="113958" y="4042996"/>
            <a:ext cx="56380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b="1" dirty="0">
                <a:solidFill>
                  <a:srgbClr val="92D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</a:t>
            </a: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Biome" panose="020B0503030204020804" pitchFamily="34" charset="0"/>
                <a:cs typeface="Biome" panose="020B0503030204020804" pitchFamily="34" charset="0"/>
              </a:rPr>
              <a:t>e define como el proceso por el cual un individuo, a través de habilidades propias de la computación y del pensamiento crítico, logra hacerle frente a problemas de distinta índole.</a:t>
            </a:r>
            <a:endParaRPr kumimoji="0" lang="es-CL" sz="24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4C415883-25F9-47A1-987C-5AE1C74390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3413197"/>
                  </p:ext>
                </p:extLst>
              </p:nvPr>
            </p:nvGraphicFramePr>
            <p:xfrm rot="10800000">
              <a:off x="10493441" y="3694101"/>
              <a:ext cx="110809" cy="62330"/>
            </p:xfrm>
            <a:graphic>
              <a:graphicData uri="http://schemas.microsoft.com/office/powerpoint/2016/slidezoom">
                <pslz:sldZm>
                  <pslz:sldZmObj sldId="262" cId="4070272671">
                    <pslz:zmPr id="{845B90A9-5E41-46A5-8230-A6DBBD41331C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0800000">
                          <a:off x="0" y="0"/>
                          <a:ext cx="110809" cy="623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extLst>
                  <a:ext uri="{FF2B5EF4-FFF2-40B4-BE49-F238E27FC236}">
                    <a16:creationId xmlns:a16="http://schemas.microsoft.com/office/drawing/2014/main" id="{4C415883-25F9-47A1-987C-5AE1C74390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10493441" y="3694101"/>
                <a:ext cx="110809" cy="623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Vista general de sección 7">
                <a:extLst>
                  <a:ext uri="{FF2B5EF4-FFF2-40B4-BE49-F238E27FC236}">
                    <a16:creationId xmlns:a16="http://schemas.microsoft.com/office/drawing/2014/main" id="{542DEE52-6E9B-4781-9019-776FC8292B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3513236"/>
                  </p:ext>
                </p:extLst>
              </p:nvPr>
            </p:nvGraphicFramePr>
            <p:xfrm>
              <a:off x="1572805" y="1620119"/>
              <a:ext cx="2528295" cy="1714500"/>
            </p:xfrm>
            <a:graphic>
              <a:graphicData uri="http://schemas.microsoft.com/office/powerpoint/2016/sectionzoom">
                <psez:sectionZm>
                  <psez:sectionZmObj sectionId="{F0B01FA5-4CF6-4130-9F75-C9743A469092}">
                    <psez:zmPr id="{3D4B140C-096E-4CB6-8314-14A459E03267}" imageType="cover" transitionDur="1000">
                      <p166:blipFill xmlns:p166="http://schemas.microsoft.com/office/powerpoint/2016/6/main"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28295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Vista general de sección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42DEE52-6E9B-4781-9019-776FC8292B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2805" y="1620119"/>
                <a:ext cx="2528295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212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8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C18F3888-CB30-4A76-874E-D02A8AB182B8}"/>
              </a:ext>
            </a:extLst>
          </p:cNvPr>
          <p:cNvSpPr/>
          <p:nvPr/>
        </p:nvSpPr>
        <p:spPr>
          <a:xfrm rot="5400000">
            <a:off x="6008771" y="191953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8B3AC42-0581-4D77-925B-0815E493F92B}"/>
              </a:ext>
            </a:extLst>
          </p:cNvPr>
          <p:cNvSpPr/>
          <p:nvPr/>
        </p:nvSpPr>
        <p:spPr>
          <a:xfrm>
            <a:off x="5458315" y="3238696"/>
            <a:ext cx="2980468" cy="1568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5D52EF-F322-4C5F-B8B6-B55E5C14528D}"/>
              </a:ext>
            </a:extLst>
          </p:cNvPr>
          <p:cNvSpPr/>
          <p:nvPr/>
        </p:nvSpPr>
        <p:spPr>
          <a:xfrm>
            <a:off x="6677089" y="2346830"/>
            <a:ext cx="483544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C807F77-8682-4807-A027-1B9E98213F94}"/>
              </a:ext>
            </a:extLst>
          </p:cNvPr>
          <p:cNvSpPr/>
          <p:nvPr/>
        </p:nvSpPr>
        <p:spPr>
          <a:xfrm rot="16200000">
            <a:off x="7844394" y="3229724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73F8EC51-11A9-463C-A753-98E6ECD6CF5E}"/>
              </a:ext>
            </a:extLst>
          </p:cNvPr>
          <p:cNvSpPr/>
          <p:nvPr/>
        </p:nvSpPr>
        <p:spPr>
          <a:xfrm rot="5553021">
            <a:off x="5360069" y="3209592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53FD8C3-DC24-4986-840A-DF583E02D933}"/>
              </a:ext>
            </a:extLst>
          </p:cNvPr>
          <p:cNvSpPr/>
          <p:nvPr/>
        </p:nvSpPr>
        <p:spPr>
          <a:xfrm>
            <a:off x="0" y="0"/>
            <a:ext cx="4369513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s-CL" sz="3200" dirty="0">
              <a:solidFill>
                <a:schemeClr val="accent4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34C29-BF80-4BC9-A1D2-B16773561294}"/>
              </a:ext>
            </a:extLst>
          </p:cNvPr>
          <p:cNvSpPr/>
          <p:nvPr/>
        </p:nvSpPr>
        <p:spPr>
          <a:xfrm>
            <a:off x="6288479" y="1565560"/>
            <a:ext cx="1260764" cy="123660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A6D0E49-4158-4E36-BD33-9185BC9D5C48}"/>
              </a:ext>
            </a:extLst>
          </p:cNvPr>
          <p:cNvSpPr/>
          <p:nvPr/>
        </p:nvSpPr>
        <p:spPr>
          <a:xfrm>
            <a:off x="6454734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0CBB836-5F1D-40CA-8265-ED34DDEEDBC8}"/>
              </a:ext>
            </a:extLst>
          </p:cNvPr>
          <p:cNvSpPr/>
          <p:nvPr/>
        </p:nvSpPr>
        <p:spPr>
          <a:xfrm>
            <a:off x="6967352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A5A84-260E-422F-8FDF-89B7B95823C4}"/>
              </a:ext>
            </a:extLst>
          </p:cNvPr>
          <p:cNvSpPr/>
          <p:nvPr/>
        </p:nvSpPr>
        <p:spPr>
          <a:xfrm>
            <a:off x="6454734" y="2989776"/>
            <a:ext cx="900546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15C36-700A-496E-BC4A-76BF6A09E367}"/>
              </a:ext>
            </a:extLst>
          </p:cNvPr>
          <p:cNvSpPr/>
          <p:nvPr/>
        </p:nvSpPr>
        <p:spPr>
          <a:xfrm>
            <a:off x="5780314" y="2881827"/>
            <a:ext cx="2324596" cy="13962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59E58E9B-24DF-4C2C-9877-0F67F150329F}"/>
              </a:ext>
            </a:extLst>
          </p:cNvPr>
          <p:cNvSpPr/>
          <p:nvPr/>
        </p:nvSpPr>
        <p:spPr>
          <a:xfrm>
            <a:off x="6543086" y="2350335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E9DA80-2D6A-4D56-8BBA-5423DD8DEEDE}"/>
              </a:ext>
            </a:extLst>
          </p:cNvPr>
          <p:cNvSpPr/>
          <p:nvPr/>
        </p:nvSpPr>
        <p:spPr>
          <a:xfrm>
            <a:off x="6865868" y="3055092"/>
            <a:ext cx="1075905" cy="10480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B852D28-3658-41D7-A23D-80FE04F601DA}"/>
              </a:ext>
            </a:extLst>
          </p:cNvPr>
          <p:cNvSpPr/>
          <p:nvPr/>
        </p:nvSpPr>
        <p:spPr>
          <a:xfrm>
            <a:off x="6943553" y="3194912"/>
            <a:ext cx="276494" cy="2851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C0DD1F-BF20-4BDB-8F0C-6B6AAC13AEEB}"/>
              </a:ext>
            </a:extLst>
          </p:cNvPr>
          <p:cNvSpPr/>
          <p:nvPr/>
        </p:nvSpPr>
        <p:spPr>
          <a:xfrm>
            <a:off x="7356516" y="3192411"/>
            <a:ext cx="276494" cy="2851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FE6C826-3777-4649-B0F5-2154B1E6CCFD}"/>
              </a:ext>
            </a:extLst>
          </p:cNvPr>
          <p:cNvSpPr/>
          <p:nvPr/>
        </p:nvSpPr>
        <p:spPr>
          <a:xfrm>
            <a:off x="7692675" y="3255412"/>
            <a:ext cx="153608" cy="158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55839B6-677D-4430-AE93-2FDA8253BDF7}"/>
              </a:ext>
            </a:extLst>
          </p:cNvPr>
          <p:cNvSpPr/>
          <p:nvPr/>
        </p:nvSpPr>
        <p:spPr>
          <a:xfrm>
            <a:off x="6943553" y="3667365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228C23-273B-4E12-83F1-E421E20AD20A}"/>
              </a:ext>
            </a:extLst>
          </p:cNvPr>
          <p:cNvSpPr/>
          <p:nvPr/>
        </p:nvSpPr>
        <p:spPr>
          <a:xfrm>
            <a:off x="6943553" y="3818822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9E8B43D-7050-4E12-9DF7-A66682282C42}"/>
              </a:ext>
            </a:extLst>
          </p:cNvPr>
          <p:cNvGrpSpPr/>
          <p:nvPr/>
        </p:nvGrpSpPr>
        <p:grpSpPr>
          <a:xfrm rot="20376846">
            <a:off x="4748208" y="1615612"/>
            <a:ext cx="690222" cy="1822052"/>
            <a:chOff x="4950066" y="1242477"/>
            <a:chExt cx="755038" cy="2404552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E3EEE61-8983-447A-9D7E-A5FBD197B6E5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8172903-11D4-4BB4-B71F-4F1251198F80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8B0975DC-C994-4BE5-8B51-42C216B59EA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D44C2911-F699-473E-A74B-4DC5A75A62FB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1A071F5E-76D6-41FC-A4AB-79C57540D8B0}"/>
              </a:ext>
            </a:extLst>
          </p:cNvPr>
          <p:cNvSpPr/>
          <p:nvPr/>
        </p:nvSpPr>
        <p:spPr>
          <a:xfrm rot="16200000">
            <a:off x="7387243" y="190928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14B6FFF-B1F3-466A-B71E-FB3A1CFB5AE6}"/>
              </a:ext>
            </a:extLst>
          </p:cNvPr>
          <p:cNvGrpSpPr/>
          <p:nvPr/>
        </p:nvGrpSpPr>
        <p:grpSpPr>
          <a:xfrm rot="598863">
            <a:off x="8333126" y="1627409"/>
            <a:ext cx="621919" cy="1761021"/>
            <a:chOff x="4950066" y="1242477"/>
            <a:chExt cx="755038" cy="2404552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737CD57E-3970-4448-A558-B2734F597FAC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B87EE44C-2CDF-4E87-AFD2-42D5C29C05D8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5B3BED01-5056-490D-A975-0C67ED756EC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0A3CC79B-EE9F-44D1-9452-60B00F6BEF37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16A4A0A-71AB-4041-B787-A1B012D41126}"/>
              </a:ext>
            </a:extLst>
          </p:cNvPr>
          <p:cNvSpPr txBox="1"/>
          <p:nvPr/>
        </p:nvSpPr>
        <p:spPr>
          <a:xfrm>
            <a:off x="158898" y="199735"/>
            <a:ext cx="4064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iome" panose="020B0503030204020804" pitchFamily="34" charset="0"/>
                <a:cs typeface="Biome" panose="020B0503030204020804" pitchFamily="34" charset="0"/>
              </a:rPr>
              <a:t>¿Cuál es el Curriculum?</a:t>
            </a:r>
          </a:p>
        </p:txBody>
      </p:sp>
      <p:pic>
        <p:nvPicPr>
          <p:cNvPr id="12" name="Gráfico 11" descr="Televisión">
            <a:extLst>
              <a:ext uri="{FF2B5EF4-FFF2-40B4-BE49-F238E27FC236}">
                <a16:creationId xmlns:a16="http://schemas.microsoft.com/office/drawing/2014/main" id="{3DB10696-6C88-416C-8D6E-915522044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50" y="1590921"/>
            <a:ext cx="3663560" cy="3663560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Vista general de sección 2">
                <a:extLst>
                  <a:ext uri="{FF2B5EF4-FFF2-40B4-BE49-F238E27FC236}">
                    <a16:creationId xmlns:a16="http://schemas.microsoft.com/office/drawing/2014/main" id="{BD43CC9D-D558-41C5-A265-80E470D83C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1716301"/>
                  </p:ext>
                </p:extLst>
              </p:nvPr>
            </p:nvGraphicFramePr>
            <p:xfrm>
              <a:off x="543506" y="2398162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50B8234B-812F-47AF-B47F-EF54E05706A2}">
                    <psez:zmPr id="{B6A2872D-6F41-40C2-BA27-1675CD83C38F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Vista general de sección 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D43CC9D-D558-41C5-A265-80E470D83C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3506" y="239816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405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E8B3AC42-0581-4D77-925B-0815E493F92B}"/>
              </a:ext>
            </a:extLst>
          </p:cNvPr>
          <p:cNvSpPr/>
          <p:nvPr/>
        </p:nvSpPr>
        <p:spPr>
          <a:xfrm>
            <a:off x="5458315" y="3238696"/>
            <a:ext cx="2980468" cy="1568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5D52EF-F322-4C5F-B8B6-B55E5C14528D}"/>
              </a:ext>
            </a:extLst>
          </p:cNvPr>
          <p:cNvSpPr/>
          <p:nvPr/>
        </p:nvSpPr>
        <p:spPr>
          <a:xfrm>
            <a:off x="6677089" y="2346830"/>
            <a:ext cx="483544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C807F77-8682-4807-A027-1B9E98213F94}"/>
              </a:ext>
            </a:extLst>
          </p:cNvPr>
          <p:cNvSpPr/>
          <p:nvPr/>
        </p:nvSpPr>
        <p:spPr>
          <a:xfrm rot="16200000">
            <a:off x="7844394" y="3229724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73F8EC51-11A9-463C-A753-98E6ECD6CF5E}"/>
              </a:ext>
            </a:extLst>
          </p:cNvPr>
          <p:cNvSpPr/>
          <p:nvPr/>
        </p:nvSpPr>
        <p:spPr>
          <a:xfrm rot="5553021">
            <a:off x="5360069" y="3209592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53FD8C3-DC24-4986-840A-DF583E02D933}"/>
              </a:ext>
            </a:extLst>
          </p:cNvPr>
          <p:cNvSpPr/>
          <p:nvPr/>
        </p:nvSpPr>
        <p:spPr>
          <a:xfrm>
            <a:off x="0" y="0"/>
            <a:ext cx="4369513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s-CL" sz="3200" dirty="0">
              <a:solidFill>
                <a:schemeClr val="accent4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34C29-BF80-4BC9-A1D2-B16773561294}"/>
              </a:ext>
            </a:extLst>
          </p:cNvPr>
          <p:cNvSpPr/>
          <p:nvPr/>
        </p:nvSpPr>
        <p:spPr>
          <a:xfrm>
            <a:off x="6288479" y="1565560"/>
            <a:ext cx="1260764" cy="123660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A6D0E49-4158-4E36-BD33-9185BC9D5C48}"/>
              </a:ext>
            </a:extLst>
          </p:cNvPr>
          <p:cNvSpPr/>
          <p:nvPr/>
        </p:nvSpPr>
        <p:spPr>
          <a:xfrm>
            <a:off x="6454734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0CBB836-5F1D-40CA-8265-ED34DDEEDBC8}"/>
              </a:ext>
            </a:extLst>
          </p:cNvPr>
          <p:cNvSpPr/>
          <p:nvPr/>
        </p:nvSpPr>
        <p:spPr>
          <a:xfrm>
            <a:off x="6967352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A5A84-260E-422F-8FDF-89B7B95823C4}"/>
              </a:ext>
            </a:extLst>
          </p:cNvPr>
          <p:cNvSpPr/>
          <p:nvPr/>
        </p:nvSpPr>
        <p:spPr>
          <a:xfrm>
            <a:off x="6454734" y="2989776"/>
            <a:ext cx="900546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15C36-700A-496E-BC4A-76BF6A09E367}"/>
              </a:ext>
            </a:extLst>
          </p:cNvPr>
          <p:cNvSpPr/>
          <p:nvPr/>
        </p:nvSpPr>
        <p:spPr>
          <a:xfrm>
            <a:off x="5780314" y="2881827"/>
            <a:ext cx="2324596" cy="13962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59E58E9B-24DF-4C2C-9877-0F67F150329F}"/>
              </a:ext>
            </a:extLst>
          </p:cNvPr>
          <p:cNvSpPr/>
          <p:nvPr/>
        </p:nvSpPr>
        <p:spPr>
          <a:xfrm>
            <a:off x="6543086" y="2350335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E9DA80-2D6A-4D56-8BBA-5423DD8DEEDE}"/>
              </a:ext>
            </a:extLst>
          </p:cNvPr>
          <p:cNvSpPr/>
          <p:nvPr/>
        </p:nvSpPr>
        <p:spPr>
          <a:xfrm>
            <a:off x="6865868" y="3055092"/>
            <a:ext cx="1075905" cy="10480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B852D28-3658-41D7-A23D-80FE04F601DA}"/>
              </a:ext>
            </a:extLst>
          </p:cNvPr>
          <p:cNvSpPr/>
          <p:nvPr/>
        </p:nvSpPr>
        <p:spPr>
          <a:xfrm>
            <a:off x="6943553" y="3194912"/>
            <a:ext cx="276494" cy="2851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C0DD1F-BF20-4BDB-8F0C-6B6AAC13AEEB}"/>
              </a:ext>
            </a:extLst>
          </p:cNvPr>
          <p:cNvSpPr/>
          <p:nvPr/>
        </p:nvSpPr>
        <p:spPr>
          <a:xfrm>
            <a:off x="7356516" y="3192411"/>
            <a:ext cx="276494" cy="2851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FE6C826-3777-4649-B0F5-2154B1E6CCFD}"/>
              </a:ext>
            </a:extLst>
          </p:cNvPr>
          <p:cNvSpPr/>
          <p:nvPr/>
        </p:nvSpPr>
        <p:spPr>
          <a:xfrm>
            <a:off x="7692675" y="3255412"/>
            <a:ext cx="153608" cy="158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55839B6-677D-4430-AE93-2FDA8253BDF7}"/>
              </a:ext>
            </a:extLst>
          </p:cNvPr>
          <p:cNvSpPr/>
          <p:nvPr/>
        </p:nvSpPr>
        <p:spPr>
          <a:xfrm>
            <a:off x="6943553" y="3667365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228C23-273B-4E12-83F1-E421E20AD20A}"/>
              </a:ext>
            </a:extLst>
          </p:cNvPr>
          <p:cNvSpPr/>
          <p:nvPr/>
        </p:nvSpPr>
        <p:spPr>
          <a:xfrm>
            <a:off x="6943553" y="3818822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9E8B43D-7050-4E12-9DF7-A66682282C42}"/>
              </a:ext>
            </a:extLst>
          </p:cNvPr>
          <p:cNvGrpSpPr/>
          <p:nvPr/>
        </p:nvGrpSpPr>
        <p:grpSpPr>
          <a:xfrm rot="20376846">
            <a:off x="4748208" y="1615612"/>
            <a:ext cx="690222" cy="1822052"/>
            <a:chOff x="4950066" y="1242477"/>
            <a:chExt cx="755038" cy="2404552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E3EEE61-8983-447A-9D7E-A5FBD197B6E5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8172903-11D4-4BB4-B71F-4F1251198F80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8B0975DC-C994-4BE5-8B51-42C216B59EA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D44C2911-F699-473E-A74B-4DC5A75A62FB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C18F3888-CB30-4A76-874E-D02A8AB182B8}"/>
              </a:ext>
            </a:extLst>
          </p:cNvPr>
          <p:cNvSpPr/>
          <p:nvPr/>
        </p:nvSpPr>
        <p:spPr>
          <a:xfrm rot="5400000">
            <a:off x="6008771" y="191953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1A071F5E-76D6-41FC-A4AB-79C57540D8B0}"/>
              </a:ext>
            </a:extLst>
          </p:cNvPr>
          <p:cNvSpPr/>
          <p:nvPr/>
        </p:nvSpPr>
        <p:spPr>
          <a:xfrm rot="16200000">
            <a:off x="7387243" y="190928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14B6FFF-B1F3-466A-B71E-FB3A1CFB5AE6}"/>
              </a:ext>
            </a:extLst>
          </p:cNvPr>
          <p:cNvGrpSpPr/>
          <p:nvPr/>
        </p:nvGrpSpPr>
        <p:grpSpPr>
          <a:xfrm rot="598863">
            <a:off x="8333126" y="1627409"/>
            <a:ext cx="621919" cy="1761021"/>
            <a:chOff x="4950066" y="1242477"/>
            <a:chExt cx="755038" cy="2404552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737CD57E-3970-4448-A558-B2734F597FAC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B87EE44C-2CDF-4E87-AFD2-42D5C29C05D8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5B3BED01-5056-490D-A975-0C67ED756EC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0A3CC79B-EE9F-44D1-9452-60B00F6BEF37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16A4A0A-71AB-4041-B787-A1B012D41126}"/>
              </a:ext>
            </a:extLst>
          </p:cNvPr>
          <p:cNvSpPr txBox="1"/>
          <p:nvPr/>
        </p:nvSpPr>
        <p:spPr>
          <a:xfrm>
            <a:off x="158898" y="199735"/>
            <a:ext cx="40643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iome" panose="020B0503030204020804" pitchFamily="34" charset="0"/>
                <a:cs typeface="Biome" panose="020B0503030204020804" pitchFamily="34" charset="0"/>
              </a:rPr>
              <a:t>¿Cómo abordaremos el Curriculum?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Vista general de sección 10">
                <a:extLst>
                  <a:ext uri="{FF2B5EF4-FFF2-40B4-BE49-F238E27FC236}">
                    <a16:creationId xmlns:a16="http://schemas.microsoft.com/office/drawing/2014/main" id="{3CA6A156-5489-4639-B398-37FF026C3B0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8247752"/>
                  </p:ext>
                </p:extLst>
              </p:nvPr>
            </p:nvGraphicFramePr>
            <p:xfrm>
              <a:off x="628131" y="2708059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3939CE1F-18A5-4E2D-BCE1-16396007EA9A}">
                    <psez:zmPr id="{10B70B00-91DA-482A-851C-27E2CECC08B4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Vista general de sección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CA6A156-5489-4639-B398-37FF026C3B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131" y="270805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325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remove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E8B3AC42-0581-4D77-925B-0815E493F92B}"/>
              </a:ext>
            </a:extLst>
          </p:cNvPr>
          <p:cNvSpPr/>
          <p:nvPr/>
        </p:nvSpPr>
        <p:spPr>
          <a:xfrm>
            <a:off x="5458315" y="3238696"/>
            <a:ext cx="2980468" cy="1568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5D52EF-F322-4C5F-B8B6-B55E5C14528D}"/>
              </a:ext>
            </a:extLst>
          </p:cNvPr>
          <p:cNvSpPr/>
          <p:nvPr/>
        </p:nvSpPr>
        <p:spPr>
          <a:xfrm>
            <a:off x="6677089" y="2346830"/>
            <a:ext cx="483544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C807F77-8682-4807-A027-1B9E98213F94}"/>
              </a:ext>
            </a:extLst>
          </p:cNvPr>
          <p:cNvSpPr/>
          <p:nvPr/>
        </p:nvSpPr>
        <p:spPr>
          <a:xfrm rot="16200000">
            <a:off x="7844394" y="3229724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73F8EC51-11A9-463C-A753-98E6ECD6CF5E}"/>
              </a:ext>
            </a:extLst>
          </p:cNvPr>
          <p:cNvSpPr/>
          <p:nvPr/>
        </p:nvSpPr>
        <p:spPr>
          <a:xfrm rot="5553021">
            <a:off x="5360069" y="3209592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53FD8C3-DC24-4986-840A-DF583E02D933}"/>
              </a:ext>
            </a:extLst>
          </p:cNvPr>
          <p:cNvSpPr/>
          <p:nvPr/>
        </p:nvSpPr>
        <p:spPr>
          <a:xfrm>
            <a:off x="0" y="-1"/>
            <a:ext cx="4710545" cy="1967345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s-CL" sz="3200" dirty="0">
                <a:solidFill>
                  <a:schemeClr val="accent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¡</a:t>
            </a:r>
            <a:r>
              <a:rPr lang="es-CL" sz="3200">
                <a:solidFill>
                  <a:schemeClr val="accent4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Gracias!</a:t>
            </a:r>
            <a:endParaRPr lang="es-CL" sz="3200" dirty="0">
              <a:solidFill>
                <a:schemeClr val="accent4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134C29-BF80-4BC9-A1D2-B16773561294}"/>
              </a:ext>
            </a:extLst>
          </p:cNvPr>
          <p:cNvSpPr/>
          <p:nvPr/>
        </p:nvSpPr>
        <p:spPr>
          <a:xfrm>
            <a:off x="6288479" y="1565560"/>
            <a:ext cx="1260764" cy="123660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A6D0E49-4158-4E36-BD33-9185BC9D5C48}"/>
              </a:ext>
            </a:extLst>
          </p:cNvPr>
          <p:cNvSpPr/>
          <p:nvPr/>
        </p:nvSpPr>
        <p:spPr>
          <a:xfrm>
            <a:off x="6454734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0CBB836-5F1D-40CA-8265-ED34DDEEDBC8}"/>
              </a:ext>
            </a:extLst>
          </p:cNvPr>
          <p:cNvSpPr/>
          <p:nvPr/>
        </p:nvSpPr>
        <p:spPr>
          <a:xfrm>
            <a:off x="6967352" y="1759524"/>
            <a:ext cx="387928" cy="40178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FA5A84-260E-422F-8FDF-89B7B95823C4}"/>
              </a:ext>
            </a:extLst>
          </p:cNvPr>
          <p:cNvSpPr/>
          <p:nvPr/>
        </p:nvSpPr>
        <p:spPr>
          <a:xfrm>
            <a:off x="6454734" y="2989776"/>
            <a:ext cx="900546" cy="139625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15C36-700A-496E-BC4A-76BF6A09E367}"/>
              </a:ext>
            </a:extLst>
          </p:cNvPr>
          <p:cNvSpPr/>
          <p:nvPr/>
        </p:nvSpPr>
        <p:spPr>
          <a:xfrm>
            <a:off x="5780314" y="2881827"/>
            <a:ext cx="2324596" cy="1396252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59E58E9B-24DF-4C2C-9877-0F67F150329F}"/>
              </a:ext>
            </a:extLst>
          </p:cNvPr>
          <p:cNvSpPr/>
          <p:nvPr/>
        </p:nvSpPr>
        <p:spPr>
          <a:xfrm>
            <a:off x="6543086" y="2350335"/>
            <a:ext cx="690070" cy="2628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E9DA80-2D6A-4D56-8BBA-5423DD8DEEDE}"/>
              </a:ext>
            </a:extLst>
          </p:cNvPr>
          <p:cNvSpPr/>
          <p:nvPr/>
        </p:nvSpPr>
        <p:spPr>
          <a:xfrm>
            <a:off x="6865868" y="3055092"/>
            <a:ext cx="1075905" cy="10480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B852D28-3658-41D7-A23D-80FE04F601DA}"/>
              </a:ext>
            </a:extLst>
          </p:cNvPr>
          <p:cNvSpPr/>
          <p:nvPr/>
        </p:nvSpPr>
        <p:spPr>
          <a:xfrm>
            <a:off x="6943553" y="3194912"/>
            <a:ext cx="276494" cy="2851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AC0DD1F-BF20-4BDB-8F0C-6B6AAC13AEEB}"/>
              </a:ext>
            </a:extLst>
          </p:cNvPr>
          <p:cNvSpPr/>
          <p:nvPr/>
        </p:nvSpPr>
        <p:spPr>
          <a:xfrm>
            <a:off x="7356516" y="3192411"/>
            <a:ext cx="276494" cy="2851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FE6C826-3777-4649-B0F5-2154B1E6CCFD}"/>
              </a:ext>
            </a:extLst>
          </p:cNvPr>
          <p:cNvSpPr/>
          <p:nvPr/>
        </p:nvSpPr>
        <p:spPr>
          <a:xfrm>
            <a:off x="7692675" y="3255412"/>
            <a:ext cx="153608" cy="1584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55839B6-677D-4430-AE93-2FDA8253BDF7}"/>
              </a:ext>
            </a:extLst>
          </p:cNvPr>
          <p:cNvSpPr/>
          <p:nvPr/>
        </p:nvSpPr>
        <p:spPr>
          <a:xfrm>
            <a:off x="6943553" y="3667365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7228C23-273B-4E12-83F1-E421E20AD20A}"/>
              </a:ext>
            </a:extLst>
          </p:cNvPr>
          <p:cNvSpPr/>
          <p:nvPr/>
        </p:nvSpPr>
        <p:spPr>
          <a:xfrm>
            <a:off x="6943553" y="3818822"/>
            <a:ext cx="92164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89E8B43D-7050-4E12-9DF7-A66682282C42}"/>
              </a:ext>
            </a:extLst>
          </p:cNvPr>
          <p:cNvGrpSpPr/>
          <p:nvPr/>
        </p:nvGrpSpPr>
        <p:grpSpPr>
          <a:xfrm rot="20376846">
            <a:off x="4748208" y="1615612"/>
            <a:ext cx="690222" cy="1822052"/>
            <a:chOff x="4950066" y="1242477"/>
            <a:chExt cx="755038" cy="2404552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E3EEE61-8983-447A-9D7E-A5FBD197B6E5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8172903-11D4-4BB4-B71F-4F1251198F80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8B0975DC-C994-4BE5-8B51-42C216B59EA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D44C2911-F699-473E-A74B-4DC5A75A62FB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5" name="Forma libre: forma 54">
            <a:extLst>
              <a:ext uri="{FF2B5EF4-FFF2-40B4-BE49-F238E27FC236}">
                <a16:creationId xmlns:a16="http://schemas.microsoft.com/office/drawing/2014/main" id="{C18F3888-CB30-4A76-874E-D02A8AB182B8}"/>
              </a:ext>
            </a:extLst>
          </p:cNvPr>
          <p:cNvSpPr/>
          <p:nvPr/>
        </p:nvSpPr>
        <p:spPr>
          <a:xfrm rot="5400000">
            <a:off x="6008771" y="191953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1A071F5E-76D6-41FC-A4AB-79C57540D8B0}"/>
              </a:ext>
            </a:extLst>
          </p:cNvPr>
          <p:cNvSpPr/>
          <p:nvPr/>
        </p:nvSpPr>
        <p:spPr>
          <a:xfrm rot="16200000">
            <a:off x="7387243" y="1909282"/>
            <a:ext cx="504000" cy="180000"/>
          </a:xfrm>
          <a:custGeom>
            <a:avLst/>
            <a:gdLst>
              <a:gd name="connsiteX0" fmla="*/ 0 w 690070"/>
              <a:gd name="connsiteY0" fmla="*/ 0 h 262800"/>
              <a:gd name="connsiteX1" fmla="*/ 690070 w 690070"/>
              <a:gd name="connsiteY1" fmla="*/ 0 h 262800"/>
              <a:gd name="connsiteX2" fmla="*/ 676745 w 690070"/>
              <a:gd name="connsiteY2" fmla="*/ 42929 h 262800"/>
              <a:gd name="connsiteX3" fmla="*/ 345035 w 690070"/>
              <a:gd name="connsiteY3" fmla="*/ 262800 h 262800"/>
              <a:gd name="connsiteX4" fmla="*/ 13326 w 690070"/>
              <a:gd name="connsiteY4" fmla="*/ 42929 h 26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070" h="262800">
                <a:moveTo>
                  <a:pt x="0" y="0"/>
                </a:moveTo>
                <a:lnTo>
                  <a:pt x="690070" y="0"/>
                </a:lnTo>
                <a:lnTo>
                  <a:pt x="676745" y="42929"/>
                </a:lnTo>
                <a:cubicBezTo>
                  <a:pt x="622094" y="172138"/>
                  <a:pt x="494152" y="262800"/>
                  <a:pt x="345035" y="262800"/>
                </a:cubicBezTo>
                <a:cubicBezTo>
                  <a:pt x="195918" y="262800"/>
                  <a:pt x="67977" y="172138"/>
                  <a:pt x="13326" y="4292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14B6FFF-B1F3-466A-B71E-FB3A1CFB5AE6}"/>
              </a:ext>
            </a:extLst>
          </p:cNvPr>
          <p:cNvGrpSpPr/>
          <p:nvPr/>
        </p:nvGrpSpPr>
        <p:grpSpPr>
          <a:xfrm rot="598863">
            <a:off x="8333126" y="1627409"/>
            <a:ext cx="621919" cy="1761021"/>
            <a:chOff x="4950066" y="1242477"/>
            <a:chExt cx="755038" cy="2404552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737CD57E-3970-4448-A558-B2734F597FAC}"/>
                </a:ext>
              </a:extLst>
            </p:cNvPr>
            <p:cNvSpPr/>
            <p:nvPr/>
          </p:nvSpPr>
          <p:spPr>
            <a:xfrm rot="5400000">
              <a:off x="4513618" y="2602212"/>
              <a:ext cx="1656000" cy="1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B87EE44C-2CDF-4E87-AFD2-42D5C29C05D8}"/>
                </a:ext>
              </a:extLst>
            </p:cNvPr>
            <p:cNvSpPr/>
            <p:nvPr/>
          </p:nvSpPr>
          <p:spPr>
            <a:xfrm>
              <a:off x="5195393" y="2971639"/>
              <a:ext cx="288000" cy="67539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5B3BED01-5056-490D-A975-0C67ED756ECB}"/>
                </a:ext>
              </a:extLst>
            </p:cNvPr>
            <p:cNvSpPr/>
            <p:nvPr/>
          </p:nvSpPr>
          <p:spPr>
            <a:xfrm>
              <a:off x="4950066" y="1242477"/>
              <a:ext cx="755038" cy="675390"/>
            </a:xfrm>
            <a:custGeom>
              <a:avLst/>
              <a:gdLst>
                <a:gd name="connsiteX0" fmla="*/ 160952 w 914400"/>
                <a:gd name="connsiteY0" fmla="*/ 0 h 802800"/>
                <a:gd name="connsiteX1" fmla="*/ 261911 w 914400"/>
                <a:gd name="connsiteY1" fmla="*/ 156283 h 802800"/>
                <a:gd name="connsiteX2" fmla="*/ 233312 w 914400"/>
                <a:gd name="connsiteY2" fmla="*/ 190946 h 802800"/>
                <a:gd name="connsiteX3" fmla="*/ 187200 w 914400"/>
                <a:gd name="connsiteY3" fmla="*/ 341905 h 802800"/>
                <a:gd name="connsiteX4" fmla="*/ 457200 w 914400"/>
                <a:gd name="connsiteY4" fmla="*/ 611905 h 802800"/>
                <a:gd name="connsiteX5" fmla="*/ 727200 w 914400"/>
                <a:gd name="connsiteY5" fmla="*/ 341905 h 802800"/>
                <a:gd name="connsiteX6" fmla="*/ 681088 w 914400"/>
                <a:gd name="connsiteY6" fmla="*/ 190946 h 802800"/>
                <a:gd name="connsiteX7" fmla="*/ 653527 w 914400"/>
                <a:gd name="connsiteY7" fmla="*/ 157541 h 802800"/>
                <a:gd name="connsiteX8" fmla="*/ 754655 w 914400"/>
                <a:gd name="connsiteY8" fmla="*/ 996 h 802800"/>
                <a:gd name="connsiteX9" fmla="*/ 780489 w 914400"/>
                <a:gd name="connsiteY9" fmla="*/ 22311 h 802800"/>
                <a:gd name="connsiteX10" fmla="*/ 914400 w 914400"/>
                <a:gd name="connsiteY10" fmla="*/ 345600 h 802800"/>
                <a:gd name="connsiteX11" fmla="*/ 457200 w 914400"/>
                <a:gd name="connsiteY11" fmla="*/ 802800 h 802800"/>
                <a:gd name="connsiteX12" fmla="*/ 0 w 914400"/>
                <a:gd name="connsiteY12" fmla="*/ 345600 h 802800"/>
                <a:gd name="connsiteX13" fmla="*/ 133911 w 914400"/>
                <a:gd name="connsiteY13" fmla="*/ 22311 h 80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14400" h="802800">
                  <a:moveTo>
                    <a:pt x="160952" y="0"/>
                  </a:moveTo>
                  <a:lnTo>
                    <a:pt x="261911" y="156283"/>
                  </a:lnTo>
                  <a:lnTo>
                    <a:pt x="233312" y="190946"/>
                  </a:lnTo>
                  <a:cubicBezTo>
                    <a:pt x="204199" y="234038"/>
                    <a:pt x="187200" y="285986"/>
                    <a:pt x="187200" y="341905"/>
                  </a:cubicBezTo>
                  <a:cubicBezTo>
                    <a:pt x="187200" y="491022"/>
                    <a:pt x="308083" y="611905"/>
                    <a:pt x="457200" y="611905"/>
                  </a:cubicBezTo>
                  <a:cubicBezTo>
                    <a:pt x="606317" y="611905"/>
                    <a:pt x="727200" y="491022"/>
                    <a:pt x="727200" y="341905"/>
                  </a:cubicBezTo>
                  <a:cubicBezTo>
                    <a:pt x="727200" y="285986"/>
                    <a:pt x="710201" y="234038"/>
                    <a:pt x="681088" y="190946"/>
                  </a:cubicBezTo>
                  <a:lnTo>
                    <a:pt x="653527" y="157541"/>
                  </a:lnTo>
                  <a:lnTo>
                    <a:pt x="754655" y="996"/>
                  </a:lnTo>
                  <a:lnTo>
                    <a:pt x="780489" y="22311"/>
                  </a:lnTo>
                  <a:cubicBezTo>
                    <a:pt x="863226" y="105048"/>
                    <a:pt x="914400" y="219348"/>
                    <a:pt x="914400" y="345600"/>
                  </a:cubicBezTo>
                  <a:cubicBezTo>
                    <a:pt x="914400" y="598105"/>
                    <a:pt x="709705" y="802800"/>
                    <a:pt x="457200" y="802800"/>
                  </a:cubicBezTo>
                  <a:cubicBezTo>
                    <a:pt x="204695" y="802800"/>
                    <a:pt x="0" y="598105"/>
                    <a:pt x="0" y="345600"/>
                  </a:cubicBezTo>
                  <a:cubicBezTo>
                    <a:pt x="0" y="219348"/>
                    <a:pt x="51174" y="105048"/>
                    <a:pt x="133911" y="22311"/>
                  </a:cubicBezTo>
                  <a:close/>
                </a:path>
              </a:pathLst>
            </a:cu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0A3CC79B-EE9F-44D1-9452-60B00F6BEF37}"/>
                </a:ext>
              </a:extLst>
            </p:cNvPr>
            <p:cNvSpPr/>
            <p:nvPr/>
          </p:nvSpPr>
          <p:spPr>
            <a:xfrm>
              <a:off x="5213393" y="1864212"/>
              <a:ext cx="252000" cy="288000"/>
            </a:xfrm>
            <a:prstGeom prst="roundRect">
              <a:avLst/>
            </a:prstGeom>
            <a:solidFill>
              <a:srgbClr val="59595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25921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32" presetClass="emph" presetSubtype="0" repeatCount="2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14" dur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40" fill="hold">
                                          <p:stCondLst>
                                            <p:cond delay="14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40" fill="hold">
                                          <p:stCondLst>
                                            <p:cond delay="28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40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4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5ED9EA91-802D-4A10-9460-69AF60F3B2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84" y="1076930"/>
            <a:ext cx="7554132" cy="5320708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84E364BD-AF54-4245-89DE-4959F92249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1800683"/>
                  </p:ext>
                </p:extLst>
              </p:nvPr>
            </p:nvGraphicFramePr>
            <p:xfrm rot="10800000">
              <a:off x="3767173" y="2212178"/>
              <a:ext cx="102357" cy="88107"/>
            </p:xfrm>
            <a:graphic>
              <a:graphicData uri="http://schemas.microsoft.com/office/powerpoint/2016/slidezoom">
                <pslz:sldZm>
                  <pslz:sldZmObj sldId="263" cId="1781679521">
                    <pslz:zmPr id="{63D1724C-1FAF-4472-A576-BD0371DE0662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0800000">
                          <a:off x="0" y="0"/>
                          <a:ext cx="102357" cy="881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extLst>
                  <a:ext uri="{FF2B5EF4-FFF2-40B4-BE49-F238E27FC236}">
                    <a16:creationId xmlns:a16="http://schemas.microsoft.com/office/drawing/2014/main" id="{84E364BD-AF54-4245-89DE-4959F92249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3767173" y="2212178"/>
                <a:ext cx="102357" cy="881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8E7E6D27-58B1-47CE-8410-5BA10D9D80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670065"/>
                  </p:ext>
                </p:extLst>
              </p:nvPr>
            </p:nvGraphicFramePr>
            <p:xfrm rot="5400000">
              <a:off x="3317405" y="3680134"/>
              <a:ext cx="449767" cy="252994"/>
            </p:xfrm>
            <a:graphic>
              <a:graphicData uri="http://schemas.microsoft.com/office/powerpoint/2016/slidezoom">
                <pslz:sldZm>
                  <pslz:sldZmObj sldId="264" cId="1995602641">
                    <pslz:zmPr id="{B59367F7-18AB-4350-AF3B-E7B44D861C40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5400000">
                          <a:off x="0" y="0"/>
                          <a:ext cx="449767" cy="252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extLst>
                  <a:ext uri="{FF2B5EF4-FFF2-40B4-BE49-F238E27FC236}">
                    <a16:creationId xmlns:a16="http://schemas.microsoft.com/office/drawing/2014/main" id="{8E7E6D27-58B1-47CE-8410-5BA10D9D80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5400000">
                <a:off x="3317405" y="3680134"/>
                <a:ext cx="449767" cy="25299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4D1F6BE9-2AAA-4D4A-B253-F97861FA90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7780754"/>
                  </p:ext>
                </p:extLst>
              </p:nvPr>
            </p:nvGraphicFramePr>
            <p:xfrm rot="5400000">
              <a:off x="7344530" y="3352800"/>
              <a:ext cx="149263" cy="152400"/>
            </p:xfrm>
            <a:graphic>
              <a:graphicData uri="http://schemas.microsoft.com/office/powerpoint/2016/slidezoom">
                <pslz:sldZm>
                  <pslz:sldZmObj sldId="265" cId="2047028195">
                    <pslz:zmPr id="{498C1FED-5F89-4E01-A90A-A4E3E3A25835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5400000">
                          <a:off x="0" y="0"/>
                          <a:ext cx="149263" cy="1524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Vista general de diapositiva 3">
                <a:extLst>
                  <a:ext uri="{FF2B5EF4-FFF2-40B4-BE49-F238E27FC236}">
                    <a16:creationId xmlns:a16="http://schemas.microsoft.com/office/drawing/2014/main" id="{4D1F6BE9-2AAA-4D4A-B253-F97861FA90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7344530" y="3352800"/>
                <a:ext cx="149263" cy="1524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Vista general de diapositiva 8">
                <a:extLst>
                  <a:ext uri="{FF2B5EF4-FFF2-40B4-BE49-F238E27FC236}">
                    <a16:creationId xmlns:a16="http://schemas.microsoft.com/office/drawing/2014/main" id="{E4180A74-7305-4B97-89B7-3FA718260B6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0484658"/>
                  </p:ext>
                </p:extLst>
              </p:nvPr>
            </p:nvGraphicFramePr>
            <p:xfrm rot="16200000">
              <a:off x="7777322" y="4605521"/>
              <a:ext cx="120673" cy="98036"/>
            </p:xfrm>
            <a:graphic>
              <a:graphicData uri="http://schemas.microsoft.com/office/powerpoint/2016/slidezoom">
                <pslz:sldZm>
                  <pslz:sldZmObj sldId="266" cId="1154371121">
                    <pslz:zmPr id="{086CF8E0-5705-4A40-95C8-00E450F44CEF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6200000">
                          <a:off x="0" y="0"/>
                          <a:ext cx="120673" cy="9803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Vista general de diapositiva 8">
                <a:extLst>
                  <a:ext uri="{FF2B5EF4-FFF2-40B4-BE49-F238E27FC236}">
                    <a16:creationId xmlns:a16="http://schemas.microsoft.com/office/drawing/2014/main" id="{E4180A74-7305-4B97-89B7-3FA718260B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16200000">
                <a:off x="7777322" y="4605521"/>
                <a:ext cx="120673" cy="9803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9229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A05E5F1-E657-432D-B863-02C07B7BBFA1}"/>
              </a:ext>
            </a:extLst>
          </p:cNvPr>
          <p:cNvSpPr/>
          <p:nvPr/>
        </p:nvSpPr>
        <p:spPr>
          <a:xfrm>
            <a:off x="815205" y="1553918"/>
            <a:ext cx="10767195" cy="4055356"/>
          </a:xfrm>
          <a:prstGeom prst="roundRect">
            <a:avLst>
              <a:gd name="adj" fmla="val 26849"/>
            </a:avLst>
          </a:prstGeom>
          <a:solidFill>
            <a:srgbClr val="A826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algn="ctr" defTabSz="539750"/>
            <a:r>
              <a:rPr lang="es-ES" sz="7200" dirty="0">
                <a:latin typeface="Checkbook" panose="020B0000000000000000" pitchFamily="34" charset="0"/>
              </a:rPr>
              <a:t>DESCOMPOSICION</a:t>
            </a:r>
            <a:endParaRPr lang="es-ES" sz="5400" dirty="0">
              <a:latin typeface="Checkbook" panose="020B0000000000000000" pitchFamily="34" charset="0"/>
            </a:endParaRPr>
          </a:p>
          <a:p>
            <a:pPr marL="442913" algn="ctr" defTabSz="539750"/>
            <a:endParaRPr lang="es-ES" sz="3200" b="1" dirty="0">
              <a:latin typeface="HP Simplified" panose="020B0606020204020204" pitchFamily="34" charset="0"/>
            </a:endParaRPr>
          </a:p>
          <a:p>
            <a:pPr marL="442913" algn="ctr" defTabSz="539750"/>
            <a:endParaRPr lang="es-ES" sz="3200" b="1" dirty="0">
              <a:latin typeface="HP Simplified" panose="020B0606020204020204" pitchFamily="34" charset="0"/>
            </a:endParaRPr>
          </a:p>
          <a:p>
            <a:pPr marL="179388" algn="just" defTabSz="539750"/>
            <a:r>
              <a:rPr lang="es-ES" sz="3600" dirty="0">
                <a:latin typeface="Biome" panose="020B0503030204020804" pitchFamily="34" charset="0"/>
                <a:cs typeface="Biome" panose="020B0503030204020804" pitchFamily="34" charset="0"/>
              </a:rPr>
              <a:t>Consiste en el procedimiento por el cual un problema de mayor complejidad se desarticula en pequeñas series más manejables.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B44BA7-8AD4-427E-B441-A6556EA498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A82633"/>
              </a:clrFrom>
              <a:clrTo>
                <a:srgbClr val="A8263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" y="693635"/>
            <a:ext cx="2046514" cy="2134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167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7B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80A106D-AD3B-4D18-9EE9-91A14DA6B007}"/>
              </a:ext>
            </a:extLst>
          </p:cNvPr>
          <p:cNvSpPr/>
          <p:nvPr/>
        </p:nvSpPr>
        <p:spPr>
          <a:xfrm>
            <a:off x="857251" y="876300"/>
            <a:ext cx="10058400" cy="5181600"/>
          </a:xfrm>
          <a:prstGeom prst="roundRect">
            <a:avLst/>
          </a:prstGeom>
          <a:solidFill>
            <a:srgbClr val="3C7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0" b="1" dirty="0">
                <a:latin typeface="Checkbook" panose="020B0000000000000000" pitchFamily="34" charset="0"/>
                <a:cs typeface="Biome" panose="020B0503030204020804" pitchFamily="34" charset="0"/>
              </a:rPr>
              <a:t>PATRONES</a:t>
            </a:r>
          </a:p>
          <a:p>
            <a:pPr algn="ctr"/>
            <a:endParaRPr lang="es-ES" sz="3600" dirty="0">
              <a:latin typeface="Checkbook" panose="020B0000000000000000" pitchFamily="34" charset="0"/>
              <a:cs typeface="Biome" panose="020B0503030204020804" pitchFamily="34" charset="0"/>
            </a:endParaRPr>
          </a:p>
          <a:p>
            <a:pPr algn="ctr"/>
            <a:r>
              <a:rPr lang="es-ES" sz="3600" dirty="0">
                <a:latin typeface="Biome" panose="020B0503030204020804" pitchFamily="34" charset="0"/>
                <a:cs typeface="Biome" panose="020B0503030204020804" pitchFamily="34" charset="0"/>
              </a:rPr>
              <a:t>Luego de la desarticulación del problema complejo, las pequeñas series son enfrentadas de forma individual de manera que puedan ser resueltas de forma similar a problemas frecuentados anteriormente.</a:t>
            </a:r>
            <a:endParaRPr lang="es-CL" sz="36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84CBCD-8250-472B-87FD-D7DCB420684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C7BC8"/>
              </a:clrFrom>
              <a:clrTo>
                <a:srgbClr val="3C7BC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951" y="647728"/>
            <a:ext cx="2603226" cy="1601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560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A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475F359-7281-4005-B14C-9AC7A05A02A0}"/>
              </a:ext>
            </a:extLst>
          </p:cNvPr>
          <p:cNvSpPr/>
          <p:nvPr/>
        </p:nvSpPr>
        <p:spPr>
          <a:xfrm>
            <a:off x="1843930" y="1382100"/>
            <a:ext cx="9213272" cy="3262472"/>
          </a:xfrm>
          <a:prstGeom prst="roundRect">
            <a:avLst/>
          </a:prstGeom>
          <a:solidFill>
            <a:srgbClr val="41A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0" b="1" dirty="0">
                <a:latin typeface="Checkbook" panose="020B0000000000000000" pitchFamily="34" charset="0"/>
              </a:rPr>
              <a:t>ABSTRACCION</a:t>
            </a:r>
            <a:endParaRPr lang="es-ES" sz="2800" b="1" dirty="0">
              <a:latin typeface="Checkbook" panose="020B0000000000000000" pitchFamily="34" charset="0"/>
            </a:endParaRPr>
          </a:p>
          <a:p>
            <a:pPr algn="ctr"/>
            <a:endParaRPr lang="es-ES" sz="2800" dirty="0">
              <a:latin typeface="HP Simplified" panose="020B0606020204020204" pitchFamily="34" charset="0"/>
            </a:endParaRPr>
          </a:p>
          <a:p>
            <a:pPr algn="ctr"/>
            <a:r>
              <a:rPr lang="es-ES" sz="3600" dirty="0">
                <a:latin typeface="Biome" panose="020B0503030204020804" pitchFamily="34" charset="0"/>
                <a:cs typeface="Biome" panose="020B0503030204020804" pitchFamily="34" charset="0"/>
              </a:rPr>
              <a:t>Consiste en la omisión de información irrelevante al problema propuesto.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5F40B3-1A6E-462A-B444-0565783A7CA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41A74B"/>
              </a:clrFrom>
              <a:clrTo>
                <a:srgbClr val="41A74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6343" y="703180"/>
            <a:ext cx="1132114" cy="2871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702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6B02CFA-8AC0-48AB-916D-1E7252BE0EFF}"/>
              </a:ext>
            </a:extLst>
          </p:cNvPr>
          <p:cNvSpPr/>
          <p:nvPr/>
        </p:nvSpPr>
        <p:spPr>
          <a:xfrm>
            <a:off x="2070056" y="1638299"/>
            <a:ext cx="7640000" cy="3581401"/>
          </a:xfrm>
          <a:prstGeom prst="roundRect">
            <a:avLst/>
          </a:prstGeom>
          <a:solidFill>
            <a:srgbClr val="F5A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HP Simplified" panose="020B0606020204020204" pitchFamily="34" charset="0"/>
              </a:rPr>
              <a:t> </a:t>
            </a:r>
            <a:r>
              <a:rPr lang="es-ES" sz="6000" b="1" dirty="0">
                <a:latin typeface="Checkbook" panose="020B0000000000000000" pitchFamily="34" charset="0"/>
              </a:rPr>
              <a:t>ALGORITMOS</a:t>
            </a:r>
          </a:p>
          <a:p>
            <a:pPr algn="ctr"/>
            <a:endParaRPr lang="es-ES" b="1" dirty="0">
              <a:latin typeface="HP Simplified" panose="020B0606020204020204" pitchFamily="34" charset="0"/>
            </a:endParaRPr>
          </a:p>
          <a:p>
            <a:pPr algn="ctr"/>
            <a:endParaRPr lang="es-ES" b="1" dirty="0">
              <a:latin typeface="HP Simplified" panose="020B0606020204020204" pitchFamily="34" charset="0"/>
            </a:endParaRPr>
          </a:p>
          <a:p>
            <a:pPr algn="ctr"/>
            <a:r>
              <a:rPr lang="es-ES" sz="3600" dirty="0">
                <a:latin typeface="Biome" panose="020B0503030204020804" pitchFamily="34" charset="0"/>
                <a:cs typeface="Biome" panose="020B0503030204020804" pitchFamily="34" charset="0"/>
              </a:rPr>
              <a:t>Es el procedimiento a seguir indicando los pasos para la resolución de cada problema.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28544F-8D7C-4950-A872-EF245D163A5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5A73D"/>
              </a:clrFrom>
              <a:clrTo>
                <a:srgbClr val="F5A73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5831" y="1217384"/>
            <a:ext cx="1948451" cy="23386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437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194F5-20A7-46B0-B0CF-E32939C0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109" y="27177"/>
            <a:ext cx="7755048" cy="1350075"/>
          </a:xfrm>
        </p:spPr>
        <p:txBody>
          <a:bodyPr>
            <a:noAutofit/>
          </a:bodyPr>
          <a:lstStyle/>
          <a:p>
            <a:r>
              <a:rPr lang="es-ES" sz="5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bin Sketch" panose="020B0503050202020004" pitchFamily="34" charset="0"/>
              </a:rPr>
              <a:t>Objetivos de Aprendizaje</a:t>
            </a:r>
            <a:endParaRPr lang="es-CL" sz="5400" baseline="30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bin Sketch" panose="020B0503050202020004" pitchFamily="34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34B10A87-FF41-4D5E-ACE0-D5EC0F0E95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01698866"/>
                  </p:ext>
                </p:extLst>
              </p:nvPr>
            </p:nvGraphicFramePr>
            <p:xfrm rot="10272758">
              <a:off x="2157550" y="5111323"/>
              <a:ext cx="81279" cy="45719"/>
            </p:xfrm>
            <a:graphic>
              <a:graphicData uri="http://schemas.microsoft.com/office/powerpoint/2016/slidezoom">
                <pslz:sldZm>
                  <pslz:sldZmObj sldId="271" cId="3015928617">
                    <pslz:zmPr id="{71FD560C-6303-46DD-BFBE-B0EE46CF4F0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0272758">
                          <a:off x="0" y="0"/>
                          <a:ext cx="81279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34B10A87-FF41-4D5E-ACE0-D5EC0F0E95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272758">
                <a:off x="2157550" y="5111323"/>
                <a:ext cx="81279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Vista general de diapositiva 18">
                <a:extLst>
                  <a:ext uri="{FF2B5EF4-FFF2-40B4-BE49-F238E27FC236}">
                    <a16:creationId xmlns:a16="http://schemas.microsoft.com/office/drawing/2014/main" id="{D8D64158-E6E9-47EB-8F97-8E67E271F4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164687"/>
                  </p:ext>
                </p:extLst>
              </p:nvPr>
            </p:nvGraphicFramePr>
            <p:xfrm rot="21157973">
              <a:off x="2007373" y="5140123"/>
              <a:ext cx="81278" cy="45719"/>
            </p:xfrm>
            <a:graphic>
              <a:graphicData uri="http://schemas.microsoft.com/office/powerpoint/2016/slidezoom">
                <pslz:sldZm>
                  <pslz:sldZmObj sldId="272" cId="1972944817">
                    <pslz:zmPr id="{E984DA5D-C708-42F9-8451-F88CCCA466EF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1157973">
                          <a:off x="0" y="0"/>
                          <a:ext cx="81278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Vista general de diapositiva 18">
                <a:extLst>
                  <a:ext uri="{FF2B5EF4-FFF2-40B4-BE49-F238E27FC236}">
                    <a16:creationId xmlns:a16="http://schemas.microsoft.com/office/drawing/2014/main" id="{D8D64158-E6E9-47EB-8F97-8E67E271F4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21157973">
                <a:off x="2007373" y="5140123"/>
                <a:ext cx="81278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Vista general de diapositiva 22">
                <a:extLst>
                  <a:ext uri="{FF2B5EF4-FFF2-40B4-BE49-F238E27FC236}">
                    <a16:creationId xmlns:a16="http://schemas.microsoft.com/office/drawing/2014/main" id="{044D20D9-33F5-429C-B13E-555759489A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334204"/>
                  </p:ext>
                </p:extLst>
              </p:nvPr>
            </p:nvGraphicFramePr>
            <p:xfrm rot="21217596">
              <a:off x="1994859" y="5015037"/>
              <a:ext cx="110421" cy="62111"/>
            </p:xfrm>
            <a:graphic>
              <a:graphicData uri="http://schemas.microsoft.com/office/powerpoint/2016/slidezoom">
                <pslz:sldZm>
                  <pslz:sldZmObj sldId="267" cId="4133689767">
                    <pslz:zmPr id="{966BBB85-CC14-463E-8AE2-DE2B2565BB7A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1217596">
                          <a:off x="0" y="0"/>
                          <a:ext cx="110421" cy="6211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Vista general de diapositiva 22">
                <a:extLst>
                  <a:ext uri="{FF2B5EF4-FFF2-40B4-BE49-F238E27FC236}">
                    <a16:creationId xmlns:a16="http://schemas.microsoft.com/office/drawing/2014/main" id="{044D20D9-33F5-429C-B13E-555759489A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217596">
                <a:off x="1994859" y="5015037"/>
                <a:ext cx="110421" cy="6211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4" name="Imagen 23" descr="Imagen que contiene Icono&#10;&#10;Descripción generada automáticamente">
            <a:extLst>
              <a:ext uri="{FF2B5EF4-FFF2-40B4-BE49-F238E27FC236}">
                <a16:creationId xmlns:a16="http://schemas.microsoft.com/office/drawing/2014/main" id="{15D872A6-FE74-4A85-96D0-3DF6F74BE2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499"/>
            <a:ext cx="1282109" cy="86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7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4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46C97AE-5DCE-492C-B052-EC756EA71AB3}"/>
              </a:ext>
            </a:extLst>
          </p:cNvPr>
          <p:cNvSpPr txBox="1"/>
          <p:nvPr/>
        </p:nvSpPr>
        <p:spPr>
          <a:xfrm>
            <a:off x="1297784" y="1928211"/>
            <a:ext cx="1054785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s-MX" sz="3200" i="1" dirty="0">
                <a:solidFill>
                  <a:schemeClr val="bg1"/>
                </a:solidFill>
                <a:latin typeface="Cabin Sketch" panose="020B0503050202020004" pitchFamily="34" charset="0"/>
              </a:rPr>
              <a:t>Aplicar conceptos de Ciencias de la Computación –abstracción, organización lógica de datos, análisis de soluciones alternativas y generalización– al crear el código de una solución computacional. 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BD272A2-794B-4F2B-8E9B-C73C6D39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050" y="130575"/>
            <a:ext cx="10163331" cy="1590087"/>
          </a:xfrm>
        </p:spPr>
        <p:txBody>
          <a:bodyPr>
            <a:normAutofit/>
          </a:bodyPr>
          <a:lstStyle/>
          <a:p>
            <a:pPr algn="ctr"/>
            <a:r>
              <a:rPr lang="es-E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binSketch" panose="020B0803050202020004" pitchFamily="34" charset="0"/>
              </a:rPr>
              <a:t>Objetivos de Aprendizaje</a:t>
            </a:r>
            <a:endParaRPr lang="es-CL" sz="6600" baseline="30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binSketch" panose="020B0803050202020004" pitchFamily="34" charset="0"/>
            </a:endParaRPr>
          </a:p>
        </p:txBody>
      </p:sp>
      <p:pic>
        <p:nvPicPr>
          <p:cNvPr id="14" name="Imagen 13" descr="Imagen que contiene Icono&#10;&#10;Descripción generada automáticamente">
            <a:extLst>
              <a:ext uri="{FF2B5EF4-FFF2-40B4-BE49-F238E27FC236}">
                <a16:creationId xmlns:a16="http://schemas.microsoft.com/office/drawing/2014/main" id="{DB9E7D97-0305-4089-AC8B-C974B92D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68445" cy="160610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8B95418-BA91-40B8-A5A1-0918CBC5A357}"/>
              </a:ext>
            </a:extLst>
          </p:cNvPr>
          <p:cNvSpPr txBox="1"/>
          <p:nvPr/>
        </p:nvSpPr>
        <p:spPr>
          <a:xfrm>
            <a:off x="1297784" y="4312424"/>
            <a:ext cx="105478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 marL="742950" indent="-742950">
              <a:buFont typeface="+mj-lt"/>
              <a:buAutoNum type="arabicPeriod"/>
              <a:defRPr sz="3200" i="1">
                <a:solidFill>
                  <a:schemeClr val="bg1"/>
                </a:solidFill>
                <a:latin typeface="Cabin Sketch" panose="020B0503050202020004" pitchFamily="34" charset="0"/>
              </a:defRPr>
            </a:lvl1pPr>
          </a:lstStyle>
          <a:p>
            <a:pPr>
              <a:buFont typeface="+mj-lt"/>
              <a:buAutoNum type="arabicPeriod" startAt="6"/>
            </a:pPr>
            <a:r>
              <a:rPr lang="es-ES" dirty="0"/>
              <a:t>Utilizar la tecnología digital y la información personal y privada que esta contiene, de una forma creativa, respetuosa y responsable. 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73F2B35-985A-407E-976B-35B5FE1F0D98}"/>
              </a:ext>
            </a:extLst>
          </p:cNvPr>
          <p:cNvSpPr/>
          <p:nvPr/>
        </p:nvSpPr>
        <p:spPr>
          <a:xfrm rot="1576149">
            <a:off x="3034144" y="2812678"/>
            <a:ext cx="6123709" cy="2355273"/>
          </a:xfrm>
          <a:prstGeom prst="roundRect">
            <a:avLst>
              <a:gd name="adj" fmla="val 15085"/>
            </a:avLst>
          </a:prstGeom>
          <a:solidFill>
            <a:srgbClr val="E7E6E6">
              <a:alpha val="52157"/>
            </a:srgbClr>
          </a:solidFill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binSketch" panose="020B0803050202020004" pitchFamily="34" charset="0"/>
              </a:rPr>
              <a:t>OBJETIVOS</a:t>
            </a:r>
          </a:p>
          <a:p>
            <a:pPr algn="ctr"/>
            <a:r>
              <a:rPr lang="es-MX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binSketch" panose="020B0803050202020004" pitchFamily="34" charset="0"/>
              </a:rPr>
              <a:t>TRANSVERSALES</a:t>
            </a:r>
            <a:endParaRPr lang="es-CL" dirty="0">
              <a:latin typeface="CabinSketch" panose="020B0803050202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6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4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46C97AE-5DCE-492C-B052-EC756EA71AB3}"/>
              </a:ext>
            </a:extLst>
          </p:cNvPr>
          <p:cNvSpPr txBox="1"/>
          <p:nvPr/>
        </p:nvSpPr>
        <p:spPr>
          <a:xfrm>
            <a:off x="579619" y="1878540"/>
            <a:ext cx="110327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s-MX" sz="4000" i="1" dirty="0">
                <a:solidFill>
                  <a:schemeClr val="bg1"/>
                </a:solidFill>
                <a:latin typeface="Cabin Sketch" panose="020B0503050202020004" pitchFamily="34" charset="0"/>
              </a:rPr>
              <a:t>Representar diferentes tipos de datos en una variedad de formas que incluya textos, sonidos, imágenes y números. 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s-MX" sz="4000" i="1" dirty="0">
                <a:solidFill>
                  <a:schemeClr val="bg1"/>
                </a:solidFill>
                <a:latin typeface="Cabin Sketch" panose="020B0503050202020004" pitchFamily="34" charset="0"/>
              </a:rPr>
              <a:t>Desarrollar y programar algoritmos para ejecutar procedimientos matemáticos, realizar cálculos y obtener términos definidos por una regla o patrón. 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BD272A2-794B-4F2B-8E9B-C73C6D39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669" y="390189"/>
            <a:ext cx="10163331" cy="1215912"/>
          </a:xfrm>
        </p:spPr>
        <p:txBody>
          <a:bodyPr>
            <a:normAutofit/>
          </a:bodyPr>
          <a:lstStyle/>
          <a:p>
            <a:pPr algn="ctr"/>
            <a:r>
              <a:rPr lang="es-E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binSketch" panose="020B0803050202020004" pitchFamily="34" charset="0"/>
              </a:rPr>
              <a:t>Objetivos de Aprendizaje</a:t>
            </a:r>
            <a:endParaRPr lang="es-CL" sz="6600" baseline="30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binSketch" panose="020B0803050202020004" pitchFamily="34" charset="0"/>
            </a:endParaRPr>
          </a:p>
        </p:txBody>
      </p:sp>
      <p:pic>
        <p:nvPicPr>
          <p:cNvPr id="14" name="Imagen 13" descr="Imagen que contiene Icono&#10;&#10;Descripción generada automáticamente">
            <a:extLst>
              <a:ext uri="{FF2B5EF4-FFF2-40B4-BE49-F238E27FC236}">
                <a16:creationId xmlns:a16="http://schemas.microsoft.com/office/drawing/2014/main" id="{DB9E7D97-0305-4089-AC8B-C974B92D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68445" cy="160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28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4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46C97AE-5DCE-492C-B052-EC756EA71AB3}"/>
              </a:ext>
            </a:extLst>
          </p:cNvPr>
          <p:cNvSpPr txBox="1"/>
          <p:nvPr/>
        </p:nvSpPr>
        <p:spPr>
          <a:xfrm>
            <a:off x="579619" y="1878540"/>
            <a:ext cx="110327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s-MX" sz="4000" i="1" dirty="0">
                <a:solidFill>
                  <a:schemeClr val="bg1"/>
                </a:solidFill>
                <a:latin typeface="Cabin Sketch" panose="020B0503050202020004" pitchFamily="34" charset="0"/>
              </a:rPr>
              <a:t> Crear aplicaciones y realizar análisis mediante procesadores simbólicos, de geometría dinámica y de análisis estadístico. </a:t>
            </a:r>
          </a:p>
          <a:p>
            <a:pPr marL="742950" indent="-742950">
              <a:buFont typeface="+mj-lt"/>
              <a:buAutoNum type="arabicPeriod" startAt="4"/>
            </a:pPr>
            <a:r>
              <a:rPr lang="es-MX" sz="4000" i="1" dirty="0">
                <a:solidFill>
                  <a:schemeClr val="bg1"/>
                </a:solidFill>
                <a:latin typeface="Cabin Sketch" panose="020B0503050202020004" pitchFamily="34" charset="0"/>
              </a:rPr>
              <a:t>Desarrollar aplicaciones para dispositivos móviles y para dispositivos provistos de sensores y mecanismos de control. 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BD272A2-794B-4F2B-8E9B-C73C6D39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669" y="390189"/>
            <a:ext cx="10163331" cy="1215912"/>
          </a:xfrm>
        </p:spPr>
        <p:txBody>
          <a:bodyPr>
            <a:normAutofit/>
          </a:bodyPr>
          <a:lstStyle/>
          <a:p>
            <a:pPr algn="ctr"/>
            <a:r>
              <a:rPr lang="es-E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binSketch" panose="020B0803050202020004" pitchFamily="34" charset="0"/>
              </a:rPr>
              <a:t>Objetivos de Aprendizaje</a:t>
            </a:r>
            <a:endParaRPr lang="es-CL" sz="6600" baseline="30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binSketch" panose="020B0803050202020004" pitchFamily="34" charset="0"/>
            </a:endParaRPr>
          </a:p>
        </p:txBody>
      </p:sp>
      <p:pic>
        <p:nvPicPr>
          <p:cNvPr id="14" name="Imagen 13" descr="Imagen que contiene Icono&#10;&#10;Descripción generada automáticamente">
            <a:extLst>
              <a:ext uri="{FF2B5EF4-FFF2-40B4-BE49-F238E27FC236}">
                <a16:creationId xmlns:a16="http://schemas.microsoft.com/office/drawing/2014/main" id="{DB9E7D97-0305-4089-AC8B-C974B92D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68445" cy="160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44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194F5-20A7-46B0-B0CF-E32939C0221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s-ES" sz="6600" dirty="0">
                <a:latin typeface="CabinSketch" panose="020B0803050202020004" pitchFamily="34" charset="0"/>
              </a:rPr>
              <a:t>Objetivos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0E0CF8-274A-4FF6-AE56-2B56FC603C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7"/>
            <a:ext cx="10394707" cy="623898"/>
          </a:xfrm>
        </p:spPr>
        <p:txBody>
          <a:bodyPr/>
          <a:lstStyle/>
          <a:p>
            <a:r>
              <a:rPr lang="es-CL" dirty="0"/>
              <a:t>Ahora reordenamos los objetivos, y la propuesta quedará.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18955DD8-06D0-4FDC-82EA-6A7A764C1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657993"/>
              </p:ext>
            </p:extLst>
          </p:nvPr>
        </p:nvGraphicFramePr>
        <p:xfrm>
          <a:off x="1151967" y="0"/>
          <a:ext cx="11040682" cy="68580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9066">
                  <a:extLst>
                    <a:ext uri="{9D8B030D-6E8A-4147-A177-3AD203B41FA5}">
                      <a16:colId xmlns:a16="http://schemas.microsoft.com/office/drawing/2014/main" val="949249246"/>
                    </a:ext>
                  </a:extLst>
                </a:gridCol>
                <a:gridCol w="8145363">
                  <a:extLst>
                    <a:ext uri="{9D8B030D-6E8A-4147-A177-3AD203B41FA5}">
                      <a16:colId xmlns:a16="http://schemas.microsoft.com/office/drawing/2014/main" val="1833338697"/>
                    </a:ext>
                  </a:extLst>
                </a:gridCol>
                <a:gridCol w="1256253">
                  <a:extLst>
                    <a:ext uri="{9D8B030D-6E8A-4147-A177-3AD203B41FA5}">
                      <a16:colId xmlns:a16="http://schemas.microsoft.com/office/drawing/2014/main" val="362865187"/>
                    </a:ext>
                  </a:extLst>
                </a:gridCol>
              </a:tblGrid>
              <a:tr h="1714501">
                <a:tc rowSpan="4"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 Aplicar conceptos de Ciencias de la Computación –abstracción, organización lógica de datos, análisis de soluciones alternativas y generalización</a:t>
                      </a:r>
                      <a:endParaRPr lang="es-CL" sz="2000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marL="1746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Representar diferentes tipos de datos en una variedad de formas que incluya textos, sonidos, imágenes y números. </a:t>
                      </a:r>
                    </a:p>
                    <a:p>
                      <a:endParaRPr lang="es-CL" sz="2000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Utilizar la tecnología digital y la información personal y privada que esta contiene, de una forma creativa, respetuosa y responsable. </a:t>
                      </a:r>
                    </a:p>
                    <a:p>
                      <a:endParaRPr lang="es-CL" sz="2000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 vert="vert270" anchor="ctr"/>
                </a:tc>
                <a:extLst>
                  <a:ext uri="{0D108BD9-81ED-4DB2-BD59-A6C34878D82A}">
                    <a16:rowId xmlns:a16="http://schemas.microsoft.com/office/drawing/2014/main" val="3230351270"/>
                  </a:ext>
                </a:extLst>
              </a:tr>
              <a:tr h="2035968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Desarrollar y programar algoritmos para ejecutar procedimientos matemáticos, realizar cálculos y obtener términos definidos por una regla o patrón. </a:t>
                      </a:r>
                    </a:p>
                    <a:p>
                      <a:endParaRPr lang="es-CL" sz="2000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19638"/>
                  </a:ext>
                </a:extLst>
              </a:tr>
              <a:tr h="1714501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 Crear aplicaciones y realizar análisis mediante procesadores simbólicos, de geometría dinámica y de análisis estadístico. </a:t>
                      </a:r>
                    </a:p>
                    <a:p>
                      <a:endParaRPr lang="es-CL" sz="2000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244017"/>
                  </a:ext>
                </a:extLst>
              </a:tr>
              <a:tr h="1393031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25" indent="0"/>
                      <a:r>
                        <a:rPr lang="es-ES" sz="2000" dirty="0">
                          <a:latin typeface="Biome" panose="020B0503030204020804" pitchFamily="34" charset="0"/>
                          <a:cs typeface="Biome" panose="020B0503030204020804" pitchFamily="34" charset="0"/>
                        </a:rPr>
                        <a:t>Desarrollar aplicaciones para dispositivos móviles y para dispositivos provistos de sensores y mecanismos de control</a:t>
                      </a:r>
                      <a:endParaRPr lang="es-CL" sz="2000" dirty="0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79843"/>
                  </a:ext>
                </a:extLst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DB76927B-27EB-43BE-BC89-9FA170395228}"/>
              </a:ext>
            </a:extLst>
          </p:cNvPr>
          <p:cNvSpPr txBox="1">
            <a:spLocks/>
          </p:cNvSpPr>
          <p:nvPr/>
        </p:nvSpPr>
        <p:spPr>
          <a:xfrm rot="16200000">
            <a:off x="-2853017" y="2853016"/>
            <a:ext cx="6858001" cy="11519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accent2">
                    <a:lumMod val="75000"/>
                  </a:schemeClr>
                </a:solidFill>
                <a:effectLst/>
                <a:latin typeface="Impact" panose="020B080603090205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s-ES" dirty="0">
                <a:solidFill>
                  <a:schemeClr val="bg2">
                    <a:lumMod val="10000"/>
                  </a:schemeClr>
                </a:solidFill>
                <a:latin typeface="CabinSketch" panose="020B0803050202020004" pitchFamily="34" charset="0"/>
              </a:rPr>
              <a:t>   Objetivos </a:t>
            </a:r>
            <a:endParaRPr lang="es-CL" dirty="0">
              <a:solidFill>
                <a:schemeClr val="bg2">
                  <a:lumMod val="10000"/>
                </a:schemeClr>
              </a:solidFill>
              <a:latin typeface="CabinSketch" panose="020B0803050202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3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C6E8597-0CCE-4A8A-9326-AA52691A1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E78FE76E-DF1D-420B-957F-8ECE93C02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CF2F61F0-9758-4DEF-AC08-7B00F04A4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6B97D7C-B5EC-4D97-B1B6-DFF62D28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89" y="1487285"/>
            <a:ext cx="4690082" cy="1717091"/>
          </a:xfrm>
        </p:spPr>
        <p:txBody>
          <a:bodyPr anchor="b">
            <a:normAutofit fontScale="90000"/>
          </a:bodyPr>
          <a:lstStyle/>
          <a:p>
            <a:r>
              <a:rPr lang="es-CL" sz="48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O.A.2 : SISTEMA NUMERICO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8B6B0A-E256-46E2-8399-791BCD54AE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7290" y="3428999"/>
            <a:ext cx="4075054" cy="2741213"/>
          </a:xfrm>
        </p:spPr>
        <p:txBody>
          <a:bodyPr anchor="t">
            <a:normAutofit/>
          </a:bodyPr>
          <a:lstStyle/>
          <a:p>
            <a:r>
              <a:rPr lang="es-CL" sz="2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Sistemas numéricos.</a:t>
            </a:r>
          </a:p>
          <a:p>
            <a:r>
              <a:rPr lang="es-CL" sz="2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Escritura Maya.</a:t>
            </a:r>
          </a:p>
          <a:p>
            <a:r>
              <a:rPr lang="es-CL" sz="2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Estructura algebraica.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1EF6DB2-9B7E-4EF0-9EB1-0B413CFF8CE1}"/>
              </a:ext>
            </a:extLst>
          </p:cNvPr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104" y="1696808"/>
            <a:ext cx="4083374" cy="450374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D617642-5B8B-4BC7-A76F-676E454E5B4D}"/>
              </a:ext>
            </a:extLst>
          </p:cNvPr>
          <p:cNvSpPr txBox="1"/>
          <p:nvPr/>
        </p:nvSpPr>
        <p:spPr>
          <a:xfrm>
            <a:off x="7042621" y="525221"/>
            <a:ext cx="4938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200" dirty="0">
                <a:latin typeface="Angeline Vintage" pitchFamily="2" charset="0"/>
              </a:rPr>
              <a:t>Código Maya</a:t>
            </a:r>
            <a:endParaRPr lang="es-CL" sz="7200" dirty="0">
              <a:latin typeface="Angeline Vintage" pitchFamily="2" charset="0"/>
            </a:endParaRPr>
          </a:p>
        </p:txBody>
      </p:sp>
      <p:pic>
        <p:nvPicPr>
          <p:cNvPr id="20" name="Imagen 19" descr="Patrón de fondo&#10;&#10;Descripción generada automáticamente">
            <a:extLst>
              <a:ext uri="{FF2B5EF4-FFF2-40B4-BE49-F238E27FC236}">
                <a16:creationId xmlns:a16="http://schemas.microsoft.com/office/drawing/2014/main" id="{C2293226-0313-408D-8CC1-1D1D956BD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131" y="503450"/>
            <a:ext cx="1305490" cy="12221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F154CF3-C3A7-4271-B00F-61B6E799F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808" y="1487285"/>
            <a:ext cx="4938340" cy="54267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66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1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20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299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801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19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19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198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399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798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97D7C-B5EC-4D97-B1B6-DFF62D28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s-MX" sz="3700">
                <a:latin typeface="Biome" panose="020B0503030204020804" pitchFamily="34" charset="0"/>
                <a:cs typeface="Biome" panose="020B0503030204020804" pitchFamily="34" charset="0"/>
              </a:rPr>
              <a:t>O.A.3: ALGEBRA Y LOGICA</a:t>
            </a:r>
            <a:endParaRPr lang="es-CL" sz="37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8B6B0A-E256-46E2-8399-791BCD54AE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s-CL" sz="2000" dirty="0">
                <a:latin typeface="Biome" panose="020B0503030204020804" pitchFamily="34" charset="0"/>
                <a:cs typeface="Biome" panose="020B0503030204020804" pitchFamily="34" charset="0"/>
              </a:rPr>
              <a:t>Lógica proposicional</a:t>
            </a:r>
          </a:p>
          <a:p>
            <a:r>
              <a:rPr lang="es-CL" sz="2000" dirty="0">
                <a:latin typeface="Biome" panose="020B0503030204020804" pitchFamily="34" charset="0"/>
                <a:cs typeface="Biome" panose="020B0503030204020804" pitchFamily="34" charset="0"/>
              </a:rPr>
              <a:t>Algebra de Boole</a:t>
            </a:r>
          </a:p>
          <a:p>
            <a:r>
              <a:rPr lang="es-CL" sz="2000" dirty="0">
                <a:latin typeface="Biome" panose="020B0503030204020804" pitchFamily="34" charset="0"/>
                <a:cs typeface="Biome" panose="020B0503030204020804" pitchFamily="34" charset="0"/>
              </a:rPr>
              <a:t>Circuitos de puertos AND, OR, NAND, NOR</a:t>
            </a:r>
          </a:p>
        </p:txBody>
      </p:sp>
      <p:sp>
        <p:nvSpPr>
          <p:cNvPr id="53" name="Rectangle 22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24AE3FC-AD1A-40EB-9063-6C75F0024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74" y="1401370"/>
            <a:ext cx="6301505" cy="405128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D1A2167-57C1-4FB2-A1D4-D489530C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62" y="861296"/>
            <a:ext cx="6019331" cy="3747033"/>
          </a:xfrm>
          <a:prstGeom prst="rect">
            <a:avLst/>
          </a:prstGeom>
          <a:effectLst/>
        </p:spPr>
      </p:pic>
      <p:pic>
        <p:nvPicPr>
          <p:cNvPr id="7" name="Imagen 6" descr="Diagrama, Esquemático&#10;&#10;Descripción generada automáticamente">
            <a:extLst>
              <a:ext uri="{FF2B5EF4-FFF2-40B4-BE49-F238E27FC236}">
                <a16:creationId xmlns:a16="http://schemas.microsoft.com/office/drawing/2014/main" id="{B56553C5-DBC9-4F57-8497-42BB5000D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619" y="4470417"/>
            <a:ext cx="3833574" cy="175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2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6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901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899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101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898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89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9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84642-5EC8-482B-87D1-8BCDAE87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marL="1874838" indent="-1874838"/>
            <a:r>
              <a:rPr lang="es-CL" b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O.A.3</a:t>
            </a:r>
            <a:r>
              <a:rPr lang="es-CL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:  GRAFOS Y MAQUINA DE TURING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C4665C-4B44-44D8-A2FA-09B01FA643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es-CL" sz="2200" dirty="0">
                <a:latin typeface="Biome" panose="020B0503030204020804" pitchFamily="34" charset="0"/>
                <a:cs typeface="Biome" panose="020B0503030204020804" pitchFamily="34" charset="0"/>
              </a:rPr>
              <a:t>Grafos</a:t>
            </a:r>
          </a:p>
          <a:p>
            <a:r>
              <a:rPr lang="es-CL" sz="2200" dirty="0">
                <a:latin typeface="Biome" panose="020B0503030204020804" pitchFamily="34" charset="0"/>
                <a:cs typeface="Biome" panose="020B0503030204020804" pitchFamily="34" charset="0"/>
              </a:rPr>
              <a:t>Máquina de Turing</a:t>
            </a: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A61A7D03-4417-4D8F-87C1-0AC78DF75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08764"/>
            <a:ext cx="5976147" cy="400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5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25D4AB-CD98-4DD6-9398-3C8961DE0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69" y="0"/>
            <a:ext cx="7552931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818316-E7CB-4E73-AF79-E9CAB873E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F0FE820-DC4B-4EF0-B2B7-8CD75F2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36" y="802955"/>
            <a:ext cx="5041430" cy="1454051"/>
          </a:xfrm>
        </p:spPr>
        <p:txBody>
          <a:bodyPr>
            <a:normAutofit/>
          </a:bodyPr>
          <a:lstStyle/>
          <a:p>
            <a:r>
              <a:rPr lang="es-CL" sz="4000" b="1" dirty="0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O.A.4: </a:t>
            </a:r>
            <a:r>
              <a:rPr lang="es-CL" sz="4000" dirty="0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PROGRAMACIÓN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B47C9F-A960-4902-8507-38F18DD3D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695" y="511733"/>
            <a:ext cx="1857636" cy="1857636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AE5071-713C-4E14-9B28-26D3F7A71E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568" y="2421682"/>
            <a:ext cx="5041430" cy="3639289"/>
          </a:xfrm>
        </p:spPr>
        <p:txBody>
          <a:bodyPr anchor="ctr">
            <a:normAutofit/>
          </a:bodyPr>
          <a:lstStyle/>
          <a:p>
            <a:r>
              <a:rPr lang="es-CL" sz="2400" dirty="0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Pseudo Código</a:t>
            </a:r>
          </a:p>
          <a:p>
            <a:r>
              <a:rPr lang="es-CL" sz="2400" dirty="0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Programación lineal Python</a:t>
            </a:r>
          </a:p>
          <a:p>
            <a:r>
              <a:rPr lang="es-CL" sz="2400" dirty="0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Programación entorno a Objetos Python</a:t>
            </a:r>
          </a:p>
          <a:p>
            <a:r>
              <a:rPr lang="es-CL" sz="2400" dirty="0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Programación en Bloques de </a:t>
            </a:r>
            <a:r>
              <a:rPr lang="es-CL" sz="2400" dirty="0" err="1">
                <a:solidFill>
                  <a:srgbClr val="0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AppInventor</a:t>
            </a:r>
            <a:endParaRPr lang="es-CL" sz="2400" dirty="0">
              <a:solidFill>
                <a:srgbClr val="00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>
              <a:buNone/>
            </a:pPr>
            <a:endParaRPr lang="es-CL" sz="2400" dirty="0">
              <a:solidFill>
                <a:srgbClr val="00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4E15E95-445D-4A45-BC1E-8468CE170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19677" y="2933578"/>
            <a:ext cx="2737876" cy="2737876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75">
            <a:extLst>
              <a:ext uri="{FF2B5EF4-FFF2-40B4-BE49-F238E27FC236}">
                <a16:creationId xmlns:a16="http://schemas.microsoft.com/office/drawing/2014/main" id="{133B9781-B73C-44F8-97CB-D1807A63B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9996" y="-26552"/>
            <a:ext cx="4082004" cy="3428999"/>
          </a:xfrm>
          <a:custGeom>
            <a:avLst/>
            <a:gdLst>
              <a:gd name="connsiteX0" fmla="*/ 350681 w 4082004"/>
              <a:gd name="connsiteY0" fmla="*/ 0 h 3428999"/>
              <a:gd name="connsiteX1" fmla="*/ 4082004 w 4082004"/>
              <a:gd name="connsiteY1" fmla="*/ 0 h 3428999"/>
              <a:gd name="connsiteX2" fmla="*/ 4082004 w 4082004"/>
              <a:gd name="connsiteY2" fmla="*/ 2444823 h 3428999"/>
              <a:gd name="connsiteX3" fmla="*/ 4081788 w 4082004"/>
              <a:gd name="connsiteY3" fmla="*/ 2445178 h 3428999"/>
              <a:gd name="connsiteX4" fmla="*/ 2231442 w 4082004"/>
              <a:gd name="connsiteY4" fmla="*/ 3428999 h 3428999"/>
              <a:gd name="connsiteX5" fmla="*/ 0 w 4082004"/>
              <a:gd name="connsiteY5" fmla="*/ 1197557 h 3428999"/>
              <a:gd name="connsiteX6" fmla="*/ 269323 w 4082004"/>
              <a:gd name="connsiteY6" fmla="*/ 133920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2004" h="3428999">
                <a:moveTo>
                  <a:pt x="350681" y="0"/>
                </a:moveTo>
                <a:lnTo>
                  <a:pt x="4082004" y="0"/>
                </a:lnTo>
                <a:lnTo>
                  <a:pt x="4082004" y="2444823"/>
                </a:lnTo>
                <a:lnTo>
                  <a:pt x="4081788" y="2445178"/>
                </a:lnTo>
                <a:cubicBezTo>
                  <a:pt x="3680782" y="3038745"/>
                  <a:pt x="3001686" y="3428999"/>
                  <a:pt x="2231442" y="3428999"/>
                </a:cubicBezTo>
                <a:cubicBezTo>
                  <a:pt x="999051" y="3428999"/>
                  <a:pt x="0" y="2429948"/>
                  <a:pt x="0" y="1197557"/>
                </a:cubicBezTo>
                <a:cubicBezTo>
                  <a:pt x="0" y="812435"/>
                  <a:pt x="97564" y="450100"/>
                  <a:pt x="269323" y="13392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515D90B-DFC1-4B86-B542-8E6FE75A5D6A}"/>
              </a:ext>
            </a:extLst>
          </p:cNvPr>
          <p:cNvPicPr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3"/>
          <a:stretch/>
        </p:blipFill>
        <p:spPr bwMode="auto">
          <a:xfrm>
            <a:off x="8669495" y="34985"/>
            <a:ext cx="4356753" cy="2898593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Freeform 79">
            <a:extLst>
              <a:ext uri="{FF2B5EF4-FFF2-40B4-BE49-F238E27FC236}">
                <a16:creationId xmlns:a16="http://schemas.microsoft.com/office/drawing/2014/main" id="{1FCEDCAD-7B1A-4AE2-818E-D93A4875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3618" y="4326947"/>
            <a:ext cx="3068382" cy="2540529"/>
          </a:xfrm>
          <a:custGeom>
            <a:avLst/>
            <a:gdLst>
              <a:gd name="connsiteX0" fmla="*/ 1612418 w 3068382"/>
              <a:gd name="connsiteY0" fmla="*/ 0 h 2540529"/>
              <a:gd name="connsiteX1" fmla="*/ 3030226 w 3068382"/>
              <a:gd name="connsiteY1" fmla="*/ 843844 h 2540529"/>
              <a:gd name="connsiteX2" fmla="*/ 3068382 w 3068382"/>
              <a:gd name="connsiteY2" fmla="*/ 923051 h 2540529"/>
              <a:gd name="connsiteX3" fmla="*/ 3068382 w 3068382"/>
              <a:gd name="connsiteY3" fmla="*/ 2301785 h 2540529"/>
              <a:gd name="connsiteX4" fmla="*/ 3030226 w 3068382"/>
              <a:gd name="connsiteY4" fmla="*/ 2380992 h 2540529"/>
              <a:gd name="connsiteX5" fmla="*/ 2949460 w 3068382"/>
              <a:gd name="connsiteY5" fmla="*/ 2513937 h 2540529"/>
              <a:gd name="connsiteX6" fmla="*/ 2929575 w 3068382"/>
              <a:gd name="connsiteY6" fmla="*/ 2540529 h 2540529"/>
              <a:gd name="connsiteX7" fmla="*/ 295261 w 3068382"/>
              <a:gd name="connsiteY7" fmla="*/ 2540529 h 2540529"/>
              <a:gd name="connsiteX8" fmla="*/ 275376 w 3068382"/>
              <a:gd name="connsiteY8" fmla="*/ 2513937 h 2540529"/>
              <a:gd name="connsiteX9" fmla="*/ 0 w 3068382"/>
              <a:gd name="connsiteY9" fmla="*/ 1612418 h 2540529"/>
              <a:gd name="connsiteX10" fmla="*/ 1612418 w 3068382"/>
              <a:gd name="connsiteY10" fmla="*/ 0 h 2540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68382" h="2540529">
                <a:moveTo>
                  <a:pt x="1612418" y="0"/>
                </a:moveTo>
                <a:cubicBezTo>
                  <a:pt x="2224646" y="0"/>
                  <a:pt x="2757180" y="341213"/>
                  <a:pt x="3030226" y="843844"/>
                </a:cubicBezTo>
                <a:lnTo>
                  <a:pt x="3068382" y="923051"/>
                </a:lnTo>
                <a:lnTo>
                  <a:pt x="3068382" y="2301785"/>
                </a:lnTo>
                <a:lnTo>
                  <a:pt x="3030226" y="2380992"/>
                </a:lnTo>
                <a:cubicBezTo>
                  <a:pt x="3005403" y="2426686"/>
                  <a:pt x="2978437" y="2471046"/>
                  <a:pt x="2949460" y="2513937"/>
                </a:cubicBezTo>
                <a:lnTo>
                  <a:pt x="2929575" y="2540529"/>
                </a:lnTo>
                <a:lnTo>
                  <a:pt x="295261" y="2540529"/>
                </a:lnTo>
                <a:lnTo>
                  <a:pt x="275376" y="2513937"/>
                </a:lnTo>
                <a:cubicBezTo>
                  <a:pt x="101518" y="2256593"/>
                  <a:pt x="0" y="1946361"/>
                  <a:pt x="0" y="1612418"/>
                </a:cubicBezTo>
                <a:cubicBezTo>
                  <a:pt x="0" y="721904"/>
                  <a:pt x="721904" y="0"/>
                  <a:pt x="1612418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96896AEE-E073-47B8-8486-4242FE822689}"/>
              </a:ext>
            </a:extLst>
          </p:cNvPr>
          <p:cNvPicPr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7" t="2250" r="21199" b="18696"/>
          <a:stretch/>
        </p:blipFill>
        <p:spPr bwMode="auto">
          <a:xfrm>
            <a:off x="6346941" y="3437432"/>
            <a:ext cx="2528688" cy="1820365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n 7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747FD4C9-2837-4456-8CE1-0B6B7F1D0E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9912"/>
          <a:stretch/>
        </p:blipFill>
        <p:spPr>
          <a:xfrm>
            <a:off x="9848446" y="4679449"/>
            <a:ext cx="2760678" cy="2143566"/>
          </a:xfrm>
          <a:prstGeom prst="rect">
            <a:avLst/>
          </a:prstGeom>
        </p:spPr>
      </p:pic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2C59B2EA-4024-42FB-8B38-2A4150EB2F11}"/>
              </a:ext>
            </a:extLst>
          </p:cNvPr>
          <p:cNvPicPr/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327" y="818214"/>
            <a:ext cx="1387421" cy="127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5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101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1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202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15.2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521</Words>
  <Application>Microsoft Macintosh PowerPoint</Application>
  <PresentationFormat>Panorámica</PresentationFormat>
  <Paragraphs>65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CabinSketch</vt:lpstr>
      <vt:lpstr>Arial</vt:lpstr>
      <vt:lpstr>Checkbook</vt:lpstr>
      <vt:lpstr>Biome</vt:lpstr>
      <vt:lpstr>Cabin Sketch</vt:lpstr>
      <vt:lpstr>Calibri</vt:lpstr>
      <vt:lpstr>Angeline Vintage</vt:lpstr>
      <vt:lpstr>HP Simplified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Objetivos de Aprendizaje</vt:lpstr>
      <vt:lpstr>Objetivos de Aprendizaje</vt:lpstr>
      <vt:lpstr>Objetivos de Aprendizaje</vt:lpstr>
      <vt:lpstr>Objetivos de Aprendizaje</vt:lpstr>
      <vt:lpstr>Objetivos </vt:lpstr>
      <vt:lpstr>O.A.2 : SISTEMA NUMERICO</vt:lpstr>
      <vt:lpstr>O.A.3: ALGEBRA Y LOGICA</vt:lpstr>
      <vt:lpstr>O.A.3:  GRAFOS Y MAQUINA DE TURING</vt:lpstr>
      <vt:lpstr>O.A.4: PROGRAMACIÓN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Rolando E. Montero A.</dc:creator>
  <cp:lastModifiedBy>Rolando Montero</cp:lastModifiedBy>
  <cp:revision>2</cp:revision>
  <dcterms:created xsi:type="dcterms:W3CDTF">2020-10-19T14:11:32Z</dcterms:created>
  <dcterms:modified xsi:type="dcterms:W3CDTF">2026-03-09T02:25:45Z</dcterms:modified>
</cp:coreProperties>
</file>