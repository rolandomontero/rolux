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33" r:id="rId2"/>
  </p:sldMasterIdLst>
  <p:sldIdLst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4" r:id="rId11"/>
    <p:sldId id="315" r:id="rId12"/>
    <p:sldId id="316" r:id="rId13"/>
    <p:sldId id="313" r:id="rId1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FF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897" autoAdjust="0"/>
    <p:restoredTop sz="93727" autoAdjust="0"/>
  </p:normalViewPr>
  <p:slideViewPr>
    <p:cSldViewPr>
      <p:cViewPr varScale="1">
        <p:scale>
          <a:sx n="70" d="100"/>
          <a:sy n="70" d="100"/>
        </p:scale>
        <p:origin x="294" y="60"/>
      </p:cViewPr>
      <p:guideLst>
        <p:guide orient="horz" pos="19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5475E637-3D36-4E83-B231-01937465C18F}"/>
    <pc:docChg chg="undo custSel addSld delSld modSld modMainMaster modSection">
      <pc:chgData name="Rolando E. Montero A." userId="db44b2c1daed2876" providerId="LiveId" clId="{5475E637-3D36-4E83-B231-01937465C18F}" dt="2020-08-06T14:54:18.782" v="555" actId="20577"/>
      <pc:docMkLst>
        <pc:docMk/>
      </pc:docMkLst>
      <pc:sldChg chg="modSp mod">
        <pc:chgData name="Rolando E. Montero A." userId="db44b2c1daed2876" providerId="LiveId" clId="{5475E637-3D36-4E83-B231-01937465C18F}" dt="2020-08-06T13:31:59.093" v="18" actId="20577"/>
        <pc:sldMkLst>
          <pc:docMk/>
          <pc:sldMk cId="191823659" sldId="305"/>
        </pc:sldMkLst>
        <pc:spChg chg="mod">
          <ac:chgData name="Rolando E. Montero A." userId="db44b2c1daed2876" providerId="LiveId" clId="{5475E637-3D36-4E83-B231-01937465C18F}" dt="2020-08-06T13:31:59.093" v="18" actId="20577"/>
          <ac:spMkLst>
            <pc:docMk/>
            <pc:sldMk cId="191823659" sldId="305"/>
            <ac:spMk id="5" creationId="{518F2013-4D40-4305-9C6C-77B2D54E2670}"/>
          </ac:spMkLst>
        </pc:spChg>
      </pc:sldChg>
      <pc:sldChg chg="modSp mod">
        <pc:chgData name="Rolando E. Montero A." userId="db44b2c1daed2876" providerId="LiveId" clId="{5475E637-3D36-4E83-B231-01937465C18F}" dt="2020-08-06T14:06:14.306" v="333" actId="1076"/>
        <pc:sldMkLst>
          <pc:docMk/>
          <pc:sldMk cId="2400105456" sldId="306"/>
        </pc:sldMkLst>
        <pc:graphicFrameChg chg="mod modGraphic">
          <ac:chgData name="Rolando E. Montero A." userId="db44b2c1daed2876" providerId="LiveId" clId="{5475E637-3D36-4E83-B231-01937465C18F}" dt="2020-08-06T14:06:14.306" v="333" actId="1076"/>
          <ac:graphicFrameMkLst>
            <pc:docMk/>
            <pc:sldMk cId="2400105456" sldId="306"/>
            <ac:graphicFrameMk id="4" creationId="{C8276553-2A79-437F-B57F-448598174CD7}"/>
          </ac:graphicFrameMkLst>
        </pc:graphicFrameChg>
      </pc:sldChg>
      <pc:sldChg chg="del">
        <pc:chgData name="Rolando E. Montero A." userId="db44b2c1daed2876" providerId="LiveId" clId="{5475E637-3D36-4E83-B231-01937465C18F}" dt="2020-08-06T13:35:25.633" v="19" actId="47"/>
        <pc:sldMkLst>
          <pc:docMk/>
          <pc:sldMk cId="250774861" sldId="307"/>
        </pc:sldMkLst>
      </pc:sldChg>
      <pc:sldChg chg="addSp delSp modSp new mod">
        <pc:chgData name="Rolando E. Montero A." userId="db44b2c1daed2876" providerId="LiveId" clId="{5475E637-3D36-4E83-B231-01937465C18F}" dt="2020-08-06T13:50:01.836" v="145" actId="1076"/>
        <pc:sldMkLst>
          <pc:docMk/>
          <pc:sldMk cId="1571415155" sldId="307"/>
        </pc:sldMkLst>
        <pc:spChg chg="mod">
          <ac:chgData name="Rolando E. Montero A." userId="db44b2c1daed2876" providerId="LiveId" clId="{5475E637-3D36-4E83-B231-01937465C18F}" dt="2020-08-06T13:44:34.261" v="80" actId="1076"/>
          <ac:spMkLst>
            <pc:docMk/>
            <pc:sldMk cId="1571415155" sldId="307"/>
            <ac:spMk id="2" creationId="{1509E83D-81CE-491E-B16A-9388FF082C0D}"/>
          </ac:spMkLst>
        </pc:spChg>
        <pc:spChg chg="mod">
          <ac:chgData name="Rolando E. Montero A." userId="db44b2c1daed2876" providerId="LiveId" clId="{5475E637-3D36-4E83-B231-01937465C18F}" dt="2020-08-06T13:49:49.742" v="143" actId="403"/>
          <ac:spMkLst>
            <pc:docMk/>
            <pc:sldMk cId="1571415155" sldId="307"/>
            <ac:spMk id="3" creationId="{093916CF-9FD9-4EFA-9658-6F65F7B9239A}"/>
          </ac:spMkLst>
        </pc:spChg>
        <pc:spChg chg="add mod">
          <ac:chgData name="Rolando E. Montero A." userId="db44b2c1daed2876" providerId="LiveId" clId="{5475E637-3D36-4E83-B231-01937465C18F}" dt="2020-08-06T13:49:56.774" v="144" actId="1076"/>
          <ac:spMkLst>
            <pc:docMk/>
            <pc:sldMk cId="1571415155" sldId="307"/>
            <ac:spMk id="7" creationId="{1E7C4A5D-A277-4326-8F34-EFC897D97CA4}"/>
          </ac:spMkLst>
        </pc:spChg>
        <pc:picChg chg="add del mod modCrop">
          <ac:chgData name="Rolando E. Montero A." userId="db44b2c1daed2876" providerId="LiveId" clId="{5475E637-3D36-4E83-B231-01937465C18F}" dt="2020-08-06T13:48:11.950" v="115" actId="478"/>
          <ac:picMkLst>
            <pc:docMk/>
            <pc:sldMk cId="1571415155" sldId="307"/>
            <ac:picMk id="4" creationId="{738562AC-0F3E-4612-8585-EE0E64E11A5B}"/>
          </ac:picMkLst>
        </pc:picChg>
        <pc:picChg chg="add mod">
          <ac:chgData name="Rolando E. Montero A." userId="db44b2c1daed2876" providerId="LiveId" clId="{5475E637-3D36-4E83-B231-01937465C18F}" dt="2020-08-06T13:50:01.836" v="145" actId="1076"/>
          <ac:picMkLst>
            <pc:docMk/>
            <pc:sldMk cId="1571415155" sldId="307"/>
            <ac:picMk id="1026" creationId="{8324F7EC-BD49-445B-BA3D-F8122FC088A0}"/>
          </ac:picMkLst>
        </pc:picChg>
      </pc:sldChg>
      <pc:sldChg chg="addSp modSp new mod">
        <pc:chgData name="Rolando E. Montero A." userId="db44b2c1daed2876" providerId="LiveId" clId="{5475E637-3D36-4E83-B231-01937465C18F}" dt="2020-08-06T13:52:35.761" v="187" actId="27636"/>
        <pc:sldMkLst>
          <pc:docMk/>
          <pc:sldMk cId="188148074" sldId="308"/>
        </pc:sldMkLst>
        <pc:spChg chg="mod">
          <ac:chgData name="Rolando E. Montero A." userId="db44b2c1daed2876" providerId="LiveId" clId="{5475E637-3D36-4E83-B231-01937465C18F}" dt="2020-08-06T13:45:01" v="107" actId="20577"/>
          <ac:spMkLst>
            <pc:docMk/>
            <pc:sldMk cId="188148074" sldId="308"/>
            <ac:spMk id="2" creationId="{52D477E5-735F-4C66-A092-8CA679443F89}"/>
          </ac:spMkLst>
        </pc:spChg>
        <pc:spChg chg="mod">
          <ac:chgData name="Rolando E. Montero A." userId="db44b2c1daed2876" providerId="LiveId" clId="{5475E637-3D36-4E83-B231-01937465C18F}" dt="2020-08-06T13:52:35.761" v="187" actId="27636"/>
          <ac:spMkLst>
            <pc:docMk/>
            <pc:sldMk cId="188148074" sldId="308"/>
            <ac:spMk id="3" creationId="{8E421724-4DBD-446C-96EA-27C772BB2DDD}"/>
          </ac:spMkLst>
        </pc:spChg>
        <pc:spChg chg="add mod">
          <ac:chgData name="Rolando E. Montero A." userId="db44b2c1daed2876" providerId="LiveId" clId="{5475E637-3D36-4E83-B231-01937465C18F}" dt="2020-08-06T13:52:08.128" v="173" actId="27636"/>
          <ac:spMkLst>
            <pc:docMk/>
            <pc:sldMk cId="188148074" sldId="308"/>
            <ac:spMk id="6" creationId="{C84220BD-0318-4019-B68E-20B7E964A447}"/>
          </ac:spMkLst>
        </pc:spChg>
        <pc:picChg chg="add mod">
          <ac:chgData name="Rolando E. Montero A." userId="db44b2c1daed2876" providerId="LiveId" clId="{5475E637-3D36-4E83-B231-01937465C18F}" dt="2020-08-06T13:52:20.128" v="179" actId="1036"/>
          <ac:picMkLst>
            <pc:docMk/>
            <pc:sldMk cId="188148074" sldId="308"/>
            <ac:picMk id="4" creationId="{595D8D85-2694-498F-82BA-AFCBCDAE49BD}"/>
          </ac:picMkLst>
        </pc:picChg>
      </pc:sldChg>
      <pc:sldChg chg="del">
        <pc:chgData name="Rolando E. Montero A." userId="db44b2c1daed2876" providerId="LiveId" clId="{5475E637-3D36-4E83-B231-01937465C18F}" dt="2020-08-06T13:35:25.633" v="19" actId="47"/>
        <pc:sldMkLst>
          <pc:docMk/>
          <pc:sldMk cId="1527550607" sldId="308"/>
        </pc:sldMkLst>
      </pc:sldChg>
      <pc:sldChg chg="del">
        <pc:chgData name="Rolando E. Montero A." userId="db44b2c1daed2876" providerId="LiveId" clId="{5475E637-3D36-4E83-B231-01937465C18F}" dt="2020-08-06T13:35:25.633" v="19" actId="47"/>
        <pc:sldMkLst>
          <pc:docMk/>
          <pc:sldMk cId="1958064101" sldId="309"/>
        </pc:sldMkLst>
      </pc:sldChg>
      <pc:sldChg chg="addSp modSp new mod">
        <pc:chgData name="Rolando E. Montero A." userId="db44b2c1daed2876" providerId="LiveId" clId="{5475E637-3D36-4E83-B231-01937465C18F}" dt="2020-08-06T14:54:18.782" v="555" actId="20577"/>
        <pc:sldMkLst>
          <pc:docMk/>
          <pc:sldMk cId="4095867753" sldId="309"/>
        </pc:sldMkLst>
        <pc:spChg chg="mod">
          <ac:chgData name="Rolando E. Montero A." userId="db44b2c1daed2876" providerId="LiveId" clId="{5475E637-3D36-4E83-B231-01937465C18F}" dt="2020-08-06T13:53:18.233" v="189"/>
          <ac:spMkLst>
            <pc:docMk/>
            <pc:sldMk cId="4095867753" sldId="309"/>
            <ac:spMk id="2" creationId="{E7375604-D35A-40D3-8FBD-E3F92933337E}"/>
          </ac:spMkLst>
        </pc:spChg>
        <pc:spChg chg="mod">
          <ac:chgData name="Rolando E. Montero A." userId="db44b2c1daed2876" providerId="LiveId" clId="{5475E637-3D36-4E83-B231-01937465C18F}" dt="2020-08-06T14:54:18.782" v="555" actId="20577"/>
          <ac:spMkLst>
            <pc:docMk/>
            <pc:sldMk cId="4095867753" sldId="309"/>
            <ac:spMk id="3" creationId="{7367288D-1ADB-4756-9F20-3AB9EE26929E}"/>
          </ac:spMkLst>
        </pc:spChg>
        <pc:spChg chg="add mod">
          <ac:chgData name="Rolando E. Montero A." userId="db44b2c1daed2876" providerId="LiveId" clId="{5475E637-3D36-4E83-B231-01937465C18F}" dt="2020-08-06T14:03:22.264" v="304" actId="1076"/>
          <ac:spMkLst>
            <pc:docMk/>
            <pc:sldMk cId="4095867753" sldId="309"/>
            <ac:spMk id="5" creationId="{B128BB41-D52A-403B-9A50-38B26DE4D714}"/>
          </ac:spMkLst>
        </pc:spChg>
      </pc:sldChg>
      <pc:sldChg chg="modSp new mod">
        <pc:chgData name="Rolando E. Montero A." userId="db44b2c1daed2876" providerId="LiveId" clId="{5475E637-3D36-4E83-B231-01937465C18F}" dt="2020-08-06T14:52:20.074" v="552"/>
        <pc:sldMkLst>
          <pc:docMk/>
          <pc:sldMk cId="2637434108" sldId="310"/>
        </pc:sldMkLst>
        <pc:spChg chg="mod">
          <ac:chgData name="Rolando E. Montero A." userId="db44b2c1daed2876" providerId="LiveId" clId="{5475E637-3D36-4E83-B231-01937465C18F}" dt="2020-08-06T14:52:20.074" v="552"/>
          <ac:spMkLst>
            <pc:docMk/>
            <pc:sldMk cId="2637434108" sldId="310"/>
            <ac:spMk id="3" creationId="{240F9B02-0FD9-4253-83F2-ACAD72E362F1}"/>
          </ac:spMkLst>
        </pc:spChg>
      </pc:sldChg>
      <pc:sldChg chg="del">
        <pc:chgData name="Rolando E. Montero A." userId="db44b2c1daed2876" providerId="LiveId" clId="{5475E637-3D36-4E83-B231-01937465C18F}" dt="2020-08-06T13:35:25.633" v="19" actId="47"/>
        <pc:sldMkLst>
          <pc:docMk/>
          <pc:sldMk cId="4072724571" sldId="310"/>
        </pc:sldMkLst>
      </pc:sldChg>
      <pc:sldChg chg="addSp modSp new mod">
        <pc:chgData name="Rolando E. Montero A." userId="db44b2c1daed2876" providerId="LiveId" clId="{5475E637-3D36-4E83-B231-01937465C18F}" dt="2020-08-06T14:18:19.520" v="521" actId="20577"/>
        <pc:sldMkLst>
          <pc:docMk/>
          <pc:sldMk cId="1198384361" sldId="311"/>
        </pc:sldMkLst>
        <pc:spChg chg="mod">
          <ac:chgData name="Rolando E. Montero A." userId="db44b2c1daed2876" providerId="LiveId" clId="{5475E637-3D36-4E83-B231-01937465C18F}" dt="2020-08-06T14:08:04.716" v="359" actId="20577"/>
          <ac:spMkLst>
            <pc:docMk/>
            <pc:sldMk cId="1198384361" sldId="311"/>
            <ac:spMk id="2" creationId="{59809020-B85F-4727-AB1D-26E67B40B6AE}"/>
          </ac:spMkLst>
        </pc:spChg>
        <pc:spChg chg="mod">
          <ac:chgData name="Rolando E. Montero A." userId="db44b2c1daed2876" providerId="LiveId" clId="{5475E637-3D36-4E83-B231-01937465C18F}" dt="2020-08-06T14:13:56.194" v="501" actId="27636"/>
          <ac:spMkLst>
            <pc:docMk/>
            <pc:sldMk cId="1198384361" sldId="311"/>
            <ac:spMk id="3" creationId="{E83F5DBE-8B7F-4DD6-8412-DFF22A5A7268}"/>
          </ac:spMkLst>
        </pc:spChg>
        <pc:spChg chg="add mod">
          <ac:chgData name="Rolando E. Montero A." userId="db44b2c1daed2876" providerId="LiveId" clId="{5475E637-3D36-4E83-B231-01937465C18F}" dt="2020-08-06T14:18:19.520" v="521" actId="20577"/>
          <ac:spMkLst>
            <pc:docMk/>
            <pc:sldMk cId="1198384361" sldId="311"/>
            <ac:spMk id="6" creationId="{65CFE1BC-CEC8-49A1-8266-DE0FE21A2940}"/>
          </ac:spMkLst>
        </pc:spChg>
        <pc:picChg chg="add mod">
          <ac:chgData name="Rolando E. Montero A." userId="db44b2c1daed2876" providerId="LiveId" clId="{5475E637-3D36-4E83-B231-01937465C18F}" dt="2020-08-06T14:13:45.659" v="496" actId="14100"/>
          <ac:picMkLst>
            <pc:docMk/>
            <pc:sldMk cId="1198384361" sldId="311"/>
            <ac:picMk id="2050" creationId="{2BE34407-18CD-4A5A-A420-27594DBEB73D}"/>
          </ac:picMkLst>
        </pc:picChg>
      </pc:sldChg>
      <pc:sldChg chg="del">
        <pc:chgData name="Rolando E. Montero A." userId="db44b2c1daed2876" providerId="LiveId" clId="{5475E637-3D36-4E83-B231-01937465C18F}" dt="2020-08-06T13:35:25.633" v="19" actId="47"/>
        <pc:sldMkLst>
          <pc:docMk/>
          <pc:sldMk cId="3318526849" sldId="311"/>
        </pc:sldMkLst>
      </pc:sldChg>
      <pc:sldChg chg="del">
        <pc:chgData name="Rolando E. Montero A." userId="db44b2c1daed2876" providerId="LiveId" clId="{5475E637-3D36-4E83-B231-01937465C18F}" dt="2020-08-06T13:35:25.633" v="19" actId="47"/>
        <pc:sldMkLst>
          <pc:docMk/>
          <pc:sldMk cId="457338797" sldId="312"/>
        </pc:sldMkLst>
      </pc:sldChg>
      <pc:sldChg chg="addSp delSp modSp new mod">
        <pc:chgData name="Rolando E. Montero A." userId="db44b2c1daed2876" providerId="LiveId" clId="{5475E637-3D36-4E83-B231-01937465C18F}" dt="2020-08-06T14:19:01.606" v="530" actId="1076"/>
        <pc:sldMkLst>
          <pc:docMk/>
          <pc:sldMk cId="2037018966" sldId="312"/>
        </pc:sldMkLst>
        <pc:spChg chg="del">
          <ac:chgData name="Rolando E. Montero A." userId="db44b2c1daed2876" providerId="LiveId" clId="{5475E637-3D36-4E83-B231-01937465C18F}" dt="2020-08-06T14:15:00.752" v="504" actId="478"/>
          <ac:spMkLst>
            <pc:docMk/>
            <pc:sldMk cId="2037018966" sldId="312"/>
            <ac:spMk id="2" creationId="{75B68549-91BA-42A7-AF3D-C581453AC6AE}"/>
          </ac:spMkLst>
        </pc:spChg>
        <pc:spChg chg="del mod">
          <ac:chgData name="Rolando E. Montero A." userId="db44b2c1daed2876" providerId="LiveId" clId="{5475E637-3D36-4E83-B231-01937465C18F}" dt="2020-08-06T14:15:00.752" v="504" actId="478"/>
          <ac:spMkLst>
            <pc:docMk/>
            <pc:sldMk cId="2037018966" sldId="312"/>
            <ac:spMk id="3" creationId="{2E418B25-4EA8-421D-BB0E-E335E9DBC117}"/>
          </ac:spMkLst>
        </pc:spChg>
        <pc:spChg chg="add mod">
          <ac:chgData name="Rolando E. Montero A." userId="db44b2c1daed2876" providerId="LiveId" clId="{5475E637-3D36-4E83-B231-01937465C18F}" dt="2020-08-06T14:18:41.557" v="528" actId="14100"/>
          <ac:spMkLst>
            <pc:docMk/>
            <pc:sldMk cId="2037018966" sldId="312"/>
            <ac:spMk id="6" creationId="{CE35EAFD-DFDA-41E4-B3F1-A73C48C9A493}"/>
          </ac:spMkLst>
        </pc:spChg>
        <pc:picChg chg="add mod">
          <ac:chgData name="Rolando E. Montero A." userId="db44b2c1daed2876" providerId="LiveId" clId="{5475E637-3D36-4E83-B231-01937465C18F}" dt="2020-08-06T14:19:01.606" v="530" actId="1076"/>
          <ac:picMkLst>
            <pc:docMk/>
            <pc:sldMk cId="2037018966" sldId="312"/>
            <ac:picMk id="5" creationId="{1535B267-9C98-4F0E-B7A8-C1AB80F5CC99}"/>
          </ac:picMkLst>
        </pc:picChg>
        <pc:picChg chg="add mod">
          <ac:chgData name="Rolando E. Montero A." userId="db44b2c1daed2876" providerId="LiveId" clId="{5475E637-3D36-4E83-B231-01937465C18F}" dt="2020-08-06T14:18:30.257" v="524" actId="1076"/>
          <ac:picMkLst>
            <pc:docMk/>
            <pc:sldMk cId="2037018966" sldId="312"/>
            <ac:picMk id="3074" creationId="{8E8F376B-8F7A-41E7-AA69-804E42887C1B}"/>
          </ac:picMkLst>
        </pc:picChg>
      </pc:sldChg>
      <pc:sldChg chg="del">
        <pc:chgData name="Rolando E. Montero A." userId="db44b2c1daed2876" providerId="LiveId" clId="{5475E637-3D36-4E83-B231-01937465C18F}" dt="2020-08-06T13:35:25.633" v="19" actId="47"/>
        <pc:sldMkLst>
          <pc:docMk/>
          <pc:sldMk cId="1641372654" sldId="313"/>
        </pc:sldMkLst>
      </pc:sldChg>
      <pc:sldChg chg="modSp new mod">
        <pc:chgData name="Rolando E. Montero A." userId="db44b2c1daed2876" providerId="LiveId" clId="{5475E637-3D36-4E83-B231-01937465C18F}" dt="2020-08-06T14:21:42.484" v="551" actId="20577"/>
        <pc:sldMkLst>
          <pc:docMk/>
          <pc:sldMk cId="2463615939" sldId="313"/>
        </pc:sldMkLst>
        <pc:spChg chg="mod">
          <ac:chgData name="Rolando E. Montero A." userId="db44b2c1daed2876" providerId="LiveId" clId="{5475E637-3D36-4E83-B231-01937465C18F}" dt="2020-08-06T14:21:42.484" v="551" actId="20577"/>
          <ac:spMkLst>
            <pc:docMk/>
            <pc:sldMk cId="2463615939" sldId="313"/>
            <ac:spMk id="2" creationId="{C5C47C24-C5AB-40D0-813E-0F20D548054F}"/>
          </ac:spMkLst>
        </pc:spChg>
        <pc:spChg chg="mod">
          <ac:chgData name="Rolando E. Montero A." userId="db44b2c1daed2876" providerId="LiveId" clId="{5475E637-3D36-4E83-B231-01937465C18F}" dt="2020-08-06T14:20:48.689" v="537" actId="20577"/>
          <ac:spMkLst>
            <pc:docMk/>
            <pc:sldMk cId="2463615939" sldId="313"/>
            <ac:spMk id="3" creationId="{DBDBC144-653E-4B1C-B1E1-F4CDA1EC7205}"/>
          </ac:spMkLst>
        </pc:spChg>
      </pc:sldChg>
      <pc:sldChg chg="del">
        <pc:chgData name="Rolando E. Montero A." userId="db44b2c1daed2876" providerId="LiveId" clId="{5475E637-3D36-4E83-B231-01937465C18F}" dt="2020-08-06T13:35:25.633" v="19" actId="47"/>
        <pc:sldMkLst>
          <pc:docMk/>
          <pc:sldMk cId="4247932740" sldId="315"/>
        </pc:sldMkLst>
      </pc:sldChg>
      <pc:sldMasterChg chg="modSldLayout">
        <pc:chgData name="Rolando E. Montero A." userId="db44b2c1daed2876" providerId="LiveId" clId="{5475E637-3D36-4E83-B231-01937465C18F}" dt="2020-08-06T13:53:57.589" v="190" actId="2711"/>
        <pc:sldMasterMkLst>
          <pc:docMk/>
          <pc:sldMasterMk cId="1688634423" sldId="2147483733"/>
        </pc:sldMasterMkLst>
        <pc:sldLayoutChg chg="modSp">
          <pc:chgData name="Rolando E. Montero A." userId="db44b2c1daed2876" providerId="LiveId" clId="{5475E637-3D36-4E83-B231-01937465C18F}" dt="2020-08-06T13:53:57.589" v="190" actId="2711"/>
          <pc:sldLayoutMkLst>
            <pc:docMk/>
            <pc:sldMasterMk cId="1688634423" sldId="2147483733"/>
            <pc:sldLayoutMk cId="3809584426" sldId="2147483735"/>
          </pc:sldLayoutMkLst>
          <pc:spChg chg="mod">
            <ac:chgData name="Rolando E. Montero A." userId="db44b2c1daed2876" providerId="LiveId" clId="{5475E637-3D36-4E83-B231-01937465C18F}" dt="2020-08-06T13:53:57.589" v="190" actId="2711"/>
            <ac:spMkLst>
              <pc:docMk/>
              <pc:sldMasterMk cId="1688634423" sldId="2147483733"/>
              <pc:sldLayoutMk cId="3809584426" sldId="2147483735"/>
              <ac:spMk id="4" creationId="{00000000-0000-0000-0000-000000000000}"/>
            </ac:spMkLst>
          </pc:spChg>
          <pc:spChg chg="mod">
            <ac:chgData name="Rolando E. Montero A." userId="db44b2c1daed2876" providerId="LiveId" clId="{5475E637-3D36-4E83-B231-01937465C18F}" dt="2020-08-06T13:53:57.589" v="190" actId="2711"/>
            <ac:spMkLst>
              <pc:docMk/>
              <pc:sldMasterMk cId="1688634423" sldId="2147483733"/>
              <pc:sldLayoutMk cId="3809584426" sldId="2147483735"/>
              <ac:spMk id="5" creationId="{00000000-0000-0000-0000-000000000000}"/>
            </ac:spMkLst>
          </pc:spChg>
          <pc:spChg chg="mod">
            <ac:chgData name="Rolando E. Montero A." userId="db44b2c1daed2876" providerId="LiveId" clId="{5475E637-3D36-4E83-B231-01937465C18F}" dt="2020-08-06T13:53:57.589" v="190" actId="2711"/>
            <ac:spMkLst>
              <pc:docMk/>
              <pc:sldMasterMk cId="1688634423" sldId="2147483733"/>
              <pc:sldLayoutMk cId="3809584426" sldId="2147483735"/>
              <ac:spMk id="6" creationId="{00000000-0000-0000-0000-000000000000}"/>
            </ac:spMkLst>
          </pc:spChg>
        </pc:sldLayoutChg>
      </pc:sldMasterChg>
    </pc:docChg>
  </pc:docChgLst>
  <pc:docChgLst>
    <pc:chgData name="Rolando E. Montero A." userId="db44b2c1daed2876" providerId="LiveId" clId="{913D9B33-1B54-4D44-AE35-BB5757116BE0}"/>
    <pc:docChg chg="undo redo custSel addSld modSld modSection">
      <pc:chgData name="Rolando E. Montero A." userId="db44b2c1daed2876" providerId="LiveId" clId="{913D9B33-1B54-4D44-AE35-BB5757116BE0}" dt="2020-08-06T21:11:25.907" v="342" actId="20577"/>
      <pc:docMkLst>
        <pc:docMk/>
      </pc:docMkLst>
      <pc:sldChg chg="modSp mod">
        <pc:chgData name="Rolando E. Montero A." userId="db44b2c1daed2876" providerId="LiveId" clId="{913D9B33-1B54-4D44-AE35-BB5757116BE0}" dt="2020-08-06T19:07:49.731" v="7" actId="20577"/>
        <pc:sldMkLst>
          <pc:docMk/>
          <pc:sldMk cId="4095867753" sldId="309"/>
        </pc:sldMkLst>
        <pc:spChg chg="mod">
          <ac:chgData name="Rolando E. Montero A." userId="db44b2c1daed2876" providerId="LiveId" clId="{913D9B33-1B54-4D44-AE35-BB5757116BE0}" dt="2020-08-06T19:07:49.731" v="7" actId="20577"/>
          <ac:spMkLst>
            <pc:docMk/>
            <pc:sldMk cId="4095867753" sldId="309"/>
            <ac:spMk id="3" creationId="{7367288D-1ADB-4756-9F20-3AB9EE26929E}"/>
          </ac:spMkLst>
        </pc:spChg>
      </pc:sldChg>
      <pc:sldChg chg="addSp delSp modSp mod">
        <pc:chgData name="Rolando E. Montero A." userId="db44b2c1daed2876" providerId="LiveId" clId="{913D9B33-1B54-4D44-AE35-BB5757116BE0}" dt="2020-08-06T21:11:25.907" v="342" actId="20577"/>
        <pc:sldMkLst>
          <pc:docMk/>
          <pc:sldMk cId="1198384361" sldId="311"/>
        </pc:sldMkLst>
        <pc:spChg chg="mod">
          <ac:chgData name="Rolando E. Montero A." userId="db44b2c1daed2876" providerId="LiveId" clId="{913D9B33-1B54-4D44-AE35-BB5757116BE0}" dt="2020-08-06T19:29:22.219" v="253" actId="14100"/>
          <ac:spMkLst>
            <pc:docMk/>
            <pc:sldMk cId="1198384361" sldId="311"/>
            <ac:spMk id="3" creationId="{E83F5DBE-8B7F-4DD6-8412-DFF22A5A7268}"/>
          </ac:spMkLst>
        </pc:spChg>
        <pc:spChg chg="add mod ord">
          <ac:chgData name="Rolando E. Montero A." userId="db44b2c1daed2876" providerId="LiveId" clId="{913D9B33-1B54-4D44-AE35-BB5757116BE0}" dt="2020-08-06T19:27:34.216" v="233" actId="164"/>
          <ac:spMkLst>
            <pc:docMk/>
            <pc:sldMk cId="1198384361" sldId="311"/>
            <ac:spMk id="4" creationId="{2694492D-9188-440C-A991-203E49428DC1}"/>
          </ac:spMkLst>
        </pc:spChg>
        <pc:spChg chg="del mod">
          <ac:chgData name="Rolando E. Montero A." userId="db44b2c1daed2876" providerId="LiveId" clId="{913D9B33-1B54-4D44-AE35-BB5757116BE0}" dt="2020-08-06T19:42:35.250" v="256" actId="478"/>
          <ac:spMkLst>
            <pc:docMk/>
            <pc:sldMk cId="1198384361" sldId="311"/>
            <ac:spMk id="6" creationId="{65CFE1BC-CEC8-49A1-8266-DE0FE21A2940}"/>
          </ac:spMkLst>
        </pc:spChg>
        <pc:spChg chg="add mod">
          <ac:chgData name="Rolando E. Montero A." userId="db44b2c1daed2876" providerId="LiveId" clId="{913D9B33-1B54-4D44-AE35-BB5757116BE0}" dt="2020-08-06T19:07:43.919" v="6" actId="12"/>
          <ac:spMkLst>
            <pc:docMk/>
            <pc:sldMk cId="1198384361" sldId="311"/>
            <ac:spMk id="7" creationId="{8F242308-4FE6-48AB-BB1B-63AD3DDF0C4C}"/>
          </ac:spMkLst>
        </pc:spChg>
        <pc:spChg chg="add mod">
          <ac:chgData name="Rolando E. Montero A." userId="db44b2c1daed2876" providerId="LiveId" clId="{913D9B33-1B54-4D44-AE35-BB5757116BE0}" dt="2020-08-06T21:11:25.907" v="342" actId="20577"/>
          <ac:spMkLst>
            <pc:docMk/>
            <pc:sldMk cId="1198384361" sldId="311"/>
            <ac:spMk id="8" creationId="{BDB16DAC-246D-4F53-8391-AC7FDE1E71E5}"/>
          </ac:spMkLst>
        </pc:spChg>
        <pc:grpChg chg="add mod">
          <ac:chgData name="Rolando E. Montero A." userId="db44b2c1daed2876" providerId="LiveId" clId="{913D9B33-1B54-4D44-AE35-BB5757116BE0}" dt="2020-08-06T21:09:52.954" v="338" actId="14100"/>
          <ac:grpSpMkLst>
            <pc:docMk/>
            <pc:sldMk cId="1198384361" sldId="311"/>
            <ac:grpSpMk id="5" creationId="{DEA58FD1-B742-4BC4-94DE-A8F906A31F2A}"/>
          </ac:grpSpMkLst>
        </pc:grpChg>
        <pc:picChg chg="add del mod">
          <ac:chgData name="Rolando E. Montero A." userId="db44b2c1daed2876" providerId="LiveId" clId="{913D9B33-1B54-4D44-AE35-BB5757116BE0}" dt="2020-08-06T19:43:20.020" v="261" actId="478"/>
          <ac:picMkLst>
            <pc:docMk/>
            <pc:sldMk cId="1198384361" sldId="311"/>
            <ac:picMk id="9" creationId="{4C585882-26FA-4E79-A9F3-79BB625EDCF0}"/>
          </ac:picMkLst>
        </pc:picChg>
        <pc:picChg chg="add mod">
          <ac:chgData name="Rolando E. Montero A." userId="db44b2c1daed2876" providerId="LiveId" clId="{913D9B33-1B54-4D44-AE35-BB5757116BE0}" dt="2020-08-06T19:43:31.616" v="265" actId="14100"/>
          <ac:picMkLst>
            <pc:docMk/>
            <pc:sldMk cId="1198384361" sldId="311"/>
            <ac:picMk id="10" creationId="{95165295-B04B-49A0-800F-86670B5281B1}"/>
          </ac:picMkLst>
        </pc:picChg>
        <pc:picChg chg="del mod">
          <ac:chgData name="Rolando E. Montero A." userId="db44b2c1daed2876" providerId="LiveId" clId="{913D9B33-1B54-4D44-AE35-BB5757116BE0}" dt="2020-08-06T19:29:03.548" v="246" actId="478"/>
          <ac:picMkLst>
            <pc:docMk/>
            <pc:sldMk cId="1198384361" sldId="311"/>
            <ac:picMk id="2050" creationId="{2BE34407-18CD-4A5A-A420-27594DBEB73D}"/>
          </ac:picMkLst>
        </pc:picChg>
      </pc:sldChg>
      <pc:sldChg chg="delSp">
        <pc:chgData name="Rolando E. Montero A." userId="db44b2c1daed2876" providerId="LiveId" clId="{913D9B33-1B54-4D44-AE35-BB5757116BE0}" dt="2020-08-06T19:44:01.264" v="267" actId="478"/>
        <pc:sldMkLst>
          <pc:docMk/>
          <pc:sldMk cId="2037018966" sldId="312"/>
        </pc:sldMkLst>
        <pc:spChg chg="del">
          <ac:chgData name="Rolando E. Montero A." userId="db44b2c1daed2876" providerId="LiveId" clId="{913D9B33-1B54-4D44-AE35-BB5757116BE0}" dt="2020-08-06T19:44:01.264" v="267" actId="478"/>
          <ac:spMkLst>
            <pc:docMk/>
            <pc:sldMk cId="2037018966" sldId="312"/>
            <ac:spMk id="6" creationId="{CE35EAFD-DFDA-41E4-B3F1-A73C48C9A493}"/>
          </ac:spMkLst>
        </pc:spChg>
        <pc:picChg chg="del">
          <ac:chgData name="Rolando E. Montero A." userId="db44b2c1daed2876" providerId="LiveId" clId="{913D9B33-1B54-4D44-AE35-BB5757116BE0}" dt="2020-08-06T19:44:01.264" v="267" actId="478"/>
          <ac:picMkLst>
            <pc:docMk/>
            <pc:sldMk cId="2037018966" sldId="312"/>
            <ac:picMk id="5" creationId="{1535B267-9C98-4F0E-B7A8-C1AB80F5CC99}"/>
          </ac:picMkLst>
        </pc:picChg>
        <pc:picChg chg="del">
          <ac:chgData name="Rolando E. Montero A." userId="db44b2c1daed2876" providerId="LiveId" clId="{913D9B33-1B54-4D44-AE35-BB5757116BE0}" dt="2020-08-06T19:44:01.264" v="267" actId="478"/>
          <ac:picMkLst>
            <pc:docMk/>
            <pc:sldMk cId="2037018966" sldId="312"/>
            <ac:picMk id="3074" creationId="{8E8F376B-8F7A-41E7-AA69-804E42887C1B}"/>
          </ac:picMkLst>
        </pc:picChg>
      </pc:sldChg>
      <pc:sldChg chg="modSp new mod">
        <pc:chgData name="Rolando E. Montero A." userId="db44b2c1daed2876" providerId="LiveId" clId="{913D9B33-1B54-4D44-AE35-BB5757116BE0}" dt="2020-08-06T20:42:13.802" v="335" actId="20577"/>
        <pc:sldMkLst>
          <pc:docMk/>
          <pc:sldMk cId="542622354" sldId="314"/>
        </pc:sldMkLst>
        <pc:spChg chg="mod">
          <ac:chgData name="Rolando E. Montero A." userId="db44b2c1daed2876" providerId="LiveId" clId="{913D9B33-1B54-4D44-AE35-BB5757116BE0}" dt="2020-08-06T20:42:13.802" v="335" actId="20577"/>
          <ac:spMkLst>
            <pc:docMk/>
            <pc:sldMk cId="542622354" sldId="314"/>
            <ac:spMk id="2" creationId="{C29F560B-FAA2-457E-8DCA-5FDEC05AC607}"/>
          </ac:spMkLst>
        </pc:spChg>
      </pc:sldChg>
      <pc:sldChg chg="addSp delSp modSp new mod">
        <pc:chgData name="Rolando E. Montero A." userId="db44b2c1daed2876" providerId="LiveId" clId="{913D9B33-1B54-4D44-AE35-BB5757116BE0}" dt="2020-08-06T20:41:43.612" v="310" actId="313"/>
        <pc:sldMkLst>
          <pc:docMk/>
          <pc:sldMk cId="2108072847" sldId="315"/>
        </pc:sldMkLst>
        <pc:spChg chg="mod">
          <ac:chgData name="Rolando E. Montero A." userId="db44b2c1daed2876" providerId="LiveId" clId="{913D9B33-1B54-4D44-AE35-BB5757116BE0}" dt="2020-08-06T20:41:43.612" v="310" actId="313"/>
          <ac:spMkLst>
            <pc:docMk/>
            <pc:sldMk cId="2108072847" sldId="315"/>
            <ac:spMk id="2" creationId="{EE6F18DC-67FA-4660-80E6-3D3768C49F8B}"/>
          </ac:spMkLst>
        </pc:spChg>
        <pc:spChg chg="del">
          <ac:chgData name="Rolando E. Montero A." userId="db44b2c1daed2876" providerId="LiveId" clId="{913D9B33-1B54-4D44-AE35-BB5757116BE0}" dt="2020-08-06T20:26:48.613" v="272" actId="478"/>
          <ac:spMkLst>
            <pc:docMk/>
            <pc:sldMk cId="2108072847" sldId="315"/>
            <ac:spMk id="3" creationId="{40ACB0AA-CD35-405A-B337-962B21A4BD71}"/>
          </ac:spMkLst>
        </pc:spChg>
        <pc:spChg chg="add mod">
          <ac:chgData name="Rolando E. Montero A." userId="db44b2c1daed2876" providerId="LiveId" clId="{913D9B33-1B54-4D44-AE35-BB5757116BE0}" dt="2020-08-06T20:27:29.317" v="281" actId="207"/>
          <ac:spMkLst>
            <pc:docMk/>
            <pc:sldMk cId="2108072847" sldId="315"/>
            <ac:spMk id="5" creationId="{C7371880-D0A5-426B-AA8B-E3FD923B40E6}"/>
          </ac:spMkLst>
        </pc:spChg>
      </pc:sldChg>
      <pc:sldChg chg="modSp new mod">
        <pc:chgData name="Rolando E. Montero A." userId="db44b2c1daed2876" providerId="LiveId" clId="{913D9B33-1B54-4D44-AE35-BB5757116BE0}" dt="2020-08-06T20:41:26.045" v="295" actId="313"/>
        <pc:sldMkLst>
          <pc:docMk/>
          <pc:sldMk cId="3346697726" sldId="316"/>
        </pc:sldMkLst>
        <pc:spChg chg="mod">
          <ac:chgData name="Rolando E. Montero A." userId="db44b2c1daed2876" providerId="LiveId" clId="{913D9B33-1B54-4D44-AE35-BB5757116BE0}" dt="2020-08-06T20:41:26.045" v="295" actId="313"/>
          <ac:spMkLst>
            <pc:docMk/>
            <pc:sldMk cId="3346697726" sldId="316"/>
            <ac:spMk id="2" creationId="{C1011D52-5D16-477C-AEC8-084883B778B0}"/>
          </ac:spMkLst>
        </pc:spChg>
      </pc:sldChg>
    </pc:docChg>
  </pc:docChgLst>
  <pc:docChgLst>
    <pc:chgData name="Rolando E. Montero A." userId="db44b2c1daed2876" providerId="LiveId" clId="{DCC5CC74-459D-45A0-8581-0BD1214D9777}"/>
    <pc:docChg chg="delSection">
      <pc:chgData name="Rolando E. Montero A." userId="db44b2c1daed2876" providerId="LiveId" clId="{DCC5CC74-459D-45A0-8581-0BD1214D9777}" dt="2020-08-10T15:05:30.531" v="0" actId="17851"/>
      <pc:docMkLst>
        <pc:docMk/>
      </pc:docMkLst>
    </pc:docChg>
  </pc:docChgLst>
  <pc:docChgLst>
    <pc:chgData name="Rolando E. Montero A." userId="db44b2c1daed2876" providerId="LiveId" clId="{43DDFB08-8BFC-4CCD-8DC8-324B56BE2DEA}"/>
    <pc:docChg chg="">
      <pc:chgData name="Rolando E. Montero A." userId="db44b2c1daed2876" providerId="LiveId" clId="{43DDFB08-8BFC-4CCD-8DC8-324B56BE2DEA}" dt="2020-08-13T03:38:18.360" v="3" actId="2696"/>
      <pc:docMkLst>
        <pc:docMk/>
      </pc:docMkLst>
      <pc:sldMasterChg chg="delSldLayout">
        <pc:chgData name="Rolando E. Montero A." userId="db44b2c1daed2876" providerId="LiveId" clId="{43DDFB08-8BFC-4CCD-8DC8-324B56BE2DEA}" dt="2020-08-13T03:37:57.286" v="1" actId="2696"/>
        <pc:sldMasterMkLst>
          <pc:docMk/>
          <pc:sldMasterMk cId="4106453503" sldId="2147483712"/>
        </pc:sldMasterMkLst>
        <pc:sldLayoutChg chg="del">
          <pc:chgData name="Rolando E. Montero A." userId="db44b2c1daed2876" providerId="LiveId" clId="{43DDFB08-8BFC-4CCD-8DC8-324B56BE2DEA}" dt="2020-08-13T03:37:55.080" v="0" actId="2696"/>
          <pc:sldLayoutMkLst>
            <pc:docMk/>
            <pc:sldMasterMk cId="4106453503" sldId="2147483712"/>
            <pc:sldLayoutMk cId="3515874612" sldId="2147483731"/>
          </pc:sldLayoutMkLst>
        </pc:sldLayoutChg>
        <pc:sldLayoutChg chg="del">
          <pc:chgData name="Rolando E. Montero A." userId="db44b2c1daed2876" providerId="LiveId" clId="{43DDFB08-8BFC-4CCD-8DC8-324B56BE2DEA}" dt="2020-08-13T03:37:57.286" v="1" actId="2696"/>
          <pc:sldLayoutMkLst>
            <pc:docMk/>
            <pc:sldMasterMk cId="4106453503" sldId="2147483712"/>
            <pc:sldLayoutMk cId="4214706375" sldId="2147483732"/>
          </pc:sldLayoutMkLst>
        </pc:sldLayoutChg>
      </pc:sldMasterChg>
      <pc:sldMasterChg chg="delSldLayout">
        <pc:chgData name="Rolando E. Montero A." userId="db44b2c1daed2876" providerId="LiveId" clId="{43DDFB08-8BFC-4CCD-8DC8-324B56BE2DEA}" dt="2020-08-13T03:38:18.360" v="3" actId="2696"/>
        <pc:sldMasterMkLst>
          <pc:docMk/>
          <pc:sldMasterMk cId="1688634423" sldId="2147483733"/>
        </pc:sldMasterMkLst>
        <pc:sldLayoutChg chg="del">
          <pc:chgData name="Rolando E. Montero A." userId="db44b2c1daed2876" providerId="LiveId" clId="{43DDFB08-8BFC-4CCD-8DC8-324B56BE2DEA}" dt="2020-08-13T03:38:16.073" v="2" actId="2696"/>
          <pc:sldLayoutMkLst>
            <pc:docMk/>
            <pc:sldMasterMk cId="1688634423" sldId="2147483733"/>
            <pc:sldLayoutMk cId="3017234560" sldId="2147483751"/>
          </pc:sldLayoutMkLst>
        </pc:sldLayoutChg>
        <pc:sldLayoutChg chg="del">
          <pc:chgData name="Rolando E. Montero A." userId="db44b2c1daed2876" providerId="LiveId" clId="{43DDFB08-8BFC-4CCD-8DC8-324B56BE2DEA}" dt="2020-08-13T03:38:18.360" v="3" actId="2696"/>
          <pc:sldLayoutMkLst>
            <pc:docMk/>
            <pc:sldMasterMk cId="1688634423" sldId="2147483733"/>
            <pc:sldLayoutMk cId="2910218533" sldId="2147483752"/>
          </pc:sldLayoutMkLst>
        </pc:sldLayoutChg>
      </pc:sldMasterChg>
    </pc:docChg>
  </pc:docChgLst>
  <pc:docChgLst>
    <pc:chgData name="Rolando E. Montero A." userId="db44b2c1daed2876" providerId="LiveId" clId="{5CA4CBD8-2078-4BF9-87F4-EDACE33AA922}"/>
    <pc:docChg chg="undo custSel modSld">
      <pc:chgData name="Rolando E. Montero A." userId="db44b2c1daed2876" providerId="LiveId" clId="{5CA4CBD8-2078-4BF9-87F4-EDACE33AA922}" dt="2020-08-07T04:36:12.580" v="469"/>
      <pc:docMkLst>
        <pc:docMk/>
      </pc:docMkLst>
      <pc:sldChg chg="modSp">
        <pc:chgData name="Rolando E. Montero A." userId="db44b2c1daed2876" providerId="LiveId" clId="{5CA4CBD8-2078-4BF9-87F4-EDACE33AA922}" dt="2020-08-07T04:15:50.953" v="188"/>
        <pc:sldMkLst>
          <pc:docMk/>
          <pc:sldMk cId="2400105456" sldId="306"/>
        </pc:sldMkLst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2400105456" sldId="306"/>
            <ac:spMk id="2" creationId="{A6274ACA-D4BC-485B-985B-829E1C7C23A6}"/>
          </ac:spMkLst>
        </pc:spChg>
        <pc:graphicFrameChg chg="mod">
          <ac:chgData name="Rolando E. Montero A." userId="db44b2c1daed2876" providerId="LiveId" clId="{5CA4CBD8-2078-4BF9-87F4-EDACE33AA922}" dt="2020-08-07T04:15:50.953" v="188"/>
          <ac:graphicFrameMkLst>
            <pc:docMk/>
            <pc:sldMk cId="2400105456" sldId="306"/>
            <ac:graphicFrameMk id="4" creationId="{C8276553-2A79-437F-B57F-448598174CD7}"/>
          </ac:graphicFrameMkLst>
        </pc:graphicFrameChg>
      </pc:sldChg>
      <pc:sldChg chg="modSp">
        <pc:chgData name="Rolando E. Montero A." userId="db44b2c1daed2876" providerId="LiveId" clId="{5CA4CBD8-2078-4BF9-87F4-EDACE33AA922}" dt="2020-08-07T04:15:50.953" v="188"/>
        <pc:sldMkLst>
          <pc:docMk/>
          <pc:sldMk cId="1571415155" sldId="307"/>
        </pc:sldMkLst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1571415155" sldId="307"/>
            <ac:spMk id="3" creationId="{093916CF-9FD9-4EFA-9658-6F65F7B9239A}"/>
          </ac:spMkLst>
        </pc:spChg>
      </pc:sldChg>
      <pc:sldChg chg="modSp">
        <pc:chgData name="Rolando E. Montero A." userId="db44b2c1daed2876" providerId="LiveId" clId="{5CA4CBD8-2078-4BF9-87F4-EDACE33AA922}" dt="2020-08-07T04:15:50.953" v="188"/>
        <pc:sldMkLst>
          <pc:docMk/>
          <pc:sldMk cId="188148074" sldId="308"/>
        </pc:sldMkLst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188148074" sldId="308"/>
            <ac:spMk id="3" creationId="{8E421724-4DBD-446C-96EA-27C772BB2DDD}"/>
          </ac:spMkLst>
        </pc:spChg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188148074" sldId="308"/>
            <ac:spMk id="6" creationId="{C84220BD-0318-4019-B68E-20B7E964A447}"/>
          </ac:spMkLst>
        </pc:spChg>
      </pc:sldChg>
      <pc:sldChg chg="modSp modAnim">
        <pc:chgData name="Rolando E. Montero A." userId="db44b2c1daed2876" providerId="LiveId" clId="{5CA4CBD8-2078-4BF9-87F4-EDACE33AA922}" dt="2020-08-07T04:15:52.959" v="189"/>
        <pc:sldMkLst>
          <pc:docMk/>
          <pc:sldMk cId="4095867753" sldId="309"/>
        </pc:sldMkLst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4095867753" sldId="309"/>
            <ac:spMk id="3" creationId="{7367288D-1ADB-4756-9F20-3AB9EE26929E}"/>
          </ac:spMkLst>
        </pc:spChg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4095867753" sldId="309"/>
            <ac:spMk id="7" creationId="{0B216D5A-5B0A-4ED5-AA4E-A513A179358C}"/>
          </ac:spMkLst>
        </pc:spChg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4095867753" sldId="309"/>
            <ac:spMk id="8" creationId="{D93B4BDA-894B-4D1D-A1D9-A0F38180CF2C}"/>
          </ac:spMkLst>
        </pc:spChg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4095867753" sldId="309"/>
            <ac:spMk id="11" creationId="{BFA4F58B-B210-4300-A251-6434242DB597}"/>
          </ac:spMkLst>
        </pc:spChg>
      </pc:sldChg>
      <pc:sldChg chg="modSp mod">
        <pc:chgData name="Rolando E. Montero A." userId="db44b2c1daed2876" providerId="LiveId" clId="{5CA4CBD8-2078-4BF9-87F4-EDACE33AA922}" dt="2020-08-07T04:15:50.953" v="188"/>
        <pc:sldMkLst>
          <pc:docMk/>
          <pc:sldMk cId="1198384361" sldId="311"/>
        </pc:sldMkLst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1198384361" sldId="311"/>
            <ac:spMk id="3" creationId="{E83F5DBE-8B7F-4DD6-8412-DFF22A5A7268}"/>
          </ac:spMkLst>
        </pc:spChg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1198384361" sldId="311"/>
            <ac:spMk id="8" creationId="{BDB16DAC-246D-4F53-8391-AC7FDE1E71E5}"/>
          </ac:spMkLst>
        </pc:spChg>
      </pc:sldChg>
      <pc:sldChg chg="addSp modSp mod modAnim">
        <pc:chgData name="Rolando E. Montero A." userId="db44b2c1daed2876" providerId="LiveId" clId="{5CA4CBD8-2078-4BF9-87F4-EDACE33AA922}" dt="2020-08-07T04:15:52.959" v="189"/>
        <pc:sldMkLst>
          <pc:docMk/>
          <pc:sldMk cId="2037018966" sldId="312"/>
        </pc:sldMkLst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2037018966" sldId="312"/>
            <ac:spMk id="13" creationId="{8A79E4D1-F2B3-4D8E-AA62-B9BBA981BF4F}"/>
          </ac:spMkLst>
        </pc:spChg>
        <pc:spChg chg="add mod">
          <ac:chgData name="Rolando E. Montero A." userId="db44b2c1daed2876" providerId="LiveId" clId="{5CA4CBD8-2078-4BF9-87F4-EDACE33AA922}" dt="2020-08-07T02:35:38.049" v="20" actId="1076"/>
          <ac:spMkLst>
            <pc:docMk/>
            <pc:sldMk cId="2037018966" sldId="312"/>
            <ac:spMk id="23" creationId="{B88AAC3F-572E-4B17-AB24-F6E6D56EC685}"/>
          </ac:spMkLst>
        </pc:spChg>
        <pc:spChg chg="add mod">
          <ac:chgData name="Rolando E. Montero A." userId="db44b2c1daed2876" providerId="LiveId" clId="{5CA4CBD8-2078-4BF9-87F4-EDACE33AA922}" dt="2020-08-07T02:35:26.641" v="19" actId="1076"/>
          <ac:spMkLst>
            <pc:docMk/>
            <pc:sldMk cId="2037018966" sldId="312"/>
            <ac:spMk id="24" creationId="{19536C36-EF7E-40D7-8C68-AD67BB74C2B7}"/>
          </ac:spMkLst>
        </pc:spChg>
        <pc:spChg chg="add mod">
          <ac:chgData name="Rolando E. Montero A." userId="db44b2c1daed2876" providerId="LiveId" clId="{5CA4CBD8-2078-4BF9-87F4-EDACE33AA922}" dt="2020-08-07T02:49:34.069" v="87" actId="1076"/>
          <ac:spMkLst>
            <pc:docMk/>
            <pc:sldMk cId="2037018966" sldId="312"/>
            <ac:spMk id="25" creationId="{E1C1A15B-02AB-4276-8E74-B8959913C0AE}"/>
          </ac:spMkLst>
        </pc:spChg>
        <pc:spChg chg="add mod">
          <ac:chgData name="Rolando E. Montero A." userId="db44b2c1daed2876" providerId="LiveId" clId="{5CA4CBD8-2078-4BF9-87F4-EDACE33AA922}" dt="2020-08-07T03:26:25.222" v="131" actId="1076"/>
          <ac:spMkLst>
            <pc:docMk/>
            <pc:sldMk cId="2037018966" sldId="312"/>
            <ac:spMk id="26" creationId="{ED287C8C-4E8F-4355-A3FA-A4CB8D0A9F7E}"/>
          </ac:spMkLst>
        </pc:spChg>
        <pc:picChg chg="mod">
          <ac:chgData name="Rolando E. Montero A." userId="db44b2c1daed2876" providerId="LiveId" clId="{5CA4CBD8-2078-4BF9-87F4-EDACE33AA922}" dt="2020-08-07T03:36:03.350" v="136" actId="1076"/>
          <ac:picMkLst>
            <pc:docMk/>
            <pc:sldMk cId="2037018966" sldId="312"/>
            <ac:picMk id="2" creationId="{9780D932-AB89-4E53-81CB-61827105A85D}"/>
          </ac:picMkLst>
        </pc:picChg>
        <pc:picChg chg="mod">
          <ac:chgData name="Rolando E. Montero A." userId="db44b2c1daed2876" providerId="LiveId" clId="{5CA4CBD8-2078-4BF9-87F4-EDACE33AA922}" dt="2020-08-07T03:36:13.989" v="137" actId="1076"/>
          <ac:picMkLst>
            <pc:docMk/>
            <pc:sldMk cId="2037018966" sldId="312"/>
            <ac:picMk id="3" creationId="{FC26715A-0DB7-4428-BAF1-0F4433821B8E}"/>
          </ac:picMkLst>
        </pc:picChg>
        <pc:picChg chg="mod ord">
          <ac:chgData name="Rolando E. Montero A." userId="db44b2c1daed2876" providerId="LiveId" clId="{5CA4CBD8-2078-4BF9-87F4-EDACE33AA922}" dt="2020-08-07T03:36:20.404" v="138" actId="1076"/>
          <ac:picMkLst>
            <pc:docMk/>
            <pc:sldMk cId="2037018966" sldId="312"/>
            <ac:picMk id="4" creationId="{D07684F0-C2D3-4804-A88A-74559DA1393B}"/>
          </ac:picMkLst>
        </pc:picChg>
        <pc:picChg chg="mod ord">
          <ac:chgData name="Rolando E. Montero A." userId="db44b2c1daed2876" providerId="LiveId" clId="{5CA4CBD8-2078-4BF9-87F4-EDACE33AA922}" dt="2020-08-07T03:36:28.097" v="139" actId="1076"/>
          <ac:picMkLst>
            <pc:docMk/>
            <pc:sldMk cId="2037018966" sldId="312"/>
            <ac:picMk id="5" creationId="{857C0A18-C9A4-46F5-AD0E-7BF090869733}"/>
          </ac:picMkLst>
        </pc:picChg>
        <pc:picChg chg="mod ord">
          <ac:chgData name="Rolando E. Montero A." userId="db44b2c1daed2876" providerId="LiveId" clId="{5CA4CBD8-2078-4BF9-87F4-EDACE33AA922}" dt="2020-08-07T03:36:34.158" v="140" actId="1076"/>
          <ac:picMkLst>
            <pc:docMk/>
            <pc:sldMk cId="2037018966" sldId="312"/>
            <ac:picMk id="6" creationId="{7EEC2343-10DA-4A0D-B5D6-5221964BF04F}"/>
          </ac:picMkLst>
        </pc:picChg>
        <pc:picChg chg="mod ord">
          <ac:chgData name="Rolando E. Montero A." userId="db44b2c1daed2876" providerId="LiveId" clId="{5CA4CBD8-2078-4BF9-87F4-EDACE33AA922}" dt="2020-08-07T03:37:03.870" v="149" actId="1038"/>
          <ac:picMkLst>
            <pc:docMk/>
            <pc:sldMk cId="2037018966" sldId="312"/>
            <ac:picMk id="7" creationId="{054D5A38-ABB5-4F61-ADF7-3D27483A4D06}"/>
          </ac:picMkLst>
        </pc:picChg>
        <pc:picChg chg="mod ord">
          <ac:chgData name="Rolando E. Montero A." userId="db44b2c1daed2876" providerId="LiveId" clId="{5CA4CBD8-2078-4BF9-87F4-EDACE33AA922}" dt="2020-08-07T03:37:35.550" v="152" actId="1076"/>
          <ac:picMkLst>
            <pc:docMk/>
            <pc:sldMk cId="2037018966" sldId="312"/>
            <ac:picMk id="8" creationId="{D886C611-23AE-4360-B6DD-2606AF031C44}"/>
          </ac:picMkLst>
        </pc:picChg>
        <pc:picChg chg="add mod">
          <ac:chgData name="Rolando E. Montero A." userId="db44b2c1daed2876" providerId="LiveId" clId="{5CA4CBD8-2078-4BF9-87F4-EDACE33AA922}" dt="2020-08-07T03:37:53.102" v="154" actId="1076"/>
          <ac:picMkLst>
            <pc:docMk/>
            <pc:sldMk cId="2037018966" sldId="312"/>
            <ac:picMk id="10" creationId="{29493610-B456-4CC0-909F-E82464D4B2EF}"/>
          </ac:picMkLst>
        </pc:picChg>
      </pc:sldChg>
      <pc:sldChg chg="addSp delSp modSp mod">
        <pc:chgData name="Rolando E. Montero A." userId="db44b2c1daed2876" providerId="LiveId" clId="{5CA4CBD8-2078-4BF9-87F4-EDACE33AA922}" dt="2020-08-07T04:28:25.737" v="446" actId="1076"/>
        <pc:sldMkLst>
          <pc:docMk/>
          <pc:sldMk cId="542622354" sldId="314"/>
        </pc:sldMkLst>
        <pc:spChg chg="mod">
          <ac:chgData name="Rolando E. Montero A." userId="db44b2c1daed2876" providerId="LiveId" clId="{5CA4CBD8-2078-4BF9-87F4-EDACE33AA922}" dt="2020-08-07T03:44:01.835" v="169" actId="27636"/>
          <ac:spMkLst>
            <pc:docMk/>
            <pc:sldMk cId="542622354" sldId="314"/>
            <ac:spMk id="2" creationId="{C29F560B-FAA2-457E-8DCA-5FDEC05AC607}"/>
          </ac:spMkLst>
        </pc:spChg>
        <pc:spChg chg="del">
          <ac:chgData name="Rolando E. Montero A." userId="db44b2c1daed2876" providerId="LiveId" clId="{5CA4CBD8-2078-4BF9-87F4-EDACE33AA922}" dt="2020-08-07T03:37:59.530" v="155" actId="478"/>
          <ac:spMkLst>
            <pc:docMk/>
            <pc:sldMk cId="542622354" sldId="314"/>
            <ac:spMk id="3" creationId="{47BB9281-7440-480B-B383-1F070871B07D}"/>
          </ac:spMkLst>
        </pc:spChg>
        <pc:spChg chg="mod">
          <ac:chgData name="Rolando E. Montero A." userId="db44b2c1daed2876" providerId="LiveId" clId="{5CA4CBD8-2078-4BF9-87F4-EDACE33AA922}" dt="2020-08-07T03:43:45.279" v="163"/>
          <ac:spMkLst>
            <pc:docMk/>
            <pc:sldMk cId="542622354" sldId="314"/>
            <ac:spMk id="7" creationId="{72AE84DA-9855-4E61-A716-E8B4CA34A540}"/>
          </ac:spMkLst>
        </pc:spChg>
        <pc:spChg chg="mod">
          <ac:chgData name="Rolando E. Montero A." userId="db44b2c1daed2876" providerId="LiveId" clId="{5CA4CBD8-2078-4BF9-87F4-EDACE33AA922}" dt="2020-08-07T04:15:50.953" v="188"/>
          <ac:spMkLst>
            <pc:docMk/>
            <pc:sldMk cId="542622354" sldId="314"/>
            <ac:spMk id="8" creationId="{1DAED228-2E2D-4BEC-90A2-B384D02ECE1B}"/>
          </ac:spMkLst>
        </pc:spChg>
        <pc:spChg chg="add mod">
          <ac:chgData name="Rolando E. Montero A." userId="db44b2c1daed2876" providerId="LiveId" clId="{5CA4CBD8-2078-4BF9-87F4-EDACE33AA922}" dt="2020-08-07T04:28:25.737" v="446" actId="1076"/>
          <ac:spMkLst>
            <pc:docMk/>
            <pc:sldMk cId="542622354" sldId="314"/>
            <ac:spMk id="10" creationId="{4EBC45FA-2ABF-4BD1-B5DE-678F98515B1E}"/>
          </ac:spMkLst>
        </pc:spChg>
        <pc:grpChg chg="add mod">
          <ac:chgData name="Rolando E. Montero A." userId="db44b2c1daed2876" providerId="LiveId" clId="{5CA4CBD8-2078-4BF9-87F4-EDACE33AA922}" dt="2020-08-07T03:43:45.279" v="163"/>
          <ac:grpSpMkLst>
            <pc:docMk/>
            <pc:sldMk cId="542622354" sldId="314"/>
            <ac:grpSpMk id="6" creationId="{47E5A69E-43AD-4926-9D61-355F2E53B142}"/>
          </ac:grpSpMkLst>
        </pc:grpChg>
        <pc:picChg chg="add mod modCrop">
          <ac:chgData name="Rolando E. Montero A." userId="db44b2c1daed2876" providerId="LiveId" clId="{5CA4CBD8-2078-4BF9-87F4-EDACE33AA922}" dt="2020-08-07T04:28:20.798" v="445" actId="1076"/>
          <ac:picMkLst>
            <pc:docMk/>
            <pc:sldMk cId="542622354" sldId="314"/>
            <ac:picMk id="5" creationId="{FD05766E-9638-4E1F-B812-1B18B122CBCF}"/>
          </ac:picMkLst>
        </pc:picChg>
      </pc:sldChg>
      <pc:sldChg chg="addSp delSp modSp mod modAnim">
        <pc:chgData name="Rolando E. Montero A." userId="db44b2c1daed2876" providerId="LiveId" clId="{5CA4CBD8-2078-4BF9-87F4-EDACE33AA922}" dt="2020-08-07T04:36:12.580" v="469"/>
        <pc:sldMkLst>
          <pc:docMk/>
          <pc:sldMk cId="2108072847" sldId="315"/>
        </pc:sldMkLst>
        <pc:spChg chg="add mod">
          <ac:chgData name="Rolando E. Montero A." userId="db44b2c1daed2876" providerId="LiveId" clId="{5CA4CBD8-2078-4BF9-87F4-EDACE33AA922}" dt="2020-08-07T04:23:42.803" v="299" actId="14100"/>
          <ac:spMkLst>
            <pc:docMk/>
            <pc:sldMk cId="2108072847" sldId="315"/>
            <ac:spMk id="4" creationId="{D0949E1A-6C3F-454D-A0DB-AADEFF59247D}"/>
          </ac:spMkLst>
        </pc:spChg>
        <pc:spChg chg="del mod">
          <ac:chgData name="Rolando E. Montero A." userId="db44b2c1daed2876" providerId="LiveId" clId="{5CA4CBD8-2078-4BF9-87F4-EDACE33AA922}" dt="2020-08-07T04:22:29.329" v="284" actId="478"/>
          <ac:spMkLst>
            <pc:docMk/>
            <pc:sldMk cId="2108072847" sldId="315"/>
            <ac:spMk id="5" creationId="{C7371880-D0A5-426B-AA8B-E3FD923B40E6}"/>
          </ac:spMkLst>
        </pc:spChg>
        <pc:spChg chg="add mod">
          <ac:chgData name="Rolando E. Montero A." userId="db44b2c1daed2876" providerId="LiveId" clId="{5CA4CBD8-2078-4BF9-87F4-EDACE33AA922}" dt="2020-08-07T04:36:11.401" v="468" actId="1076"/>
          <ac:spMkLst>
            <pc:docMk/>
            <pc:sldMk cId="2108072847" sldId="315"/>
            <ac:spMk id="6" creationId="{A3FB972A-41CF-4DA1-82EA-B83DEE1D4638}"/>
          </ac:spMkLst>
        </pc:spChg>
        <pc:spChg chg="mod">
          <ac:chgData name="Rolando E. Montero A." userId="db44b2c1daed2876" providerId="LiveId" clId="{5CA4CBD8-2078-4BF9-87F4-EDACE33AA922}" dt="2020-08-07T04:22:53.315" v="286"/>
          <ac:spMkLst>
            <pc:docMk/>
            <pc:sldMk cId="2108072847" sldId="315"/>
            <ac:spMk id="8" creationId="{187CA3D6-8D58-4101-8003-86277B32AC6F}"/>
          </ac:spMkLst>
        </pc:spChg>
        <pc:spChg chg="mod">
          <ac:chgData name="Rolando E. Montero A." userId="db44b2c1daed2876" providerId="LiveId" clId="{5CA4CBD8-2078-4BF9-87F4-EDACE33AA922}" dt="2020-08-07T04:22:53.315" v="286"/>
          <ac:spMkLst>
            <pc:docMk/>
            <pc:sldMk cId="2108072847" sldId="315"/>
            <ac:spMk id="9" creationId="{F9DCA5FB-E15D-47D6-B770-A1A6A714E650}"/>
          </ac:spMkLst>
        </pc:spChg>
        <pc:spChg chg="add mod">
          <ac:chgData name="Rolando E. Montero A." userId="db44b2c1daed2876" providerId="LiveId" clId="{5CA4CBD8-2078-4BF9-87F4-EDACE33AA922}" dt="2020-08-07T04:29:16.643" v="451" actId="1076"/>
          <ac:spMkLst>
            <pc:docMk/>
            <pc:sldMk cId="2108072847" sldId="315"/>
            <ac:spMk id="11" creationId="{11F4BB45-1815-464B-9672-B08552E2A3D2}"/>
          </ac:spMkLst>
        </pc:spChg>
        <pc:grpChg chg="add mod">
          <ac:chgData name="Rolando E. Montero A." userId="db44b2c1daed2876" providerId="LiveId" clId="{5CA4CBD8-2078-4BF9-87F4-EDACE33AA922}" dt="2020-08-07T04:23:24.437" v="296" actId="1076"/>
          <ac:grpSpMkLst>
            <pc:docMk/>
            <pc:sldMk cId="2108072847" sldId="315"/>
            <ac:grpSpMk id="7" creationId="{68A11B0A-F89C-4FED-86B1-F54EA3F60558}"/>
          </ac:grpSpMkLst>
        </pc:grpChg>
        <pc:graphicFrameChg chg="add del modGraphic">
          <ac:chgData name="Rolando E. Montero A." userId="db44b2c1daed2876" providerId="LiveId" clId="{5CA4CBD8-2078-4BF9-87F4-EDACE33AA922}" dt="2020-08-07T04:35:59.599" v="467" actId="478"/>
          <ac:graphicFrameMkLst>
            <pc:docMk/>
            <pc:sldMk cId="2108072847" sldId="315"/>
            <ac:graphicFrameMk id="13" creationId="{5AE11E59-2E24-4A4D-A799-A4B6A97E3B91}"/>
          </ac:graphicFrameMkLst>
        </pc:graphicFrameChg>
      </pc:sldChg>
      <pc:sldChg chg="addSp modSp mod modAnim">
        <pc:chgData name="Rolando E. Montero A." userId="db44b2c1daed2876" providerId="LiveId" clId="{5CA4CBD8-2078-4BF9-87F4-EDACE33AA922}" dt="2020-08-07T04:35:40.880" v="465"/>
        <pc:sldMkLst>
          <pc:docMk/>
          <pc:sldMk cId="3346697726" sldId="316"/>
        </pc:sldMkLst>
        <pc:spChg chg="mod">
          <ac:chgData name="Rolando E. Montero A." userId="db44b2c1daed2876" providerId="LiveId" clId="{5CA4CBD8-2078-4BF9-87F4-EDACE33AA922}" dt="2020-08-07T04:25:54.493" v="434" actId="14100"/>
          <ac:spMkLst>
            <pc:docMk/>
            <pc:sldMk cId="3346697726" sldId="316"/>
            <ac:spMk id="3" creationId="{505CB7F6-BF61-4533-917F-9F8114716F7F}"/>
          </ac:spMkLst>
        </pc:spChg>
        <pc:spChg chg="mod">
          <ac:chgData name="Rolando E. Montero A." userId="db44b2c1daed2876" providerId="LiveId" clId="{5CA4CBD8-2078-4BF9-87F4-EDACE33AA922}" dt="2020-08-07T04:24:32.079" v="302"/>
          <ac:spMkLst>
            <pc:docMk/>
            <pc:sldMk cId="3346697726" sldId="316"/>
            <ac:spMk id="5" creationId="{CB871F4A-91BC-4287-9EE4-3417190A78EB}"/>
          </ac:spMkLst>
        </pc:spChg>
        <pc:spChg chg="mod">
          <ac:chgData name="Rolando E. Montero A." userId="db44b2c1daed2876" providerId="LiveId" clId="{5CA4CBD8-2078-4BF9-87F4-EDACE33AA922}" dt="2020-08-07T04:24:32.079" v="302"/>
          <ac:spMkLst>
            <pc:docMk/>
            <pc:sldMk cId="3346697726" sldId="316"/>
            <ac:spMk id="6" creationId="{5AFBE442-F425-4FDE-AE27-D2C2D1AE9D6D}"/>
          </ac:spMkLst>
        </pc:spChg>
        <pc:grpChg chg="add mod">
          <ac:chgData name="Rolando E. Montero A." userId="db44b2c1daed2876" providerId="LiveId" clId="{5CA4CBD8-2078-4BF9-87F4-EDACE33AA922}" dt="2020-08-07T04:24:32.079" v="302"/>
          <ac:grpSpMkLst>
            <pc:docMk/>
            <pc:sldMk cId="3346697726" sldId="316"/>
            <ac:grpSpMk id="4" creationId="{783DE68D-ECC4-49D3-B9FC-8B4F04FE8270}"/>
          </ac:grpSpMkLst>
        </pc:grpChg>
        <pc:picChg chg="add mod">
          <ac:chgData name="Rolando E. Montero A." userId="db44b2c1daed2876" providerId="LiveId" clId="{5CA4CBD8-2078-4BF9-87F4-EDACE33AA922}" dt="2020-08-07T04:35:31.386" v="464" actId="1076"/>
          <ac:picMkLst>
            <pc:docMk/>
            <pc:sldMk cId="3346697726" sldId="316"/>
            <ac:picMk id="7" creationId="{D7E27D13-307A-498F-844C-630C8EBFE9CC}"/>
          </ac:picMkLst>
        </pc:picChg>
      </pc:sldChg>
    </pc:docChg>
  </pc:docChgLst>
  <pc:docChgLst>
    <pc:chgData name="Rolando E. Montero A." userId="db44b2c1daed2876" providerId="LiveId" clId="{5F432EE7-A8F4-41C9-A211-6C495C8CA13B}"/>
    <pc:docChg chg="undo custSel modSld">
      <pc:chgData name="Rolando E. Montero A." userId="db44b2c1daed2876" providerId="LiveId" clId="{5F432EE7-A8F4-41C9-A211-6C495C8CA13B}" dt="2020-08-10T14:40:46.692" v="406"/>
      <pc:docMkLst>
        <pc:docMk/>
      </pc:docMkLst>
      <pc:sldChg chg="addSp delSp modSp mod modAnim">
        <pc:chgData name="Rolando E. Montero A." userId="db44b2c1daed2876" providerId="LiveId" clId="{5F432EE7-A8F4-41C9-A211-6C495C8CA13B}" dt="2020-08-10T14:35:53.811" v="383" actId="121"/>
        <pc:sldMkLst>
          <pc:docMk/>
          <pc:sldMk cId="542622354" sldId="314"/>
        </pc:sldMkLst>
        <pc:spChg chg="mod">
          <ac:chgData name="Rolando E. Montero A." userId="db44b2c1daed2876" providerId="LiveId" clId="{5F432EE7-A8F4-41C9-A211-6C495C8CA13B}" dt="2020-08-10T14:25:28.900" v="293" actId="2085"/>
          <ac:spMkLst>
            <pc:docMk/>
            <pc:sldMk cId="542622354" sldId="314"/>
            <ac:spMk id="10" creationId="{4EBC45FA-2ABF-4BD1-B5DE-678F98515B1E}"/>
          </ac:spMkLst>
        </pc:spChg>
        <pc:spChg chg="add mod">
          <ac:chgData name="Rolando E. Montero A." userId="db44b2c1daed2876" providerId="LiveId" clId="{5F432EE7-A8F4-41C9-A211-6C495C8CA13B}" dt="2020-08-10T14:14:02.614" v="15" actId="1076"/>
          <ac:spMkLst>
            <pc:docMk/>
            <pc:sldMk cId="542622354" sldId="314"/>
            <ac:spMk id="11" creationId="{C4118E44-8419-496B-A34E-E6C19A80B257}"/>
          </ac:spMkLst>
        </pc:spChg>
        <pc:spChg chg="add mod">
          <ac:chgData name="Rolando E. Montero A." userId="db44b2c1daed2876" providerId="LiveId" clId="{5F432EE7-A8F4-41C9-A211-6C495C8CA13B}" dt="2020-08-10T14:14:35.778" v="22" actId="1076"/>
          <ac:spMkLst>
            <pc:docMk/>
            <pc:sldMk cId="542622354" sldId="314"/>
            <ac:spMk id="12" creationId="{FA9E8537-19B8-4131-BE4B-227B5B7BC1D7}"/>
          </ac:spMkLst>
        </pc:spChg>
        <pc:spChg chg="add mod">
          <ac:chgData name="Rolando E. Montero A." userId="db44b2c1daed2876" providerId="LiveId" clId="{5F432EE7-A8F4-41C9-A211-6C495C8CA13B}" dt="2020-08-10T14:15:32.213" v="48" actId="1076"/>
          <ac:spMkLst>
            <pc:docMk/>
            <pc:sldMk cId="542622354" sldId="314"/>
            <ac:spMk id="14" creationId="{94D475DE-0BCB-4616-AE99-D3D35BC296E1}"/>
          </ac:spMkLst>
        </pc:spChg>
        <pc:spChg chg="add mod">
          <ac:chgData name="Rolando E. Montero A." userId="db44b2c1daed2876" providerId="LiveId" clId="{5F432EE7-A8F4-41C9-A211-6C495C8CA13B}" dt="2020-08-10T14:23:36.750" v="279" actId="1036"/>
          <ac:spMkLst>
            <pc:docMk/>
            <pc:sldMk cId="542622354" sldId="314"/>
            <ac:spMk id="17" creationId="{84212C78-AD23-4BF6-980B-B5CB16BF4268}"/>
          </ac:spMkLst>
        </pc:spChg>
        <pc:spChg chg="add mod">
          <ac:chgData name="Rolando E. Montero A." userId="db44b2c1daed2876" providerId="LiveId" clId="{5F432EE7-A8F4-41C9-A211-6C495C8CA13B}" dt="2020-08-10T14:23:36.750" v="279" actId="1036"/>
          <ac:spMkLst>
            <pc:docMk/>
            <pc:sldMk cId="542622354" sldId="314"/>
            <ac:spMk id="18" creationId="{4FAE7B0D-D66A-4BEC-B76D-F127CABB5937}"/>
          </ac:spMkLst>
        </pc:spChg>
        <pc:spChg chg="add mod">
          <ac:chgData name="Rolando E. Montero A." userId="db44b2c1daed2876" providerId="LiveId" clId="{5F432EE7-A8F4-41C9-A211-6C495C8CA13B}" dt="2020-08-10T14:23:36.750" v="279" actId="1036"/>
          <ac:spMkLst>
            <pc:docMk/>
            <pc:sldMk cId="542622354" sldId="314"/>
            <ac:spMk id="20" creationId="{5F0B2004-025B-44D9-89E0-E97C88CE6441}"/>
          </ac:spMkLst>
        </pc:spChg>
        <pc:spChg chg="add mod">
          <ac:chgData name="Rolando E. Montero A." userId="db44b2c1daed2876" providerId="LiveId" clId="{5F432EE7-A8F4-41C9-A211-6C495C8CA13B}" dt="2020-08-10T14:28:21.031" v="309" actId="1076"/>
          <ac:spMkLst>
            <pc:docMk/>
            <pc:sldMk cId="542622354" sldId="314"/>
            <ac:spMk id="21" creationId="{58CF687E-365A-4FDD-B94A-099674347FA5}"/>
          </ac:spMkLst>
        </pc:spChg>
        <pc:spChg chg="add mod">
          <ac:chgData name="Rolando E. Montero A." userId="db44b2c1daed2876" providerId="LiveId" clId="{5F432EE7-A8F4-41C9-A211-6C495C8CA13B}" dt="2020-08-10T14:23:36.750" v="279" actId="1036"/>
          <ac:spMkLst>
            <pc:docMk/>
            <pc:sldMk cId="542622354" sldId="314"/>
            <ac:spMk id="22" creationId="{A304CDBB-85F6-4E6A-B96F-923ACCA97257}"/>
          </ac:spMkLst>
        </pc:spChg>
        <pc:spChg chg="add mod">
          <ac:chgData name="Rolando E. Montero A." userId="db44b2c1daed2876" providerId="LiveId" clId="{5F432EE7-A8F4-41C9-A211-6C495C8CA13B}" dt="2020-08-10T14:23:36.750" v="279" actId="1036"/>
          <ac:spMkLst>
            <pc:docMk/>
            <pc:sldMk cId="542622354" sldId="314"/>
            <ac:spMk id="23" creationId="{2DC70818-73A6-4927-88B8-4B19131241A1}"/>
          </ac:spMkLst>
        </pc:spChg>
        <pc:spChg chg="add mod">
          <ac:chgData name="Rolando E. Montero A." userId="db44b2c1daed2876" providerId="LiveId" clId="{5F432EE7-A8F4-41C9-A211-6C495C8CA13B}" dt="2020-08-10T14:33:39.523" v="374" actId="14100"/>
          <ac:spMkLst>
            <pc:docMk/>
            <pc:sldMk cId="542622354" sldId="314"/>
            <ac:spMk id="24" creationId="{2426CFC9-D59F-4154-9D30-DECA51E7FCC4}"/>
          </ac:spMkLst>
        </pc:spChg>
        <pc:spChg chg="add mod">
          <ac:chgData name="Rolando E. Montero A." userId="db44b2c1daed2876" providerId="LiveId" clId="{5F432EE7-A8F4-41C9-A211-6C495C8CA13B}" dt="2020-08-10T14:24:46.100" v="287" actId="2711"/>
          <ac:spMkLst>
            <pc:docMk/>
            <pc:sldMk cId="542622354" sldId="314"/>
            <ac:spMk id="26" creationId="{5FE79AFD-D77F-4C9B-BF72-75D0008A6EFC}"/>
          </ac:spMkLst>
        </pc:spChg>
        <pc:spChg chg="add mod">
          <ac:chgData name="Rolando E. Montero A." userId="db44b2c1daed2876" providerId="LiveId" clId="{5F432EE7-A8F4-41C9-A211-6C495C8CA13B}" dt="2020-08-10T14:24:46.100" v="287" actId="2711"/>
          <ac:spMkLst>
            <pc:docMk/>
            <pc:sldMk cId="542622354" sldId="314"/>
            <ac:spMk id="28" creationId="{578857B8-A031-4F5D-BD64-D582DB286604}"/>
          </ac:spMkLst>
        </pc:spChg>
        <pc:spChg chg="add mod">
          <ac:chgData name="Rolando E. Montero A." userId="db44b2c1daed2876" providerId="LiveId" clId="{5F432EE7-A8F4-41C9-A211-6C495C8CA13B}" dt="2020-08-10T14:35:53.811" v="383" actId="121"/>
          <ac:spMkLst>
            <pc:docMk/>
            <pc:sldMk cId="542622354" sldId="314"/>
            <ac:spMk id="29" creationId="{DC52042E-C8EA-4204-80E2-87C94373204A}"/>
          </ac:spMkLst>
        </pc:spChg>
        <pc:grpChg chg="add mod">
          <ac:chgData name="Rolando E. Montero A." userId="db44b2c1daed2876" providerId="LiveId" clId="{5F432EE7-A8F4-41C9-A211-6C495C8CA13B}" dt="2020-08-10T14:34:50.896" v="377" actId="1076"/>
          <ac:grpSpMkLst>
            <pc:docMk/>
            <pc:sldMk cId="542622354" sldId="314"/>
            <ac:grpSpMk id="9" creationId="{A124FA34-28AD-48F9-A6C2-E7707E24F632}"/>
          </ac:grpSpMkLst>
        </pc:grpChg>
        <pc:picChg chg="add del mod modCrop">
          <ac:chgData name="Rolando E. Montero A." userId="db44b2c1daed2876" providerId="LiveId" clId="{5F432EE7-A8F4-41C9-A211-6C495C8CA13B}" dt="2020-08-10T14:12:14.487" v="4" actId="478"/>
          <ac:picMkLst>
            <pc:docMk/>
            <pc:sldMk cId="542622354" sldId="314"/>
            <ac:picMk id="4" creationId="{5D6B546E-3AC9-49AA-A913-4117F3DE3572}"/>
          </ac:picMkLst>
        </pc:picChg>
        <pc:picChg chg="mod">
          <ac:chgData name="Rolando E. Montero A." userId="db44b2c1daed2876" providerId="LiveId" clId="{5F432EE7-A8F4-41C9-A211-6C495C8CA13B}" dt="2020-08-10T14:25:23.295" v="292" actId="1582"/>
          <ac:picMkLst>
            <pc:docMk/>
            <pc:sldMk cId="542622354" sldId="314"/>
            <ac:picMk id="5" creationId="{FD05766E-9638-4E1F-B812-1B18B122CBCF}"/>
          </ac:picMkLst>
        </pc:picChg>
        <pc:cxnChg chg="add mod">
          <ac:chgData name="Rolando E. Montero A." userId="db44b2c1daed2876" providerId="LiveId" clId="{5F432EE7-A8F4-41C9-A211-6C495C8CA13B}" dt="2020-08-10T14:23:36.750" v="279" actId="1036"/>
          <ac:cxnSpMkLst>
            <pc:docMk/>
            <pc:sldMk cId="542622354" sldId="314"/>
            <ac:cxnSpMk id="16" creationId="{213D1314-29E8-4A5C-8C7A-5161B9370A66}"/>
          </ac:cxnSpMkLst>
        </pc:cxnChg>
      </pc:sldChg>
      <pc:sldChg chg="addSp modSp mod modAnim">
        <pc:chgData name="Rolando E. Montero A." userId="db44b2c1daed2876" providerId="LiveId" clId="{5F432EE7-A8F4-41C9-A211-6C495C8CA13B}" dt="2020-08-10T14:40:46.692" v="406"/>
        <pc:sldMkLst>
          <pc:docMk/>
          <pc:sldMk cId="3346697726" sldId="316"/>
        </pc:sldMkLst>
        <pc:spChg chg="mod">
          <ac:chgData name="Rolando E. Montero A." userId="db44b2c1daed2876" providerId="LiveId" clId="{5F432EE7-A8F4-41C9-A211-6C495C8CA13B}" dt="2020-08-10T14:38:52.919" v="391" actId="1076"/>
          <ac:spMkLst>
            <pc:docMk/>
            <pc:sldMk cId="3346697726" sldId="316"/>
            <ac:spMk id="3" creationId="{505CB7F6-BF61-4533-917F-9F8114716F7F}"/>
          </ac:spMkLst>
        </pc:spChg>
        <pc:picChg chg="mod modCrop">
          <ac:chgData name="Rolando E. Montero A." userId="db44b2c1daed2876" providerId="LiveId" clId="{5F432EE7-A8F4-41C9-A211-6C495C8CA13B}" dt="2020-08-10T14:39:57.445" v="398" actId="732"/>
          <ac:picMkLst>
            <pc:docMk/>
            <pc:sldMk cId="3346697726" sldId="316"/>
            <ac:picMk id="7" creationId="{D7E27D13-307A-498F-844C-630C8EBFE9CC}"/>
          </ac:picMkLst>
        </pc:picChg>
        <pc:picChg chg="add mod modCrop">
          <ac:chgData name="Rolando E. Montero A." userId="db44b2c1daed2876" providerId="LiveId" clId="{5F432EE7-A8F4-41C9-A211-6C495C8CA13B}" dt="2020-08-10T14:40:12.201" v="401" actId="1076"/>
          <ac:picMkLst>
            <pc:docMk/>
            <pc:sldMk cId="3346697726" sldId="316"/>
            <ac:picMk id="8" creationId="{43E364D2-4D1E-41D9-AB28-660DFED98E5D}"/>
          </ac:picMkLst>
        </pc:picChg>
      </pc:sldChg>
    </pc:docChg>
  </pc:docChgLst>
  <pc:docChgLst>
    <pc:chgData name="Rolando E. Montero A." userId="db44b2c1daed2876" providerId="LiveId" clId="{D9B94254-3544-49AB-B284-FB2FF95EA67D}"/>
    <pc:docChg chg="undo custSel modSld">
      <pc:chgData name="Rolando E. Montero A." userId="db44b2c1daed2876" providerId="LiveId" clId="{D9B94254-3544-49AB-B284-FB2FF95EA67D}" dt="2020-08-07T01:25:01.661" v="953" actId="1076"/>
      <pc:docMkLst>
        <pc:docMk/>
      </pc:docMkLst>
      <pc:sldChg chg="addSp delSp modSp mod modAnim">
        <pc:chgData name="Rolando E. Montero A." userId="db44b2c1daed2876" providerId="LiveId" clId="{D9B94254-3544-49AB-B284-FB2FF95EA67D}" dt="2020-08-06T23:32:57.207" v="672" actId="208"/>
        <pc:sldMkLst>
          <pc:docMk/>
          <pc:sldMk cId="4095867753" sldId="309"/>
        </pc:sldMkLst>
        <pc:spChg chg="mod">
          <ac:chgData name="Rolando E. Montero A." userId="db44b2c1daed2876" providerId="LiveId" clId="{D9B94254-3544-49AB-B284-FB2FF95EA67D}" dt="2020-08-06T23:31:35.593" v="658"/>
          <ac:spMkLst>
            <pc:docMk/>
            <pc:sldMk cId="4095867753" sldId="309"/>
            <ac:spMk id="3" creationId="{7367288D-1ADB-4756-9F20-3AB9EE26929E}"/>
          </ac:spMkLst>
        </pc:spChg>
        <pc:spChg chg="add mod">
          <ac:chgData name="Rolando E. Montero A." userId="db44b2c1daed2876" providerId="LiveId" clId="{D9B94254-3544-49AB-B284-FB2FF95EA67D}" dt="2020-08-06T23:23:56.143" v="595" actId="14100"/>
          <ac:spMkLst>
            <pc:docMk/>
            <pc:sldMk cId="4095867753" sldId="309"/>
            <ac:spMk id="4" creationId="{1A3ACE39-D48C-4FA4-94FE-B93DCFBF8B7A}"/>
          </ac:spMkLst>
        </pc:spChg>
        <pc:spChg chg="del mod">
          <ac:chgData name="Rolando E. Montero A." userId="db44b2c1daed2876" providerId="LiveId" clId="{D9B94254-3544-49AB-B284-FB2FF95EA67D}" dt="2020-08-06T23:08:07.675" v="403" actId="478"/>
          <ac:spMkLst>
            <pc:docMk/>
            <pc:sldMk cId="4095867753" sldId="309"/>
            <ac:spMk id="5" creationId="{B128BB41-D52A-403B-9A50-38B26DE4D714}"/>
          </ac:spMkLst>
        </pc:spChg>
        <pc:spChg chg="add mod">
          <ac:chgData name="Rolando E. Montero A." userId="db44b2c1daed2876" providerId="LiveId" clId="{D9B94254-3544-49AB-B284-FB2FF95EA67D}" dt="2020-08-06T23:24:01.757" v="596" actId="14100"/>
          <ac:spMkLst>
            <pc:docMk/>
            <pc:sldMk cId="4095867753" sldId="309"/>
            <ac:spMk id="7" creationId="{0B216D5A-5B0A-4ED5-AA4E-A513A179358C}"/>
          </ac:spMkLst>
        </pc:spChg>
        <pc:spChg chg="add mod">
          <ac:chgData name="Rolando E. Montero A." userId="db44b2c1daed2876" providerId="LiveId" clId="{D9B94254-3544-49AB-B284-FB2FF95EA67D}" dt="2020-08-06T23:24:06.974" v="597" actId="14100"/>
          <ac:spMkLst>
            <pc:docMk/>
            <pc:sldMk cId="4095867753" sldId="309"/>
            <ac:spMk id="8" creationId="{D93B4BDA-894B-4D1D-A1D9-A0F38180CF2C}"/>
          </ac:spMkLst>
        </pc:spChg>
        <pc:spChg chg="add mod">
          <ac:chgData name="Rolando E. Montero A." userId="db44b2c1daed2876" providerId="LiveId" clId="{D9B94254-3544-49AB-B284-FB2FF95EA67D}" dt="2020-08-06T23:24:13.228" v="598" actId="14100"/>
          <ac:spMkLst>
            <pc:docMk/>
            <pc:sldMk cId="4095867753" sldId="309"/>
            <ac:spMk id="9" creationId="{D2A0BBC3-EF18-443D-A103-F40C663E9C1B}"/>
          </ac:spMkLst>
        </pc:spChg>
        <pc:spChg chg="add mod">
          <ac:chgData name="Rolando E. Montero A." userId="db44b2c1daed2876" providerId="LiveId" clId="{D9B94254-3544-49AB-B284-FB2FF95EA67D}" dt="2020-08-06T23:24:25.108" v="599" actId="14100"/>
          <ac:spMkLst>
            <pc:docMk/>
            <pc:sldMk cId="4095867753" sldId="309"/>
            <ac:spMk id="11" creationId="{BFA4F58B-B210-4300-A251-6434242DB597}"/>
          </ac:spMkLst>
        </pc:spChg>
        <pc:spChg chg="add mod">
          <ac:chgData name="Rolando E. Montero A." userId="db44b2c1daed2876" providerId="LiveId" clId="{D9B94254-3544-49AB-B284-FB2FF95EA67D}" dt="2020-08-06T23:25:04.932" v="602" actId="14100"/>
          <ac:spMkLst>
            <pc:docMk/>
            <pc:sldMk cId="4095867753" sldId="309"/>
            <ac:spMk id="14" creationId="{ED45A236-3A1D-4699-8278-3971A748ABE7}"/>
          </ac:spMkLst>
        </pc:spChg>
        <pc:spChg chg="add mod">
          <ac:chgData name="Rolando E. Montero A." userId="db44b2c1daed2876" providerId="LiveId" clId="{D9B94254-3544-49AB-B284-FB2FF95EA67D}" dt="2020-08-06T23:26:11.482" v="612" actId="1037"/>
          <ac:spMkLst>
            <pc:docMk/>
            <pc:sldMk cId="4095867753" sldId="309"/>
            <ac:spMk id="16" creationId="{08FC7742-0DF6-492F-AD74-D278DEFC916C}"/>
          </ac:spMkLst>
        </pc:spChg>
        <pc:spChg chg="add mod">
          <ac:chgData name="Rolando E. Montero A." userId="db44b2c1daed2876" providerId="LiveId" clId="{D9B94254-3544-49AB-B284-FB2FF95EA67D}" dt="2020-08-06T23:32:57.207" v="672" actId="208"/>
          <ac:spMkLst>
            <pc:docMk/>
            <pc:sldMk cId="4095867753" sldId="309"/>
            <ac:spMk id="17" creationId="{8E441346-AC1C-44FF-8DA2-5E8E2C91B874}"/>
          </ac:spMkLst>
        </pc:spChg>
        <pc:picChg chg="add del">
          <ac:chgData name="Rolando E. Montero A." userId="db44b2c1daed2876" providerId="LiveId" clId="{D9B94254-3544-49AB-B284-FB2FF95EA67D}" dt="2020-08-06T23:07:17.335" v="391" actId="22"/>
          <ac:picMkLst>
            <pc:docMk/>
            <pc:sldMk cId="4095867753" sldId="309"/>
            <ac:picMk id="13" creationId="{877FF8D5-FA92-49DE-A417-884AA7D5AA43}"/>
          </ac:picMkLst>
        </pc:picChg>
      </pc:sldChg>
      <pc:sldChg chg="addSp delSp modSp mod modAnim">
        <pc:chgData name="Rolando E. Montero A." userId="db44b2c1daed2876" providerId="LiveId" clId="{D9B94254-3544-49AB-B284-FB2FF95EA67D}" dt="2020-08-06T23:34:31.047" v="674" actId="113"/>
        <pc:sldMkLst>
          <pc:docMk/>
          <pc:sldMk cId="2637434108" sldId="310"/>
        </pc:sldMkLst>
        <pc:spChg chg="mod">
          <ac:chgData name="Rolando E. Montero A." userId="db44b2c1daed2876" providerId="LiveId" clId="{D9B94254-3544-49AB-B284-FB2FF95EA67D}" dt="2020-08-06T22:44:20.081" v="19"/>
          <ac:spMkLst>
            <pc:docMk/>
            <pc:sldMk cId="2637434108" sldId="310"/>
            <ac:spMk id="2" creationId="{93AFA893-F81F-43B9-8D40-0C7F19084554}"/>
          </ac:spMkLst>
        </pc:spChg>
        <pc:spChg chg="mod">
          <ac:chgData name="Rolando E. Montero A." userId="db44b2c1daed2876" providerId="LiveId" clId="{D9B94254-3544-49AB-B284-FB2FF95EA67D}" dt="2020-08-06T22:49:54.202" v="180" actId="1076"/>
          <ac:spMkLst>
            <pc:docMk/>
            <pc:sldMk cId="2637434108" sldId="310"/>
            <ac:spMk id="3" creationId="{240F9B02-0FD9-4253-83F2-ACAD72E362F1}"/>
          </ac:spMkLst>
        </pc:spChg>
        <pc:spChg chg="add mod">
          <ac:chgData name="Rolando E. Montero A." userId="db44b2c1daed2876" providerId="LiveId" clId="{D9B94254-3544-49AB-B284-FB2FF95EA67D}" dt="2020-08-06T23:34:31.047" v="674" actId="113"/>
          <ac:spMkLst>
            <pc:docMk/>
            <pc:sldMk cId="2637434108" sldId="310"/>
            <ac:spMk id="5" creationId="{C8614524-9D10-4E6F-A8A2-9C8E1A58EFBD}"/>
          </ac:spMkLst>
        </pc:spChg>
        <pc:spChg chg="add del mod">
          <ac:chgData name="Rolando E. Montero A." userId="db44b2c1daed2876" providerId="LiveId" clId="{D9B94254-3544-49AB-B284-FB2FF95EA67D}" dt="2020-08-06T22:49:17.349" v="170" actId="478"/>
          <ac:spMkLst>
            <pc:docMk/>
            <pc:sldMk cId="2637434108" sldId="310"/>
            <ac:spMk id="6" creationId="{E7C08883-DEF8-4555-9E3E-CC8A19D3E3E7}"/>
          </ac:spMkLst>
        </pc:spChg>
        <pc:spChg chg="add mod">
          <ac:chgData name="Rolando E. Montero A." userId="db44b2c1daed2876" providerId="LiveId" clId="{D9B94254-3544-49AB-B284-FB2FF95EA67D}" dt="2020-08-06T22:50:51.297" v="209" actId="2711"/>
          <ac:spMkLst>
            <pc:docMk/>
            <pc:sldMk cId="2637434108" sldId="310"/>
            <ac:spMk id="7" creationId="{AD0AE711-4E90-4734-B69E-DBDE17199F43}"/>
          </ac:spMkLst>
        </pc:spChg>
        <pc:spChg chg="add mod">
          <ac:chgData name="Rolando E. Montero A." userId="db44b2c1daed2876" providerId="LiveId" clId="{D9B94254-3544-49AB-B284-FB2FF95EA67D}" dt="2020-08-06T23:34:16.886" v="673" actId="14100"/>
          <ac:spMkLst>
            <pc:docMk/>
            <pc:sldMk cId="2637434108" sldId="310"/>
            <ac:spMk id="8" creationId="{5457DAF8-2D26-430F-9921-ADD1FD99B9EF}"/>
          </ac:spMkLst>
        </pc:spChg>
      </pc:sldChg>
      <pc:sldChg chg="addSp delSp modSp mod">
        <pc:chgData name="Rolando E. Montero A." userId="db44b2c1daed2876" providerId="LiveId" clId="{D9B94254-3544-49AB-B284-FB2FF95EA67D}" dt="2020-08-07T00:04:20.186" v="690" actId="1036"/>
        <pc:sldMkLst>
          <pc:docMk/>
          <pc:sldMk cId="1198384361" sldId="311"/>
        </pc:sldMkLst>
        <pc:spChg chg="mod">
          <ac:chgData name="Rolando E. Montero A." userId="db44b2c1daed2876" providerId="LiveId" clId="{D9B94254-3544-49AB-B284-FB2FF95EA67D}" dt="2020-08-06T22:45:20.747" v="34" actId="27636"/>
          <ac:spMkLst>
            <pc:docMk/>
            <pc:sldMk cId="1198384361" sldId="311"/>
            <ac:spMk id="8" creationId="{BDB16DAC-246D-4F53-8391-AC7FDE1E71E5}"/>
          </ac:spMkLst>
        </pc:spChg>
        <pc:grpChg chg="mod">
          <ac:chgData name="Rolando E. Montero A." userId="db44b2c1daed2876" providerId="LiveId" clId="{D9B94254-3544-49AB-B284-FB2FF95EA67D}" dt="2020-08-06T22:42:42.878" v="7" actId="1076"/>
          <ac:grpSpMkLst>
            <pc:docMk/>
            <pc:sldMk cId="1198384361" sldId="311"/>
            <ac:grpSpMk id="5" creationId="{DEA58FD1-B742-4BC4-94DE-A8F906A31F2A}"/>
          </ac:grpSpMkLst>
        </pc:grpChg>
        <pc:picChg chg="add mod">
          <ac:chgData name="Rolando E. Montero A." userId="db44b2c1daed2876" providerId="LiveId" clId="{D9B94254-3544-49AB-B284-FB2FF95EA67D}" dt="2020-08-07T00:04:20.186" v="690" actId="1036"/>
          <ac:picMkLst>
            <pc:docMk/>
            <pc:sldMk cId="1198384361" sldId="311"/>
            <ac:picMk id="6" creationId="{723A0127-F86C-4AF4-AA31-FEEA0C9E1DDA}"/>
          </ac:picMkLst>
        </pc:picChg>
        <pc:picChg chg="del">
          <ac:chgData name="Rolando E. Montero A." userId="db44b2c1daed2876" providerId="LiveId" clId="{D9B94254-3544-49AB-B284-FB2FF95EA67D}" dt="2020-08-07T00:02:07.854" v="683" actId="478"/>
          <ac:picMkLst>
            <pc:docMk/>
            <pc:sldMk cId="1198384361" sldId="311"/>
            <ac:picMk id="10" creationId="{95165295-B04B-49A0-800F-86670B5281B1}"/>
          </ac:picMkLst>
        </pc:picChg>
      </pc:sldChg>
      <pc:sldChg chg="addSp delSp modSp mod delAnim modAnim">
        <pc:chgData name="Rolando E. Montero A." userId="db44b2c1daed2876" providerId="LiveId" clId="{D9B94254-3544-49AB-B284-FB2FF95EA67D}" dt="2020-08-07T01:25:01.661" v="953" actId="1076"/>
        <pc:sldMkLst>
          <pc:docMk/>
          <pc:sldMk cId="2037018966" sldId="312"/>
        </pc:sldMkLst>
        <pc:spChg chg="add mod">
          <ac:chgData name="Rolando E. Montero A." userId="db44b2c1daed2876" providerId="LiveId" clId="{D9B94254-3544-49AB-B284-FB2FF95EA67D}" dt="2020-08-07T00:15:47.131" v="748" actId="14100"/>
          <ac:spMkLst>
            <pc:docMk/>
            <pc:sldMk cId="2037018966" sldId="312"/>
            <ac:spMk id="9" creationId="{01521FD1-D5A5-476F-BA8B-5CBE9F43A3EC}"/>
          </ac:spMkLst>
        </pc:spChg>
        <pc:spChg chg="add mod">
          <ac:chgData name="Rolando E. Montero A." userId="db44b2c1daed2876" providerId="LiveId" clId="{D9B94254-3544-49AB-B284-FB2FF95EA67D}" dt="2020-08-07T01:14:07.255" v="946" actId="1076"/>
          <ac:spMkLst>
            <pc:docMk/>
            <pc:sldMk cId="2037018966" sldId="312"/>
            <ac:spMk id="13" creationId="{8A79E4D1-F2B3-4D8E-AA62-B9BBA981BF4F}"/>
          </ac:spMkLst>
        </pc:spChg>
        <pc:spChg chg="add mod ord">
          <ac:chgData name="Rolando E. Montero A." userId="db44b2c1daed2876" providerId="LiveId" clId="{D9B94254-3544-49AB-B284-FB2FF95EA67D}" dt="2020-08-07T00:32:33.909" v="896" actId="14100"/>
          <ac:spMkLst>
            <pc:docMk/>
            <pc:sldMk cId="2037018966" sldId="312"/>
            <ac:spMk id="29" creationId="{94A536EC-CCCB-447C-AADB-AF1B0B45DE9C}"/>
          </ac:spMkLst>
        </pc:spChg>
        <pc:spChg chg="add mod">
          <ac:chgData name="Rolando E. Montero A." userId="db44b2c1daed2876" providerId="LiveId" clId="{D9B94254-3544-49AB-B284-FB2FF95EA67D}" dt="2020-08-07T01:10:17.434" v="935" actId="1036"/>
          <ac:spMkLst>
            <pc:docMk/>
            <pc:sldMk cId="2037018966" sldId="312"/>
            <ac:spMk id="33" creationId="{0015884A-6101-412B-8A6F-0B478E30C8BA}"/>
          </ac:spMkLst>
        </pc:spChg>
        <pc:spChg chg="add mod">
          <ac:chgData name="Rolando E. Montero A." userId="db44b2c1daed2876" providerId="LiveId" clId="{D9B94254-3544-49AB-B284-FB2FF95EA67D}" dt="2020-08-07T01:13:51.520" v="945" actId="1076"/>
          <ac:spMkLst>
            <pc:docMk/>
            <pc:sldMk cId="2037018966" sldId="312"/>
            <ac:spMk id="73" creationId="{A2572595-7919-438B-8AC6-8991FEF8BFA7}"/>
          </ac:spMkLst>
        </pc:spChg>
        <pc:grpChg chg="add mod">
          <ac:chgData name="Rolando E. Montero A." userId="db44b2c1daed2876" providerId="LiveId" clId="{D9B94254-3544-49AB-B284-FB2FF95EA67D}" dt="2020-08-07T00:30:23.276" v="888" actId="164"/>
          <ac:grpSpMkLst>
            <pc:docMk/>
            <pc:sldMk cId="2037018966" sldId="312"/>
            <ac:grpSpMk id="66" creationId="{25149F99-0EA1-49CD-9A89-B6A0EA4B2163}"/>
          </ac:grpSpMkLst>
        </pc:grpChg>
        <pc:grpChg chg="add mod">
          <ac:chgData name="Rolando E. Montero A." userId="db44b2c1daed2876" providerId="LiveId" clId="{D9B94254-3544-49AB-B284-FB2FF95EA67D}" dt="2020-08-07T01:11:08.740" v="940" actId="14100"/>
          <ac:grpSpMkLst>
            <pc:docMk/>
            <pc:sldMk cId="2037018966" sldId="312"/>
            <ac:grpSpMk id="74" creationId="{0CB34BE1-72BD-4CAB-B8AA-2D26B69BF718}"/>
          </ac:grpSpMkLst>
        </pc:grpChg>
        <pc:picChg chg="add mod ord">
          <ac:chgData name="Rolando E. Montero A." userId="db44b2c1daed2876" providerId="LiveId" clId="{D9B94254-3544-49AB-B284-FB2FF95EA67D}" dt="2020-08-07T00:36:39.655" v="911" actId="14100"/>
          <ac:picMkLst>
            <pc:docMk/>
            <pc:sldMk cId="2037018966" sldId="312"/>
            <ac:picMk id="2" creationId="{9780D932-AB89-4E53-81CB-61827105A85D}"/>
          </ac:picMkLst>
        </pc:picChg>
        <pc:picChg chg="add mod ord">
          <ac:chgData name="Rolando E. Montero A." userId="db44b2c1daed2876" providerId="LiveId" clId="{D9B94254-3544-49AB-B284-FB2FF95EA67D}" dt="2020-08-07T00:36:59.744" v="912" actId="1076"/>
          <ac:picMkLst>
            <pc:docMk/>
            <pc:sldMk cId="2037018966" sldId="312"/>
            <ac:picMk id="3" creationId="{FC26715A-0DB7-4428-BAF1-0F4433821B8E}"/>
          </ac:picMkLst>
        </pc:picChg>
        <pc:picChg chg="add mod">
          <ac:chgData name="Rolando E. Montero A." userId="db44b2c1daed2876" providerId="LiveId" clId="{D9B94254-3544-49AB-B284-FB2FF95EA67D}" dt="2020-08-07T01:25:01.661" v="953" actId="1076"/>
          <ac:picMkLst>
            <pc:docMk/>
            <pc:sldMk cId="2037018966" sldId="312"/>
            <ac:picMk id="4" creationId="{D07684F0-C2D3-4804-A88A-74559DA1393B}"/>
          </ac:picMkLst>
        </pc:picChg>
        <pc:picChg chg="add mod">
          <ac:chgData name="Rolando E. Montero A." userId="db44b2c1daed2876" providerId="LiveId" clId="{D9B94254-3544-49AB-B284-FB2FF95EA67D}" dt="2020-08-07T00:14:22.050" v="736" actId="1076"/>
          <ac:picMkLst>
            <pc:docMk/>
            <pc:sldMk cId="2037018966" sldId="312"/>
            <ac:picMk id="5" creationId="{857C0A18-C9A4-46F5-AD0E-7BF090869733}"/>
          </ac:picMkLst>
        </pc:picChg>
        <pc:picChg chg="add mod">
          <ac:chgData name="Rolando E. Montero A." userId="db44b2c1daed2876" providerId="LiveId" clId="{D9B94254-3544-49AB-B284-FB2FF95EA67D}" dt="2020-08-07T00:14:22.050" v="736" actId="1076"/>
          <ac:picMkLst>
            <pc:docMk/>
            <pc:sldMk cId="2037018966" sldId="312"/>
            <ac:picMk id="6" creationId="{7EEC2343-10DA-4A0D-B5D6-5221964BF04F}"/>
          </ac:picMkLst>
        </pc:picChg>
        <pc:picChg chg="add mod">
          <ac:chgData name="Rolando E. Montero A." userId="db44b2c1daed2876" providerId="LiveId" clId="{D9B94254-3544-49AB-B284-FB2FF95EA67D}" dt="2020-08-07T00:14:22.050" v="736" actId="1076"/>
          <ac:picMkLst>
            <pc:docMk/>
            <pc:sldMk cId="2037018966" sldId="312"/>
            <ac:picMk id="7" creationId="{054D5A38-ABB5-4F61-ADF7-3D27483A4D06}"/>
          </ac:picMkLst>
        </pc:picChg>
        <pc:picChg chg="add mod">
          <ac:chgData name="Rolando E. Montero A." userId="db44b2c1daed2876" providerId="LiveId" clId="{D9B94254-3544-49AB-B284-FB2FF95EA67D}" dt="2020-08-07T00:14:22.050" v="736" actId="1076"/>
          <ac:picMkLst>
            <pc:docMk/>
            <pc:sldMk cId="2037018966" sldId="312"/>
            <ac:picMk id="8" creationId="{D886C611-23AE-4360-B6DD-2606AF031C44}"/>
          </ac:picMkLst>
        </pc:picChg>
        <pc:picChg chg="add mod">
          <ac:chgData name="Rolando E. Montero A." userId="db44b2c1daed2876" providerId="LiveId" clId="{D9B94254-3544-49AB-B284-FB2FF95EA67D}" dt="2020-08-07T00:14:33.560" v="738" actId="1076"/>
          <ac:picMkLst>
            <pc:docMk/>
            <pc:sldMk cId="2037018966" sldId="312"/>
            <ac:picMk id="11" creationId="{E5544211-AA4E-4D24-8E2D-E57B66C43800}"/>
          </ac:picMkLst>
        </pc:picChg>
        <pc:cxnChg chg="add del mod">
          <ac:chgData name="Rolando E. Montero A." userId="db44b2c1daed2876" providerId="LiveId" clId="{D9B94254-3544-49AB-B284-FB2FF95EA67D}" dt="2020-08-07T00:17:29.795" v="780" actId="478"/>
          <ac:cxnSpMkLst>
            <pc:docMk/>
            <pc:sldMk cId="2037018966" sldId="312"/>
            <ac:cxnSpMk id="15" creationId="{5A360E23-2B4A-4A14-9008-A4D8FBB98A97}"/>
          </ac:cxnSpMkLst>
        </pc:cxnChg>
        <pc:cxnChg chg="add del mod">
          <ac:chgData name="Rolando E. Montero A." userId="db44b2c1daed2876" providerId="LiveId" clId="{D9B94254-3544-49AB-B284-FB2FF95EA67D}" dt="2020-08-07T00:18:02.530" v="785" actId="478"/>
          <ac:cxnSpMkLst>
            <pc:docMk/>
            <pc:sldMk cId="2037018966" sldId="312"/>
            <ac:cxnSpMk id="21" creationId="{A51133DB-9A69-4692-891A-4F75DDAAE1BB}"/>
          </ac:cxnSpMkLst>
        </pc:cxnChg>
        <pc:cxnChg chg="add del">
          <ac:chgData name="Rolando E. Montero A." userId="db44b2c1daed2876" providerId="LiveId" clId="{D9B94254-3544-49AB-B284-FB2FF95EA67D}" dt="2020-08-07T00:18:26.419" v="788" actId="478"/>
          <ac:cxnSpMkLst>
            <pc:docMk/>
            <pc:sldMk cId="2037018966" sldId="312"/>
            <ac:cxnSpMk id="26" creationId="{A7A16DB1-0763-45CE-A145-E064A8133856}"/>
          </ac:cxnSpMkLst>
        </pc:cxnChg>
        <pc:cxnChg chg="add del mod">
          <ac:chgData name="Rolando E. Montero A." userId="db44b2c1daed2876" providerId="LiveId" clId="{D9B94254-3544-49AB-B284-FB2FF95EA67D}" dt="2020-08-07T00:19:25.839" v="798" actId="478"/>
          <ac:cxnSpMkLst>
            <pc:docMk/>
            <pc:sldMk cId="2037018966" sldId="312"/>
            <ac:cxnSpMk id="28" creationId="{F92F201E-FBEF-493E-B9B7-5776A8A15A7C}"/>
          </ac:cxnSpMkLst>
        </pc:cxnChg>
        <pc:cxnChg chg="add mod">
          <ac:chgData name="Rolando E. Montero A." userId="db44b2c1daed2876" providerId="LiveId" clId="{D9B94254-3544-49AB-B284-FB2FF95EA67D}" dt="2020-08-07T01:02:14.660" v="929" actId="14100"/>
          <ac:cxnSpMkLst>
            <pc:docMk/>
            <pc:sldMk cId="2037018966" sldId="312"/>
            <ac:cxnSpMk id="31" creationId="{A9204FFE-B493-4DB8-92FE-BC5F37420CE6}"/>
          </ac:cxnSpMkLst>
        </pc:cxnChg>
        <pc:cxnChg chg="add mod">
          <ac:chgData name="Rolando E. Montero A." userId="db44b2c1daed2876" providerId="LiveId" clId="{D9B94254-3544-49AB-B284-FB2FF95EA67D}" dt="2020-08-07T00:30:23.276" v="888" actId="164"/>
          <ac:cxnSpMkLst>
            <pc:docMk/>
            <pc:sldMk cId="2037018966" sldId="312"/>
            <ac:cxnSpMk id="34" creationId="{BE8ECD8F-FCDA-4DFB-81A5-C01F9A7776E6}"/>
          </ac:cxnSpMkLst>
        </pc:cxnChg>
        <pc:cxnChg chg="add del">
          <ac:chgData name="Rolando E. Montero A." userId="db44b2c1daed2876" providerId="LiveId" clId="{D9B94254-3544-49AB-B284-FB2FF95EA67D}" dt="2020-08-07T00:29:15.013" v="859" actId="478"/>
          <ac:cxnSpMkLst>
            <pc:docMk/>
            <pc:sldMk cId="2037018966" sldId="312"/>
            <ac:cxnSpMk id="61" creationId="{EEA86723-55AF-4215-B041-9F0FE133D926}"/>
          </ac:cxnSpMkLst>
        </pc:cxnChg>
        <pc:cxnChg chg="add mod">
          <ac:chgData name="Rolando E. Montero A." userId="db44b2c1daed2876" providerId="LiveId" clId="{D9B94254-3544-49AB-B284-FB2FF95EA67D}" dt="2020-08-07T00:31:02.489" v="890" actId="14100"/>
          <ac:cxnSpMkLst>
            <pc:docMk/>
            <pc:sldMk cId="2037018966" sldId="312"/>
            <ac:cxnSpMk id="65" creationId="{95D5DC6D-4547-4FC9-A1C7-3CABA9E574A0}"/>
          </ac:cxnSpMkLst>
        </pc:cxnChg>
        <pc:cxnChg chg="add del mod">
          <ac:chgData name="Rolando E. Montero A." userId="db44b2c1daed2876" providerId="LiveId" clId="{D9B94254-3544-49AB-B284-FB2FF95EA67D}" dt="2020-08-07T01:01:42.650" v="925" actId="478"/>
          <ac:cxnSpMkLst>
            <pc:docMk/>
            <pc:sldMk cId="2037018966" sldId="312"/>
            <ac:cxnSpMk id="68" creationId="{DAF8E410-349B-4569-A68D-2324060F7FCC}"/>
          </ac:cxnSpMkLst>
        </pc:cxnChg>
        <pc:cxnChg chg="add mod">
          <ac:chgData name="Rolando E. Montero A." userId="db44b2c1daed2876" providerId="LiveId" clId="{D9B94254-3544-49AB-B284-FB2FF95EA67D}" dt="2020-08-07T01:02:14.660" v="929" actId="14100"/>
          <ac:cxnSpMkLst>
            <pc:docMk/>
            <pc:sldMk cId="2037018966" sldId="312"/>
            <ac:cxnSpMk id="70" creationId="{68631934-1163-4880-A41A-3DC246217094}"/>
          </ac:cxnSpMkLst>
        </pc:cxnChg>
        <pc:cxnChg chg="mod">
          <ac:chgData name="Rolando E. Montero A." userId="db44b2c1daed2876" providerId="LiveId" clId="{D9B94254-3544-49AB-B284-FB2FF95EA67D}" dt="2020-08-07T01:10:55.408" v="938"/>
          <ac:cxnSpMkLst>
            <pc:docMk/>
            <pc:sldMk cId="2037018966" sldId="312"/>
            <ac:cxnSpMk id="75" creationId="{82351C30-D7FD-45BB-A89D-8307203CADC9}"/>
          </ac:cxnSpMkLst>
        </pc:cxnChg>
        <pc:cxnChg chg="mod">
          <ac:chgData name="Rolando E. Montero A." userId="db44b2c1daed2876" providerId="LiveId" clId="{D9B94254-3544-49AB-B284-FB2FF95EA67D}" dt="2020-08-07T01:10:55.408" v="938"/>
          <ac:cxnSpMkLst>
            <pc:docMk/>
            <pc:sldMk cId="2037018966" sldId="312"/>
            <ac:cxnSpMk id="76" creationId="{63DD6C04-0EFE-4E0E-9504-97A6DD84BA03}"/>
          </ac:cxnSpMkLst>
        </pc:cxnChg>
      </pc:sldChg>
      <pc:sldChg chg="modSp mod">
        <pc:chgData name="Rolando E. Montero A." userId="db44b2c1daed2876" providerId="LiveId" clId="{D9B94254-3544-49AB-B284-FB2FF95EA67D}" dt="2020-08-06T23:37:51.786" v="682" actId="14100"/>
        <pc:sldMkLst>
          <pc:docMk/>
          <pc:sldMk cId="2463615939" sldId="313"/>
        </pc:sldMkLst>
        <pc:spChg chg="mod">
          <ac:chgData name="Rolando E. Montero A." userId="db44b2c1daed2876" providerId="LiveId" clId="{D9B94254-3544-49AB-B284-FB2FF95EA67D}" dt="2020-08-06T23:37:22.713" v="675" actId="313"/>
          <ac:spMkLst>
            <pc:docMk/>
            <pc:sldMk cId="2463615939" sldId="313"/>
            <ac:spMk id="2" creationId="{C5C47C24-C5AB-40D0-813E-0F20D548054F}"/>
          </ac:spMkLst>
        </pc:spChg>
        <pc:spChg chg="mod">
          <ac:chgData name="Rolando E. Montero A." userId="db44b2c1daed2876" providerId="LiveId" clId="{D9B94254-3544-49AB-B284-FB2FF95EA67D}" dt="2020-08-06T23:37:51.786" v="682" actId="14100"/>
          <ac:spMkLst>
            <pc:docMk/>
            <pc:sldMk cId="2463615939" sldId="313"/>
            <ac:spMk id="3" creationId="{DBDBC144-653E-4B1C-B1E1-F4CDA1EC720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827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43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0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628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144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43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412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24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707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94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933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0874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0032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633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6872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9060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1144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8056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>
            <a:lvl1pPr>
              <a:buSzPct val="110000"/>
              <a:defRPr/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584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8389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195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460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4986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85333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812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89985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72232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10650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33016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2348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4752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87584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76923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798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645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4108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63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duke.edu/csed/jflap/jflaptmp/may15-2011/withSource/JFLAP_With_Source.jar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duke.edu/csed/jflap/jflaptmp/may15-2011/withSource/JFLAP_With_Source.jar" TargetMode="External"/><Relationship Id="rId2" Type="http://schemas.openxmlformats.org/officeDocument/2006/relationships/hyperlink" Target="http://morphett.info/turing/turing.html" TargetMode="Externa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9814E9-AA5A-44D6-AC60-BAD70EFEA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Teoría de Grafos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18F2013-4D40-4305-9C6C-77B2D54E2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MAQUINA DE TURING</a:t>
            </a:r>
          </a:p>
        </p:txBody>
      </p:sp>
    </p:spTree>
    <p:extLst>
      <p:ext uri="{BB962C8B-B14F-4D97-AF65-F5344CB8AC3E}">
        <p14:creationId xmlns:p14="http://schemas.microsoft.com/office/powerpoint/2010/main" val="19182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74ACA-D4BC-485B-985B-829E1C7C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31450"/>
            <a:ext cx="10396882" cy="1151965"/>
          </a:xfrm>
        </p:spPr>
        <p:txBody>
          <a:bodyPr/>
          <a:lstStyle/>
          <a:p>
            <a:r>
              <a:rPr lang="es-CL"/>
              <a:t>objetivos</a:t>
            </a:r>
            <a:endParaRPr lang="es-CL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539C80E-4749-4631-ACA2-61B9740C66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8276553-2A79-437F-B57F-448598174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691223"/>
              </p:ext>
            </p:extLst>
          </p:nvPr>
        </p:nvGraphicFramePr>
        <p:xfrm>
          <a:off x="532263" y="1600200"/>
          <a:ext cx="11125199" cy="393962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332767990"/>
                    </a:ext>
                  </a:extLst>
                </a:gridCol>
                <a:gridCol w="9601199">
                  <a:extLst>
                    <a:ext uri="{9D8B030D-6E8A-4147-A177-3AD203B41FA5}">
                      <a16:colId xmlns:a16="http://schemas.microsoft.com/office/drawing/2014/main" val="3367803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Propósito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  <a:latin typeface="HP Simplified" panose="020B0604020204020204" pitchFamily="34" charset="0"/>
                        </a:rPr>
                        <a:t>Resolver problemas definiendo formalmente un modelo de computación.</a:t>
                      </a:r>
                      <a:endParaRPr lang="es-CL" sz="2400" dirty="0">
                        <a:solidFill>
                          <a:srgbClr val="000000"/>
                        </a:solidFill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3596175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kern="50">
                          <a:effectLst/>
                          <a:latin typeface="HP Simplified" panose="020B0604020204020204" pitchFamily="34" charset="0"/>
                        </a:rPr>
                        <a:t>Objetivos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2400" b="1" kern="50" dirty="0">
                          <a:effectLst/>
                          <a:latin typeface="HP Simplified" panose="020B0604020204020204" pitchFamily="34" charset="0"/>
                        </a:rPr>
                        <a:t>OA 4 </a:t>
                      </a: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	Crear aplicaciones y realizar análisis mediante </a:t>
                      </a:r>
                      <a:r>
                        <a:rPr lang="es-ES" sz="2400" kern="50">
                          <a:effectLst/>
                          <a:latin typeface="HP Simplified" panose="020B0604020204020204" pitchFamily="34" charset="0"/>
                        </a:rPr>
                        <a:t>procesadores simbólicos</a:t>
                      </a: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, de geometría dinámica y de análisis estadístico.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</a:endParaRP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2400" b="1" kern="50" dirty="0">
                          <a:effectLst/>
                          <a:latin typeface="HP Simplified" panose="020B0604020204020204" pitchFamily="34" charset="0"/>
                        </a:rPr>
                        <a:t>OA g </a:t>
                      </a:r>
                      <a:r>
                        <a:rPr lang="es-ES" sz="2400" kern="50">
                          <a:effectLst/>
                          <a:latin typeface="HP Simplified" panose="020B0604020204020204" pitchFamily="34" charset="0"/>
                        </a:rPr>
                        <a:t>	Elaborar </a:t>
                      </a: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representaciones, tanto en forma manual como digital, y justificar cómo una misma información puede ser utilizada según el tipo de representación.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5054022"/>
                  </a:ext>
                </a:extLst>
              </a:tr>
              <a:tr h="967826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kern="50">
                          <a:effectLst/>
                          <a:latin typeface="HP Simplified" panose="020B0604020204020204" pitchFamily="34" charset="0"/>
                        </a:rPr>
                        <a:t>Actitudes</a:t>
                      </a:r>
                      <a:endParaRPr lang="es-CL" sz="2400" kern="5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2400" kern="50" dirty="0">
                          <a:effectLst/>
                          <a:latin typeface="HP Simplified" panose="020B0604020204020204" pitchFamily="34" charset="0"/>
                        </a:rPr>
                        <a:t>Pensar con conciencia, reconociendo que los errores ofrecen oportunidades para el aprendizaje.</a:t>
                      </a:r>
                      <a:endParaRPr lang="es-CL" sz="24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60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10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9E83D-81CE-491E-B16A-9388FF08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54" y="533400"/>
            <a:ext cx="10396882" cy="1151965"/>
          </a:xfrm>
        </p:spPr>
        <p:txBody>
          <a:bodyPr/>
          <a:lstStyle/>
          <a:p>
            <a:r>
              <a:rPr lang="es-CL" dirty="0"/>
              <a:t>¿Qué es la Maquina de Turing (MT)?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3916CF-9FD9-4EFA-9658-6F65F7B92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1904999"/>
            <a:ext cx="6781799" cy="3352801"/>
          </a:xfrm>
        </p:spPr>
        <p:txBody>
          <a:bodyPr>
            <a:normAutofit/>
          </a:bodyPr>
          <a:lstStyle/>
          <a:p>
            <a:pPr>
              <a:buSzPct val="110000"/>
            </a:pPr>
            <a:r>
              <a:rPr lang="es-MX" sz="2800" dirty="0"/>
              <a:t>Una máquina de Turing es un dispositivo que </a:t>
            </a:r>
            <a:r>
              <a:rPr lang="es-MX" sz="2800"/>
              <a:t>manipula símbolos sobre </a:t>
            </a:r>
            <a:r>
              <a:rPr lang="es-MX" sz="2800" dirty="0"/>
              <a:t>una tira de cinta de acuerdo con </a:t>
            </a:r>
            <a:r>
              <a:rPr lang="es-MX" sz="2800"/>
              <a:t>una tabla </a:t>
            </a:r>
            <a:r>
              <a:rPr lang="es-MX" sz="2800" dirty="0"/>
              <a:t>de reglas. A pesar de su simplicidad, una máquina de Turing puede ser adaptada para simular la lógica de cualquier algoritmo de</a:t>
            </a:r>
            <a:endParaRPr lang="es-CL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24F7EC-BD49-445B-BA3D-F8122FC088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85"/>
          <a:stretch/>
        </p:blipFill>
        <p:spPr bwMode="auto">
          <a:xfrm>
            <a:off x="7464188" y="1905000"/>
            <a:ext cx="4521204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E7C4A5D-A277-4326-8F34-EFC897D97CA4}"/>
              </a:ext>
            </a:extLst>
          </p:cNvPr>
          <p:cNvSpPr txBox="1"/>
          <p:nvPr/>
        </p:nvSpPr>
        <p:spPr>
          <a:xfrm>
            <a:off x="933167" y="5153301"/>
            <a:ext cx="109032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latin typeface="HP Simplified" panose="020B0604020204020204" pitchFamily="34" charset="0"/>
              </a:rPr>
              <a:t>computador y es particularmente útil en la explicación de las funciones de una CPU dentro de un computador.</a:t>
            </a:r>
            <a:endParaRPr lang="es-CL" sz="2800" dirty="0">
              <a:latin typeface="HP Simplified" panose="020B0604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41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477E5-735F-4C66-A092-8CA67944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Definición Informal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421724-4DBD-446C-96EA-27C772BB2D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840" y="1773405"/>
            <a:ext cx="11296649" cy="1151965"/>
          </a:xfrm>
        </p:spPr>
        <p:txBody>
          <a:bodyPr>
            <a:normAutofit/>
          </a:bodyPr>
          <a:lstStyle/>
          <a:p>
            <a:pPr>
              <a:buSzPct val="110000"/>
            </a:pPr>
            <a:r>
              <a:rPr lang="es-MX" sz="2800" dirty="0"/>
              <a:t>La máquina de Turing modela matemáticamente a una máquina que opera </a:t>
            </a:r>
            <a:r>
              <a:rPr lang="es-MX" sz="2800"/>
              <a:t>mecánicamente sobre </a:t>
            </a:r>
            <a:r>
              <a:rPr lang="es-MX" sz="2800" dirty="0"/>
              <a:t>una cinta.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5D8D85-2694-498F-82BA-AFCBCDAE4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466975"/>
            <a:ext cx="4514850" cy="40100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84220BD-0318-4019-B68E-20B7E964A447}"/>
              </a:ext>
            </a:extLst>
          </p:cNvPr>
          <p:cNvSpPr txBox="1"/>
          <p:nvPr/>
        </p:nvSpPr>
        <p:spPr>
          <a:xfrm>
            <a:off x="762000" y="2680101"/>
            <a:ext cx="6705600" cy="34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sz="3600" cap="none" baseline="0">
                <a:effectLst/>
                <a:latin typeface="HP Simplified" panose="020B0604020204020204" pitchFamily="34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3200" cap="none" baseline="0">
                <a:effectLst/>
                <a:latin typeface="HP Simplified" panose="020B0604020204020204" pitchFamily="34" charset="0"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800" cap="none" baseline="0">
                <a:effectLst/>
                <a:latin typeface="HP Simplified" panose="020B0604020204020204" pitchFamily="34" charset="0"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400" cap="none" baseline="0">
                <a:effectLst/>
                <a:latin typeface="HP Simplified" panose="020B0604020204020204" pitchFamily="34" charset="0"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400" cap="none" baseline="0">
                <a:effectLst/>
                <a:latin typeface="HP Simplified" panose="020B0604020204020204" pitchFamily="34" charset="0"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cap="all" baseline="0">
                <a:effectLst/>
              </a:defRPr>
            </a:lvl9pPr>
          </a:lstStyle>
          <a:p>
            <a:r>
              <a:rPr lang="es-MX" dirty="0"/>
              <a:t>En esta cinta </a:t>
            </a:r>
            <a:r>
              <a:rPr lang="es-MX"/>
              <a:t>hay símbolos </a:t>
            </a:r>
            <a:r>
              <a:rPr lang="es-MX" dirty="0"/>
              <a:t>que la máquina puede leer </a:t>
            </a:r>
            <a:r>
              <a:rPr lang="es-MX"/>
              <a:t>y escribir</a:t>
            </a:r>
            <a:r>
              <a:rPr lang="es-MX" dirty="0"/>
              <a:t>, uno a la vez, usando </a:t>
            </a:r>
            <a:r>
              <a:rPr lang="es-MX"/>
              <a:t>un cabezal </a:t>
            </a:r>
            <a:r>
              <a:rPr lang="es-MX" dirty="0"/>
              <a:t>lector/escritor de cinta. </a:t>
            </a:r>
          </a:p>
          <a:p>
            <a:r>
              <a:rPr lang="es-MX" dirty="0"/>
              <a:t>La operación está completamente determinada por un conjunto finito de instrucciones elementales.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814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75604-D35A-40D3-8FBD-E3F929333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Definición formal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67288D-1ADB-4756-9F20-3AB9EE2692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1687557"/>
            <a:ext cx="10394707" cy="1670404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MX" b="0" i="0" dirty="0">
                <a:solidFill>
                  <a:srgbClr val="222222"/>
                </a:solidFill>
                <a:effectLst/>
              </a:rPr>
              <a:t>Una máquina de Turing con una sola cinta se define como una 7-tupla </a:t>
            </a:r>
            <a:r>
              <a:rPr lang="es-MX" sz="5200" b="1" i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MT=(Q, Σ, Γ, s</a:t>
            </a:r>
            <a:r>
              <a:rPr lang="es-MX" sz="5200" b="1" i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b, </a:t>
            </a:r>
            <a:r>
              <a:rPr lang="es-MX" sz="5200" b="1" i="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F, δ)</a:t>
            </a:r>
            <a:r>
              <a:rPr lang="es-MX" b="0" i="0" dirty="0">
                <a:solidFill>
                  <a:srgbClr val="222222"/>
                </a:solidFill>
                <a:effectLst/>
              </a:rPr>
              <a:t>, donde:</a:t>
            </a:r>
            <a:endParaRPr lang="es-CL" dirty="0"/>
          </a:p>
        </p:txBody>
      </p:sp>
      <p:sp>
        <p:nvSpPr>
          <p:cNvPr id="4" name="Globo: línea doblada 3">
            <a:extLst>
              <a:ext uri="{FF2B5EF4-FFF2-40B4-BE49-F238E27FC236}">
                <a16:creationId xmlns:a16="http://schemas.microsoft.com/office/drawing/2014/main" id="{1A3ACE39-D48C-4FA4-94FE-B93DCFBF8B7A}"/>
              </a:ext>
            </a:extLst>
          </p:cNvPr>
          <p:cNvSpPr/>
          <p:nvPr/>
        </p:nvSpPr>
        <p:spPr>
          <a:xfrm>
            <a:off x="993775" y="3373084"/>
            <a:ext cx="2209800" cy="457200"/>
          </a:xfrm>
          <a:prstGeom prst="borderCallout2">
            <a:avLst>
              <a:gd name="adj1" fmla="val 51586"/>
              <a:gd name="adj2" fmla="val 99748"/>
              <a:gd name="adj3" fmla="val 51184"/>
              <a:gd name="adj4" fmla="val 165120"/>
              <a:gd name="adj5" fmla="val -56310"/>
              <a:gd name="adj6" fmla="val 164934"/>
            </a:avLst>
          </a:prstGeom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Conjunto de estados</a:t>
            </a:r>
          </a:p>
        </p:txBody>
      </p:sp>
      <p:sp>
        <p:nvSpPr>
          <p:cNvPr id="7" name="Globo: línea doblada 6">
            <a:extLst>
              <a:ext uri="{FF2B5EF4-FFF2-40B4-BE49-F238E27FC236}">
                <a16:creationId xmlns:a16="http://schemas.microsoft.com/office/drawing/2014/main" id="{0B216D5A-5B0A-4ED5-AA4E-A513A179358C}"/>
              </a:ext>
            </a:extLst>
          </p:cNvPr>
          <p:cNvSpPr/>
          <p:nvPr/>
        </p:nvSpPr>
        <p:spPr>
          <a:xfrm>
            <a:off x="990600" y="4084777"/>
            <a:ext cx="3657600" cy="848436"/>
          </a:xfrm>
          <a:prstGeom prst="borderCallout2">
            <a:avLst>
              <a:gd name="adj1" fmla="val 46505"/>
              <a:gd name="adj2" fmla="val 100146"/>
              <a:gd name="adj3" fmla="val -55760"/>
              <a:gd name="adj4" fmla="val 117698"/>
              <a:gd name="adj5" fmla="val -113775"/>
              <a:gd name="adj6" fmla="val 117913"/>
            </a:avLst>
          </a:prstGeom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Conjunto finito </a:t>
            </a:r>
            <a:r>
              <a:rPr lang="es-CL">
                <a:latin typeface="Calibri" panose="020F0502020204030204" pitchFamily="34" charset="0"/>
                <a:cs typeface="Calibri" panose="020F0502020204030204" pitchFamily="34" charset="0"/>
              </a:rPr>
              <a:t>de símbolos </a:t>
            </a: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distinto del espacio </a:t>
            </a:r>
            <a:r>
              <a:rPr lang="es-CL">
                <a:latin typeface="Calibri" panose="020F0502020204030204" pitchFamily="34" charset="0"/>
                <a:cs typeface="Calibri" panose="020F0502020204030204" pitchFamily="34" charset="0"/>
              </a:rPr>
              <a:t>en blanco</a:t>
            </a: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CL">
                <a:latin typeface="Calibri" panose="020F0502020204030204" pitchFamily="34" charset="0"/>
                <a:cs typeface="Calibri" panose="020F0502020204030204" pitchFamily="34" charset="0"/>
              </a:rPr>
              <a:t>denominado alfabeto </a:t>
            </a:r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de máquina o de entrada.</a:t>
            </a:r>
          </a:p>
        </p:txBody>
      </p:sp>
      <p:sp>
        <p:nvSpPr>
          <p:cNvPr id="8" name="Globo: línea doblada 7">
            <a:extLst>
              <a:ext uri="{FF2B5EF4-FFF2-40B4-BE49-F238E27FC236}">
                <a16:creationId xmlns:a16="http://schemas.microsoft.com/office/drawing/2014/main" id="{D93B4BDA-894B-4D1D-A1D9-A0F38180CF2C}"/>
              </a:ext>
            </a:extLst>
          </p:cNvPr>
          <p:cNvSpPr/>
          <p:nvPr/>
        </p:nvSpPr>
        <p:spPr>
          <a:xfrm>
            <a:off x="973015" y="5187706"/>
            <a:ext cx="3810000" cy="703140"/>
          </a:xfrm>
          <a:prstGeom prst="borderCallout2">
            <a:avLst>
              <a:gd name="adj1" fmla="val 53876"/>
              <a:gd name="adj2" fmla="val 100321"/>
              <a:gd name="adj3" fmla="val -226249"/>
              <a:gd name="adj4" fmla="val 127543"/>
              <a:gd name="adj5" fmla="val -293857"/>
              <a:gd name="adj6" fmla="val 127777"/>
            </a:avLst>
          </a:prstGeom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Conjunto finito </a:t>
            </a:r>
            <a:r>
              <a:rPr lang="pt-BR">
                <a:latin typeface="Calibri" panose="020F0502020204030204" pitchFamily="34" charset="0"/>
                <a:cs typeface="Calibri" panose="020F0502020204030204" pitchFamily="34" charset="0"/>
              </a:rPr>
              <a:t>de símbolos 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de cinta, </a:t>
            </a:r>
            <a:r>
              <a:rPr lang="pt-BR">
                <a:latin typeface="Calibri" panose="020F0502020204030204" pitchFamily="34" charset="0"/>
                <a:cs typeface="Calibri" panose="020F0502020204030204" pitchFamily="34" charset="0"/>
              </a:rPr>
              <a:t>denominado alfabeto 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de cinta. Σ⊆Γ</a:t>
            </a:r>
            <a:endParaRPr lang="es-C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lobo: línea doblada 8">
            <a:extLst>
              <a:ext uri="{FF2B5EF4-FFF2-40B4-BE49-F238E27FC236}">
                <a16:creationId xmlns:a16="http://schemas.microsoft.com/office/drawing/2014/main" id="{D2A0BBC3-EF18-443D-A103-F40C663E9C1B}"/>
              </a:ext>
            </a:extLst>
          </p:cNvPr>
          <p:cNvSpPr/>
          <p:nvPr/>
        </p:nvSpPr>
        <p:spPr>
          <a:xfrm>
            <a:off x="8134016" y="5781279"/>
            <a:ext cx="3810000" cy="555934"/>
          </a:xfrm>
          <a:prstGeom prst="borderCallout2">
            <a:avLst>
              <a:gd name="adj1" fmla="val 56536"/>
              <a:gd name="adj2" fmla="val -617"/>
              <a:gd name="adj3" fmla="val -391550"/>
              <a:gd name="adj4" fmla="val -44773"/>
              <a:gd name="adj5" fmla="val -477619"/>
              <a:gd name="adj6" fmla="val -45140"/>
            </a:avLst>
          </a:prstGeom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3888" indent="-446088"/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 ∈ Q , es el estado inicial.</a:t>
            </a:r>
          </a:p>
        </p:txBody>
      </p:sp>
      <p:sp>
        <p:nvSpPr>
          <p:cNvPr id="11" name="Globo: línea doblada 10">
            <a:extLst>
              <a:ext uri="{FF2B5EF4-FFF2-40B4-BE49-F238E27FC236}">
                <a16:creationId xmlns:a16="http://schemas.microsoft.com/office/drawing/2014/main" id="{BFA4F58B-B210-4300-A251-6434242DB597}"/>
              </a:ext>
            </a:extLst>
          </p:cNvPr>
          <p:cNvSpPr/>
          <p:nvPr/>
        </p:nvSpPr>
        <p:spPr>
          <a:xfrm>
            <a:off x="8134016" y="4392796"/>
            <a:ext cx="3810000" cy="1146480"/>
          </a:xfrm>
          <a:prstGeom prst="borderCallout2">
            <a:avLst>
              <a:gd name="adj1" fmla="val 57674"/>
              <a:gd name="adj2" fmla="val -251"/>
              <a:gd name="adj3" fmla="val -68409"/>
              <a:gd name="adj4" fmla="val -28419"/>
              <a:gd name="adj5" fmla="val -111097"/>
              <a:gd name="adj6" fmla="val -29381"/>
            </a:avLst>
          </a:prstGeom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113" indent="-725488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∈ Γ,  	es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un símbolo denominado blanco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, y es el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único símbolo 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que se puede repetir un número infinito de veces.</a:t>
            </a:r>
          </a:p>
        </p:txBody>
      </p:sp>
      <p:sp>
        <p:nvSpPr>
          <p:cNvPr id="14" name="Globo: línea doblada 13">
            <a:extLst>
              <a:ext uri="{FF2B5EF4-FFF2-40B4-BE49-F238E27FC236}">
                <a16:creationId xmlns:a16="http://schemas.microsoft.com/office/drawing/2014/main" id="{ED45A236-3A1D-4699-8278-3971A748ABE7}"/>
              </a:ext>
            </a:extLst>
          </p:cNvPr>
          <p:cNvSpPr/>
          <p:nvPr/>
        </p:nvSpPr>
        <p:spPr>
          <a:xfrm>
            <a:off x="8134016" y="3373084"/>
            <a:ext cx="3810000" cy="848436"/>
          </a:xfrm>
          <a:prstGeom prst="borderCallout2">
            <a:avLst>
              <a:gd name="adj1" fmla="val 57892"/>
              <a:gd name="adj2" fmla="val -116"/>
              <a:gd name="adj3" fmla="val 25493"/>
              <a:gd name="adj4" fmla="val -15892"/>
              <a:gd name="adj5" fmla="val -29547"/>
              <a:gd name="adj6" fmla="val -15532"/>
            </a:avLst>
          </a:prstGeom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1200" indent="-711200">
              <a:tabLst>
                <a:tab pos="711200" algn="l"/>
              </a:tabLst>
            </a:pPr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 ⊆ </a:t>
            </a:r>
            <a:r>
              <a:rPr lang="es-MX" b="1" dirty="0">
                <a:latin typeface="Calibri" panose="020F0502020204030204" pitchFamily="34" charset="0"/>
                <a:cs typeface="Calibri" panose="020F0502020204030204" pitchFamily="34" charset="0"/>
              </a:rPr>
              <a:t>Q 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 	es el conjunto de estados finales de aceptación.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8FC7742-0DF6-492F-AD74-D278DEFC916C}"/>
              </a:ext>
            </a:extLst>
          </p:cNvPr>
          <p:cNvSpPr txBox="1"/>
          <p:nvPr/>
        </p:nvSpPr>
        <p:spPr>
          <a:xfrm>
            <a:off x="7889087" y="2342675"/>
            <a:ext cx="489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i="0" dirty="0">
                <a:solidFill>
                  <a:schemeClr val="accent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endParaRPr lang="es-CL" sz="4800" dirty="0">
              <a:solidFill>
                <a:schemeClr val="accent5"/>
              </a:solidFill>
            </a:endParaRPr>
          </a:p>
        </p:txBody>
      </p:sp>
      <p:sp>
        <p:nvSpPr>
          <p:cNvPr id="17" name="Globo: línea doblada 16">
            <a:extLst>
              <a:ext uri="{FF2B5EF4-FFF2-40B4-BE49-F238E27FC236}">
                <a16:creationId xmlns:a16="http://schemas.microsoft.com/office/drawing/2014/main" id="{8E441346-AC1C-44FF-8DA2-5E8E2C91B874}"/>
              </a:ext>
            </a:extLst>
          </p:cNvPr>
          <p:cNvSpPr/>
          <p:nvPr/>
        </p:nvSpPr>
        <p:spPr>
          <a:xfrm>
            <a:off x="8621290" y="836058"/>
            <a:ext cx="3322726" cy="965332"/>
          </a:xfrm>
          <a:prstGeom prst="borderCallout2">
            <a:avLst>
              <a:gd name="adj1" fmla="val 46378"/>
              <a:gd name="adj2" fmla="val -306"/>
              <a:gd name="adj3" fmla="val 109062"/>
              <a:gd name="adj4" fmla="val -12789"/>
              <a:gd name="adj5" fmla="val 172867"/>
              <a:gd name="adj6" fmla="val -14026"/>
            </a:avLst>
          </a:prstGeom>
          <a:solidFill>
            <a:schemeClr val="accent5"/>
          </a:solidFill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3888" indent="-446088"/>
            <a:r>
              <a:rPr lang="el-G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F</a:t>
            </a:r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unción parcial denominada función de transición.</a:t>
            </a:r>
          </a:p>
        </p:txBody>
      </p:sp>
    </p:spTree>
    <p:extLst>
      <p:ext uri="{BB962C8B-B14F-4D97-AF65-F5344CB8AC3E}">
        <p14:creationId xmlns:p14="http://schemas.microsoft.com/office/powerpoint/2010/main" val="409586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1" grpId="0" animBg="1"/>
      <p:bldP spid="14" grpId="0" animBg="1"/>
      <p:bldP spid="16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FA893-F81F-43B9-8D40-0C7F1908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función de transición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0F9B02-0FD9-4253-83F2-ACAD72E362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2641" y="2794224"/>
            <a:ext cx="5181601" cy="205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δ:Q x Σ → Q x Γ x D</a:t>
            </a:r>
          </a:p>
          <a:p>
            <a:pPr marL="0" indent="0">
              <a:buNone/>
            </a:pPr>
            <a:r>
              <a:rPr lang="es-MX" sz="44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(q, </a:t>
            </a:r>
            <a:r>
              <a:rPr lang="es-CL" sz="44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ε)↦</a:t>
            </a:r>
            <a:r>
              <a:rPr lang="es-MX" sz="44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(p, </a:t>
            </a:r>
            <a:r>
              <a:rPr lang="es-CL" sz="44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γ, d)</a:t>
            </a:r>
            <a:endParaRPr lang="es-CL" sz="4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614524-9D10-4E6F-A8A2-9C8E1A58EFBD}"/>
              </a:ext>
            </a:extLst>
          </p:cNvPr>
          <p:cNvSpPr txBox="1"/>
          <p:nvPr/>
        </p:nvSpPr>
        <p:spPr>
          <a:xfrm>
            <a:off x="6324600" y="1837765"/>
            <a:ext cx="47580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222222"/>
                </a:solidFill>
                <a:latin typeface="HP Simplified" panose="020B0604020204020204" pitchFamily="34" charset="0"/>
              </a:rPr>
              <a:t>E</a:t>
            </a:r>
            <a:r>
              <a:rPr lang="es-MX" sz="2800" b="0" i="0" dirty="0">
                <a:solidFill>
                  <a:srgbClr val="222222"/>
                </a:solidFill>
                <a:effectLst/>
                <a:latin typeface="HP Simplified" panose="020B0604020204020204" pitchFamily="34" charset="0"/>
              </a:rPr>
              <a:t>s una función parcial denominada </a:t>
            </a:r>
            <a:r>
              <a:rPr lang="es-MX" sz="2800" b="1" i="0" dirty="0">
                <a:solidFill>
                  <a:srgbClr val="222222"/>
                </a:solidFill>
                <a:effectLst/>
                <a:latin typeface="HP Simplified" panose="020B0604020204020204" pitchFamily="34" charset="0"/>
              </a:rPr>
              <a:t>función de transición</a:t>
            </a:r>
            <a:r>
              <a:rPr lang="es-MX" sz="2800" b="0" i="0" dirty="0">
                <a:solidFill>
                  <a:srgbClr val="222222"/>
                </a:solidFill>
                <a:effectLst/>
                <a:latin typeface="HP Simplified" panose="020B0604020204020204" pitchFamily="34" charset="0"/>
              </a:rPr>
              <a:t>, donde D = </a:t>
            </a:r>
            <a:r>
              <a:rPr lang="es-MX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{L,R} </a:t>
            </a:r>
            <a:r>
              <a:rPr lang="es-MX" sz="2800" b="0" i="0" dirty="0">
                <a:solidFill>
                  <a:srgbClr val="222222"/>
                </a:solidFill>
                <a:effectLst/>
                <a:latin typeface="HP Simplified" panose="020B0604020204020204" pitchFamily="34" charset="0"/>
              </a:rPr>
              <a:t>es el conjunto que indica la dirección de la cinta.</a:t>
            </a:r>
          </a:p>
          <a:p>
            <a:pPr marL="723900" indent="-450850">
              <a:tabLst>
                <a:tab pos="723900" algn="l"/>
              </a:tabLst>
            </a:pPr>
            <a:r>
              <a:rPr lang="es-MX" sz="2800" b="1" i="0" dirty="0">
                <a:solidFill>
                  <a:srgbClr val="222222"/>
                </a:solidFill>
                <a:effectLst/>
                <a:latin typeface="HP Simplified" panose="020B0604020204020204" pitchFamily="34" charset="0"/>
              </a:rPr>
              <a:t>L</a:t>
            </a:r>
            <a:r>
              <a:rPr lang="es-MX" sz="2800" b="0" i="0" dirty="0">
                <a:solidFill>
                  <a:srgbClr val="222222"/>
                </a:solidFill>
                <a:effectLst/>
                <a:latin typeface="HP Simplified" panose="020B0604020204020204" pitchFamily="34" charset="0"/>
              </a:rPr>
              <a:t> 	es un movimiento a la izquierda y </a:t>
            </a:r>
          </a:p>
          <a:p>
            <a:pPr marL="723900" indent="-450850">
              <a:tabLst>
                <a:tab pos="723900" algn="l"/>
              </a:tabLst>
            </a:pPr>
            <a:r>
              <a:rPr lang="es-MX" sz="2800" b="1" i="0" dirty="0">
                <a:solidFill>
                  <a:srgbClr val="222222"/>
                </a:solidFill>
                <a:effectLst/>
                <a:latin typeface="HP Simplified" panose="020B0604020204020204" pitchFamily="34" charset="0"/>
              </a:rPr>
              <a:t>R</a:t>
            </a:r>
            <a:r>
              <a:rPr lang="es-MX" sz="2800" b="0" i="0" dirty="0">
                <a:solidFill>
                  <a:srgbClr val="222222"/>
                </a:solidFill>
                <a:effectLst/>
                <a:latin typeface="HP Simplified" panose="020B0604020204020204" pitchFamily="34" charset="0"/>
              </a:rPr>
              <a:t> 	es el movimiento a la derecha.</a:t>
            </a:r>
            <a:endParaRPr lang="es-CL" sz="2800" dirty="0"/>
          </a:p>
        </p:txBody>
      </p:sp>
      <p:sp>
        <p:nvSpPr>
          <p:cNvPr id="7" name="Bocadillo: rectángulo 6">
            <a:extLst>
              <a:ext uri="{FF2B5EF4-FFF2-40B4-BE49-F238E27FC236}">
                <a16:creationId xmlns:a16="http://schemas.microsoft.com/office/drawing/2014/main" id="{AD0AE711-4E90-4734-B69E-DBDE17199F43}"/>
              </a:ext>
            </a:extLst>
          </p:cNvPr>
          <p:cNvSpPr/>
          <p:nvPr/>
        </p:nvSpPr>
        <p:spPr>
          <a:xfrm>
            <a:off x="1323833" y="2358788"/>
            <a:ext cx="1371600" cy="612648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Dominio</a:t>
            </a:r>
          </a:p>
        </p:txBody>
      </p:sp>
      <p:sp>
        <p:nvSpPr>
          <p:cNvPr id="8" name="Bocadillo: rectángulo 7">
            <a:extLst>
              <a:ext uri="{FF2B5EF4-FFF2-40B4-BE49-F238E27FC236}">
                <a16:creationId xmlns:a16="http://schemas.microsoft.com/office/drawing/2014/main" id="{5457DAF8-2D26-430F-9921-ADD1FD99B9EF}"/>
              </a:ext>
            </a:extLst>
          </p:cNvPr>
          <p:cNvSpPr/>
          <p:nvPr/>
        </p:nvSpPr>
        <p:spPr>
          <a:xfrm>
            <a:off x="2971800" y="2358788"/>
            <a:ext cx="2032837" cy="612648"/>
          </a:xfrm>
          <a:prstGeom prst="wedgeRectCallout">
            <a:avLst>
              <a:gd name="adj1" fmla="val 22720"/>
              <a:gd name="adj2" fmla="val 719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Calibri" panose="020F0502020204030204" pitchFamily="34" charset="0"/>
                <a:cs typeface="Calibri" panose="020F0502020204030204" pitchFamily="34" charset="0"/>
              </a:rPr>
              <a:t>Recorrido</a:t>
            </a:r>
          </a:p>
        </p:txBody>
      </p:sp>
    </p:spTree>
    <p:extLst>
      <p:ext uri="{BB962C8B-B14F-4D97-AF65-F5344CB8AC3E}">
        <p14:creationId xmlns:p14="http://schemas.microsoft.com/office/powerpoint/2010/main" val="263743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09020-B85F-4727-AB1D-26E67B40B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un 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3F5DBE-8B7F-4DD6-8412-DFF22A5A72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165" y="1786587"/>
            <a:ext cx="5446157" cy="3090213"/>
          </a:xfrm>
        </p:spPr>
        <p:txBody>
          <a:bodyPr>
            <a:normAutofit/>
          </a:bodyPr>
          <a:lstStyle/>
          <a:p>
            <a:r>
              <a:rPr lang="es-MX" sz="2800" dirty="0"/>
              <a:t>Queremos construir una máquina que verifique si el número de </a:t>
            </a:r>
            <a:r>
              <a:rPr lang="es-MX" sz="2800" b="1" dirty="0"/>
              <a:t>0</a:t>
            </a:r>
            <a:r>
              <a:rPr lang="es-MX" sz="2800" dirty="0"/>
              <a:t>s en </a:t>
            </a:r>
            <a:r>
              <a:rPr lang="es-MX" sz="2800"/>
              <a:t>una palabra </a:t>
            </a:r>
            <a:r>
              <a:rPr lang="es-MX" sz="2800" dirty="0"/>
              <a:t>es par:</a:t>
            </a:r>
          </a:p>
          <a:p>
            <a:r>
              <a:rPr lang="es-MX" sz="2800" dirty="0"/>
              <a:t>Sea </a:t>
            </a:r>
            <a:r>
              <a:rPr lang="es-CL" sz="2800" dirty="0"/>
              <a:t>ε</a:t>
            </a:r>
            <a:r>
              <a:rPr lang="es-MX" sz="2800" dirty="0"/>
              <a:t> la cinta de entrada definida por</a:t>
            </a:r>
            <a:endParaRPr lang="es-CL" sz="2800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F242308-4FE6-48AB-BB1B-63AD3DDF0C4C}"/>
              </a:ext>
            </a:extLst>
          </p:cNvPr>
          <p:cNvSpPr txBox="1">
            <a:spLocks/>
          </p:cNvSpPr>
          <p:nvPr/>
        </p:nvSpPr>
        <p:spPr>
          <a:xfrm>
            <a:off x="7787847" y="1371600"/>
            <a:ext cx="5446157" cy="3776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sz="3600" kern="1200" cap="none" baseline="0">
                <a:solidFill>
                  <a:schemeClr val="tx1"/>
                </a:solidFill>
                <a:effectLst/>
                <a:latin typeface="HP Simplified" panose="020B0604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3200" kern="1200" cap="none" baseline="0">
                <a:solidFill>
                  <a:schemeClr val="tx1"/>
                </a:solidFill>
                <a:effectLst/>
                <a:latin typeface="HP Simplified" panose="020B0604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800" kern="1200" cap="none" baseline="0">
                <a:solidFill>
                  <a:schemeClr val="tx1"/>
                </a:solidFill>
                <a:effectLst/>
                <a:latin typeface="HP Simplified" panose="020B0604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400" kern="1200" cap="none" baseline="0">
                <a:solidFill>
                  <a:schemeClr val="tx1"/>
                </a:solidFill>
                <a:effectLst/>
                <a:latin typeface="HP Simplified" panose="020B0604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400" kern="1200" cap="none" baseline="0">
                <a:solidFill>
                  <a:schemeClr val="tx1"/>
                </a:solidFill>
                <a:effectLst/>
                <a:latin typeface="HP Simplified" panose="020B0604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CL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EA58FD1-B742-4BC4-94DE-A8F906A31F2A}"/>
              </a:ext>
            </a:extLst>
          </p:cNvPr>
          <p:cNvGrpSpPr/>
          <p:nvPr/>
        </p:nvGrpSpPr>
        <p:grpSpPr>
          <a:xfrm>
            <a:off x="7010400" y="381000"/>
            <a:ext cx="4698679" cy="6096000"/>
            <a:chOff x="6781800" y="457200"/>
            <a:chExt cx="4698679" cy="5715000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2694492D-9188-440C-A991-203E49428DC1}"/>
                </a:ext>
              </a:extLst>
            </p:cNvPr>
            <p:cNvSpPr/>
            <p:nvPr/>
          </p:nvSpPr>
          <p:spPr>
            <a:xfrm>
              <a:off x="6781800" y="457200"/>
              <a:ext cx="4698679" cy="5715000"/>
            </a:xfrm>
            <a:prstGeom prst="roundRect">
              <a:avLst>
                <a:gd name="adj" fmla="val 4248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" name="Marcador de contenido 2">
              <a:extLst>
                <a:ext uri="{FF2B5EF4-FFF2-40B4-BE49-F238E27FC236}">
                  <a16:creationId xmlns:a16="http://schemas.microsoft.com/office/drawing/2014/main" id="{BDB16DAC-246D-4F53-8391-AC7FDE1E71E5}"/>
                </a:ext>
              </a:extLst>
            </p:cNvPr>
            <p:cNvSpPr txBox="1">
              <a:spLocks/>
            </p:cNvSpPr>
            <p:nvPr/>
          </p:nvSpPr>
          <p:spPr>
            <a:xfrm>
              <a:off x="6799879" y="533400"/>
              <a:ext cx="4501168" cy="543469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•"/>
                <a:defRPr sz="36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32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8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4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4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marL="177800" indent="0">
                <a:buNone/>
              </a:pPr>
              <a:r>
                <a:rPr lang="es-MX" sz="2800" b="1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MT</a:t>
              </a:r>
              <a:r>
                <a:rPr lang="es-MX" sz="28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=(Q, Σ, Γ,</a:t>
              </a:r>
              <a:r>
                <a:rPr lang="es-MX" sz="28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q</a:t>
              </a:r>
              <a:r>
                <a:rPr lang="es-MX" sz="2800" baseline="-250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800" b="0" i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MX" sz="28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F, δ)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donde 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MX" sz="2800" b="1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= {q</a:t>
              </a:r>
              <a:r>
                <a:rPr lang="es-MX" sz="28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q</a:t>
              </a:r>
              <a:r>
                <a:rPr lang="es-MX" sz="28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, q</a:t>
              </a:r>
              <a:r>
                <a:rPr lang="es-CL" sz="2800" baseline="-250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2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= {0, 1}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Γ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= {0, 1, </a:t>
              </a:r>
              <a:r>
                <a:rPr lang="el-GR" sz="2800" i="0" dirty="0">
                  <a:solidFill>
                    <a:srgbClr val="050115"/>
                  </a:solidFill>
                  <a:effectLst/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Ͱ</a:t>
              </a:r>
              <a:r>
                <a:rPr lang="es-CL" sz="2800" i="0">
                  <a:solidFill>
                    <a:srgbClr val="050115"/>
                  </a:solidFill>
                  <a:effectLst/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, B}</a:t>
              </a:r>
              <a:endParaRPr lang="es-CL" sz="2800" i="0" dirty="0">
                <a:solidFill>
                  <a:srgbClr val="050115"/>
                </a:solidFill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endParaRP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F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 = {q</a:t>
              </a:r>
              <a:r>
                <a:rPr lang="es-CL" sz="2800" baseline="-250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2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}</a:t>
              </a:r>
            </a:p>
            <a:p>
              <a:pPr marL="635000" indent="-457200"/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δ:Q </a:t>
              </a:r>
              <a:r>
                <a:rPr lang="es-CL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⨉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Σ → Q x Γ </a:t>
              </a:r>
              <a:r>
                <a:rPr lang="es-CL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⨉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{L,R}</a:t>
              </a:r>
              <a:endParaRPr lang="es-CL" sz="2800" dirty="0">
                <a:solidFill>
                  <a:srgbClr val="050115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0)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1)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0)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1)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</a:t>
              </a: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S) </a:t>
              </a:r>
              <a:endParaRPr lang="es-CL" sz="2800" dirty="0"/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723A0127-F86C-4AF4-AA31-FEEA0C9E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93" y="5038709"/>
            <a:ext cx="5442529" cy="6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84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: esquinas superiores cortadas 28">
            <a:extLst>
              <a:ext uri="{FF2B5EF4-FFF2-40B4-BE49-F238E27FC236}">
                <a16:creationId xmlns:a16="http://schemas.microsoft.com/office/drawing/2014/main" id="{94A536EC-CCCB-447C-AADB-AF1B0B45DE9C}"/>
              </a:ext>
            </a:extLst>
          </p:cNvPr>
          <p:cNvSpPr/>
          <p:nvPr/>
        </p:nvSpPr>
        <p:spPr>
          <a:xfrm>
            <a:off x="672997" y="2743200"/>
            <a:ext cx="4356200" cy="3733800"/>
          </a:xfrm>
          <a:prstGeom prst="snip2SameRect">
            <a:avLst>
              <a:gd name="adj1" fmla="val 11392"/>
              <a:gd name="adj2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1521FD1-D5A5-476F-BA8B-5CBE9F43A3EC}"/>
              </a:ext>
            </a:extLst>
          </p:cNvPr>
          <p:cNvSpPr/>
          <p:nvPr/>
        </p:nvSpPr>
        <p:spPr>
          <a:xfrm>
            <a:off x="304800" y="208672"/>
            <a:ext cx="5597928" cy="1458586"/>
          </a:xfrm>
          <a:prstGeom prst="roundRect">
            <a:avLst>
              <a:gd name="adj" fmla="val 6883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5544211-AA4E-4D24-8E2D-E57B66C4380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6761" y="517876"/>
            <a:ext cx="5494006" cy="67629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A79E4D1-F2B3-4D8E-AA62-B9BBA981BF4F}"/>
              </a:ext>
            </a:extLst>
          </p:cNvPr>
          <p:cNvSpPr txBox="1"/>
          <p:nvPr/>
        </p:nvSpPr>
        <p:spPr>
          <a:xfrm>
            <a:off x="457197" y="2814054"/>
            <a:ext cx="487678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0">
              <a:buNone/>
            </a:pP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0)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↦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s-CL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B,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D) </a:t>
            </a:r>
            <a:endParaRPr lang="es-MX" sz="3200" dirty="0">
              <a:solidFill>
                <a:srgbClr val="22222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3900" indent="0">
              <a:buNone/>
            </a:pP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1)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↦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s-CL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B,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D) </a:t>
            </a:r>
            <a:endParaRPr lang="es-MX" sz="3200" dirty="0">
              <a:solidFill>
                <a:srgbClr val="22222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3900" indent="0">
              <a:buNone/>
            </a:pP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s-MX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B)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↦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s-CL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B,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D) </a:t>
            </a:r>
            <a:endParaRPr lang="es-MX" sz="3200" dirty="0">
              <a:solidFill>
                <a:srgbClr val="22222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3900" indent="0">
              <a:buNone/>
            </a:pP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0)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↦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s-CL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B,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D) </a:t>
            </a:r>
            <a:endParaRPr lang="es-MX" sz="3200" dirty="0">
              <a:solidFill>
                <a:srgbClr val="22222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3900" indent="0">
              <a:buNone/>
            </a:pP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1)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↦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s-CL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B,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D) </a:t>
            </a:r>
          </a:p>
          <a:p>
            <a:pPr marL="723900" indent="0">
              <a:buNone/>
            </a:pP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s-MX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B)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↦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s-CL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B,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D)</a:t>
            </a:r>
          </a:p>
          <a:p>
            <a:pPr marL="723900" indent="0">
              <a:buNone/>
            </a:pPr>
            <a:r>
              <a:rPr lang="es-MX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s-MX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B)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↦ (</a:t>
            </a:r>
            <a:r>
              <a:rPr lang="es-MX" sz="32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s-MX" sz="3200" baseline="-25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s-CL" sz="3200" b="0" i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B, </a:t>
            </a:r>
            <a:r>
              <a:rPr lang="es-CL" sz="32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S) </a:t>
            </a:r>
            <a:endParaRPr lang="es-CL" sz="32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780D932-AB89-4E53-81CB-61827105A85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9176" y="267587"/>
            <a:ext cx="5427673" cy="1306380"/>
          </a:xfrm>
          <a:prstGeom prst="rect">
            <a:avLst/>
          </a:prstGeom>
        </p:spPr>
      </p:pic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A9204FFE-B493-4DB8-92FE-BC5F37420C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94311" y="2082289"/>
            <a:ext cx="811778" cy="304800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0015884A-6101-412B-8A6F-0B478E30C8BA}"/>
              </a:ext>
            </a:extLst>
          </p:cNvPr>
          <p:cNvSpPr/>
          <p:nvPr/>
        </p:nvSpPr>
        <p:spPr>
          <a:xfrm>
            <a:off x="1143000" y="2901222"/>
            <a:ext cx="1524000" cy="47443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25149F99-0EA1-49CD-9A89-B6A0EA4B2163}"/>
              </a:ext>
            </a:extLst>
          </p:cNvPr>
          <p:cNvGrpSpPr/>
          <p:nvPr/>
        </p:nvGrpSpPr>
        <p:grpSpPr>
          <a:xfrm>
            <a:off x="2150093" y="1799618"/>
            <a:ext cx="1491000" cy="840960"/>
            <a:chOff x="2150093" y="1799618"/>
            <a:chExt cx="1491000" cy="840960"/>
          </a:xfrm>
        </p:grpSpPr>
        <p:cxnSp>
          <p:nvCxnSpPr>
            <p:cNvPr id="34" name="Conector: angular 33">
              <a:extLst>
                <a:ext uri="{FF2B5EF4-FFF2-40B4-BE49-F238E27FC236}">
                  <a16:creationId xmlns:a16="http://schemas.microsoft.com/office/drawing/2014/main" id="{BE8ECD8F-FCDA-4DFB-81A5-C01F9A7776E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150093" y="1799618"/>
              <a:ext cx="1491000" cy="441038"/>
            </a:xfrm>
            <a:prstGeom prst="bentConnector3">
              <a:avLst>
                <a:gd name="adj1" fmla="val 100085"/>
              </a:avLst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95D5DC6D-4547-4FC9-A1C7-3CABA9E574A0}"/>
                </a:ext>
              </a:extLst>
            </p:cNvPr>
            <p:cNvCxnSpPr>
              <a:cxnSpLocks/>
            </p:cNvCxnSpPr>
            <p:nvPr/>
          </p:nvCxnSpPr>
          <p:spPr>
            <a:xfrm>
              <a:off x="3618868" y="2212975"/>
              <a:ext cx="0" cy="427603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C26715A-0DB7-4428-BAF1-0F4433821B8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739" y="140730"/>
            <a:ext cx="5434439" cy="1458586"/>
          </a:xfrm>
          <a:prstGeom prst="rect">
            <a:avLst/>
          </a:prstGeom>
        </p:spPr>
      </p:pic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68631934-1163-4880-A41A-3DC246217094}"/>
              </a:ext>
            </a:extLst>
          </p:cNvPr>
          <p:cNvCxnSpPr>
            <a:cxnSpLocks/>
          </p:cNvCxnSpPr>
          <p:nvPr/>
        </p:nvCxnSpPr>
        <p:spPr>
          <a:xfrm>
            <a:off x="2150092" y="1761395"/>
            <a:ext cx="0" cy="8791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A2572595-7919-438B-8AC6-8991FEF8BFA7}"/>
              </a:ext>
            </a:extLst>
          </p:cNvPr>
          <p:cNvSpPr/>
          <p:nvPr/>
        </p:nvSpPr>
        <p:spPr>
          <a:xfrm>
            <a:off x="1143000" y="4346550"/>
            <a:ext cx="1524000" cy="47443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0CB34BE1-72BD-4CAB-B8AA-2D26B69BF718}"/>
              </a:ext>
            </a:extLst>
          </p:cNvPr>
          <p:cNvGrpSpPr/>
          <p:nvPr/>
        </p:nvGrpSpPr>
        <p:grpSpPr>
          <a:xfrm>
            <a:off x="2743199" y="1792495"/>
            <a:ext cx="937267" cy="840960"/>
            <a:chOff x="2150093" y="1799618"/>
            <a:chExt cx="1491000" cy="840960"/>
          </a:xfrm>
        </p:grpSpPr>
        <p:cxnSp>
          <p:nvCxnSpPr>
            <p:cNvPr id="75" name="Conector: angular 74">
              <a:extLst>
                <a:ext uri="{FF2B5EF4-FFF2-40B4-BE49-F238E27FC236}">
                  <a16:creationId xmlns:a16="http://schemas.microsoft.com/office/drawing/2014/main" id="{82351C30-D7FD-45BB-A89D-8307203CADC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150093" y="1799618"/>
              <a:ext cx="1491000" cy="441038"/>
            </a:xfrm>
            <a:prstGeom prst="bentConnector3">
              <a:avLst>
                <a:gd name="adj1" fmla="val 100085"/>
              </a:avLst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63DD6C04-0EFE-4E0E-9504-97A6DD84BA03}"/>
                </a:ext>
              </a:extLst>
            </p:cNvPr>
            <p:cNvCxnSpPr>
              <a:cxnSpLocks/>
            </p:cNvCxnSpPr>
            <p:nvPr/>
          </p:nvCxnSpPr>
          <p:spPr>
            <a:xfrm>
              <a:off x="3618868" y="2212975"/>
              <a:ext cx="0" cy="427603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D07684F0-C2D3-4804-A88A-74559DA1393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1671" y="134626"/>
            <a:ext cx="5412974" cy="1490999"/>
          </a:xfrm>
          <a:prstGeom prst="rect">
            <a:avLst/>
          </a:prstGeom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88AAC3F-572E-4B17-AB24-F6E6D56EC685}"/>
              </a:ext>
            </a:extLst>
          </p:cNvPr>
          <p:cNvSpPr/>
          <p:nvPr/>
        </p:nvSpPr>
        <p:spPr>
          <a:xfrm>
            <a:off x="1143000" y="4354373"/>
            <a:ext cx="1524000" cy="47443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19536C36-EF7E-40D7-8C68-AD67BB74C2B7}"/>
              </a:ext>
            </a:extLst>
          </p:cNvPr>
          <p:cNvSpPr/>
          <p:nvPr/>
        </p:nvSpPr>
        <p:spPr>
          <a:xfrm>
            <a:off x="1158240" y="4880122"/>
            <a:ext cx="1524000" cy="47443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7C0A18-C9A4-46F5-AD0E-7BF09086973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1462" y="150584"/>
            <a:ext cx="5445387" cy="13937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EEC2343-10DA-4A0D-B5D6-5221964BF04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5713" y="235881"/>
            <a:ext cx="5412974" cy="1312727"/>
          </a:xfrm>
          <a:prstGeom prst="rect">
            <a:avLst/>
          </a:prstGeom>
        </p:spPr>
      </p:pic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E1C1A15B-02AB-4276-8E74-B8959913C0AE}"/>
              </a:ext>
            </a:extLst>
          </p:cNvPr>
          <p:cNvSpPr/>
          <p:nvPr/>
        </p:nvSpPr>
        <p:spPr>
          <a:xfrm>
            <a:off x="1143000" y="2883244"/>
            <a:ext cx="1524000" cy="47443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ED287C8C-4E8F-4355-A3FA-A4CB8D0A9F7E}"/>
              </a:ext>
            </a:extLst>
          </p:cNvPr>
          <p:cNvSpPr/>
          <p:nvPr/>
        </p:nvSpPr>
        <p:spPr>
          <a:xfrm>
            <a:off x="1142033" y="5353928"/>
            <a:ext cx="1524000" cy="47443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4D5A38-ABB5-4F61-ADF7-3D27483A4D0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3394" y="171593"/>
            <a:ext cx="5494006" cy="147479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86C611-23AE-4360-B6DD-2606AF031C4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7842" y="108317"/>
            <a:ext cx="5510213" cy="149099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493610-B456-4CC0-909F-E82464D4B2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0183" y="1226012"/>
            <a:ext cx="451485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1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1.11111E-6 L 0.15794 -0.00208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91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2.96296E-6 L 0.1625 -0.00162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4.44444E-6 L 0.1625 -0.00162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81481E-6 L 0.1625 -0.00162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1.11111E-6 L 0.1625 -0.00162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0.1625 -0.00162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3" grpId="2" animBg="1"/>
      <p:bldP spid="73" grpId="0" animBg="1"/>
      <p:bldP spid="73" grpId="1" animBg="1"/>
      <p:bldP spid="73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F560B-FAA2-457E-8DCA-5FDEC05A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81000"/>
            <a:ext cx="6324599" cy="1752600"/>
          </a:xfrm>
        </p:spPr>
        <p:txBody>
          <a:bodyPr>
            <a:normAutofit/>
          </a:bodyPr>
          <a:lstStyle/>
          <a:p>
            <a:r>
              <a:rPr lang="es-CL" dirty="0"/>
              <a:t>Representación por grafos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7E5A69E-43AD-4926-9D61-355F2E53B142}"/>
              </a:ext>
            </a:extLst>
          </p:cNvPr>
          <p:cNvGrpSpPr/>
          <p:nvPr/>
        </p:nvGrpSpPr>
        <p:grpSpPr>
          <a:xfrm>
            <a:off x="7010400" y="381000"/>
            <a:ext cx="4698679" cy="6096000"/>
            <a:chOff x="6781800" y="457200"/>
            <a:chExt cx="4698679" cy="5715000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72AE84DA-9855-4E61-A716-E8B4CA34A540}"/>
                </a:ext>
              </a:extLst>
            </p:cNvPr>
            <p:cNvSpPr/>
            <p:nvPr/>
          </p:nvSpPr>
          <p:spPr>
            <a:xfrm>
              <a:off x="6781800" y="457200"/>
              <a:ext cx="4698679" cy="5715000"/>
            </a:xfrm>
            <a:prstGeom prst="roundRect">
              <a:avLst>
                <a:gd name="adj" fmla="val 4248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" name="Marcador de contenido 2">
              <a:extLst>
                <a:ext uri="{FF2B5EF4-FFF2-40B4-BE49-F238E27FC236}">
                  <a16:creationId xmlns:a16="http://schemas.microsoft.com/office/drawing/2014/main" id="{1DAED228-2E2D-4BEC-90A2-B384D02ECE1B}"/>
                </a:ext>
              </a:extLst>
            </p:cNvPr>
            <p:cNvSpPr txBox="1">
              <a:spLocks/>
            </p:cNvSpPr>
            <p:nvPr/>
          </p:nvSpPr>
          <p:spPr>
            <a:xfrm>
              <a:off x="6799879" y="533400"/>
              <a:ext cx="4501168" cy="543469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•"/>
                <a:defRPr sz="36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32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8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4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4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marL="177800" indent="0">
                <a:buNone/>
              </a:pPr>
              <a:r>
                <a:rPr lang="es-MX" sz="2800" b="1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MT</a:t>
              </a:r>
              <a:r>
                <a:rPr lang="es-MX" sz="28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=(Q, Σ, Γ,</a:t>
              </a:r>
              <a:r>
                <a:rPr lang="es-MX" sz="28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q</a:t>
              </a:r>
              <a:r>
                <a:rPr lang="es-MX" sz="2800" baseline="-250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800" b="0" i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MX" sz="28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F, δ)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donde 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MX" sz="2800" b="1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= {q</a:t>
              </a:r>
              <a:r>
                <a:rPr lang="es-MX" sz="28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q</a:t>
              </a:r>
              <a:r>
                <a:rPr lang="es-MX" sz="28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, q</a:t>
              </a:r>
              <a:r>
                <a:rPr lang="es-CL" sz="2800" baseline="-250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2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= {0, 1}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Γ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= {0, 1, </a:t>
              </a:r>
              <a:r>
                <a:rPr lang="el-GR" sz="2800" i="0" dirty="0">
                  <a:solidFill>
                    <a:srgbClr val="050115"/>
                  </a:solidFill>
                  <a:effectLst/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Ͱ</a:t>
              </a:r>
              <a:r>
                <a:rPr lang="es-CL" sz="2800" i="0">
                  <a:solidFill>
                    <a:srgbClr val="050115"/>
                  </a:solidFill>
                  <a:effectLst/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, B}</a:t>
              </a:r>
              <a:endParaRPr lang="es-CL" sz="2800" i="0" dirty="0">
                <a:solidFill>
                  <a:srgbClr val="050115"/>
                </a:solidFill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endParaRP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F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 = {q</a:t>
              </a:r>
              <a:r>
                <a:rPr lang="es-CL" sz="2800" baseline="-250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2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}</a:t>
              </a:r>
            </a:p>
            <a:p>
              <a:pPr marL="635000" indent="-457200"/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δ:Q </a:t>
              </a:r>
              <a:r>
                <a:rPr lang="es-CL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⨉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Σ → Q x Γ </a:t>
              </a:r>
              <a:r>
                <a:rPr lang="es-CL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⨉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{L,R}</a:t>
              </a:r>
              <a:endParaRPr lang="es-CL" sz="2800" dirty="0">
                <a:solidFill>
                  <a:srgbClr val="050115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0)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1)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0)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1)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</a:t>
              </a: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S) </a:t>
              </a:r>
              <a:endParaRPr lang="es-CL" sz="2800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124FA34-28AD-48F9-A6C2-E7707E24F632}"/>
              </a:ext>
            </a:extLst>
          </p:cNvPr>
          <p:cNvGrpSpPr/>
          <p:nvPr/>
        </p:nvGrpSpPr>
        <p:grpSpPr>
          <a:xfrm>
            <a:off x="769690" y="2077251"/>
            <a:ext cx="6070698" cy="4182035"/>
            <a:chOff x="662353" y="2077251"/>
            <a:chExt cx="6070698" cy="418203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FD05766E-9638-4E1F-B812-1B18B122CB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30" r="28699" b="21019"/>
            <a:stretch/>
          </p:blipFill>
          <p:spPr>
            <a:xfrm>
              <a:off x="662353" y="2077251"/>
              <a:ext cx="6070698" cy="4182035"/>
            </a:xfrm>
            <a:prstGeom prst="roundRect">
              <a:avLst>
                <a:gd name="adj" fmla="val 5004"/>
              </a:avLst>
            </a:prstGeom>
            <a:solidFill>
              <a:srgbClr val="FFFFFF">
                <a:shade val="85000"/>
              </a:srgbClr>
            </a:solidFill>
            <a:ln w="28575">
              <a:solidFill>
                <a:srgbClr val="666666"/>
              </a:solidFill>
            </a:ln>
            <a:effectLst/>
          </p:spPr>
        </p:pic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4EBC45FA-2ABF-4BD1-B5DE-678F98515B1E}"/>
                </a:ext>
              </a:extLst>
            </p:cNvPr>
            <p:cNvSpPr txBox="1"/>
            <p:nvPr/>
          </p:nvSpPr>
          <p:spPr>
            <a:xfrm>
              <a:off x="729314" y="5957266"/>
              <a:ext cx="5936776" cy="27699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r>
                <a:rPr lang="es-CL" sz="1200" u="sng" dirty="0">
                  <a:solidFill>
                    <a:schemeClr val="accent1">
                      <a:lumMod val="50000"/>
                    </a:schemeClr>
                  </a:solidFill>
                  <a:latin typeface="HP Simplified Light" panose="020B0404020204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http://www.cs.duke.edu/csed/jflap/jflaptmp/may15-2011/withSource/JFLAP_With_Source.jar</a:t>
              </a:r>
              <a:endParaRPr lang="es-CL" sz="1200" u="sng" dirty="0">
                <a:solidFill>
                  <a:schemeClr val="accent1">
                    <a:lumMod val="50000"/>
                  </a:schemeClr>
                </a:solidFill>
                <a:latin typeface="HP Simplified Light" panose="020B0404020204020204" pitchFamily="34" charset="0"/>
              </a:endParaRPr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C4118E44-8419-496B-A34E-E6C19A80B257}"/>
              </a:ext>
            </a:extLst>
          </p:cNvPr>
          <p:cNvSpPr/>
          <p:nvPr/>
        </p:nvSpPr>
        <p:spPr>
          <a:xfrm>
            <a:off x="3028500" y="2590800"/>
            <a:ext cx="972000" cy="972000"/>
          </a:xfrm>
          <a:prstGeom prst="ellipse">
            <a:avLst/>
          </a:prstGeom>
          <a:solidFill>
            <a:srgbClr val="FFFF96"/>
          </a:solidFill>
          <a:ln w="28575"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FA9E8537-19B8-4131-BE4B-227B5B7BC1D7}"/>
              </a:ext>
            </a:extLst>
          </p:cNvPr>
          <p:cNvSpPr/>
          <p:nvPr/>
        </p:nvSpPr>
        <p:spPr>
          <a:xfrm rot="5400000">
            <a:off x="2418900" y="2819400"/>
            <a:ext cx="685800" cy="533400"/>
          </a:xfrm>
          <a:prstGeom prst="triangle">
            <a:avLst/>
          </a:prstGeom>
          <a:noFill/>
          <a:ln w="28575"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4D475DE-0BCB-4616-AE99-D3D35BC296E1}"/>
              </a:ext>
            </a:extLst>
          </p:cNvPr>
          <p:cNvSpPr/>
          <p:nvPr/>
        </p:nvSpPr>
        <p:spPr>
          <a:xfrm>
            <a:off x="3100500" y="2672100"/>
            <a:ext cx="828000" cy="828000"/>
          </a:xfrm>
          <a:prstGeom prst="ellipse">
            <a:avLst/>
          </a:prstGeom>
          <a:solidFill>
            <a:srgbClr val="FFFF96"/>
          </a:solidFill>
          <a:ln w="28575"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13D1314-29E8-4A5C-8C7A-5161B9370A66}"/>
              </a:ext>
            </a:extLst>
          </p:cNvPr>
          <p:cNvCxnSpPr/>
          <p:nvPr/>
        </p:nvCxnSpPr>
        <p:spPr>
          <a:xfrm>
            <a:off x="2209800" y="5666664"/>
            <a:ext cx="2895600" cy="0"/>
          </a:xfrm>
          <a:prstGeom prst="straightConnector1">
            <a:avLst/>
          </a:prstGeom>
          <a:ln w="38100">
            <a:solidFill>
              <a:srgbClr val="66666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ocadillo: rectángulo 16">
            <a:extLst>
              <a:ext uri="{FF2B5EF4-FFF2-40B4-BE49-F238E27FC236}">
                <a16:creationId xmlns:a16="http://schemas.microsoft.com/office/drawing/2014/main" id="{84212C78-AD23-4BF6-980B-B5CB16BF4268}"/>
              </a:ext>
            </a:extLst>
          </p:cNvPr>
          <p:cNvSpPr/>
          <p:nvPr/>
        </p:nvSpPr>
        <p:spPr>
          <a:xfrm>
            <a:off x="1524187" y="6102189"/>
            <a:ext cx="1428300" cy="451011"/>
          </a:xfrm>
          <a:prstGeom prst="wedgeRectCallout">
            <a:avLst>
              <a:gd name="adj1" fmla="val 57520"/>
              <a:gd name="adj2" fmla="val -1705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HP Simplified" panose="020B0604020204020204" pitchFamily="34" charset="0"/>
              </a:rPr>
              <a:t>Lee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FAE7B0D-D66A-4BEC-B76D-F127CABB5937}"/>
              </a:ext>
            </a:extLst>
          </p:cNvPr>
          <p:cNvSpPr txBox="1"/>
          <p:nvPr/>
        </p:nvSpPr>
        <p:spPr>
          <a:xfrm>
            <a:off x="2952487" y="5061803"/>
            <a:ext cx="1124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>
                <a:latin typeface="HP Simplified" panose="020B0604020204020204" pitchFamily="34" charset="0"/>
              </a:rPr>
              <a:t>_; _ , _</a:t>
            </a:r>
          </a:p>
        </p:txBody>
      </p:sp>
      <p:sp>
        <p:nvSpPr>
          <p:cNvPr id="20" name="Bocadillo: rectángulo 19">
            <a:extLst>
              <a:ext uri="{FF2B5EF4-FFF2-40B4-BE49-F238E27FC236}">
                <a16:creationId xmlns:a16="http://schemas.microsoft.com/office/drawing/2014/main" id="{5F0B2004-025B-44D9-89E0-E97C88CE6441}"/>
              </a:ext>
            </a:extLst>
          </p:cNvPr>
          <p:cNvSpPr/>
          <p:nvPr/>
        </p:nvSpPr>
        <p:spPr>
          <a:xfrm>
            <a:off x="3100500" y="6102189"/>
            <a:ext cx="1428300" cy="451011"/>
          </a:xfrm>
          <a:prstGeom prst="wedgeRectCallout">
            <a:avLst>
              <a:gd name="adj1" fmla="val -23700"/>
              <a:gd name="adj2" fmla="val -1705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HP Simplified" panose="020B0604020204020204" pitchFamily="34" charset="0"/>
              </a:rPr>
              <a:t>Escribe</a:t>
            </a:r>
          </a:p>
        </p:txBody>
      </p:sp>
      <p:sp>
        <p:nvSpPr>
          <p:cNvPr id="21" name="Bocadillo: rectángulo 20">
            <a:extLst>
              <a:ext uri="{FF2B5EF4-FFF2-40B4-BE49-F238E27FC236}">
                <a16:creationId xmlns:a16="http://schemas.microsoft.com/office/drawing/2014/main" id="{58CF687E-365A-4FDD-B94A-099674347FA5}"/>
              </a:ext>
            </a:extLst>
          </p:cNvPr>
          <p:cNvSpPr/>
          <p:nvPr/>
        </p:nvSpPr>
        <p:spPr>
          <a:xfrm>
            <a:off x="2531287" y="4203262"/>
            <a:ext cx="1504313" cy="661800"/>
          </a:xfrm>
          <a:prstGeom prst="wedgeRectCallout">
            <a:avLst>
              <a:gd name="adj1" fmla="val 40996"/>
              <a:gd name="adj2" fmla="val 1246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HP Simplified" panose="020B0604020204020204" pitchFamily="34" charset="0"/>
              </a:rPr>
              <a:t>Dirección de la cinta</a:t>
            </a:r>
          </a:p>
        </p:txBody>
      </p:sp>
      <p:sp>
        <p:nvSpPr>
          <p:cNvPr id="22" name="Bocadillo: rectángulo con esquinas redondeadas 21">
            <a:extLst>
              <a:ext uri="{FF2B5EF4-FFF2-40B4-BE49-F238E27FC236}">
                <a16:creationId xmlns:a16="http://schemas.microsoft.com/office/drawing/2014/main" id="{A304CDBB-85F6-4E6A-B96F-923ACCA97257}"/>
              </a:ext>
            </a:extLst>
          </p:cNvPr>
          <p:cNvSpPr/>
          <p:nvPr/>
        </p:nvSpPr>
        <p:spPr>
          <a:xfrm>
            <a:off x="304800" y="4944098"/>
            <a:ext cx="1285186" cy="841091"/>
          </a:xfrm>
          <a:prstGeom prst="wedgeRoundRectCallout">
            <a:avLst>
              <a:gd name="adj1" fmla="val 94520"/>
              <a:gd name="adj2" fmla="val 35919"/>
              <a:gd name="adj3" fmla="val 16667"/>
            </a:avLst>
          </a:prstGeom>
          <a:solidFill>
            <a:srgbClr val="FFFF96"/>
          </a:solidFill>
          <a:ln w="28575"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bg2">
                    <a:lumMod val="50000"/>
                  </a:schemeClr>
                </a:solidFill>
                <a:latin typeface="HP Simplified" panose="020B0604020204020204" pitchFamily="34" charset="0"/>
              </a:rPr>
              <a:t>Estado inicial</a:t>
            </a:r>
          </a:p>
        </p:txBody>
      </p:sp>
      <p:sp>
        <p:nvSpPr>
          <p:cNvPr id="23" name="Bocadillo: rectángulo con esquinas redondeadas 22">
            <a:extLst>
              <a:ext uri="{FF2B5EF4-FFF2-40B4-BE49-F238E27FC236}">
                <a16:creationId xmlns:a16="http://schemas.microsoft.com/office/drawing/2014/main" id="{2DC70818-73A6-4927-88B8-4B19131241A1}"/>
              </a:ext>
            </a:extLst>
          </p:cNvPr>
          <p:cNvSpPr/>
          <p:nvPr/>
        </p:nvSpPr>
        <p:spPr>
          <a:xfrm>
            <a:off x="5555202" y="4944098"/>
            <a:ext cx="1285186" cy="841091"/>
          </a:xfrm>
          <a:prstGeom prst="wedgeRoundRectCallout">
            <a:avLst>
              <a:gd name="adj1" fmla="val -80698"/>
              <a:gd name="adj2" fmla="val 37541"/>
              <a:gd name="adj3" fmla="val 16667"/>
            </a:avLst>
          </a:prstGeom>
          <a:solidFill>
            <a:srgbClr val="FFFF96"/>
          </a:solidFill>
          <a:ln w="28575"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bg2">
                    <a:lumMod val="50000"/>
                  </a:schemeClr>
                </a:solidFill>
                <a:latin typeface="HP Simplified" panose="020B0604020204020204" pitchFamily="34" charset="0"/>
              </a:rPr>
              <a:t>Estado final</a:t>
            </a:r>
          </a:p>
        </p:txBody>
      </p:sp>
      <p:sp>
        <p:nvSpPr>
          <p:cNvPr id="24" name="Bocadillo nube: nube 23">
            <a:extLst>
              <a:ext uri="{FF2B5EF4-FFF2-40B4-BE49-F238E27FC236}">
                <a16:creationId xmlns:a16="http://schemas.microsoft.com/office/drawing/2014/main" id="{2426CFC9-D59F-4154-9D30-DECA51E7FCC4}"/>
              </a:ext>
            </a:extLst>
          </p:cNvPr>
          <p:cNvSpPr/>
          <p:nvPr/>
        </p:nvSpPr>
        <p:spPr>
          <a:xfrm>
            <a:off x="3855681" y="1518371"/>
            <a:ext cx="2895600" cy="865314"/>
          </a:xfrm>
          <a:prstGeom prst="cloudCallout">
            <a:avLst>
              <a:gd name="adj1" fmla="val -45608"/>
              <a:gd name="adj2" fmla="val 83576"/>
            </a:avLst>
          </a:prstGeom>
          <a:solidFill>
            <a:schemeClr val="accent2">
              <a:lumMod val="60000"/>
              <a:lumOff val="40000"/>
            </a:schemeClr>
          </a:solidFill>
          <a:ln w="381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HP Simplified" panose="020B0604020204020204" pitchFamily="34" charset="0"/>
              </a:rPr>
              <a:t>Nodos =  Estados</a:t>
            </a:r>
          </a:p>
        </p:txBody>
      </p:sp>
      <p:sp>
        <p:nvSpPr>
          <p:cNvPr id="26" name="Bocadillo: rectángulo con esquinas redondeadas 25">
            <a:extLst>
              <a:ext uri="{FF2B5EF4-FFF2-40B4-BE49-F238E27FC236}">
                <a16:creationId xmlns:a16="http://schemas.microsoft.com/office/drawing/2014/main" id="{5FE79AFD-D77F-4C9B-BF72-75D0008A6EFC}"/>
              </a:ext>
            </a:extLst>
          </p:cNvPr>
          <p:cNvSpPr/>
          <p:nvPr/>
        </p:nvSpPr>
        <p:spPr>
          <a:xfrm>
            <a:off x="755685" y="1964750"/>
            <a:ext cx="1285186" cy="971700"/>
          </a:xfrm>
          <a:prstGeom prst="wedgeRoundRectCallout">
            <a:avLst>
              <a:gd name="adj1" fmla="val 77926"/>
              <a:gd name="adj2" fmla="val 364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HP Simplified" panose="020B0604020204020204" pitchFamily="34" charset="0"/>
              </a:rPr>
              <a:t>Indica estado inicial</a:t>
            </a:r>
          </a:p>
        </p:txBody>
      </p:sp>
      <p:sp>
        <p:nvSpPr>
          <p:cNvPr id="28" name="Bocadillo: rectángulo con esquinas redondeadas 27">
            <a:extLst>
              <a:ext uri="{FF2B5EF4-FFF2-40B4-BE49-F238E27FC236}">
                <a16:creationId xmlns:a16="http://schemas.microsoft.com/office/drawing/2014/main" id="{578857B8-A031-4F5D-BD64-D582DB286604}"/>
              </a:ext>
            </a:extLst>
          </p:cNvPr>
          <p:cNvSpPr/>
          <p:nvPr/>
        </p:nvSpPr>
        <p:spPr>
          <a:xfrm>
            <a:off x="755685" y="3655398"/>
            <a:ext cx="1285186" cy="971700"/>
          </a:xfrm>
          <a:prstGeom prst="wedgeRoundRectCallout">
            <a:avLst>
              <a:gd name="adj1" fmla="val 121465"/>
              <a:gd name="adj2" fmla="val -619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HP Simplified" panose="020B0604020204020204" pitchFamily="34" charset="0"/>
              </a:rPr>
              <a:t>Indica  estado final</a:t>
            </a:r>
          </a:p>
        </p:txBody>
      </p:sp>
      <p:sp>
        <p:nvSpPr>
          <p:cNvPr id="29" name="Bocadillo nube: nube 28">
            <a:extLst>
              <a:ext uri="{FF2B5EF4-FFF2-40B4-BE49-F238E27FC236}">
                <a16:creationId xmlns:a16="http://schemas.microsoft.com/office/drawing/2014/main" id="{DC52042E-C8EA-4204-80E2-87C94373204A}"/>
              </a:ext>
            </a:extLst>
          </p:cNvPr>
          <p:cNvSpPr/>
          <p:nvPr/>
        </p:nvSpPr>
        <p:spPr>
          <a:xfrm>
            <a:off x="4191467" y="3768670"/>
            <a:ext cx="2559814" cy="955731"/>
          </a:xfrm>
          <a:prstGeom prst="cloudCallout">
            <a:avLst>
              <a:gd name="adj1" fmla="val -31237"/>
              <a:gd name="adj2" fmla="val 122245"/>
            </a:avLst>
          </a:prstGeom>
          <a:ln w="381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>
                <a:latin typeface="HP Simplified" panose="020B0604020204020204" pitchFamily="34" charset="0"/>
              </a:rPr>
              <a:t>Arista = función</a:t>
            </a:r>
          </a:p>
        </p:txBody>
      </p:sp>
    </p:spTree>
    <p:extLst>
      <p:ext uri="{BB962C8B-B14F-4D97-AF65-F5344CB8AC3E}">
        <p14:creationId xmlns:p14="http://schemas.microsoft.com/office/powerpoint/2010/main" val="54262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7" grpId="0" animBg="1"/>
      <p:bldP spid="17" grpId="1" animBg="1"/>
      <p:bldP spid="18" grpId="0"/>
      <p:bldP spid="18" grpId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F18DC-67FA-4660-80E6-3D3768C4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Codificación  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0949E1A-6C3F-454D-A0DB-AADEFF59247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2641" y="2035127"/>
            <a:ext cx="4021759" cy="115196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44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δ:Q x Σ → Q x Γ x 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s-MX" sz="44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(q, </a:t>
            </a:r>
            <a:r>
              <a:rPr lang="es-CL" sz="44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ε)↦</a:t>
            </a:r>
            <a:r>
              <a:rPr lang="es-MX" sz="44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(p, </a:t>
            </a:r>
            <a:r>
              <a:rPr lang="es-CL" sz="44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γ, d)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FB972A-41CF-4DA1-82EA-B83DEE1D4638}"/>
              </a:ext>
            </a:extLst>
          </p:cNvPr>
          <p:cNvSpPr txBox="1"/>
          <p:nvPr/>
        </p:nvSpPr>
        <p:spPr>
          <a:xfrm>
            <a:off x="4510017" y="1849138"/>
            <a:ext cx="2514600" cy="4462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355600" algn="l"/>
                <a:tab pos="723900" algn="l"/>
                <a:tab pos="1077913" algn="l"/>
                <a:tab pos="1433513" algn="l"/>
                <a:tab pos="1787525" algn="l"/>
              </a:tabLst>
            </a:pPr>
            <a:r>
              <a:rPr lang="es-MX" sz="28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MX" sz="32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	</a:t>
            </a:r>
            <a:r>
              <a:rPr lang="es-CL" sz="32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	γ	d	p</a:t>
            </a:r>
            <a:endParaRPr lang="es-CL" sz="2800" b="1" dirty="0">
              <a:solidFill>
                <a:srgbClr val="22222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r>
              <a:rPr lang="es-CL" sz="2800" dirty="0">
                <a:solidFill>
                  <a:srgbClr val="22222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0	1	B	R	0</a:t>
            </a: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r>
              <a:rPr lang="es-CL" sz="2800" dirty="0">
                <a:solidFill>
                  <a:srgbClr val="22222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0	0	B	R	1</a:t>
            </a: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r>
              <a:rPr lang="es-CL" sz="2800" dirty="0">
                <a:solidFill>
                  <a:srgbClr val="22222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0	B	B	R	2</a:t>
            </a: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endParaRPr lang="es-CL" sz="2800" dirty="0">
              <a:solidFill>
                <a:srgbClr val="222222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r>
              <a:rPr lang="es-CL" sz="2800" dirty="0">
                <a:solidFill>
                  <a:srgbClr val="22222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1	1	B	R	0</a:t>
            </a: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r>
              <a:rPr lang="es-CL" sz="2800" dirty="0">
                <a:solidFill>
                  <a:srgbClr val="22222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1	0	B	R	1</a:t>
            </a: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r>
              <a:rPr lang="es-CL" sz="2800" dirty="0">
                <a:solidFill>
                  <a:srgbClr val="22222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1	B	B	R	2</a:t>
            </a: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endParaRPr lang="es-CL" sz="2800" dirty="0">
              <a:solidFill>
                <a:srgbClr val="222222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355600" defTabSz="469900">
              <a:tabLst>
                <a:tab pos="723900" algn="l"/>
                <a:tab pos="1077913" algn="l"/>
                <a:tab pos="1433513" algn="l"/>
                <a:tab pos="1787525" algn="l"/>
              </a:tabLst>
            </a:pPr>
            <a:r>
              <a:rPr lang="es-CL" sz="2800" dirty="0">
                <a:solidFill>
                  <a:srgbClr val="22222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2	B	B	S	2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8A11B0A-F89C-4FED-86B1-F54EA3F60558}"/>
              </a:ext>
            </a:extLst>
          </p:cNvPr>
          <p:cNvGrpSpPr/>
          <p:nvPr/>
        </p:nvGrpSpPr>
        <p:grpSpPr>
          <a:xfrm>
            <a:off x="7167655" y="407158"/>
            <a:ext cx="4698679" cy="6096000"/>
            <a:chOff x="6781800" y="457200"/>
            <a:chExt cx="4698679" cy="57150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187CA3D6-8D58-4101-8003-86277B32AC6F}"/>
                </a:ext>
              </a:extLst>
            </p:cNvPr>
            <p:cNvSpPr/>
            <p:nvPr/>
          </p:nvSpPr>
          <p:spPr>
            <a:xfrm>
              <a:off x="6781800" y="457200"/>
              <a:ext cx="4698679" cy="5715000"/>
            </a:xfrm>
            <a:prstGeom prst="roundRect">
              <a:avLst>
                <a:gd name="adj" fmla="val 4248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Marcador de contenido 2">
              <a:extLst>
                <a:ext uri="{FF2B5EF4-FFF2-40B4-BE49-F238E27FC236}">
                  <a16:creationId xmlns:a16="http://schemas.microsoft.com/office/drawing/2014/main" id="{F9DCA5FB-E15D-47D6-B770-A1A6A714E650}"/>
                </a:ext>
              </a:extLst>
            </p:cNvPr>
            <p:cNvSpPr txBox="1">
              <a:spLocks/>
            </p:cNvSpPr>
            <p:nvPr/>
          </p:nvSpPr>
          <p:spPr>
            <a:xfrm>
              <a:off x="6799879" y="533400"/>
              <a:ext cx="4501168" cy="543469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•"/>
                <a:defRPr sz="36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32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8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4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4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marL="177800" indent="0">
                <a:buNone/>
              </a:pPr>
              <a:r>
                <a:rPr lang="es-MX" sz="2800" b="1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MT</a:t>
              </a:r>
              <a:r>
                <a:rPr lang="es-MX" sz="28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=(Q, Σ, Γ,</a:t>
              </a:r>
              <a:r>
                <a:rPr lang="es-MX" sz="28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q</a:t>
              </a:r>
              <a:r>
                <a:rPr lang="es-MX" sz="2800" baseline="-250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800" b="0" i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MX" sz="28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F, δ)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donde 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MX" sz="2800" b="1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= {q</a:t>
              </a:r>
              <a:r>
                <a:rPr lang="es-MX" sz="28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q</a:t>
              </a:r>
              <a:r>
                <a:rPr lang="es-MX" sz="28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, q</a:t>
              </a:r>
              <a:r>
                <a:rPr lang="es-CL" sz="2800" baseline="-250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2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= {0, 1}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Γ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= {0, 1, </a:t>
              </a:r>
              <a:r>
                <a:rPr lang="el-GR" sz="2800" i="0" dirty="0">
                  <a:solidFill>
                    <a:srgbClr val="050115"/>
                  </a:solidFill>
                  <a:effectLst/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Ͱ</a:t>
              </a:r>
              <a:r>
                <a:rPr lang="es-CL" sz="2800" i="0">
                  <a:solidFill>
                    <a:srgbClr val="050115"/>
                  </a:solidFill>
                  <a:effectLst/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, B}</a:t>
              </a:r>
              <a:endParaRPr lang="es-CL" sz="2800" i="0" dirty="0">
                <a:solidFill>
                  <a:srgbClr val="050115"/>
                </a:solidFill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endParaRP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F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 = {q</a:t>
              </a:r>
              <a:r>
                <a:rPr lang="es-CL" sz="2800" baseline="-250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2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}</a:t>
              </a:r>
            </a:p>
            <a:p>
              <a:pPr marL="635000" indent="-457200"/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δ:Q </a:t>
              </a:r>
              <a:r>
                <a:rPr lang="es-CL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⨉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Σ → Q x Γ </a:t>
              </a:r>
              <a:r>
                <a:rPr lang="es-CL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⨉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{L,R}</a:t>
              </a:r>
              <a:endParaRPr lang="es-CL" sz="2800" dirty="0">
                <a:solidFill>
                  <a:srgbClr val="050115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0)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1)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0)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1)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 </a:t>
              </a: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D)</a:t>
              </a: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MX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S) </a:t>
              </a:r>
              <a:endParaRPr lang="es-CL" sz="2800" dirty="0"/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1F4BB45-1815-464B-9672-B08552E2A3D2}"/>
              </a:ext>
            </a:extLst>
          </p:cNvPr>
          <p:cNvSpPr txBox="1"/>
          <p:nvPr/>
        </p:nvSpPr>
        <p:spPr>
          <a:xfrm>
            <a:off x="582940" y="3199788"/>
            <a:ext cx="3968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latin typeface="HP Simplified Light" panose="020B0404020204020204" pitchFamily="34" charset="0"/>
              </a:rPr>
              <a:t>http://morphett.info/turing/turing.html</a:t>
            </a:r>
          </a:p>
        </p:txBody>
      </p:sp>
    </p:spTree>
    <p:extLst>
      <p:ext uri="{BB962C8B-B14F-4D97-AF65-F5344CB8AC3E}">
        <p14:creationId xmlns:p14="http://schemas.microsoft.com/office/powerpoint/2010/main" val="210807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11D52-5D16-477C-AEC8-084883B77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Instantáneas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5CB7F6-BF61-4533-917F-9F8114716F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5517" y="1680987"/>
            <a:ext cx="6145167" cy="1365604"/>
          </a:xfrm>
        </p:spPr>
        <p:txBody>
          <a:bodyPr/>
          <a:lstStyle/>
          <a:p>
            <a:r>
              <a:rPr lang="es-CL" dirty="0">
                <a:latin typeface="HP Simplified Light" panose="020B0404020204020204" pitchFamily="34" charset="0"/>
              </a:rPr>
              <a:t>Corresponde al resultado de salida </a:t>
            </a:r>
            <a:r>
              <a:rPr lang="es-MX" sz="3600" b="0" i="0" dirty="0">
                <a:solidFill>
                  <a:srgbClr val="222222"/>
                </a:solidFill>
                <a:effectLst/>
                <a:latin typeface="HP Simplified Light" panose="020B0404020204020204" pitchFamily="34" charset="0"/>
                <a:cs typeface="Calibri" panose="020F0502020204030204" pitchFamily="34" charset="0"/>
              </a:rPr>
              <a:t>Γ, por cada paso</a:t>
            </a:r>
            <a:endParaRPr lang="es-CL" dirty="0">
              <a:latin typeface="HP Simplified Light" panose="020B0404020204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83DE68D-ECC4-49D3-B9FC-8B4F04FE8270}"/>
              </a:ext>
            </a:extLst>
          </p:cNvPr>
          <p:cNvGrpSpPr/>
          <p:nvPr/>
        </p:nvGrpSpPr>
        <p:grpSpPr>
          <a:xfrm>
            <a:off x="7010400" y="381000"/>
            <a:ext cx="4698679" cy="6096000"/>
            <a:chOff x="6781800" y="457200"/>
            <a:chExt cx="4698679" cy="5715000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CB871F4A-91BC-4287-9EE4-3417190A78EB}"/>
                </a:ext>
              </a:extLst>
            </p:cNvPr>
            <p:cNvSpPr/>
            <p:nvPr/>
          </p:nvSpPr>
          <p:spPr>
            <a:xfrm>
              <a:off x="6781800" y="457200"/>
              <a:ext cx="4698679" cy="5715000"/>
            </a:xfrm>
            <a:prstGeom prst="roundRect">
              <a:avLst>
                <a:gd name="adj" fmla="val 4248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5AFBE442-F425-4FDE-AE27-D2C2D1AE9D6D}"/>
                </a:ext>
              </a:extLst>
            </p:cNvPr>
            <p:cNvSpPr txBox="1">
              <a:spLocks/>
            </p:cNvSpPr>
            <p:nvPr/>
          </p:nvSpPr>
          <p:spPr>
            <a:xfrm>
              <a:off x="6799879" y="533400"/>
              <a:ext cx="4501168" cy="543469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•"/>
                <a:defRPr sz="36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32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8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4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2400" kern="1200" cap="none" baseline="0">
                  <a:solidFill>
                    <a:schemeClr val="tx1"/>
                  </a:solidFill>
                  <a:effectLst/>
                  <a:latin typeface="HP Simplified" panose="020B0604020204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60000"/>
                <a:buFont typeface="Arial" panose="020B0604020202020204" pitchFamily="34" charset="0"/>
                <a:buChar char="•"/>
                <a:defRPr sz="1400" kern="1200" cap="all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marL="177800" indent="0">
                <a:buNone/>
              </a:pPr>
              <a:r>
                <a:rPr lang="es-MX" sz="2800" b="1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MT</a:t>
              </a:r>
              <a:r>
                <a:rPr lang="es-MX" sz="28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=(Q, Σ, Γ,</a:t>
              </a:r>
              <a:r>
                <a:rPr lang="es-MX" sz="28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q</a:t>
              </a:r>
              <a:r>
                <a:rPr lang="es-MX" sz="2800" baseline="-250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8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F, δ)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donde 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MX" sz="2800" b="1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= {q</a:t>
              </a:r>
              <a:r>
                <a:rPr lang="es-MX" sz="28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q</a:t>
              </a:r>
              <a:r>
                <a:rPr lang="es-MX" sz="28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, q</a:t>
              </a:r>
              <a:r>
                <a:rPr lang="es-CL" sz="2800" baseline="-250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2</a:t>
              </a:r>
              <a:r>
                <a:rPr lang="es-MX" sz="28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= {0, 1}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Γ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= {0, 1, </a:t>
              </a:r>
              <a:r>
                <a:rPr lang="el-GR" sz="2800" i="0" dirty="0">
                  <a:solidFill>
                    <a:srgbClr val="050115"/>
                  </a:solidFill>
                  <a:effectLst/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Ͱ</a:t>
              </a:r>
              <a:r>
                <a:rPr lang="es-CL" sz="2800" i="0" dirty="0">
                  <a:solidFill>
                    <a:srgbClr val="050115"/>
                  </a:solidFill>
                  <a:effectLst/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, B}</a:t>
              </a:r>
            </a:p>
            <a:p>
              <a:pPr marL="635000" indent="-457200">
                <a:lnSpc>
                  <a:spcPct val="100000"/>
                </a:lnSpc>
                <a:spcBef>
                  <a:spcPts val="600"/>
                </a:spcBef>
              </a:pPr>
              <a:r>
                <a:rPr lang="es-CL" sz="2800" b="1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F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 = {q</a:t>
              </a:r>
              <a:r>
                <a:rPr lang="es-CL" sz="2800" baseline="-250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2</a:t>
              </a:r>
              <a:r>
                <a:rPr lang="es-CL" sz="2800" dirty="0">
                  <a:solidFill>
                    <a:srgbClr val="050115"/>
                  </a:solidFill>
                  <a:latin typeface="Calibri" panose="020F0502020204030204" pitchFamily="34" charset="0"/>
                  <a:ea typeface="Tahoma" panose="020B0604030504040204" pitchFamily="34" charset="0"/>
                  <a:cs typeface="Calibri" panose="020F0502020204030204" pitchFamily="34" charset="0"/>
                </a:rPr>
                <a:t>}</a:t>
              </a:r>
            </a:p>
            <a:p>
              <a:pPr marL="635000" indent="-457200"/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δ:Q </a:t>
              </a:r>
              <a:r>
                <a:rPr lang="es-CL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⨉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Σ → Q x Γ </a:t>
              </a:r>
              <a:r>
                <a:rPr lang="es-CL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⨉</a:t>
              </a:r>
              <a:r>
                <a:rPr lang="es-MX" sz="28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{L,R}</a:t>
              </a:r>
              <a:endParaRPr lang="es-CL" sz="2800" dirty="0">
                <a:solidFill>
                  <a:srgbClr val="050115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0)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1)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0)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D) </a:t>
              </a:r>
              <a:endParaRPr lang="es-MX" sz="26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1)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D) </a:t>
              </a: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D)</a:t>
              </a:r>
            </a:p>
            <a:p>
              <a:pPr marL="723900" indent="0">
                <a:buNone/>
              </a:pP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δ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MX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B) 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↦ (</a:t>
              </a:r>
              <a:r>
                <a:rPr lang="es-MX" sz="26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lang="es-MX" sz="2600" baseline="-25000" dirty="0">
                  <a:solidFill>
                    <a:srgbClr val="22222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s-CL" sz="2600" b="0" i="0" dirty="0">
                  <a:solidFill>
                    <a:srgbClr val="222222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, B, S) </a:t>
              </a:r>
              <a:endParaRPr lang="es-CL" sz="2800" dirty="0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D7E27D13-307A-498F-844C-630C8EBFE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107"/>
          <a:stretch/>
        </p:blipFill>
        <p:spPr>
          <a:xfrm>
            <a:off x="775517" y="3360783"/>
            <a:ext cx="2895600" cy="2735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accent1"/>
            </a:solidFill>
          </a:ln>
          <a:effectLst/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3E364D2-4D1E-41D9-AB28-660DFED98E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" t="54685" r="-437" b="568"/>
          <a:stretch/>
        </p:blipFill>
        <p:spPr>
          <a:xfrm>
            <a:off x="3892958" y="3360783"/>
            <a:ext cx="2895600" cy="21897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34669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47C24-C5AB-40D0-813E-0F20D548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Linkografía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DBC144-653E-4B1C-B1E1-F4CDA1EC72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896600" cy="3311189"/>
          </a:xfrm>
        </p:spPr>
        <p:txBody>
          <a:bodyPr>
            <a:normAutofit/>
          </a:bodyPr>
          <a:lstStyle/>
          <a:p>
            <a:r>
              <a:rPr lang="es-CL" sz="2400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http://morphett.info/turing/turing.html</a:t>
            </a:r>
            <a:endParaRPr lang="es-CL" sz="2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CL" sz="2400" dirty="0">
                <a:solidFill>
                  <a:schemeClr val="accent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http://www.cs.duke.edu/csed/jflap/jflaptmp/may15-2011/withSource/JFLAP_With_Source.jar</a:t>
            </a:r>
            <a:endParaRPr lang="es-CL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615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1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1518</TotalTime>
  <Words>1405</Words>
  <Application>Microsoft Office PowerPoint</Application>
  <PresentationFormat>Panorámica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Consolas</vt:lpstr>
      <vt:lpstr>HP Simplified</vt:lpstr>
      <vt:lpstr>HP Simplified Light</vt:lpstr>
      <vt:lpstr>Impact</vt:lpstr>
      <vt:lpstr>Evento principal</vt:lpstr>
      <vt:lpstr>1_Evento principal</vt:lpstr>
      <vt:lpstr>Teoría de Grafos</vt:lpstr>
      <vt:lpstr>objetivos</vt:lpstr>
      <vt:lpstr>¿Qué es la Maquina de Turing (MT)?</vt:lpstr>
      <vt:lpstr>Definición Informal</vt:lpstr>
      <vt:lpstr>Definición formal</vt:lpstr>
      <vt:lpstr>función de transición</vt:lpstr>
      <vt:lpstr>Veamos un ejemplo</vt:lpstr>
      <vt:lpstr>Presentación de PowerPoint</vt:lpstr>
      <vt:lpstr>Representación por grafos</vt:lpstr>
      <vt:lpstr>Codificación  </vt:lpstr>
      <vt:lpstr>Instantáneas</vt:lpstr>
      <vt:lpstr>Linkografía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Grafos</dc:title>
  <dc:creator>Rolando E. Montero A.</dc:creator>
  <cp:lastModifiedBy>Rolando E. Montero A.</cp:lastModifiedBy>
  <cp:revision>66</cp:revision>
  <dcterms:created xsi:type="dcterms:W3CDTF">2020-07-09T09:00:48Z</dcterms:created>
  <dcterms:modified xsi:type="dcterms:W3CDTF">2020-08-13T03:38:39Z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2020-07-09T00:00:00Z</vt:filetime>
  </property>
</Properties>
</file>