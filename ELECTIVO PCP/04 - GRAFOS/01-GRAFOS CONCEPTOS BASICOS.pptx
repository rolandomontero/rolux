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media/image5.jpg" ContentType="image/jpg"/>
  <Override PartName="/ppt/media/image14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305" r:id="rId2"/>
    <p:sldId id="311" r:id="rId3"/>
    <p:sldId id="306" r:id="rId4"/>
    <p:sldId id="258" r:id="rId5"/>
    <p:sldId id="262" r:id="rId6"/>
    <p:sldId id="263" r:id="rId7"/>
    <p:sldId id="308" r:id="rId8"/>
    <p:sldId id="265" r:id="rId9"/>
    <p:sldId id="266" r:id="rId10"/>
    <p:sldId id="267" r:id="rId11"/>
    <p:sldId id="268" r:id="rId12"/>
    <p:sldId id="309" r:id="rId13"/>
    <p:sldId id="310" r:id="rId14"/>
    <p:sldId id="318" r:id="rId15"/>
    <p:sldId id="319" r:id="rId16"/>
    <p:sldId id="270" r:id="rId17"/>
    <p:sldId id="307" r:id="rId18"/>
    <p:sldId id="320" r:id="rId19"/>
    <p:sldId id="321" r:id="rId20"/>
    <p:sldId id="322" r:id="rId21"/>
    <p:sldId id="323" r:id="rId22"/>
    <p:sldId id="312" r:id="rId23"/>
    <p:sldId id="313" r:id="rId24"/>
    <p:sldId id="314" r:id="rId25"/>
    <p:sldId id="315" r:id="rId26"/>
    <p:sldId id="316" r:id="rId27"/>
    <p:sldId id="324" r:id="rId28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E832D-6663-42B9-82F2-1CD7B753C3F2}" v="1" dt="2022-05-30T14:24:48.3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61" d="100"/>
          <a:sy n="61" d="100"/>
        </p:scale>
        <p:origin x="1002" y="66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DDBE832D-6663-42B9-82F2-1CD7B753C3F2}"/>
    <pc:docChg chg="addSld modSld sldOrd">
      <pc:chgData name="Rolando E. Montero A." userId="db44b2c1daed2876" providerId="LiveId" clId="{DDBE832D-6663-42B9-82F2-1CD7B753C3F2}" dt="2022-05-30T14:26:00.426" v="6"/>
      <pc:docMkLst>
        <pc:docMk/>
      </pc:docMkLst>
      <pc:sldChg chg="ord">
        <pc:chgData name="Rolando E. Montero A." userId="db44b2c1daed2876" providerId="LiveId" clId="{DDBE832D-6663-42B9-82F2-1CD7B753C3F2}" dt="2022-05-30T14:26:00.426" v="6"/>
        <pc:sldMkLst>
          <pc:docMk/>
          <pc:sldMk cId="0" sldId="270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2992826501" sldId="307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1305555205" sldId="312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1359696745" sldId="313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835576065" sldId="314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212886999" sldId="315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78699852" sldId="316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4213273823" sldId="318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3403827601" sldId="319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3109415576" sldId="320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1273912043" sldId="321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2675995060" sldId="322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330909538" sldId="323"/>
        </pc:sldMkLst>
      </pc:sldChg>
      <pc:sldChg chg="add">
        <pc:chgData name="Rolando E. Montero A." userId="db44b2c1daed2876" providerId="LiveId" clId="{DDBE832D-6663-42B9-82F2-1CD7B753C3F2}" dt="2022-05-30T14:24:48.345" v="0"/>
        <pc:sldMkLst>
          <pc:docMk/>
          <pc:sldMk cId="2328375940" sldId="324"/>
        </pc:sldMkLst>
      </pc:sldChg>
    </pc:docChg>
  </pc:docChgLst>
  <pc:docChgLst>
    <pc:chgData name="Rolando E. Montero A." userId="db44b2c1daed2876" providerId="LiveId" clId="{ED03F38D-DCC7-43FB-B6DD-C413D396B229}"/>
    <pc:docChg chg="modSld">
      <pc:chgData name="Rolando E. Montero A." userId="db44b2c1daed2876" providerId="LiveId" clId="{ED03F38D-DCC7-43FB-B6DD-C413D396B229}" dt="2020-07-28T19:41:41.755" v="0" actId="20578"/>
      <pc:docMkLst>
        <pc:docMk/>
      </pc:docMkLst>
      <pc:sldChg chg="modSp">
        <pc:chgData name="Rolando E. Montero A." userId="db44b2c1daed2876" providerId="LiveId" clId="{ED03F38D-DCC7-43FB-B6DD-C413D396B229}" dt="2020-07-28T19:41:41.755" v="0" actId="20578"/>
        <pc:sldMkLst>
          <pc:docMk/>
          <pc:sldMk cId="68637020" sldId="311"/>
        </pc:sldMkLst>
        <pc:spChg chg="mod">
          <ac:chgData name="Rolando E. Montero A." userId="db44b2c1daed2876" providerId="LiveId" clId="{ED03F38D-DCC7-43FB-B6DD-C413D396B229}" dt="2020-07-28T19:41:41.755" v="0" actId="20578"/>
          <ac:spMkLst>
            <pc:docMk/>
            <pc:sldMk cId="68637020" sldId="311"/>
            <ac:spMk id="3" creationId="{F095A515-05A8-43C8-AF3B-0D818EEA732C}"/>
          </ac:spMkLst>
        </pc:spChg>
      </pc:sldChg>
    </pc:docChg>
  </pc:docChgLst>
  <pc:docChgLst>
    <pc:chgData name="Rolando E. Montero A." userId="db44b2c1daed2876" providerId="LiveId" clId="{2AF5A329-0A95-4ACC-A6CF-4C3B4F547B85}"/>
    <pc:docChg chg="undo custSel delSld modSld modSection">
      <pc:chgData name="Rolando E. Montero A." userId="db44b2c1daed2876" providerId="LiveId" clId="{2AF5A329-0A95-4ACC-A6CF-4C3B4F547B85}" dt="2020-07-10T15:40:09.822" v="627" actId="1076"/>
      <pc:docMkLst>
        <pc:docMk/>
      </pc:docMkLst>
      <pc:sldChg chg="delSp modSp del mod delAnim">
        <pc:chgData name="Rolando E. Montero A." userId="db44b2c1daed2876" providerId="LiveId" clId="{2AF5A329-0A95-4ACC-A6CF-4C3B4F547B85}" dt="2020-07-10T15:31:02.135" v="522" actId="47"/>
        <pc:sldMkLst>
          <pc:docMk/>
          <pc:sldMk cId="0" sldId="257"/>
        </pc:sldMkLst>
        <pc:spChg chg="mod">
          <ac:chgData name="Rolando E. Montero A." userId="db44b2c1daed2876" providerId="LiveId" clId="{2AF5A329-0A95-4ACC-A6CF-4C3B4F547B85}" dt="2020-07-10T15:30:39.988" v="49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9:22.047" v="40" actId="1076"/>
          <ac:spMkLst>
            <pc:docMk/>
            <pc:sldMk cId="0" sldId="257"/>
            <ac:spMk id="3" creationId="{00000000-0000-0000-0000-000000000000}"/>
          </ac:spMkLst>
        </pc:spChg>
        <pc:picChg chg="del">
          <ac:chgData name="Rolando E. Montero A." userId="db44b2c1daed2876" providerId="LiveId" clId="{2AF5A329-0A95-4ACC-A6CF-4C3B4F547B85}" dt="2020-07-10T14:38:25.376" v="28" actId="478"/>
          <ac:picMkLst>
            <pc:docMk/>
            <pc:sldMk cId="0" sldId="257"/>
            <ac:picMk id="5" creationId="{2D9FCEE3-8A02-4F1A-909C-A79020658F86}"/>
          </ac:picMkLst>
        </pc:picChg>
      </pc:sldChg>
      <pc:sldChg chg="addSp delSp modSp mod">
        <pc:chgData name="Rolando E. Montero A." userId="db44b2c1daed2876" providerId="LiveId" clId="{2AF5A329-0A95-4ACC-A6CF-4C3B4F547B85}" dt="2020-07-10T15:36:53.187" v="583" actId="1076"/>
        <pc:sldMkLst>
          <pc:docMk/>
          <pc:sldMk cId="0" sldId="258"/>
        </pc:sldMkLst>
        <pc:spChg chg="del topLvl">
          <ac:chgData name="Rolando E. Montero A." userId="db44b2c1daed2876" providerId="LiveId" clId="{2AF5A329-0A95-4ACC-A6CF-4C3B4F547B85}" dt="2020-07-10T15:33:17.427" v="542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36:48.010" v="582" actId="14100"/>
          <ac:spMkLst>
            <pc:docMk/>
            <pc:sldMk cId="0" sldId="258"/>
            <ac:spMk id="6" creationId="{81B428AA-1646-4909-BB2B-290D94934C80}"/>
          </ac:spMkLst>
        </pc:spChg>
        <pc:spChg chg="del mod">
          <ac:chgData name="Rolando E. Montero A." userId="db44b2c1daed2876" providerId="LiveId" clId="{2AF5A329-0A95-4ACC-A6CF-4C3B4F547B85}" dt="2020-07-10T15:32:19.348" v="525" actId="478"/>
          <ac:spMkLst>
            <pc:docMk/>
            <pc:sldMk cId="0" sldId="258"/>
            <ac:spMk id="7" creationId="{67A5C138-3411-4180-95BB-CE59DCBD099A}"/>
          </ac:spMkLst>
        </pc:spChg>
        <pc:spChg chg="mod topLvl">
          <ac:chgData name="Rolando E. Montero A." userId="db44b2c1daed2876" providerId="LiveId" clId="{2AF5A329-0A95-4ACC-A6CF-4C3B4F547B85}" dt="2020-07-10T15:33:59.046" v="551" actId="164"/>
          <ac:spMkLst>
            <pc:docMk/>
            <pc:sldMk cId="0" sldId="258"/>
            <ac:spMk id="10" creationId="{858A1153-B409-4EBB-B496-38226779EE27}"/>
          </ac:spMkLst>
        </pc:spChg>
        <pc:spChg chg="add mod">
          <ac:chgData name="Rolando E. Montero A." userId="db44b2c1daed2876" providerId="LiveId" clId="{2AF5A329-0A95-4ACC-A6CF-4C3B4F547B85}" dt="2020-07-10T15:35:44.096" v="576" actId="14100"/>
          <ac:spMkLst>
            <pc:docMk/>
            <pc:sldMk cId="0" sldId="258"/>
            <ac:spMk id="12" creationId="{41614F87-774F-49A3-A72C-2B378893AB26}"/>
          </ac:spMkLst>
        </pc:spChg>
        <pc:spChg chg="add del mod">
          <ac:chgData name="Rolando E. Montero A." userId="db44b2c1daed2876" providerId="LiveId" clId="{2AF5A329-0A95-4ACC-A6CF-4C3B4F547B85}" dt="2020-07-10T15:32:22.952" v="526" actId="478"/>
          <ac:spMkLst>
            <pc:docMk/>
            <pc:sldMk cId="0" sldId="258"/>
            <ac:spMk id="13" creationId="{E12D2105-DB09-4E50-BF55-D2B4BD166E87}"/>
          </ac:spMkLst>
        </pc:spChg>
        <pc:grpChg chg="mod">
          <ac:chgData name="Rolando E. Montero A." userId="db44b2c1daed2876" providerId="LiveId" clId="{2AF5A329-0A95-4ACC-A6CF-4C3B4F547B85}" dt="2020-07-10T15:36:53.187" v="583" actId="1076"/>
          <ac:grpSpMkLst>
            <pc:docMk/>
            <pc:sldMk cId="0" sldId="258"/>
            <ac:grpSpMk id="9" creationId="{76121492-63BC-4CDD-90DD-2E15018D9898}"/>
          </ac:grpSpMkLst>
        </pc:grpChg>
        <pc:grpChg chg="del mod">
          <ac:chgData name="Rolando E. Montero A." userId="db44b2c1daed2876" providerId="LiveId" clId="{2AF5A329-0A95-4ACC-A6CF-4C3B4F547B85}" dt="2020-07-10T15:33:17.427" v="542" actId="478"/>
          <ac:grpSpMkLst>
            <pc:docMk/>
            <pc:sldMk cId="0" sldId="258"/>
            <ac:grpSpMk id="11" creationId="{1FA60D84-1C76-4DF8-8B7C-27788F0F4358}"/>
          </ac:grpSpMkLst>
        </pc:grpChg>
        <pc:grpChg chg="add mod">
          <ac:chgData name="Rolando E. Montero A." userId="db44b2c1daed2876" providerId="LiveId" clId="{2AF5A329-0A95-4ACC-A6CF-4C3B4F547B85}" dt="2020-07-10T15:35:57.765" v="579" actId="14100"/>
          <ac:grpSpMkLst>
            <pc:docMk/>
            <pc:sldMk cId="0" sldId="258"/>
            <ac:grpSpMk id="15" creationId="{633E834A-8162-4132-BFAC-0C1740CA85E0}"/>
          </ac:grpSpMkLst>
        </pc:grpChg>
        <pc:picChg chg="add mod">
          <ac:chgData name="Rolando E. Montero A." userId="db44b2c1daed2876" providerId="LiveId" clId="{2AF5A329-0A95-4ACC-A6CF-4C3B4F547B85}" dt="2020-07-10T15:33:59.046" v="551" actId="164"/>
          <ac:picMkLst>
            <pc:docMk/>
            <pc:sldMk cId="0" sldId="258"/>
            <ac:picMk id="14" creationId="{B6987082-DD98-4F8B-BFD8-64D4152C195A}"/>
          </ac:picMkLst>
        </pc:picChg>
      </pc:sldChg>
      <pc:sldChg chg="addSp modSp del mod">
        <pc:chgData name="Rolando E. Montero A." userId="db44b2c1daed2876" providerId="LiveId" clId="{2AF5A329-0A95-4ACC-A6CF-4C3B4F547B85}" dt="2020-07-10T14:47:47.262" v="76" actId="2696"/>
        <pc:sldMkLst>
          <pc:docMk/>
          <pc:sldMk cId="0" sldId="260"/>
        </pc:sldMkLst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6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0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5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38:05.941" v="27" actId="164"/>
          <ac:spMkLst>
            <pc:docMk/>
            <pc:sldMk cId="0" sldId="260"/>
            <ac:spMk id="25" creationId="{00000000-0000-0000-0000-000000000000}"/>
          </ac:spMkLst>
        </pc:spChg>
        <pc:grpChg chg="add mod">
          <ac:chgData name="Rolando E. Montero A." userId="db44b2c1daed2876" providerId="LiveId" clId="{2AF5A329-0A95-4ACC-A6CF-4C3B4F547B85}" dt="2020-07-10T14:38:05.941" v="27" actId="164"/>
          <ac:grpSpMkLst>
            <pc:docMk/>
            <pc:sldMk cId="0" sldId="260"/>
            <ac:grpSpMk id="27" creationId="{B3970F5F-513C-4E9D-AECD-C60ADE44083A}"/>
          </ac:grpSpMkLst>
        </pc:grpChg>
      </pc:sldChg>
      <pc:sldChg chg="del">
        <pc:chgData name="Rolando E. Montero A." userId="db44b2c1daed2876" providerId="LiveId" clId="{2AF5A329-0A95-4ACC-A6CF-4C3B4F547B85}" dt="2020-07-10T14:43:34.141" v="66" actId="47"/>
        <pc:sldMkLst>
          <pc:docMk/>
          <pc:sldMk cId="0" sldId="261"/>
        </pc:sldMkLst>
      </pc:sldChg>
      <pc:sldChg chg="addSp modSp mod">
        <pc:chgData name="Rolando E. Montero A." userId="db44b2c1daed2876" providerId="LiveId" clId="{2AF5A329-0A95-4ACC-A6CF-4C3B4F547B85}" dt="2020-07-10T15:40:09.822" v="627" actId="1076"/>
        <pc:sldMkLst>
          <pc:docMk/>
          <pc:sldMk cId="0" sldId="262"/>
        </pc:sldMkLst>
        <pc:spChg chg="mod">
          <ac:chgData name="Rolando E. Montero A." userId="db44b2c1daed2876" providerId="LiveId" clId="{2AF5A329-0A95-4ACC-A6CF-4C3B4F547B85}" dt="2020-07-10T14:51:20.844" v="109" actId="554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39:42.374" v="623" actId="164"/>
          <ac:spMkLst>
            <pc:docMk/>
            <pc:sldMk cId="0" sldId="262"/>
            <ac:spMk id="4" creationId="{00000000-0000-0000-0000-000000000000}"/>
          </ac:spMkLst>
        </pc:spChg>
        <pc:spChg chg="add mod ord">
          <ac:chgData name="Rolando E. Montero A." userId="db44b2c1daed2876" providerId="LiveId" clId="{2AF5A329-0A95-4ACC-A6CF-4C3B4F547B85}" dt="2020-07-10T15:39:42.374" v="623" actId="164"/>
          <ac:spMkLst>
            <pc:docMk/>
            <pc:sldMk cId="0" sldId="262"/>
            <ac:spMk id="25" creationId="{D7D97E4D-264F-4F0B-907D-8BB7038E356F}"/>
          </ac:spMkLst>
        </pc:spChg>
        <pc:spChg chg="mod">
          <ac:chgData name="Rolando E. Montero A." userId="db44b2c1daed2876" providerId="LiveId" clId="{2AF5A329-0A95-4ACC-A6CF-4C3B4F547B85}" dt="2020-07-10T14:51:20.844" v="109" actId="554"/>
          <ac:spMkLst>
            <pc:docMk/>
            <pc:sldMk cId="0" sldId="262"/>
            <ac:spMk id="28" creationId="{65352C4E-C534-4DC1-9410-BDE49F32FAB2}"/>
          </ac:spMkLst>
        </pc:spChg>
        <pc:spChg chg="add mod">
          <ac:chgData name="Rolando E. Montero A." userId="db44b2c1daed2876" providerId="LiveId" clId="{2AF5A329-0A95-4ACC-A6CF-4C3B4F547B85}" dt="2020-07-10T14:51:37.826" v="115" actId="113"/>
          <ac:spMkLst>
            <pc:docMk/>
            <pc:sldMk cId="0" sldId="262"/>
            <ac:spMk id="30" creationId="{8C8BB1BD-E9CB-4AC6-89BF-CEB70F52A763}"/>
          </ac:spMkLst>
        </pc:spChg>
        <pc:grpChg chg="add mod">
          <ac:chgData name="Rolando E. Montero A." userId="db44b2c1daed2876" providerId="LiveId" clId="{2AF5A329-0A95-4ACC-A6CF-4C3B4F547B85}" dt="2020-07-10T15:39:56.602" v="625" actId="1076"/>
          <ac:grpSpMkLst>
            <pc:docMk/>
            <pc:sldMk cId="0" sldId="262"/>
            <ac:grpSpMk id="27" creationId="{552D8318-CBCC-4BE5-B71D-A175C0535F3B}"/>
          </ac:grpSpMkLst>
        </pc:grpChg>
        <pc:grpChg chg="mod">
          <ac:chgData name="Rolando E. Montero A." userId="db44b2c1daed2876" providerId="LiveId" clId="{2AF5A329-0A95-4ACC-A6CF-4C3B4F547B85}" dt="2020-07-10T15:40:09.822" v="627" actId="1076"/>
          <ac:grpSpMkLst>
            <pc:docMk/>
            <pc:sldMk cId="0" sldId="262"/>
            <ac:grpSpMk id="29" creationId="{F74C5672-DBC3-43CA-98FE-EC5A1FEE4F38}"/>
          </ac:grpSpMkLst>
        </pc:grpChg>
      </pc:sldChg>
      <pc:sldChg chg="addSp delSp modSp mod modAnim">
        <pc:chgData name="Rolando E. Montero A." userId="db44b2c1daed2876" providerId="LiveId" clId="{2AF5A329-0A95-4ACC-A6CF-4C3B4F547B85}" dt="2020-07-10T15:02:58.693" v="246" actId="207"/>
        <pc:sldMkLst>
          <pc:docMk/>
          <pc:sldMk cId="0" sldId="263"/>
        </pc:sldMkLst>
        <pc:spChg chg="mod">
          <ac:chgData name="Rolando E. Montero A." userId="db44b2c1daed2876" providerId="LiveId" clId="{2AF5A329-0A95-4ACC-A6CF-4C3B4F547B85}" dt="2020-07-10T14:58:18.769" v="177" actId="552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58:18.769" v="177" actId="552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52:49.677" v="124" actId="2085"/>
          <ac:spMkLst>
            <pc:docMk/>
            <pc:sldMk cId="0" sldId="263"/>
            <ac:spMk id="20" creationId="{00000000-0000-0000-0000-000000000000}"/>
          </ac:spMkLst>
        </pc:spChg>
        <pc:spChg chg="mod topLvl">
          <ac:chgData name="Rolando E. Montero A." userId="db44b2c1daed2876" providerId="LiveId" clId="{2AF5A329-0A95-4ACC-A6CF-4C3B4F547B85}" dt="2020-07-10T14:56:09.052" v="156" actId="164"/>
          <ac:spMkLst>
            <pc:docMk/>
            <pc:sldMk cId="0" sldId="263"/>
            <ac:spMk id="21" creationId="{00000000-0000-0000-0000-000000000000}"/>
          </ac:spMkLst>
        </pc:spChg>
        <pc:spChg chg="mod topLvl">
          <ac:chgData name="Rolando E. Montero A." userId="db44b2c1daed2876" providerId="LiveId" clId="{2AF5A329-0A95-4ACC-A6CF-4C3B4F547B85}" dt="2020-07-10T14:56:09.052" v="156" actId="164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4:55:24.511" v="149" actId="122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0:13.732" v="195" actId="1076"/>
          <ac:spMkLst>
            <pc:docMk/>
            <pc:sldMk cId="0" sldId="263"/>
            <ac:spMk id="27" creationId="{00000000-0000-0000-0000-000000000000}"/>
          </ac:spMkLst>
        </pc:spChg>
        <pc:spChg chg="add mod ord topLvl">
          <ac:chgData name="Rolando E. Montero A." userId="db44b2c1daed2876" providerId="LiveId" clId="{2AF5A329-0A95-4ACC-A6CF-4C3B4F547B85}" dt="2020-07-10T14:56:09.052" v="156" actId="164"/>
          <ac:spMkLst>
            <pc:docMk/>
            <pc:sldMk cId="0" sldId="263"/>
            <ac:spMk id="30" creationId="{B5DF9B84-D83F-464F-B655-D57404E12EB9}"/>
          </ac:spMkLst>
        </pc:spChg>
        <pc:spChg chg="add mod ord">
          <ac:chgData name="Rolando E. Montero A." userId="db44b2c1daed2876" providerId="LiveId" clId="{2AF5A329-0A95-4ACC-A6CF-4C3B4F547B85}" dt="2020-07-10T14:59:52.388" v="191" actId="14100"/>
          <ac:spMkLst>
            <pc:docMk/>
            <pc:sldMk cId="0" sldId="263"/>
            <ac:spMk id="33" creationId="{1E53786D-C4F0-4EB1-A552-23EC4A265DE6}"/>
          </ac:spMkLst>
        </pc:spChg>
        <pc:spChg chg="add mod">
          <ac:chgData name="Rolando E. Montero A." userId="db44b2c1daed2876" providerId="LiveId" clId="{2AF5A329-0A95-4ACC-A6CF-4C3B4F547B85}" dt="2020-07-10T15:02:58.693" v="246" actId="207"/>
          <ac:spMkLst>
            <pc:docMk/>
            <pc:sldMk cId="0" sldId="263"/>
            <ac:spMk id="37" creationId="{4574EE25-296C-48C3-BFA1-1DD5680F5AFA}"/>
          </ac:spMkLst>
        </pc:spChg>
        <pc:grpChg chg="mod">
          <ac:chgData name="Rolando E. Montero A." userId="db44b2c1daed2876" providerId="LiveId" clId="{2AF5A329-0A95-4ACC-A6CF-4C3B4F547B85}" dt="2020-07-10T14:58:24.471" v="178" actId="1076"/>
          <ac:grpSpMkLst>
            <pc:docMk/>
            <pc:sldMk cId="0" sldId="263"/>
            <ac:grpSpMk id="31" creationId="{65455CE2-C225-4871-A68B-386B7E9B0350}"/>
          </ac:grpSpMkLst>
        </pc:grpChg>
        <pc:grpChg chg="add del mod">
          <ac:chgData name="Rolando E. Montero A." userId="db44b2c1daed2876" providerId="LiveId" clId="{2AF5A329-0A95-4ACC-A6CF-4C3B4F547B85}" dt="2020-07-10T14:55:43.480" v="151" actId="165"/>
          <ac:grpSpMkLst>
            <pc:docMk/>
            <pc:sldMk cId="0" sldId="263"/>
            <ac:grpSpMk id="32" creationId="{8F5EE5E0-DCC4-456E-9D1C-E4463F9E136B}"/>
          </ac:grpSpMkLst>
        </pc:grpChg>
        <pc:grpChg chg="add mod">
          <ac:chgData name="Rolando E. Montero A." userId="db44b2c1daed2876" providerId="LiveId" clId="{2AF5A329-0A95-4ACC-A6CF-4C3B4F547B85}" dt="2020-07-10T14:59:58.504" v="192" actId="1076"/>
          <ac:grpSpMkLst>
            <pc:docMk/>
            <pc:sldMk cId="0" sldId="263"/>
            <ac:grpSpMk id="34" creationId="{F270C7AC-8E70-4979-90D4-4CAF82651D31}"/>
          </ac:grpSpMkLst>
        </pc:grpChg>
        <pc:grpChg chg="add mod">
          <ac:chgData name="Rolando E. Montero A." userId="db44b2c1daed2876" providerId="LiveId" clId="{2AF5A329-0A95-4ACC-A6CF-4C3B4F547B85}" dt="2020-07-10T14:58:33.372" v="179" actId="1076"/>
          <ac:grpSpMkLst>
            <pc:docMk/>
            <pc:sldMk cId="0" sldId="263"/>
            <ac:grpSpMk id="35" creationId="{4A9D9F75-D622-4256-A215-EEB9E9DE3886}"/>
          </ac:grpSpMkLst>
        </pc:grpChg>
      </pc:sldChg>
      <pc:sldChg chg="modSp mod">
        <pc:chgData name="Rolando E. Montero A." userId="db44b2c1daed2876" providerId="LiveId" clId="{2AF5A329-0A95-4ACC-A6CF-4C3B4F547B85}" dt="2020-07-10T15:02:03.211" v="244" actId="1038"/>
        <pc:sldMkLst>
          <pc:docMk/>
          <pc:sldMk cId="0" sldId="264"/>
        </pc:sldMkLst>
        <pc:spChg chg="mod">
          <ac:chgData name="Rolando E. Montero A." userId="db44b2c1daed2876" providerId="LiveId" clId="{2AF5A329-0A95-4ACC-A6CF-4C3B4F547B85}" dt="2020-07-10T15:02:03.211" v="244" actId="1038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Rolando E. Montero A." userId="db44b2c1daed2876" providerId="LiveId" clId="{2AF5A329-0A95-4ACC-A6CF-4C3B4F547B85}" dt="2020-07-10T15:04:42.165" v="269" actId="1076"/>
        <pc:sldMkLst>
          <pc:docMk/>
          <pc:sldMk cId="0" sldId="265"/>
        </pc:sldMkLst>
        <pc:spChg chg="mod">
          <ac:chgData name="Rolando E. Montero A." userId="db44b2c1daed2876" providerId="LiveId" clId="{2AF5A329-0A95-4ACC-A6CF-4C3B4F547B85}" dt="2020-07-10T15:04:42.165" v="269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4:08.871" v="253" actId="14100"/>
          <ac:spMkLst>
            <pc:docMk/>
            <pc:sldMk cId="0" sldId="265"/>
            <ac:spMk id="26" creationId="{00000000-0000-0000-0000-000000000000}"/>
          </ac:spMkLst>
        </pc:spChg>
        <pc:grpChg chg="mod">
          <ac:chgData name="Rolando E. Montero A." userId="db44b2c1daed2876" providerId="LiveId" clId="{2AF5A329-0A95-4ACC-A6CF-4C3B4F547B85}" dt="2020-07-10T15:04:38.291" v="268" actId="1076"/>
          <ac:grpSpMkLst>
            <pc:docMk/>
            <pc:sldMk cId="0" sldId="265"/>
            <ac:grpSpMk id="33" creationId="{59DCA3D6-6386-41D9-A934-ECD104C72713}"/>
          </ac:grpSpMkLst>
        </pc:grpChg>
        <pc:grpChg chg="mod">
          <ac:chgData name="Rolando E. Montero A." userId="db44b2c1daed2876" providerId="LiveId" clId="{2AF5A329-0A95-4ACC-A6CF-4C3B4F547B85}" dt="2020-07-10T15:04:30.476" v="267" actId="1037"/>
          <ac:grpSpMkLst>
            <pc:docMk/>
            <pc:sldMk cId="0" sldId="265"/>
            <ac:grpSpMk id="34" creationId="{6807D433-D974-4C66-9551-5F1DA234662A}"/>
          </ac:grpSpMkLst>
        </pc:grpChg>
      </pc:sldChg>
      <pc:sldChg chg="modSp mod">
        <pc:chgData name="Rolando E. Montero A." userId="db44b2c1daed2876" providerId="LiveId" clId="{2AF5A329-0A95-4ACC-A6CF-4C3B4F547B85}" dt="2020-07-10T15:09:33.223" v="343" actId="14100"/>
        <pc:sldMkLst>
          <pc:docMk/>
          <pc:sldMk cId="0" sldId="266"/>
        </pc:sldMkLst>
        <pc:spChg chg="mod">
          <ac:chgData name="Rolando E. Montero A." userId="db44b2c1daed2876" providerId="LiveId" clId="{2AF5A329-0A95-4ACC-A6CF-4C3B4F547B85}" dt="2020-07-10T15:09:27.659" v="341" actId="1038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7:36.114" v="299" actId="115"/>
          <ac:spMkLst>
            <pc:docMk/>
            <pc:sldMk cId="0" sldId="266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8:29.410" v="305" actId="403"/>
          <ac:spMkLst>
            <pc:docMk/>
            <pc:sldMk cId="0" sldId="266"/>
            <ac:spMk id="1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8:59.324" v="311" actId="2085"/>
          <ac:spMkLst>
            <pc:docMk/>
            <pc:sldMk cId="0" sldId="266"/>
            <ac:spMk id="4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09:33.223" v="343" actId="14100"/>
          <ac:spMkLst>
            <pc:docMk/>
            <pc:sldMk cId="0" sldId="266"/>
            <ac:spMk id="50" creationId="{C34FE93E-1EC3-4191-9C04-44BA0773B826}"/>
          </ac:spMkLst>
        </pc:spChg>
        <pc:spChg chg="mod">
          <ac:chgData name="Rolando E. Montero A." userId="db44b2c1daed2876" providerId="LiveId" clId="{2AF5A329-0A95-4ACC-A6CF-4C3B4F547B85}" dt="2020-07-10T15:07:06.317" v="292" actId="14100"/>
          <ac:spMkLst>
            <pc:docMk/>
            <pc:sldMk cId="0" sldId="266"/>
            <ac:spMk id="51" creationId="{81A03DCD-8910-4ABE-881D-777C6DDC8A19}"/>
          </ac:spMkLst>
        </pc:spChg>
      </pc:sldChg>
      <pc:sldChg chg="addSp delSp modSp mod modAnim">
        <pc:chgData name="Rolando E. Montero A." userId="db44b2c1daed2876" providerId="LiveId" clId="{2AF5A329-0A95-4ACC-A6CF-4C3B4F547B85}" dt="2020-07-10T15:21:51.102" v="441"/>
        <pc:sldMkLst>
          <pc:docMk/>
          <pc:sldMk cId="0" sldId="267"/>
        </pc:sldMkLst>
        <pc:spChg chg="mod">
          <ac:chgData name="Rolando E. Montero A." userId="db44b2c1daed2876" providerId="LiveId" clId="{2AF5A329-0A95-4ACC-A6CF-4C3B4F547B85}" dt="2020-07-10T15:15:27.659" v="391" actId="113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7:21.515" v="400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2:20.320" v="362" actId="16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6:44.994" v="396" actId="1582"/>
          <ac:spMkLst>
            <pc:docMk/>
            <pc:sldMk cId="0" sldId="267"/>
            <ac:spMk id="19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5:20:06.261" v="426" actId="16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6:44.994" v="396" actId="1582"/>
          <ac:spMkLst>
            <pc:docMk/>
            <pc:sldMk cId="0" sldId="267"/>
            <ac:spMk id="21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5:19:58.329" v="425" actId="167"/>
          <ac:spMkLst>
            <pc:docMk/>
            <pc:sldMk cId="0" sldId="267"/>
            <ac:spMk id="2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6:44.994" v="396" actId="1582"/>
          <ac:spMkLst>
            <pc:docMk/>
            <pc:sldMk cId="0" sldId="267"/>
            <ac:spMk id="2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1:37.615" v="439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2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2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2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2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2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3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40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4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4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4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15:14.750" v="388" actId="113"/>
          <ac:spMkLst>
            <pc:docMk/>
            <pc:sldMk cId="0" sldId="267"/>
            <ac:spMk id="44" creationId="{00000000-0000-0000-0000-000000000000}"/>
          </ac:spMkLst>
        </pc:spChg>
        <pc:spChg chg="add del mod ord">
          <ac:chgData name="Rolando E. Montero A." userId="db44b2c1daed2876" providerId="LiveId" clId="{2AF5A329-0A95-4ACC-A6CF-4C3B4F547B85}" dt="2020-07-10T15:14:47.114" v="382" actId="478"/>
          <ac:spMkLst>
            <pc:docMk/>
            <pc:sldMk cId="0" sldId="267"/>
            <ac:spMk id="47" creationId="{72F97C4A-2686-46AA-B17B-14C958E0625C}"/>
          </ac:spMkLst>
        </pc:spChg>
        <pc:spChg chg="add mod">
          <ac:chgData name="Rolando E. Montero A." userId="db44b2c1daed2876" providerId="LiveId" clId="{2AF5A329-0A95-4ACC-A6CF-4C3B4F547B85}" dt="2020-07-10T15:18:19.209" v="410" actId="1076"/>
          <ac:spMkLst>
            <pc:docMk/>
            <pc:sldMk cId="0" sldId="267"/>
            <ac:spMk id="49" creationId="{19EC4051-DE41-4D71-B423-FDB9CAB7AB1E}"/>
          </ac:spMkLst>
        </pc:spChg>
        <pc:grpChg chg="add mod">
          <ac:chgData name="Rolando E. Montero A." userId="db44b2c1daed2876" providerId="LiveId" clId="{2AF5A329-0A95-4ACC-A6CF-4C3B4F547B85}" dt="2020-07-10T15:18:10.801" v="409" actId="1076"/>
          <ac:grpSpMkLst>
            <pc:docMk/>
            <pc:sldMk cId="0" sldId="267"/>
            <ac:grpSpMk id="45" creationId="{6C633D8E-E7A4-4098-A514-04286D08E5E0}"/>
          </ac:grpSpMkLst>
        </pc:grpChg>
        <pc:grpChg chg="add mod">
          <ac:chgData name="Rolando E. Montero A." userId="db44b2c1daed2876" providerId="LiveId" clId="{2AF5A329-0A95-4ACC-A6CF-4C3B4F547B85}" dt="2020-07-10T15:18:56.005" v="415" actId="1076"/>
          <ac:grpSpMkLst>
            <pc:docMk/>
            <pc:sldMk cId="0" sldId="267"/>
            <ac:grpSpMk id="46" creationId="{6AB12ED1-5B71-49C6-A936-603A2AB47EBB}"/>
          </ac:grpSpMkLst>
        </pc:grpChg>
      </pc:sldChg>
      <pc:sldChg chg="addSp modSp mod">
        <pc:chgData name="Rolando E. Montero A." userId="db44b2c1daed2876" providerId="LiveId" clId="{2AF5A329-0A95-4ACC-A6CF-4C3B4F547B85}" dt="2020-07-10T15:26:32" v="476" actId="1076"/>
        <pc:sldMkLst>
          <pc:docMk/>
          <pc:sldMk cId="0" sldId="268"/>
        </pc:sldMkLst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4:47.897" v="461" actId="1038"/>
          <ac:spMkLst>
            <pc:docMk/>
            <pc:sldMk cId="0" sldId="268"/>
            <ac:spMk id="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4:47.897" v="461" actId="1038"/>
          <ac:spMkLst>
            <pc:docMk/>
            <pc:sldMk cId="0" sldId="268"/>
            <ac:spMk id="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2" creationId="{00000000-0000-0000-0000-000000000000}"/>
          </ac:spMkLst>
        </pc:spChg>
        <pc:spChg chg="mod ord">
          <ac:chgData name="Rolando E. Montero A." userId="db44b2c1daed2876" providerId="LiveId" clId="{2AF5A329-0A95-4ACC-A6CF-4C3B4F547B85}" dt="2020-07-10T15:25:09.005" v="465" actId="16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4:54.144" v="462" actId="1410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3:45.143" v="445" actId="16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6:32" v="476" actId="1076"/>
          <ac:spMkLst>
            <pc:docMk/>
            <pc:sldMk cId="0" sldId="268"/>
            <ac:spMk id="19" creationId="{00000000-0000-0000-0000-000000000000}"/>
          </ac:spMkLst>
        </pc:spChg>
        <pc:grpChg chg="add mod">
          <ac:chgData name="Rolando E. Montero A." userId="db44b2c1daed2876" providerId="LiveId" clId="{2AF5A329-0A95-4ACC-A6CF-4C3B4F547B85}" dt="2020-07-10T15:25:31.486" v="467" actId="1076"/>
          <ac:grpSpMkLst>
            <pc:docMk/>
            <pc:sldMk cId="0" sldId="268"/>
            <ac:grpSpMk id="20" creationId="{F19B69D2-D4F6-4BEC-946F-F65C7E48CBF4}"/>
          </ac:grpSpMkLst>
        </pc:grpChg>
      </pc:sldChg>
      <pc:sldChg chg="modSp mod">
        <pc:chgData name="Rolando E. Montero A." userId="db44b2c1daed2876" providerId="LiveId" clId="{2AF5A329-0A95-4ACC-A6CF-4C3B4F547B85}" dt="2020-07-10T15:26:43.570" v="478" actId="14100"/>
        <pc:sldMkLst>
          <pc:docMk/>
          <pc:sldMk cId="0" sldId="269"/>
        </pc:sldMkLst>
        <pc:spChg chg="mod">
          <ac:chgData name="Rolando E. Montero A." userId="db44b2c1daed2876" providerId="LiveId" clId="{2AF5A329-0A95-4ACC-A6CF-4C3B4F547B85}" dt="2020-07-10T15:26:43.570" v="478" actId="14100"/>
          <ac:spMkLst>
            <pc:docMk/>
            <pc:sldMk cId="0" sldId="269"/>
            <ac:spMk id="2" creationId="{00000000-0000-0000-0000-000000000000}"/>
          </ac:spMkLst>
        </pc:spChg>
      </pc:sldChg>
      <pc:sldChg chg="addSp modSp mod">
        <pc:chgData name="Rolando E. Montero A." userId="db44b2c1daed2876" providerId="LiveId" clId="{2AF5A329-0A95-4ACC-A6CF-4C3B4F547B85}" dt="2020-07-10T15:28:29.827" v="495" actId="12788"/>
        <pc:sldMkLst>
          <pc:docMk/>
          <pc:sldMk cId="0" sldId="270"/>
        </pc:sldMkLst>
        <pc:spChg chg="mod">
          <ac:chgData name="Rolando E. Montero A." userId="db44b2c1daed2876" providerId="LiveId" clId="{2AF5A329-0A95-4ACC-A6CF-4C3B4F547B85}" dt="2020-07-10T15:27:51.339" v="489" actId="790"/>
          <ac:spMkLst>
            <pc:docMk/>
            <pc:sldMk cId="0" sldId="270"/>
            <ac:spMk id="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1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2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2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2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2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31.078" v="485" actId="164"/>
          <ac:spMkLst>
            <pc:docMk/>
            <pc:sldMk cId="0" sldId="270"/>
            <ac:spMk id="2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2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2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2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2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2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3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4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4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5.795" v="488" actId="164"/>
          <ac:spMkLst>
            <pc:docMk/>
            <pc:sldMk cId="0" sldId="270"/>
            <ac:spMk id="4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8:23.831" v="494" actId="12788"/>
          <ac:spMkLst>
            <pc:docMk/>
            <pc:sldMk cId="0" sldId="270"/>
            <ac:spMk id="4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8:29.827" v="495" actId="12788"/>
          <ac:spMkLst>
            <pc:docMk/>
            <pc:sldMk cId="0" sldId="270"/>
            <ac:spMk id="4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4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4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4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4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4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0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1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2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3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4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5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6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7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8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7:41.222" v="487" actId="164"/>
          <ac:spMkLst>
            <pc:docMk/>
            <pc:sldMk cId="0" sldId="270"/>
            <ac:spMk id="59" creationId="{00000000-0000-0000-0000-000000000000}"/>
          </ac:spMkLst>
        </pc:spChg>
        <pc:spChg chg="mod">
          <ac:chgData name="Rolando E. Montero A." userId="db44b2c1daed2876" providerId="LiveId" clId="{2AF5A329-0A95-4ACC-A6CF-4C3B4F547B85}" dt="2020-07-10T15:28:08.656" v="493" actId="1076"/>
          <ac:spMkLst>
            <pc:docMk/>
            <pc:sldMk cId="0" sldId="270"/>
            <ac:spMk id="60" creationId="{00000000-0000-0000-0000-000000000000}"/>
          </ac:spMkLst>
        </pc:spChg>
        <pc:grpChg chg="add mod">
          <ac:chgData name="Rolando E. Montero A." userId="db44b2c1daed2876" providerId="LiveId" clId="{2AF5A329-0A95-4ACC-A6CF-4C3B4F547B85}" dt="2020-07-10T15:28:29.827" v="495" actId="12788"/>
          <ac:grpSpMkLst>
            <pc:docMk/>
            <pc:sldMk cId="0" sldId="270"/>
            <ac:grpSpMk id="61" creationId="{0DB53757-D523-4E78-B904-675B6B5D5FD1}"/>
          </ac:grpSpMkLst>
        </pc:grpChg>
        <pc:grpChg chg="add mod">
          <ac:chgData name="Rolando E. Montero A." userId="db44b2c1daed2876" providerId="LiveId" clId="{2AF5A329-0A95-4ACC-A6CF-4C3B4F547B85}" dt="2020-07-10T15:28:08.656" v="493" actId="1076"/>
          <ac:grpSpMkLst>
            <pc:docMk/>
            <pc:sldMk cId="0" sldId="270"/>
            <ac:grpSpMk id="62" creationId="{10F2399B-7028-4A45-8C47-706C02F86CBD}"/>
          </ac:grpSpMkLst>
        </pc:grpChg>
        <pc:grpChg chg="add mod">
          <ac:chgData name="Rolando E. Montero A." userId="db44b2c1daed2876" providerId="LiveId" clId="{2AF5A329-0A95-4ACC-A6CF-4C3B4F547B85}" dt="2020-07-10T15:28:23.831" v="494" actId="12788"/>
          <ac:grpSpMkLst>
            <pc:docMk/>
            <pc:sldMk cId="0" sldId="270"/>
            <ac:grpSpMk id="63" creationId="{9C232F5A-73FD-49B1-9F9C-59540357E775}"/>
          </ac:grpSpMkLst>
        </pc:grpChg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1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2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3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4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5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6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7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8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79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0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1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2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3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4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5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6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7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8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89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0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1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2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3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4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5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6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7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8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299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300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301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302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303"/>
        </pc:sldMkLst>
      </pc:sldChg>
      <pc:sldChg chg="del">
        <pc:chgData name="Rolando E. Montero A." userId="db44b2c1daed2876" providerId="LiveId" clId="{2AF5A329-0A95-4ACC-A6CF-4C3B4F547B85}" dt="2020-07-10T14:35:47.780" v="0" actId="2696"/>
        <pc:sldMkLst>
          <pc:docMk/>
          <pc:sldMk cId="0" sldId="304"/>
        </pc:sldMkLst>
      </pc:sldChg>
      <pc:sldChg chg="modSp mod">
        <pc:chgData name="Rolando E. Montero A." userId="db44b2c1daed2876" providerId="LiveId" clId="{2AF5A329-0A95-4ACC-A6CF-4C3B4F547B85}" dt="2020-07-10T15:30:58.711" v="521" actId="1076"/>
        <pc:sldMkLst>
          <pc:docMk/>
          <pc:sldMk cId="191823659" sldId="305"/>
        </pc:sldMkLst>
        <pc:spChg chg="mod">
          <ac:chgData name="Rolando E. Montero A." userId="db44b2c1daed2876" providerId="LiveId" clId="{2AF5A329-0A95-4ACC-A6CF-4C3B4F547B85}" dt="2020-07-10T15:30:54.379" v="520" actId="20577"/>
          <ac:spMkLst>
            <pc:docMk/>
            <pc:sldMk cId="191823659" sldId="305"/>
            <ac:spMk id="5" creationId="{518F2013-4D40-4305-9C6C-77B2D54E2670}"/>
          </ac:spMkLst>
        </pc:spChg>
        <pc:picChg chg="mod">
          <ac:chgData name="Rolando E. Montero A." userId="db44b2c1daed2876" providerId="LiveId" clId="{2AF5A329-0A95-4ACC-A6CF-4C3B4F547B85}" dt="2020-07-10T15:30:58.711" v="521" actId="1076"/>
          <ac:picMkLst>
            <pc:docMk/>
            <pc:sldMk cId="191823659" sldId="305"/>
            <ac:picMk id="7" creationId="{6958F02A-DCD6-4465-A917-11FE45B65E47}"/>
          </ac:picMkLst>
        </pc:picChg>
      </pc:sldChg>
      <pc:sldChg chg="addSp modSp mod">
        <pc:chgData name="Rolando E. Montero A." userId="db44b2c1daed2876" providerId="LiveId" clId="{2AF5A329-0A95-4ACC-A6CF-4C3B4F547B85}" dt="2020-07-10T15:39:10.480" v="620" actId="14100"/>
        <pc:sldMkLst>
          <pc:docMk/>
          <pc:sldMk cId="2725056563" sldId="306"/>
        </pc:sldMkLst>
        <pc:spChg chg="mod">
          <ac:chgData name="Rolando E. Montero A." userId="db44b2c1daed2876" providerId="LiveId" clId="{2AF5A329-0A95-4ACC-A6CF-4C3B4F547B85}" dt="2020-07-10T15:38:21.989" v="611" actId="14100"/>
          <ac:spMkLst>
            <pc:docMk/>
            <pc:sldMk cId="2725056563" sldId="306"/>
            <ac:spMk id="3" creationId="{890FDCD7-4B8E-430C-BDD5-8E5E35060CE7}"/>
          </ac:spMkLst>
        </pc:spChg>
        <pc:spChg chg="add mod">
          <ac:chgData name="Rolando E. Montero A." userId="db44b2c1daed2876" providerId="LiveId" clId="{2AF5A329-0A95-4ACC-A6CF-4C3B4F547B85}" dt="2020-07-10T15:39:10.480" v="620" actId="14100"/>
          <ac:spMkLst>
            <pc:docMk/>
            <pc:sldMk cId="2725056563" sldId="306"/>
            <ac:spMk id="7" creationId="{C3A193AF-2DB3-41DF-9A2F-14335122923D}"/>
          </ac:spMkLst>
        </pc:spChg>
        <pc:picChg chg="add mod">
          <ac:chgData name="Rolando E. Montero A." userId="db44b2c1daed2876" providerId="LiveId" clId="{2AF5A329-0A95-4ACC-A6CF-4C3B4F547B85}" dt="2020-07-10T15:38:30.431" v="613" actId="1076"/>
          <ac:picMkLst>
            <pc:docMk/>
            <pc:sldMk cId="2725056563" sldId="306"/>
            <ac:picMk id="5" creationId="{BEA04139-9125-4712-942E-794B84144E59}"/>
          </ac:picMkLst>
        </pc:picChg>
      </pc:sldChg>
      <pc:sldMasterChg chg="delSldLayout">
        <pc:chgData name="Rolando E. Montero A." userId="db44b2c1daed2876" providerId="LiveId" clId="{2AF5A329-0A95-4ACC-A6CF-4C3B4F547B85}" dt="2020-07-10T14:35:47.780" v="0" actId="2696"/>
        <pc:sldMasterMkLst>
          <pc:docMk/>
          <pc:sldMasterMk cId="4106453503" sldId="2147483712"/>
        </pc:sldMasterMkLst>
        <pc:sldLayoutChg chg="del">
          <pc:chgData name="Rolando E. Montero A." userId="db44b2c1daed2876" providerId="LiveId" clId="{2AF5A329-0A95-4ACC-A6CF-4C3B4F547B85}" dt="2020-07-10T14:35:47.780" v="0" actId="2696"/>
          <pc:sldLayoutMkLst>
            <pc:docMk/>
            <pc:sldMasterMk cId="4106453503" sldId="2147483712"/>
            <pc:sldLayoutMk cId="1515278998" sldId="2147483730"/>
          </pc:sldLayoutMkLst>
        </pc:sldLayoutChg>
        <pc:sldLayoutChg chg="del">
          <pc:chgData name="Rolando E. Montero A." userId="db44b2c1daed2876" providerId="LiveId" clId="{2AF5A329-0A95-4ACC-A6CF-4C3B4F547B85}" dt="2020-07-10T14:35:47.780" v="0" actId="2696"/>
          <pc:sldLayoutMkLst>
            <pc:docMk/>
            <pc:sldMasterMk cId="4106453503" sldId="2147483712"/>
            <pc:sldLayoutMk cId="4140526525" sldId="2147483733"/>
          </pc:sldLayoutMkLst>
        </pc:sldLayoutChg>
      </pc:sldMasterChg>
    </pc:docChg>
  </pc:docChgLst>
  <pc:docChgLst>
    <pc:chgData name="Rolando E. Montero A." userId="db44b2c1daed2876" providerId="LiveId" clId="{1E549208-2E43-417D-B4D2-2BEE0E6DD46A}"/>
    <pc:docChg chg="undo custSel addSld delSld modSld sldOrd delSection modSection">
      <pc:chgData name="Rolando E. Montero A." userId="db44b2c1daed2876" providerId="LiveId" clId="{1E549208-2E43-417D-B4D2-2BEE0E6DD46A}" dt="2020-07-24T04:07:31.703" v="176" actId="167"/>
      <pc:docMkLst>
        <pc:docMk/>
      </pc:docMkLst>
      <pc:sldChg chg="modSp mod">
        <pc:chgData name="Rolando E. Montero A." userId="db44b2c1daed2876" providerId="LiveId" clId="{1E549208-2E43-417D-B4D2-2BEE0E6DD46A}" dt="2020-07-24T04:07:00.637" v="172" actId="1076"/>
        <pc:sldMkLst>
          <pc:docMk/>
          <pc:sldMk cId="0" sldId="258"/>
        </pc:sldMkLst>
        <pc:spChg chg="mod">
          <ac:chgData name="Rolando E. Montero A." userId="db44b2c1daed2876" providerId="LiveId" clId="{1E549208-2E43-417D-B4D2-2BEE0E6DD46A}" dt="2020-07-24T04:06:53.621" v="170" actId="123"/>
          <ac:spMkLst>
            <pc:docMk/>
            <pc:sldMk cId="0" sldId="258"/>
            <ac:spMk id="12" creationId="{41614F87-774F-49A3-A72C-2B378893AB26}"/>
          </ac:spMkLst>
        </pc:spChg>
        <pc:grpChg chg="mod">
          <ac:chgData name="Rolando E. Montero A." userId="db44b2c1daed2876" providerId="LiveId" clId="{1E549208-2E43-417D-B4D2-2BEE0E6DD46A}" dt="2020-07-24T04:07:00.637" v="172" actId="1076"/>
          <ac:grpSpMkLst>
            <pc:docMk/>
            <pc:sldMk cId="0" sldId="258"/>
            <ac:grpSpMk id="9" creationId="{76121492-63BC-4CDD-90DD-2E15018D9898}"/>
          </ac:grpSpMkLst>
        </pc:grpChg>
        <pc:grpChg chg="mod">
          <ac:chgData name="Rolando E. Montero A." userId="db44b2c1daed2876" providerId="LiveId" clId="{1E549208-2E43-417D-B4D2-2BEE0E6DD46A}" dt="2020-07-24T04:06:56.971" v="171" actId="1076"/>
          <ac:grpSpMkLst>
            <pc:docMk/>
            <pc:sldMk cId="0" sldId="258"/>
            <ac:grpSpMk id="15" creationId="{633E834A-8162-4132-BFAC-0C1740CA85E0}"/>
          </ac:grpSpMkLst>
        </pc:grpChg>
      </pc:sldChg>
      <pc:sldChg chg="modSp mod">
        <pc:chgData name="Rolando E. Montero A." userId="db44b2c1daed2876" providerId="LiveId" clId="{1E549208-2E43-417D-B4D2-2BEE0E6DD46A}" dt="2020-07-24T04:07:31.703" v="176" actId="167"/>
        <pc:sldMkLst>
          <pc:docMk/>
          <pc:sldMk cId="0" sldId="263"/>
        </pc:sldMkLst>
        <pc:spChg chg="ord">
          <ac:chgData name="Rolando E. Montero A." userId="db44b2c1daed2876" providerId="LiveId" clId="{1E549208-2E43-417D-B4D2-2BEE0E6DD46A}" dt="2020-07-24T04:07:31.703" v="176" actId="167"/>
          <ac:spMkLst>
            <pc:docMk/>
            <pc:sldMk cId="0" sldId="263"/>
            <ac:spMk id="17" creationId="{00000000-0000-0000-0000-000000000000}"/>
          </ac:spMkLst>
        </pc:spChg>
      </pc:sldChg>
      <pc:sldChg chg="addSp delSp modSp del mod modClrScheme chgLayout">
        <pc:chgData name="Rolando E. Montero A." userId="db44b2c1daed2876" providerId="LiveId" clId="{1E549208-2E43-417D-B4D2-2BEE0E6DD46A}" dt="2020-07-24T03:54:03.256" v="54" actId="2696"/>
        <pc:sldMkLst>
          <pc:docMk/>
          <pc:sldMk cId="0" sldId="264"/>
        </pc:sldMkLst>
        <pc:spChg chg="add del mod">
          <ac:chgData name="Rolando E. Montero A." userId="db44b2c1daed2876" providerId="LiveId" clId="{1E549208-2E43-417D-B4D2-2BEE0E6DD46A}" dt="2020-07-24T03:47:21.389" v="7" actId="14100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Rolando E. Montero A." userId="db44b2c1daed2876" providerId="LiveId" clId="{1E549208-2E43-417D-B4D2-2BEE0E6DD46A}" dt="2020-07-24T03:47:02.017" v="5" actId="700"/>
          <ac:spMkLst>
            <pc:docMk/>
            <pc:sldMk cId="0" sldId="264"/>
            <ac:spMk id="3" creationId="{00000000-0000-0000-0000-000000000000}"/>
          </ac:spMkLst>
        </pc:spChg>
        <pc:picChg chg="add del">
          <ac:chgData name="Rolando E. Montero A." userId="db44b2c1daed2876" providerId="LiveId" clId="{1E549208-2E43-417D-B4D2-2BEE0E6DD46A}" dt="2020-07-24T03:49:34.204" v="13"/>
          <ac:picMkLst>
            <pc:docMk/>
            <pc:sldMk cId="0" sldId="264"/>
            <ac:picMk id="24" creationId="{763249B0-8DB1-4AE3-9F7D-B2E11508261A}"/>
          </ac:picMkLst>
        </pc:picChg>
      </pc:sldChg>
      <pc:sldChg chg="del">
        <pc:chgData name="Rolando E. Montero A." userId="db44b2c1daed2876" providerId="LiveId" clId="{1E549208-2E43-417D-B4D2-2BEE0E6DD46A}" dt="2020-07-24T03:59:07.744" v="90" actId="2696"/>
        <pc:sldMkLst>
          <pc:docMk/>
          <pc:sldMk cId="0" sldId="269"/>
        </pc:sldMkLst>
      </pc:sldChg>
      <pc:sldChg chg="delSp mod">
        <pc:chgData name="Rolando E. Montero A." userId="db44b2c1daed2876" providerId="LiveId" clId="{1E549208-2E43-417D-B4D2-2BEE0E6DD46A}" dt="2020-07-24T03:43:56.926" v="0" actId="478"/>
        <pc:sldMkLst>
          <pc:docMk/>
          <pc:sldMk cId="191823659" sldId="305"/>
        </pc:sldMkLst>
        <pc:picChg chg="del">
          <ac:chgData name="Rolando E. Montero A." userId="db44b2c1daed2876" providerId="LiveId" clId="{1E549208-2E43-417D-B4D2-2BEE0E6DD46A}" dt="2020-07-24T03:43:56.926" v="0" actId="478"/>
          <ac:picMkLst>
            <pc:docMk/>
            <pc:sldMk cId="191823659" sldId="305"/>
            <ac:picMk id="7" creationId="{6958F02A-DCD6-4465-A917-11FE45B65E47}"/>
          </ac:picMkLst>
        </pc:picChg>
      </pc:sldChg>
      <pc:sldChg chg="ord">
        <pc:chgData name="Rolando E. Montero A." userId="db44b2c1daed2876" providerId="LiveId" clId="{1E549208-2E43-417D-B4D2-2BEE0E6DD46A}" dt="2020-07-24T04:07:07.052" v="174"/>
        <pc:sldMkLst>
          <pc:docMk/>
          <pc:sldMk cId="2725056563" sldId="306"/>
        </pc:sldMkLst>
      </pc:sldChg>
      <pc:sldChg chg="addSp modSp new del mod">
        <pc:chgData name="Rolando E. Montero A." userId="db44b2c1daed2876" providerId="LiveId" clId="{1E549208-2E43-417D-B4D2-2BEE0E6DD46A}" dt="2020-07-24T03:56:36.251" v="75" actId="2696"/>
        <pc:sldMkLst>
          <pc:docMk/>
          <pc:sldMk cId="2090625937" sldId="307"/>
        </pc:sldMkLst>
        <pc:spChg chg="add mod">
          <ac:chgData name="Rolando E. Montero A." userId="db44b2c1daed2876" providerId="LiveId" clId="{1E549208-2E43-417D-B4D2-2BEE0E6DD46A}" dt="2020-07-24T03:56:08.890" v="74" actId="2085"/>
          <ac:spMkLst>
            <pc:docMk/>
            <pc:sldMk cId="2090625937" sldId="307"/>
            <ac:spMk id="3" creationId="{36FF73CA-CFDC-4B3E-98E3-470AD5527557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5" creationId="{451168F1-6B5B-4D02-86F8-7F2E66870AD7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7" creationId="{CAFF1EEA-994C-4E7F-8B16-5A5864F0C479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9" creationId="{84B5857D-B798-4441-B56C-C3B28E728AA0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11" creationId="{C423707E-69E8-4A9B-99B8-C04C7BC96FB9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13" creationId="{752231C8-04EB-409E-A600-2B3079404DB0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15" creationId="{57050C48-3D84-4CBC-B040-5A49724C0843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17" creationId="{059696D0-AE20-4527-991C-20001982EE9D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19" creationId="{A992AC77-ABDB-4646-B8F5-3F9BD752E263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21" creationId="{28121011-6FA1-4E2F-BA82-F87E3BE3F0F4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23" creationId="{70B39504-0BA6-4252-A535-657D57970DB8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25" creationId="{5FC5E91D-5950-43C4-B3E1-A24950DDB49A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27" creationId="{70653BB5-5313-4DBB-9D69-4013DFB0F401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29" creationId="{1573FF79-9745-460C-B0B1-F78ED6BA0206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31" creationId="{E502B630-38D4-4C19-9D1C-6FF8EA86A974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33" creationId="{5C6C8434-9156-4487-BEE9-33537D417564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35" creationId="{5FA5AD7D-CDBE-49E3-A983-AA6DF624D412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37" creationId="{983F6B2B-FEDB-4459-A51A-12F7AF30908F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39" creationId="{A6B643B0-8C93-4A08-8AC4-39E2A69FAD5D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41" creationId="{91F63040-D15F-456A-8781-8494D5EF6B58}"/>
          </ac:spMkLst>
        </pc:spChg>
        <pc:spChg chg="add">
          <ac:chgData name="Rolando E. Montero A." userId="db44b2c1daed2876" providerId="LiveId" clId="{1E549208-2E43-417D-B4D2-2BEE0E6DD46A}" dt="2020-07-24T03:47:36.974" v="9" actId="22"/>
          <ac:spMkLst>
            <pc:docMk/>
            <pc:sldMk cId="2090625937" sldId="307"/>
            <ac:spMk id="43" creationId="{12A62795-EB55-42B0-9FE4-7399C335BC2E}"/>
          </ac:spMkLst>
        </pc:spChg>
      </pc:sldChg>
      <pc:sldChg chg="addSp delSp modSp new mod modClrScheme chgLayout">
        <pc:chgData name="Rolando E. Montero A." userId="db44b2c1daed2876" providerId="LiveId" clId="{1E549208-2E43-417D-B4D2-2BEE0E6DD46A}" dt="2020-07-24T03:55:27.704" v="71" actId="1076"/>
        <pc:sldMkLst>
          <pc:docMk/>
          <pc:sldMk cId="3170130649" sldId="308"/>
        </pc:sldMkLst>
        <pc:spChg chg="add mod ord">
          <ac:chgData name="Rolando E. Montero A." userId="db44b2c1daed2876" providerId="LiveId" clId="{1E549208-2E43-417D-B4D2-2BEE0E6DD46A}" dt="2020-07-24T03:55:05.155" v="65" actId="108"/>
          <ac:spMkLst>
            <pc:docMk/>
            <pc:sldMk cId="3170130649" sldId="308"/>
            <ac:spMk id="5" creationId="{376CC3F6-7C54-45AB-AE43-13359235CD61}"/>
          </ac:spMkLst>
        </pc:spChg>
        <pc:spChg chg="add mod">
          <ac:chgData name="Rolando E. Montero A." userId="db44b2c1daed2876" providerId="LiveId" clId="{1E549208-2E43-417D-B4D2-2BEE0E6DD46A}" dt="2020-07-24T03:53:49.546" v="51" actId="1076"/>
          <ac:spMkLst>
            <pc:docMk/>
            <pc:sldMk cId="3170130649" sldId="308"/>
            <ac:spMk id="7" creationId="{1B6F9A62-2A8D-4F59-AA0B-1F9B36CDAD4C}"/>
          </ac:spMkLst>
        </pc:spChg>
        <pc:spChg chg="add del">
          <ac:chgData name="Rolando E. Montero A." userId="db44b2c1daed2876" providerId="LiveId" clId="{1E549208-2E43-417D-B4D2-2BEE0E6DD46A}" dt="2020-07-24T03:52:46.449" v="40" actId="478"/>
          <ac:spMkLst>
            <pc:docMk/>
            <pc:sldMk cId="3170130649" sldId="308"/>
            <ac:spMk id="9" creationId="{2B8FA346-F160-4626-9A71-AA3037B6D284}"/>
          </ac:spMkLst>
        </pc:spChg>
        <pc:spChg chg="add mod">
          <ac:chgData name="Rolando E. Montero A." userId="db44b2c1daed2876" providerId="LiveId" clId="{1E549208-2E43-417D-B4D2-2BEE0E6DD46A}" dt="2020-07-24T03:55:23.128" v="69" actId="1076"/>
          <ac:spMkLst>
            <pc:docMk/>
            <pc:sldMk cId="3170130649" sldId="308"/>
            <ac:spMk id="11" creationId="{1698F312-B531-449F-8F5E-DCEBFCA46248}"/>
          </ac:spMkLst>
        </pc:spChg>
        <pc:picChg chg="add mod">
          <ac:chgData name="Rolando E. Montero A." userId="db44b2c1daed2876" providerId="LiveId" clId="{1E549208-2E43-417D-B4D2-2BEE0E6DD46A}" dt="2020-07-24T03:55:16.794" v="67" actId="1076"/>
          <ac:picMkLst>
            <pc:docMk/>
            <pc:sldMk cId="3170130649" sldId="308"/>
            <ac:picMk id="2" creationId="{CF8674A7-3707-41EF-A229-E3367E085ABA}"/>
          </ac:picMkLst>
        </pc:picChg>
        <pc:picChg chg="add mod">
          <ac:chgData name="Rolando E. Montero A." userId="db44b2c1daed2876" providerId="LiveId" clId="{1E549208-2E43-417D-B4D2-2BEE0E6DD46A}" dt="2020-07-24T03:55:27.704" v="71" actId="1076"/>
          <ac:picMkLst>
            <pc:docMk/>
            <pc:sldMk cId="3170130649" sldId="308"/>
            <ac:picMk id="3" creationId="{5AA4C78E-26A2-4F8E-BC73-9E6BC44B7876}"/>
          </ac:picMkLst>
        </pc:picChg>
        <pc:picChg chg="add mod">
          <ac:chgData name="Rolando E. Montero A." userId="db44b2c1daed2876" providerId="LiveId" clId="{1E549208-2E43-417D-B4D2-2BEE0E6DD46A}" dt="2020-07-24T03:55:25.220" v="70" actId="1076"/>
          <ac:picMkLst>
            <pc:docMk/>
            <pc:sldMk cId="3170130649" sldId="308"/>
            <ac:picMk id="4" creationId="{E68B0483-541C-4231-BC31-9DE096D7C260}"/>
          </ac:picMkLst>
        </pc:picChg>
      </pc:sldChg>
      <pc:sldChg chg="addSp delSp modSp new mod">
        <pc:chgData name="Rolando E. Montero A." userId="db44b2c1daed2876" providerId="LiveId" clId="{1E549208-2E43-417D-B4D2-2BEE0E6DD46A}" dt="2020-07-24T04:00:03.421" v="100" actId="1076"/>
        <pc:sldMkLst>
          <pc:docMk/>
          <pc:sldMk cId="1318354848" sldId="309"/>
        </pc:sldMkLst>
        <pc:spChg chg="mod">
          <ac:chgData name="Rolando E. Montero A." userId="db44b2c1daed2876" providerId="LiveId" clId="{1E549208-2E43-417D-B4D2-2BEE0E6DD46A}" dt="2020-07-24T03:58:29.089" v="85" actId="1076"/>
          <ac:spMkLst>
            <pc:docMk/>
            <pc:sldMk cId="1318354848" sldId="309"/>
            <ac:spMk id="2" creationId="{FED7017D-1F63-4718-A008-13A80A946D78}"/>
          </ac:spMkLst>
        </pc:spChg>
        <pc:spChg chg="del">
          <ac:chgData name="Rolando E. Montero A." userId="db44b2c1daed2876" providerId="LiveId" clId="{1E549208-2E43-417D-B4D2-2BEE0E6DD46A}" dt="2020-07-24T03:57:20.188" v="79" actId="22"/>
          <ac:spMkLst>
            <pc:docMk/>
            <pc:sldMk cId="1318354848" sldId="309"/>
            <ac:spMk id="3" creationId="{9309334E-5A45-4745-AC1B-A353BBD105E8}"/>
          </ac:spMkLst>
        </pc:spChg>
        <pc:spChg chg="add mod">
          <ac:chgData name="Rolando E. Montero A." userId="db44b2c1daed2876" providerId="LiveId" clId="{1E549208-2E43-417D-B4D2-2BEE0E6DD46A}" dt="2020-07-24T04:00:03.421" v="100" actId="1076"/>
          <ac:spMkLst>
            <pc:docMk/>
            <pc:sldMk cId="1318354848" sldId="309"/>
            <ac:spMk id="5" creationId="{3DBED0BA-1572-4183-9003-DFE5A06A26CF}"/>
          </ac:spMkLst>
        </pc:spChg>
        <pc:picChg chg="add mod">
          <ac:chgData name="Rolando E. Montero A." userId="db44b2c1daed2876" providerId="LiveId" clId="{1E549208-2E43-417D-B4D2-2BEE0E6DD46A}" dt="2020-07-24T03:59:51.821" v="95" actId="1076"/>
          <ac:picMkLst>
            <pc:docMk/>
            <pc:sldMk cId="1318354848" sldId="309"/>
            <ac:picMk id="6" creationId="{90C065E7-7976-4C9E-A4E2-5B36CDF403E2}"/>
          </ac:picMkLst>
        </pc:picChg>
        <pc:picChg chg="add mod">
          <ac:chgData name="Rolando E. Montero A." userId="db44b2c1daed2876" providerId="LiveId" clId="{1E549208-2E43-417D-B4D2-2BEE0E6DD46A}" dt="2020-07-24T03:59:54.367" v="96" actId="1076"/>
          <ac:picMkLst>
            <pc:docMk/>
            <pc:sldMk cId="1318354848" sldId="309"/>
            <ac:picMk id="7" creationId="{1A799252-557C-4703-95B4-808AC60C03B1}"/>
          </ac:picMkLst>
        </pc:picChg>
      </pc:sldChg>
      <pc:sldChg chg="new del">
        <pc:chgData name="Rolando E. Montero A." userId="db44b2c1daed2876" providerId="LiveId" clId="{1E549208-2E43-417D-B4D2-2BEE0E6DD46A}" dt="2020-07-24T03:56:41.086" v="76" actId="2696"/>
        <pc:sldMkLst>
          <pc:docMk/>
          <pc:sldMk cId="2933926078" sldId="309"/>
        </pc:sldMkLst>
      </pc:sldChg>
      <pc:sldChg chg="add">
        <pc:chgData name="Rolando E. Montero A." userId="db44b2c1daed2876" providerId="LiveId" clId="{1E549208-2E43-417D-B4D2-2BEE0E6DD46A}" dt="2020-07-24T04:00:41.710" v="102" actId="22"/>
        <pc:sldMkLst>
          <pc:docMk/>
          <pc:sldMk cId="3186958700" sldId="310"/>
        </pc:sldMkLst>
      </pc:sldChg>
      <pc:sldChg chg="modSp new mod">
        <pc:chgData name="Rolando E. Montero A." userId="db44b2c1daed2876" providerId="LiveId" clId="{1E549208-2E43-417D-B4D2-2BEE0E6DD46A}" dt="2020-07-24T04:06:45.016" v="169" actId="1076"/>
        <pc:sldMkLst>
          <pc:docMk/>
          <pc:sldMk cId="68637020" sldId="311"/>
        </pc:sldMkLst>
        <pc:spChg chg="mod">
          <ac:chgData name="Rolando E. Montero A." userId="db44b2c1daed2876" providerId="LiveId" clId="{1E549208-2E43-417D-B4D2-2BEE0E6DD46A}" dt="2020-07-24T04:05:04.430" v="136" actId="5793"/>
          <ac:spMkLst>
            <pc:docMk/>
            <pc:sldMk cId="68637020" sldId="311"/>
            <ac:spMk id="2" creationId="{39BFDD61-D7E0-43C7-91E1-1C0FF7E56A06}"/>
          </ac:spMkLst>
        </pc:spChg>
        <pc:spChg chg="mod">
          <ac:chgData name="Rolando E. Montero A." userId="db44b2c1daed2876" providerId="LiveId" clId="{1E549208-2E43-417D-B4D2-2BEE0E6DD46A}" dt="2020-07-24T04:06:45.016" v="169" actId="1076"/>
          <ac:spMkLst>
            <pc:docMk/>
            <pc:sldMk cId="68637020" sldId="311"/>
            <ac:spMk id="3" creationId="{F095A515-05A8-43C8-AF3B-0D818EEA732C}"/>
          </ac:spMkLst>
        </pc:spChg>
      </pc:sldChg>
    </pc:docChg>
  </pc:docChgLst>
  <pc:docChgLst>
    <pc:chgData name="Rolando E. Montero A." userId="db44b2c1daed2876" providerId="LiveId" clId="{6E1C6321-13E6-40AC-85EE-D2DF323DC206}"/>
    <pc:docChg chg="modSld">
      <pc:chgData name="Rolando E. Montero A." userId="db44b2c1daed2876" providerId="LiveId" clId="{6E1C6321-13E6-40AC-85EE-D2DF323DC206}" dt="2020-07-28T19:44:52.672" v="2" actId="20577"/>
      <pc:docMkLst>
        <pc:docMk/>
      </pc:docMkLst>
      <pc:sldChg chg="modSp mod">
        <pc:chgData name="Rolando E. Montero A." userId="db44b2c1daed2876" providerId="LiveId" clId="{6E1C6321-13E6-40AC-85EE-D2DF323DC206}" dt="2020-07-28T19:44:52.672" v="2" actId="20577"/>
        <pc:sldMkLst>
          <pc:docMk/>
          <pc:sldMk cId="68637020" sldId="311"/>
        </pc:sldMkLst>
        <pc:spChg chg="mod">
          <ac:chgData name="Rolando E. Montero A." userId="db44b2c1daed2876" providerId="LiveId" clId="{6E1C6321-13E6-40AC-85EE-D2DF323DC206}" dt="2020-07-28T19:44:52.672" v="2" actId="20577"/>
          <ac:spMkLst>
            <pc:docMk/>
            <pc:sldMk cId="68637020" sldId="311"/>
            <ac:spMk id="3" creationId="{F095A515-05A8-43C8-AF3B-0D818EEA73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827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3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0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2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44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4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12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24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0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4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93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87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0032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63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87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060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144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874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706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2909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 u="none" baseline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324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645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1" r:id="rId18"/>
    <p:sldLayoutId id="2147483732" r:id="rId19"/>
    <p:sldLayoutId id="2147483734" r:id="rId20"/>
    <p:sldLayoutId id="2147483735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Teoría de Grafos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FDD61-D7E0-43C7-91E1-1C0FF7E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 esta clase 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95A515-05A8-43C8-AF3B-0D818EEA73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1831982"/>
            <a:ext cx="10744200" cy="3724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Vamos a estudiar interrelaciones entre elementos que interactúan unos con otros. Dado un escenario donde ciertos objetos se relacionan se  puede “modelar el grafo” y luego aplicar algoritmos para  resolver diversos problemas</a:t>
            </a:r>
          </a:p>
          <a:p>
            <a:pPr marL="0" indent="0">
              <a:buNone/>
            </a:pPr>
            <a:r>
              <a:rPr lang="es-MX" sz="2400" b="1" dirty="0"/>
              <a:t>Objetivos de Aprendizaje</a:t>
            </a:r>
          </a:p>
          <a:p>
            <a:r>
              <a:rPr lang="es-MX" sz="2400" dirty="0"/>
              <a:t>Elaborar representaciones, tanto en forma manual como digital, y justificar cómo una misma información puede ser utilizada según el tipo de representación. </a:t>
            </a:r>
          </a:p>
          <a:p>
            <a:pPr marL="0" indent="0">
              <a:buNone/>
            </a:pPr>
            <a:r>
              <a:rPr lang="es-MX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63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37710-AC3D-4607-9624-33E98292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se estudian Grafos?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FDCD7-4B8E-430C-BDD5-8E5E35060C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020" y="1600200"/>
            <a:ext cx="10925960" cy="39694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sz="3100" dirty="0"/>
              <a:t>Porque permiten estudiar interrelaciones entre elementos que interactúan unos con otros. Dado un escenario donde ciertos objetos se relacionan se  puede “modelar el grafo” y luego aplicar algoritmos para  resolver diversos problemas</a:t>
            </a:r>
          </a:p>
          <a:p>
            <a:pPr marL="0" indent="0">
              <a:buNone/>
            </a:pPr>
            <a:r>
              <a:rPr lang="es-MX" sz="3100" dirty="0"/>
              <a:t>Son aplicables en:</a:t>
            </a:r>
          </a:p>
          <a:p>
            <a:pPr marL="0" indent="0">
              <a:buNone/>
            </a:pPr>
            <a:endParaRPr lang="es-MX" sz="1200" dirty="0"/>
          </a:p>
          <a:p>
            <a:pPr lvl="1"/>
            <a:r>
              <a:rPr lang="es-MX" sz="2300" dirty="0"/>
              <a:t> Ingeniería de Sistemas</a:t>
            </a:r>
          </a:p>
          <a:p>
            <a:pPr lvl="1"/>
            <a:r>
              <a:rPr lang="es-MX" sz="2300" dirty="0"/>
              <a:t>Modelado de Redes</a:t>
            </a:r>
          </a:p>
          <a:p>
            <a:pPr lvl="1"/>
            <a:r>
              <a:rPr lang="es-MX" sz="2300" dirty="0"/>
              <a:t>Ingeniería Industrial, Electrónica</a:t>
            </a:r>
          </a:p>
          <a:p>
            <a:pPr lvl="1"/>
            <a:r>
              <a:rPr lang="es-MX" sz="2300" dirty="0"/>
              <a:t> Química</a:t>
            </a:r>
          </a:p>
          <a:p>
            <a:pPr lvl="1"/>
            <a:r>
              <a:rPr lang="es-MX" sz="2300" dirty="0"/>
              <a:t>Geografía, etc.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A04139-9125-4712-942E-794B84144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971799"/>
            <a:ext cx="3671340" cy="2597877"/>
          </a:xfrm>
          <a:prstGeom prst="rect">
            <a:avLst/>
          </a:prstGeom>
        </p:spPr>
      </p:pic>
      <p:sp>
        <p:nvSpPr>
          <p:cNvPr id="7" name="object 26">
            <a:extLst>
              <a:ext uri="{FF2B5EF4-FFF2-40B4-BE49-F238E27FC236}">
                <a16:creationId xmlns:a16="http://schemas.microsoft.com/office/drawing/2014/main" id="{C3A193AF-2DB3-41DF-9A2F-14335122923D}"/>
              </a:ext>
            </a:extLst>
          </p:cNvPr>
          <p:cNvSpPr txBox="1"/>
          <p:nvPr/>
        </p:nvSpPr>
        <p:spPr>
          <a:xfrm>
            <a:off x="685802" y="5764768"/>
            <a:ext cx="1074419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Practicamente </a:t>
            </a:r>
            <a:r>
              <a:rPr sz="2800" b="1" i="1" spc="-1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cualquier problema  </a:t>
            </a:r>
            <a:r>
              <a:rPr sz="2800" b="1" i="1" spc="-5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puede </a:t>
            </a:r>
            <a:r>
              <a:rPr sz="28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representarse </a:t>
            </a:r>
            <a:r>
              <a:rPr sz="2800" b="1" i="1" spc="-5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mediante un</a:t>
            </a:r>
            <a:r>
              <a:rPr sz="2800" b="1" i="1" spc="1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 </a:t>
            </a:r>
            <a:r>
              <a:rPr sz="2800" b="1" i="1" spc="-5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/>
                <a:cs typeface="Arial Narrow"/>
              </a:rPr>
              <a:t>grafo</a:t>
            </a:r>
            <a:endParaRPr sz="28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505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6121492-63BC-4CDD-90DD-2E15018D9898}"/>
              </a:ext>
            </a:extLst>
          </p:cNvPr>
          <p:cNvGrpSpPr/>
          <p:nvPr/>
        </p:nvGrpSpPr>
        <p:grpSpPr>
          <a:xfrm>
            <a:off x="8382000" y="455254"/>
            <a:ext cx="2891263" cy="2327275"/>
            <a:chOff x="5105400" y="2590800"/>
            <a:chExt cx="3429000" cy="2936875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4E1013E2-7EB0-44CD-8F07-41543FCA7BF5}"/>
                </a:ext>
              </a:extLst>
            </p:cNvPr>
            <p:cNvSpPr/>
            <p:nvPr/>
          </p:nvSpPr>
          <p:spPr>
            <a:xfrm>
              <a:off x="5105400" y="2590800"/>
              <a:ext cx="3429000" cy="2936875"/>
            </a:xfrm>
            <a:prstGeom prst="roundRect">
              <a:avLst>
                <a:gd name="adj" fmla="val 9134"/>
              </a:avLst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257800" y="2746199"/>
              <a:ext cx="3168650" cy="26987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Título 5">
            <a:extLst>
              <a:ext uri="{FF2B5EF4-FFF2-40B4-BE49-F238E27FC236}">
                <a16:creationId xmlns:a16="http://schemas.microsoft.com/office/drawing/2014/main" id="{81B428AA-1646-4909-BB2B-290D9493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017" y="892221"/>
            <a:ext cx="5659783" cy="1151965"/>
          </a:xfrm>
        </p:spPr>
        <p:txBody>
          <a:bodyPr/>
          <a:lstStyle/>
          <a:p>
            <a:r>
              <a:rPr lang="es-CL" dirty="0"/>
              <a:t>¿Qué es un grafo?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614F87-774F-49A3-A72C-2B378893AB26}"/>
              </a:ext>
            </a:extLst>
          </p:cNvPr>
          <p:cNvSpPr txBox="1"/>
          <p:nvPr/>
        </p:nvSpPr>
        <p:spPr>
          <a:xfrm>
            <a:off x="3831064" y="2819400"/>
            <a:ext cx="7687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En 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matemáticas 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y 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ciencias de la computación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, un </a:t>
            </a:r>
            <a:r>
              <a:rPr lang="es-MX" sz="2800" b="1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grafo 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(del 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griego </a:t>
            </a:r>
            <a:r>
              <a:rPr lang="es-MX" sz="2800" b="0" i="1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grafos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: dibujo, imagen) es un conjunto de objetos llamados </a:t>
            </a:r>
            <a:r>
              <a:rPr lang="es-MX" sz="2800" b="1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vértices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 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o </a:t>
            </a:r>
            <a:r>
              <a:rPr lang="es-MX" sz="2800" b="1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nodos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 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unidos por enlaces llamados </a:t>
            </a:r>
            <a:r>
              <a:rPr lang="pt-BR" sz="2800" b="1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aristas</a:t>
            </a:r>
            <a:r>
              <a:rPr lang="pt-BR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o </a:t>
            </a:r>
            <a:r>
              <a:rPr lang="pt-BR" sz="2800" b="1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arcos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, que 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HP Simplified" panose="020B0604020204020204" pitchFamily="34" charset="0"/>
              </a:rPr>
              <a:t>permiten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 representar </a:t>
            </a:r>
            <a:r>
              <a:rPr lang="pt-BR" sz="2800" b="0" i="1" u="sng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relaciones </a:t>
            </a:r>
            <a:r>
              <a:rPr lang="es-MX" sz="2800" b="0" i="1" u="sng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binarias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 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entre elementos de un </a:t>
            </a:r>
            <a:r>
              <a:rPr lang="es-MX" sz="2800" b="0" i="0" u="none" strike="noStrike" baseline="0" dirty="0">
                <a:solidFill>
                  <a:srgbClr val="450000"/>
                </a:solidFill>
                <a:latin typeface="HP Simplified" panose="020B0604020204020204" pitchFamily="34" charset="0"/>
              </a:rPr>
              <a:t>conjunto</a:t>
            </a:r>
            <a:r>
              <a:rPr lang="es-MX" sz="2800" b="0" i="0" u="none" strike="noStrike" baseline="0" dirty="0">
                <a:solidFill>
                  <a:srgbClr val="000000"/>
                </a:solidFill>
                <a:latin typeface="HP Simplified" panose="020B0604020204020204" pitchFamily="34" charset="0"/>
              </a:rPr>
              <a:t>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33E834A-8162-4132-BFAC-0C1740CA85E0}"/>
              </a:ext>
            </a:extLst>
          </p:cNvPr>
          <p:cNvGrpSpPr/>
          <p:nvPr/>
        </p:nvGrpSpPr>
        <p:grpSpPr>
          <a:xfrm>
            <a:off x="381000" y="2895600"/>
            <a:ext cx="3289299" cy="2525256"/>
            <a:chOff x="6172200" y="3251114"/>
            <a:chExt cx="3657600" cy="2616285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858A1153-B409-4EBB-B496-38226779EE27}"/>
                </a:ext>
              </a:extLst>
            </p:cNvPr>
            <p:cNvSpPr/>
            <p:nvPr/>
          </p:nvSpPr>
          <p:spPr>
            <a:xfrm>
              <a:off x="6172200" y="3251114"/>
              <a:ext cx="3657600" cy="2616285"/>
            </a:xfrm>
            <a:prstGeom prst="roundRect">
              <a:avLst>
                <a:gd name="adj" fmla="val 9042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6987082-DD98-4F8B-BFD8-64D4152C1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2791" y="3336754"/>
              <a:ext cx="3167743" cy="2419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7935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Grafo – Definición</a:t>
            </a:r>
            <a:r>
              <a:rPr spc="-10" dirty="0"/>
              <a:t> </a:t>
            </a:r>
            <a:r>
              <a:rPr spc="-5" dirty="0"/>
              <a:t>formal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77" y="2001896"/>
            <a:ext cx="5257801" cy="157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spcBef>
                <a:spcPts val="1610"/>
              </a:spcBef>
              <a:buClr>
                <a:srgbClr val="D24717"/>
              </a:buClr>
              <a:buSzPct val="83928"/>
              <a:buFont typeface="Wingdings 2"/>
              <a:buChar char=""/>
              <a:tabLst>
                <a:tab pos="285750" algn="l"/>
              </a:tabLst>
            </a:pPr>
            <a:r>
              <a:rPr sz="2800" b="1" spc="-114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</a:t>
            </a:r>
            <a:r>
              <a:rPr sz="2800" spc="-114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, </a:t>
            </a:r>
            <a:r>
              <a:rPr sz="28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el </a:t>
            </a:r>
            <a:r>
              <a:rPr sz="28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conjunto </a:t>
            </a:r>
            <a:r>
              <a:rPr sz="28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de vértices o</a:t>
            </a:r>
            <a:r>
              <a:rPr sz="2800" spc="7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8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nodos</a:t>
            </a:r>
            <a:endParaRPr lang="es-CL" sz="2800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742315" lvl="1" indent="-272415">
              <a:spcBef>
                <a:spcPts val="1610"/>
              </a:spcBef>
              <a:buClr>
                <a:srgbClr val="D24717"/>
              </a:buClr>
              <a:buSzPct val="83928"/>
              <a:buFont typeface="Wingdings 2"/>
              <a:buChar char=""/>
              <a:tabLst>
                <a:tab pos="285750" algn="l"/>
              </a:tabLst>
            </a:pP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V={</a:t>
            </a:r>
            <a:r>
              <a:rPr sz="2400" i="1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v1, v2,</a:t>
            </a:r>
            <a:r>
              <a:rPr sz="2400" i="1" spc="12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..</a:t>
            </a:r>
            <a:r>
              <a:rPr sz="2400" i="1" dirty="0" err="1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vn</a:t>
            </a:r>
            <a:r>
              <a:rPr sz="24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}</a:t>
            </a:r>
            <a:endParaRPr lang="es-CL" sz="2400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742315" lvl="1" indent="-272415">
              <a:spcBef>
                <a:spcPts val="1610"/>
              </a:spcBef>
              <a:buClr>
                <a:srgbClr val="D24717"/>
              </a:buClr>
              <a:buSzPct val="83928"/>
              <a:buFont typeface="Wingdings 2"/>
              <a:buChar char=""/>
              <a:tabLst>
                <a:tab pos="285750" algn="l"/>
              </a:tabLst>
            </a:pP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Representan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los</a:t>
            </a:r>
            <a:r>
              <a:rPr sz="24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objetos</a:t>
            </a:r>
            <a:endParaRPr lang="es-CL" sz="2400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52D8318-CBCC-4BE5-B71D-A175C0535F3B}"/>
              </a:ext>
            </a:extLst>
          </p:cNvPr>
          <p:cNvGrpSpPr/>
          <p:nvPr/>
        </p:nvGrpSpPr>
        <p:grpSpPr>
          <a:xfrm>
            <a:off x="3707920" y="4645289"/>
            <a:ext cx="7572649" cy="897874"/>
            <a:chOff x="3534801" y="4619110"/>
            <a:chExt cx="7572649" cy="897874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D7D97E4D-264F-4F0B-907D-8BB7038E356F}"/>
                </a:ext>
              </a:extLst>
            </p:cNvPr>
            <p:cNvSpPr/>
            <p:nvPr/>
          </p:nvSpPr>
          <p:spPr>
            <a:xfrm>
              <a:off x="3534801" y="4619110"/>
              <a:ext cx="7572649" cy="89787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579319" y="4681213"/>
              <a:ext cx="7428230" cy="734175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38735" rIns="0" bIns="0" rtlCol="0">
              <a:spAutoFit/>
            </a:bodyPr>
            <a:lstStyle/>
            <a:p>
              <a:pPr marL="85090">
                <a:spcBef>
                  <a:spcPts val="305"/>
                </a:spcBef>
              </a:pPr>
              <a:r>
                <a:rPr dirty="0">
                  <a:latin typeface="Tahoma"/>
                  <a:cs typeface="Tahoma"/>
                </a:rPr>
                <a:t>V = </a:t>
              </a:r>
              <a:r>
                <a:rPr spc="-5" dirty="0">
                  <a:latin typeface="Tahoma"/>
                  <a:cs typeface="Tahoma"/>
                </a:rPr>
                <a:t>{1, </a:t>
              </a:r>
              <a:r>
                <a:rPr spc="-10" dirty="0">
                  <a:latin typeface="Tahoma"/>
                  <a:cs typeface="Tahoma"/>
                </a:rPr>
                <a:t>4, </a:t>
              </a:r>
              <a:r>
                <a:rPr dirty="0">
                  <a:latin typeface="Tahoma"/>
                  <a:cs typeface="Tahoma"/>
                </a:rPr>
                <a:t>5, </a:t>
              </a:r>
              <a:r>
                <a:rPr spc="-70" dirty="0">
                  <a:latin typeface="Tahoma"/>
                  <a:cs typeface="Tahoma"/>
                </a:rPr>
                <a:t>7,</a:t>
              </a:r>
              <a:r>
                <a:rPr spc="-65" dirty="0">
                  <a:latin typeface="Tahoma"/>
                  <a:cs typeface="Tahoma"/>
                </a:rPr>
                <a:t> </a:t>
              </a:r>
              <a:r>
                <a:rPr dirty="0">
                  <a:latin typeface="Tahoma"/>
                  <a:cs typeface="Tahoma"/>
                </a:rPr>
                <a:t>9}</a:t>
              </a:r>
            </a:p>
            <a:p>
              <a:pPr marL="85090">
                <a:spcBef>
                  <a:spcPts val="1075"/>
                </a:spcBef>
              </a:pPr>
              <a:r>
                <a:rPr spc="-5" dirty="0">
                  <a:latin typeface="Tahoma"/>
                  <a:cs typeface="Tahoma"/>
                </a:rPr>
                <a:t>E= {(1,4), (4,9), </a:t>
              </a:r>
              <a:r>
                <a:rPr spc="-10" dirty="0">
                  <a:latin typeface="Tahoma"/>
                  <a:cs typeface="Tahoma"/>
                </a:rPr>
                <a:t>(9,7), </a:t>
              </a:r>
              <a:r>
                <a:rPr spc="-25" dirty="0">
                  <a:latin typeface="Tahoma"/>
                  <a:cs typeface="Tahoma"/>
                </a:rPr>
                <a:t>(7,5), </a:t>
              </a:r>
              <a:r>
                <a:rPr spc="-5" dirty="0">
                  <a:latin typeface="Tahoma"/>
                  <a:cs typeface="Tahoma"/>
                </a:rPr>
                <a:t>(5,1), </a:t>
              </a:r>
              <a:r>
                <a:rPr spc="-5"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(4,1), (1,5), </a:t>
              </a:r>
              <a:r>
                <a:rPr spc="-10"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(5,7), </a:t>
              </a:r>
              <a:r>
                <a:rPr spc="-50"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(7, </a:t>
              </a:r>
              <a:r>
                <a:rPr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9),</a:t>
              </a:r>
              <a:r>
                <a:rPr spc="310"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 </a:t>
              </a:r>
              <a:r>
                <a:rPr spc="-5" dirty="0">
                  <a:solidFill>
                    <a:schemeClr val="accent6">
                      <a:lumMod val="50000"/>
                    </a:schemeClr>
                  </a:solidFill>
                  <a:latin typeface="Tahoma"/>
                  <a:cs typeface="Tahoma"/>
                </a:rPr>
                <a:t>(9,4)</a:t>
              </a:r>
              <a:r>
                <a:rPr spc="-5" dirty="0">
                  <a:latin typeface="Tahoma"/>
                  <a:cs typeface="Tahoma"/>
                </a:rPr>
                <a:t>}</a:t>
              </a:r>
              <a:endParaRPr dirty="0">
                <a:latin typeface="Tahoma"/>
                <a:cs typeface="Tahoma"/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F74C5672-DBC3-43CA-98FE-EC5A1FEE4F38}"/>
              </a:ext>
            </a:extLst>
          </p:cNvPr>
          <p:cNvGrpSpPr/>
          <p:nvPr/>
        </p:nvGrpSpPr>
        <p:grpSpPr>
          <a:xfrm>
            <a:off x="1477677" y="3685634"/>
            <a:ext cx="1728000" cy="1800000"/>
            <a:chOff x="7953375" y="2262251"/>
            <a:chExt cx="1854581" cy="1881505"/>
          </a:xfrm>
        </p:grpSpPr>
        <p:sp>
          <p:nvSpPr>
            <p:cNvPr id="5" name="object 5"/>
            <p:cNvSpPr/>
            <p:nvPr/>
          </p:nvSpPr>
          <p:spPr>
            <a:xfrm>
              <a:off x="8024876" y="22622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24876" y="22622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131557" y="2304289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1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447276" y="22637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5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47276" y="22637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5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554083" y="2305812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4</a:t>
              </a:r>
            </a:p>
          </p:txBody>
        </p:sp>
        <p:sp>
          <p:nvSpPr>
            <p:cNvPr id="11" name="object 11"/>
            <p:cNvSpPr/>
            <p:nvPr/>
          </p:nvSpPr>
          <p:spPr>
            <a:xfrm>
              <a:off x="8713851" y="30623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5" y="0"/>
                  </a:moveTo>
                  <a:lnTo>
                    <a:pt x="132218" y="6389"/>
                  </a:lnTo>
                  <a:lnTo>
                    <a:pt x="89201" y="24534"/>
                  </a:lnTo>
                  <a:lnTo>
                    <a:pt x="52752" y="52704"/>
                  </a:lnTo>
                  <a:lnTo>
                    <a:pt x="24579" y="89201"/>
                  </a:lnTo>
                  <a:lnTo>
                    <a:pt x="6432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0" y="132209"/>
                  </a:lnTo>
                  <a:lnTo>
                    <a:pt x="335681" y="89172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3851" y="30623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086"/>
                  </a:moveTo>
                  <a:lnTo>
                    <a:pt x="6434" y="132209"/>
                  </a:lnTo>
                  <a:lnTo>
                    <a:pt x="24590" y="89172"/>
                  </a:lnTo>
                  <a:lnTo>
                    <a:pt x="52752" y="52704"/>
                  </a:lnTo>
                  <a:lnTo>
                    <a:pt x="89201" y="24534"/>
                  </a:lnTo>
                  <a:lnTo>
                    <a:pt x="132218" y="6389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820405" y="3104389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5</a:t>
              </a:r>
            </a:p>
          </p:txBody>
        </p:sp>
        <p:sp>
          <p:nvSpPr>
            <p:cNvPr id="14" name="object 14"/>
            <p:cNvSpPr/>
            <p:nvPr/>
          </p:nvSpPr>
          <p:spPr>
            <a:xfrm>
              <a:off x="7953375" y="37830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53375" y="37830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059929" y="3825241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7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428226" y="377990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28226" y="377990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9535160" y="3822193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9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385176" y="2443227"/>
              <a:ext cx="1062355" cy="1905"/>
            </a:xfrm>
            <a:custGeom>
              <a:avLst/>
              <a:gdLst/>
              <a:ahLst/>
              <a:cxnLst/>
              <a:rect l="l" t="t" r="r" b="b"/>
              <a:pathLst>
                <a:path w="1062354" h="1905">
                  <a:moveTo>
                    <a:pt x="0" y="0"/>
                  </a:moveTo>
                  <a:lnTo>
                    <a:pt x="1062101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05852" y="2622551"/>
              <a:ext cx="560705" cy="492125"/>
            </a:xfrm>
            <a:custGeom>
              <a:avLst/>
              <a:gdLst/>
              <a:ahLst/>
              <a:cxnLst/>
              <a:rect l="l" t="t" r="r" b="b"/>
              <a:pathLst>
                <a:path w="560704" h="492125">
                  <a:moveTo>
                    <a:pt x="0" y="0"/>
                  </a:moveTo>
                  <a:lnTo>
                    <a:pt x="560324" y="4921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61351" y="3370327"/>
              <a:ext cx="504825" cy="465455"/>
            </a:xfrm>
            <a:custGeom>
              <a:avLst/>
              <a:gdLst/>
              <a:ahLst/>
              <a:cxnLst/>
              <a:rect l="l" t="t" r="r" b="b"/>
              <a:pathLst>
                <a:path w="504825" h="465454">
                  <a:moveTo>
                    <a:pt x="504825" y="0"/>
                  </a:moveTo>
                  <a:lnTo>
                    <a:pt x="0" y="4650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13802" y="3960749"/>
              <a:ext cx="1114425" cy="3175"/>
            </a:xfrm>
            <a:custGeom>
              <a:avLst/>
              <a:gdLst/>
              <a:ahLst/>
              <a:cxnLst/>
              <a:rect l="l" t="t" r="r" b="b"/>
              <a:pathLst>
                <a:path w="1114425" h="3175">
                  <a:moveTo>
                    <a:pt x="0" y="3175"/>
                  </a:moveTo>
                  <a:lnTo>
                    <a:pt x="11144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09201" y="2624201"/>
              <a:ext cx="19050" cy="1155700"/>
            </a:xfrm>
            <a:custGeom>
              <a:avLst/>
              <a:gdLst/>
              <a:ahLst/>
              <a:cxnLst/>
              <a:rect l="l" t="t" r="r" b="b"/>
              <a:pathLst>
                <a:path w="19050" h="1155700">
                  <a:moveTo>
                    <a:pt x="0" y="1155700"/>
                  </a:moveTo>
                  <a:lnTo>
                    <a:pt x="190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5352C4E-C534-4DC1-9410-BDE49F32FAB2}"/>
              </a:ext>
            </a:extLst>
          </p:cNvPr>
          <p:cNvSpPr txBox="1"/>
          <p:nvPr/>
        </p:nvSpPr>
        <p:spPr>
          <a:xfrm>
            <a:off x="6221359" y="2001896"/>
            <a:ext cx="6164824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115" indent="-272415">
              <a:spcBef>
                <a:spcPts val="1525"/>
              </a:spcBef>
              <a:buClr>
                <a:srgbClr val="D24717"/>
              </a:buClr>
              <a:buSzPct val="83928"/>
              <a:buFont typeface="Wingdings 2"/>
              <a:buChar char=""/>
              <a:tabLst>
                <a:tab pos="285750" algn="l"/>
              </a:tabLst>
            </a:pPr>
            <a:r>
              <a:rPr lang="es-CL" sz="2800" b="1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</a:t>
            </a:r>
            <a:r>
              <a:rPr lang="es-CL" sz="28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, el </a:t>
            </a:r>
            <a:r>
              <a:rPr lang="es-CL" sz="28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conjunto </a:t>
            </a:r>
            <a:r>
              <a:rPr lang="es-CL" sz="28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de arcos o</a:t>
            </a:r>
            <a:r>
              <a:rPr lang="es-CL" sz="2800" spc="-1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8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aristas</a:t>
            </a:r>
            <a:endParaRPr lang="es-CL" sz="2800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561340" lvl="1" indent="-228600">
              <a:spcBef>
                <a:spcPts val="1330"/>
              </a:spcBef>
              <a:buClr>
                <a:srgbClr val="9B2C1F"/>
              </a:buClr>
              <a:buSzPct val="83333"/>
              <a:buFont typeface="Wingdings 2"/>
              <a:buChar char=""/>
              <a:tabLst>
                <a:tab pos="561340" algn="l"/>
              </a:tabLst>
            </a:pP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Representan las</a:t>
            </a:r>
            <a:r>
              <a:rPr lang="es-CL" sz="2400" spc="-2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relaciones</a:t>
            </a:r>
          </a:p>
          <a:p>
            <a:pPr marL="561340" lvl="1" indent="-228600">
              <a:spcBef>
                <a:spcPts val="1330"/>
              </a:spcBef>
              <a:buClr>
                <a:srgbClr val="9B2C1F"/>
              </a:buClr>
              <a:buSzPct val="83333"/>
              <a:buFont typeface="Wingdings 2"/>
              <a:buChar char=""/>
              <a:tabLst>
                <a:tab pos="561340" algn="l"/>
              </a:tabLst>
            </a:pPr>
            <a:r>
              <a:rPr lang="es-CL" sz="2400" spc="-5" baseline="6944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3600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E </a:t>
            </a:r>
            <a:r>
              <a:rPr lang="es-CL" sz="3600" spc="-7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={</a:t>
            </a:r>
            <a:r>
              <a:rPr lang="es-CL" sz="3600" i="1" spc="-7" baseline="6944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</a:t>
            </a:r>
            <a:r>
              <a:rPr lang="es-CL" sz="2400" i="1" spc="-7" baseline="-10416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i</a:t>
            </a:r>
            <a:r>
              <a:rPr lang="es-CL" sz="3600" i="1" spc="-7" baseline="6944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</a:t>
            </a:r>
            <a:r>
              <a:rPr lang="es-CL" sz="2400" i="1" spc="-7" baseline="-10416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j</a:t>
            </a:r>
            <a:r>
              <a:rPr lang="es-CL" sz="3600" i="1" spc="-7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,</a:t>
            </a:r>
            <a:r>
              <a:rPr lang="es-CL" sz="3600" i="1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 </a:t>
            </a:r>
            <a:r>
              <a:rPr lang="es-CL" sz="3600" i="1" spc="-7" baseline="6944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</a:t>
            </a:r>
            <a:r>
              <a:rPr lang="es-CL" sz="2400" i="1" spc="-7" baseline="-10416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m</a:t>
            </a:r>
            <a:r>
              <a:rPr lang="es-CL" sz="3600" i="1" spc="-7" baseline="6944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</a:t>
            </a:r>
            <a:r>
              <a:rPr lang="es-CL" sz="2400" i="1" spc="-7" baseline="-10416" dirty="0" err="1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n</a:t>
            </a:r>
            <a:r>
              <a:rPr lang="es-CL" sz="3600" spc="-7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,</a:t>
            </a:r>
            <a:r>
              <a:rPr lang="es-CL" sz="3600" spc="15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 </a:t>
            </a:r>
            <a:r>
              <a:rPr lang="es-CL" sz="3600" baseline="6944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..}	</a:t>
            </a:r>
          </a:p>
          <a:p>
            <a:pPr marL="561340" lvl="1" indent="-228600">
              <a:spcBef>
                <a:spcPts val="1330"/>
              </a:spcBef>
              <a:buClr>
                <a:srgbClr val="9B2C1F"/>
              </a:buClr>
              <a:buSzPct val="83333"/>
              <a:buFont typeface="Wingdings 2"/>
              <a:buChar char=""/>
              <a:tabLst>
                <a:tab pos="561340" algn="l"/>
              </a:tabLst>
            </a:pPr>
            <a:r>
              <a:rPr lang="es-CL" sz="2400" u="sng" spc="-5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Vértices Adyacentes</a:t>
            </a: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: </a:t>
            </a:r>
          </a:p>
          <a:p>
            <a:pPr marL="332740" lvl="1">
              <a:spcBef>
                <a:spcPts val="1330"/>
              </a:spcBef>
              <a:buClr>
                <a:srgbClr val="9B2C1F"/>
              </a:buClr>
              <a:buSzPct val="83333"/>
              <a:tabLst>
                <a:tab pos="561340" algn="l"/>
              </a:tabLst>
            </a:pP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	</a:t>
            </a:r>
            <a:r>
              <a:rPr lang="es-CL" sz="2400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2 </a:t>
            </a:r>
            <a:r>
              <a:rPr lang="es-CL" sz="2400" spc="-5" dirty="0">
                <a:solidFill>
                  <a:schemeClr val="tx2">
                    <a:lumMod val="75000"/>
                  </a:schemeClr>
                </a:solidFill>
                <a:latin typeface="Arial Narrow"/>
                <a:cs typeface="Arial Narrow"/>
              </a:rPr>
              <a:t>vértices unidos por un arco</a:t>
            </a:r>
            <a:endParaRPr lang="es-CL" sz="2400" dirty="0">
              <a:solidFill>
                <a:schemeClr val="tx2">
                  <a:lumMod val="75000"/>
                </a:schemeClr>
              </a:solidFill>
              <a:latin typeface="Arial Narrow"/>
              <a:cs typeface="Arial Narrow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C8BB1BD-E9CB-4AC6-89BF-CEB70F52A763}"/>
              </a:ext>
            </a:extLst>
          </p:cNvPr>
          <p:cNvSpPr txBox="1"/>
          <p:nvPr/>
        </p:nvSpPr>
        <p:spPr>
          <a:xfrm>
            <a:off x="576777" y="1325610"/>
            <a:ext cx="6229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buClr>
                <a:srgbClr val="D24717"/>
              </a:buClr>
              <a:buSzPct val="83928"/>
              <a:tabLst>
                <a:tab pos="285750" algn="l"/>
              </a:tabLst>
            </a:pPr>
            <a:r>
              <a:rPr lang="it-IT" sz="28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Un </a:t>
            </a:r>
            <a:r>
              <a:rPr lang="it-IT" sz="28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grafo </a:t>
            </a:r>
            <a:r>
              <a:rPr lang="it-IT" sz="2800" b="1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G =</a:t>
            </a:r>
            <a:r>
              <a:rPr lang="it-IT" sz="2800" b="1" spc="-4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it-IT" sz="2800" b="1" spc="-5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(V,E)</a:t>
            </a:r>
            <a:endParaRPr lang="it-IT" sz="2800" b="1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664" y="184328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Grado de un</a:t>
            </a:r>
            <a:r>
              <a:rPr spc="-45" dirty="0"/>
              <a:t> </a:t>
            </a:r>
            <a:r>
              <a:rPr spc="-5" dirty="0"/>
              <a:t>Grafo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554" y="1137898"/>
            <a:ext cx="9310972" cy="877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buClr>
                <a:srgbClr val="D24717"/>
              </a:buClr>
              <a:buSzPct val="83333"/>
              <a:buFont typeface="Wingdings"/>
              <a:buChar char=""/>
              <a:tabLst>
                <a:tab pos="285115" algn="l"/>
                <a:tab pos="285750" algn="l"/>
              </a:tabLst>
            </a:pPr>
            <a:r>
              <a:rPr sz="2400" u="sng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Grado de un </a:t>
            </a:r>
            <a:r>
              <a:rPr sz="2400" u="sng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NODO</a:t>
            </a:r>
            <a:r>
              <a:rPr sz="28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"/>
              </a:rPr>
              <a:t>: </a:t>
            </a:r>
            <a:r>
              <a:rPr sz="24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Es 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el </a:t>
            </a:r>
            <a:r>
              <a:rPr sz="2400" b="1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# 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de arcos que </a:t>
            </a:r>
            <a:r>
              <a:rPr sz="2400" b="1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inciden 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en un</a:t>
            </a:r>
            <a:r>
              <a:rPr sz="2400" spc="1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vértice</a:t>
            </a:r>
            <a:endParaRPr sz="2400" dirty="0">
              <a:solidFill>
                <a:schemeClr val="tx2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285115" indent="-272415">
              <a:spcBef>
                <a:spcPts val="615"/>
              </a:spcBef>
              <a:buClr>
                <a:srgbClr val="D24717"/>
              </a:buClr>
              <a:buSzPct val="83333"/>
              <a:buFont typeface="Wingdings"/>
              <a:buChar char=""/>
              <a:tabLst>
                <a:tab pos="285115" algn="l"/>
                <a:tab pos="285750" algn="l"/>
              </a:tabLst>
            </a:pP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Caso </a:t>
            </a:r>
            <a:r>
              <a:rPr sz="2400" spc="-1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especial </a:t>
            </a:r>
            <a:r>
              <a:rPr sz="24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(lazo): </a:t>
            </a:r>
            <a:r>
              <a:rPr sz="2400" spc="-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se considera</a:t>
            </a:r>
            <a:r>
              <a:rPr sz="2400" spc="65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chemeClr val="tx2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4554" y="2135388"/>
            <a:ext cx="825284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2415">
              <a:buClr>
                <a:srgbClr val="D24717"/>
              </a:buClr>
              <a:buSzPct val="83333"/>
              <a:buFont typeface="Wingdings"/>
              <a:buChar char=""/>
              <a:tabLst>
                <a:tab pos="285115" algn="l"/>
                <a:tab pos="285750" algn="l"/>
              </a:tabLst>
            </a:pPr>
            <a:r>
              <a:rPr sz="24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Grado de un GRAFO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: Suma de los grados de los</a:t>
            </a:r>
            <a:r>
              <a:rPr sz="2400" spc="114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vértices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.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42045" y="2308030"/>
            <a:ext cx="3816350" cy="1200150"/>
          </a:xfrm>
          <a:custGeom>
            <a:avLst/>
            <a:gdLst/>
            <a:ahLst/>
            <a:cxnLst/>
            <a:rect l="l" t="t" r="r" b="b"/>
            <a:pathLst>
              <a:path w="3816350" h="1200150">
                <a:moveTo>
                  <a:pt x="0" y="1200150"/>
                </a:moveTo>
                <a:lnTo>
                  <a:pt x="3816350" y="1200150"/>
                </a:lnTo>
                <a:lnTo>
                  <a:pt x="3816350" y="0"/>
                </a:lnTo>
                <a:lnTo>
                  <a:pt x="0" y="0"/>
                </a:lnTo>
                <a:lnTo>
                  <a:pt x="0" y="1200150"/>
                </a:lnTo>
                <a:close/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4A9D9F75-D622-4256-A215-EEB9E9DE3886}"/>
              </a:ext>
            </a:extLst>
          </p:cNvPr>
          <p:cNvGrpSpPr/>
          <p:nvPr/>
        </p:nvGrpSpPr>
        <p:grpSpPr>
          <a:xfrm>
            <a:off x="4486925" y="2701678"/>
            <a:ext cx="4080262" cy="1469774"/>
            <a:chOff x="5216138" y="2125492"/>
            <a:chExt cx="4080262" cy="1469774"/>
          </a:xfrm>
        </p:grpSpPr>
        <p:sp>
          <p:nvSpPr>
            <p:cNvPr id="30" name="Bocadillo: rectángulo 29">
              <a:extLst>
                <a:ext uri="{FF2B5EF4-FFF2-40B4-BE49-F238E27FC236}">
                  <a16:creationId xmlns:a16="http://schemas.microsoft.com/office/drawing/2014/main" id="{B5DF9B84-D83F-464F-B655-D57404E12EB9}"/>
                </a:ext>
              </a:extLst>
            </p:cNvPr>
            <p:cNvSpPr/>
            <p:nvPr/>
          </p:nvSpPr>
          <p:spPr>
            <a:xfrm>
              <a:off x="5216138" y="2125492"/>
              <a:ext cx="4080262" cy="1469774"/>
            </a:xfrm>
            <a:prstGeom prst="wedgeRectCallout">
              <a:avLst>
                <a:gd name="adj1" fmla="val -54907"/>
                <a:gd name="adj2" fmla="val -23044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637994" y="2207593"/>
              <a:ext cx="1552461" cy="77457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68580" marR="5080" indent="-69215">
                <a:lnSpc>
                  <a:spcPct val="150000"/>
                </a:lnSpc>
              </a:pP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spc="-5" dirty="0">
                  <a:latin typeface="Tahoma"/>
                  <a:cs typeface="Tahoma"/>
                </a:rPr>
                <a:t>(F) </a:t>
              </a:r>
              <a:r>
                <a:rPr dirty="0">
                  <a:latin typeface="Tahoma"/>
                  <a:cs typeface="Tahoma"/>
                </a:rPr>
                <a:t>= 3</a:t>
              </a:r>
              <a:endParaRPr lang="es-CL" dirty="0">
                <a:latin typeface="Tahoma"/>
                <a:cs typeface="Tahoma"/>
              </a:endParaRPr>
            </a:p>
            <a:p>
              <a:pPr marL="68580" marR="5080" indent="-69215">
                <a:lnSpc>
                  <a:spcPct val="150000"/>
                </a:lnSpc>
              </a:pP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spc="-5" dirty="0">
                  <a:latin typeface="Tahoma"/>
                  <a:cs typeface="Tahoma"/>
                </a:rPr>
                <a:t>(C) </a:t>
              </a:r>
              <a:r>
                <a:rPr dirty="0">
                  <a:latin typeface="Tahoma"/>
                  <a:cs typeface="Tahoma"/>
                </a:rPr>
                <a:t>=</a:t>
              </a:r>
              <a:r>
                <a:rPr spc="-65" dirty="0">
                  <a:latin typeface="Tahoma"/>
                  <a:cs typeface="Tahoma"/>
                </a:rPr>
                <a:t> </a:t>
              </a:r>
              <a:r>
                <a:rPr dirty="0">
                  <a:latin typeface="Tahoma"/>
                  <a:cs typeface="Tahoma"/>
                </a:rPr>
                <a:t>3</a:t>
              </a: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708715" y="2207593"/>
              <a:ext cx="1498634" cy="12363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just">
                <a:lnSpc>
                  <a:spcPct val="150000"/>
                </a:lnSpc>
              </a:pP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spc="-5" dirty="0">
                  <a:latin typeface="Tahoma"/>
                  <a:cs typeface="Tahoma"/>
                </a:rPr>
                <a:t>(D) </a:t>
              </a:r>
              <a:r>
                <a:rPr dirty="0">
                  <a:latin typeface="Tahoma"/>
                  <a:cs typeface="Tahoma"/>
                </a:rPr>
                <a:t>=</a:t>
              </a:r>
              <a:r>
                <a:rPr spc="-70" dirty="0">
                  <a:latin typeface="Tahoma"/>
                  <a:cs typeface="Tahoma"/>
                </a:rPr>
                <a:t> </a:t>
              </a:r>
              <a:r>
                <a:rPr dirty="0">
                  <a:latin typeface="Tahoma"/>
                  <a:cs typeface="Tahoma"/>
                </a:rPr>
                <a:t>3  </a:t>
              </a: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spc="-5" dirty="0">
                  <a:latin typeface="Tahoma"/>
                  <a:cs typeface="Tahoma"/>
                </a:rPr>
                <a:t>(H) </a:t>
              </a:r>
              <a:r>
                <a:rPr dirty="0">
                  <a:latin typeface="Tahoma"/>
                  <a:cs typeface="Tahoma"/>
                </a:rPr>
                <a:t>=</a:t>
              </a:r>
              <a:r>
                <a:rPr spc="-80" dirty="0">
                  <a:latin typeface="Tahoma"/>
                  <a:cs typeface="Tahoma"/>
                </a:rPr>
                <a:t> </a:t>
              </a:r>
              <a:r>
                <a:rPr dirty="0">
                  <a:latin typeface="Tahoma"/>
                  <a:cs typeface="Tahoma"/>
                </a:rPr>
                <a:t>3  </a:t>
              </a: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spc="-5" dirty="0">
                  <a:latin typeface="Tahoma"/>
                  <a:cs typeface="Tahoma"/>
                </a:rPr>
                <a:t>(E) </a:t>
              </a:r>
              <a:r>
                <a:rPr dirty="0">
                  <a:latin typeface="Tahoma"/>
                  <a:cs typeface="Tahoma"/>
                </a:rPr>
                <a:t>=</a:t>
              </a:r>
              <a:r>
                <a:rPr spc="-75" dirty="0">
                  <a:latin typeface="Tahoma"/>
                  <a:cs typeface="Tahoma"/>
                </a:rPr>
                <a:t> </a:t>
              </a:r>
              <a:r>
                <a:rPr dirty="0">
                  <a:latin typeface="Tahoma"/>
                  <a:cs typeface="Tahoma"/>
                </a:rPr>
                <a:t>4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F270C7AC-8E70-4979-90D4-4CAF82651D31}"/>
              </a:ext>
            </a:extLst>
          </p:cNvPr>
          <p:cNvGrpSpPr/>
          <p:nvPr/>
        </p:nvGrpSpPr>
        <p:grpSpPr>
          <a:xfrm>
            <a:off x="669216" y="4827963"/>
            <a:ext cx="4061761" cy="467150"/>
            <a:chOff x="5298139" y="3860315"/>
            <a:chExt cx="4061761" cy="467150"/>
          </a:xfrm>
        </p:grpSpPr>
        <p:sp>
          <p:nvSpPr>
            <p:cNvPr id="33" name="Bocadillo: rectángulo con esquinas redondeadas 32">
              <a:extLst>
                <a:ext uri="{FF2B5EF4-FFF2-40B4-BE49-F238E27FC236}">
                  <a16:creationId xmlns:a16="http://schemas.microsoft.com/office/drawing/2014/main" id="{1E53786D-C4F0-4EB1-A552-23EC4A265DE6}"/>
                </a:ext>
              </a:extLst>
            </p:cNvPr>
            <p:cNvSpPr/>
            <p:nvPr/>
          </p:nvSpPr>
          <p:spPr>
            <a:xfrm>
              <a:off x="5298139" y="3860315"/>
              <a:ext cx="4061761" cy="467150"/>
            </a:xfrm>
            <a:prstGeom prst="wedgeRoundRectCallout">
              <a:avLst>
                <a:gd name="adj1" fmla="val 22941"/>
                <a:gd name="adj2" fmla="val -46110"/>
                <a:gd name="adj3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5410199" y="3917108"/>
              <a:ext cx="3886201" cy="316112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38735" rIns="0" bIns="0" rtlCol="0">
              <a:spAutoFit/>
            </a:bodyPr>
            <a:lstStyle/>
            <a:p>
              <a:pPr marL="85725" algn="ctr">
                <a:spcBef>
                  <a:spcPts val="305"/>
                </a:spcBef>
              </a:pPr>
              <a:r>
                <a:rPr spc="-10" dirty="0">
                  <a:latin typeface="Tahoma"/>
                  <a:cs typeface="Tahoma"/>
                </a:rPr>
                <a:t>Grado </a:t>
              </a:r>
              <a:r>
                <a:rPr dirty="0">
                  <a:latin typeface="Tahoma"/>
                  <a:cs typeface="Tahoma"/>
                </a:rPr>
                <a:t>del </a:t>
              </a:r>
              <a:r>
                <a:rPr spc="-10" dirty="0">
                  <a:latin typeface="Tahoma"/>
                  <a:cs typeface="Tahoma"/>
                </a:rPr>
                <a:t>Grafo </a:t>
              </a:r>
              <a:r>
                <a:rPr dirty="0">
                  <a:latin typeface="Tahoma"/>
                  <a:cs typeface="Tahoma"/>
                </a:rPr>
                <a:t>= 16 = 2 * 8</a:t>
              </a:r>
              <a:r>
                <a:rPr spc="-55" dirty="0">
                  <a:latin typeface="Tahoma"/>
                  <a:cs typeface="Tahoma"/>
                </a:rPr>
                <a:t> </a:t>
              </a:r>
              <a:r>
                <a:rPr spc="-5" dirty="0">
                  <a:latin typeface="Tahoma"/>
                  <a:cs typeface="Tahoma"/>
                </a:rPr>
                <a:t>arcos</a:t>
              </a:r>
              <a:endParaRPr dirty="0">
                <a:latin typeface="Tahoma"/>
                <a:cs typeface="Tahoma"/>
              </a:endParaRPr>
            </a:p>
          </p:txBody>
        </p:sp>
      </p:grpSp>
      <p:sp>
        <p:nvSpPr>
          <p:cNvPr id="27" name="object 27"/>
          <p:cNvSpPr/>
          <p:nvPr/>
        </p:nvSpPr>
        <p:spPr>
          <a:xfrm>
            <a:off x="9124725" y="4599646"/>
            <a:ext cx="2285999" cy="601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65455CE2-C225-4871-A68B-386B7E9B0350}"/>
              </a:ext>
            </a:extLst>
          </p:cNvPr>
          <p:cNvGrpSpPr/>
          <p:nvPr/>
        </p:nvGrpSpPr>
        <p:grpSpPr>
          <a:xfrm>
            <a:off x="1104671" y="2667900"/>
            <a:ext cx="2882964" cy="1871599"/>
            <a:chOff x="2595562" y="2500376"/>
            <a:chExt cx="2882964" cy="1871599"/>
          </a:xfrm>
        </p:grpSpPr>
        <p:sp>
          <p:nvSpPr>
            <p:cNvPr id="5" name="object 5"/>
            <p:cNvSpPr/>
            <p:nvPr/>
          </p:nvSpPr>
          <p:spPr>
            <a:xfrm>
              <a:off x="2597150" y="250037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4" y="5701"/>
                  </a:lnTo>
                  <a:lnTo>
                    <a:pt x="120947" y="21941"/>
                  </a:lnTo>
                  <a:lnTo>
                    <a:pt x="80854" y="47426"/>
                  </a:lnTo>
                  <a:lnTo>
                    <a:pt x="47415" y="80859"/>
                  </a:lnTo>
                  <a:lnTo>
                    <a:pt x="21927" y="120946"/>
                  </a:lnTo>
                  <a:lnTo>
                    <a:pt x="5701" y="166311"/>
                  </a:lnTo>
                  <a:lnTo>
                    <a:pt x="0" y="215773"/>
                  </a:lnTo>
                  <a:lnTo>
                    <a:pt x="5701" y="265368"/>
                  </a:lnTo>
                  <a:lnTo>
                    <a:pt x="21943" y="310798"/>
                  </a:lnTo>
                  <a:lnTo>
                    <a:pt x="47430" y="350887"/>
                  </a:lnTo>
                  <a:lnTo>
                    <a:pt x="80864" y="384333"/>
                  </a:lnTo>
                  <a:lnTo>
                    <a:pt x="120951" y="409836"/>
                  </a:lnTo>
                  <a:lnTo>
                    <a:pt x="166395" y="426092"/>
                  </a:lnTo>
                  <a:lnTo>
                    <a:pt x="215900" y="431800"/>
                  </a:lnTo>
                  <a:lnTo>
                    <a:pt x="265408" y="426092"/>
                  </a:lnTo>
                  <a:lnTo>
                    <a:pt x="310853" y="409836"/>
                  </a:lnTo>
                  <a:lnTo>
                    <a:pt x="350940" y="384333"/>
                  </a:lnTo>
                  <a:lnTo>
                    <a:pt x="384373" y="350887"/>
                  </a:lnTo>
                  <a:lnTo>
                    <a:pt x="409858" y="310798"/>
                  </a:lnTo>
                  <a:lnTo>
                    <a:pt x="426098" y="26536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28" y="120899"/>
                  </a:lnTo>
                  <a:lnTo>
                    <a:pt x="384350" y="80835"/>
                  </a:lnTo>
                  <a:lnTo>
                    <a:pt x="350924" y="47416"/>
                  </a:lnTo>
                  <a:lnTo>
                    <a:pt x="310845" y="21938"/>
                  </a:lnTo>
                  <a:lnTo>
                    <a:pt x="265405" y="570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7150" y="250037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773"/>
                  </a:moveTo>
                  <a:lnTo>
                    <a:pt x="5701" y="166311"/>
                  </a:lnTo>
                  <a:lnTo>
                    <a:pt x="21943" y="120899"/>
                  </a:lnTo>
                  <a:lnTo>
                    <a:pt x="47430" y="80835"/>
                  </a:lnTo>
                  <a:lnTo>
                    <a:pt x="80864" y="47416"/>
                  </a:lnTo>
                  <a:lnTo>
                    <a:pt x="120951" y="21938"/>
                  </a:lnTo>
                  <a:lnTo>
                    <a:pt x="166395" y="5700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368"/>
                  </a:lnTo>
                  <a:lnTo>
                    <a:pt x="409858" y="310798"/>
                  </a:lnTo>
                  <a:lnTo>
                    <a:pt x="384373" y="350887"/>
                  </a:lnTo>
                  <a:lnTo>
                    <a:pt x="350940" y="384333"/>
                  </a:lnTo>
                  <a:lnTo>
                    <a:pt x="310853" y="409836"/>
                  </a:lnTo>
                  <a:lnTo>
                    <a:pt x="265408" y="426092"/>
                  </a:lnTo>
                  <a:lnTo>
                    <a:pt x="215900" y="431800"/>
                  </a:lnTo>
                  <a:lnTo>
                    <a:pt x="166395" y="426092"/>
                  </a:lnTo>
                  <a:lnTo>
                    <a:pt x="120951" y="409836"/>
                  </a:lnTo>
                  <a:lnTo>
                    <a:pt x="80864" y="384333"/>
                  </a:lnTo>
                  <a:lnTo>
                    <a:pt x="47430" y="350887"/>
                  </a:lnTo>
                  <a:lnTo>
                    <a:pt x="21943" y="310798"/>
                  </a:lnTo>
                  <a:lnTo>
                    <a:pt x="5701" y="26536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6951" y="250037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0" y="5701"/>
                  </a:lnTo>
                  <a:lnTo>
                    <a:pt x="120941" y="21941"/>
                  </a:lnTo>
                  <a:lnTo>
                    <a:pt x="80849" y="47426"/>
                  </a:lnTo>
                  <a:lnTo>
                    <a:pt x="47411" y="80859"/>
                  </a:lnTo>
                  <a:lnTo>
                    <a:pt x="21925" y="120946"/>
                  </a:lnTo>
                  <a:lnTo>
                    <a:pt x="5701" y="166311"/>
                  </a:lnTo>
                  <a:lnTo>
                    <a:pt x="0" y="215773"/>
                  </a:lnTo>
                  <a:lnTo>
                    <a:pt x="5701" y="265368"/>
                  </a:lnTo>
                  <a:lnTo>
                    <a:pt x="21941" y="310798"/>
                  </a:lnTo>
                  <a:lnTo>
                    <a:pt x="47426" y="350887"/>
                  </a:lnTo>
                  <a:lnTo>
                    <a:pt x="80859" y="384333"/>
                  </a:lnTo>
                  <a:lnTo>
                    <a:pt x="120946" y="409836"/>
                  </a:lnTo>
                  <a:lnTo>
                    <a:pt x="166391" y="426092"/>
                  </a:lnTo>
                  <a:lnTo>
                    <a:pt x="215900" y="431800"/>
                  </a:lnTo>
                  <a:lnTo>
                    <a:pt x="265368" y="426092"/>
                  </a:lnTo>
                  <a:lnTo>
                    <a:pt x="310798" y="409836"/>
                  </a:lnTo>
                  <a:lnTo>
                    <a:pt x="350887" y="384333"/>
                  </a:lnTo>
                  <a:lnTo>
                    <a:pt x="384333" y="350887"/>
                  </a:lnTo>
                  <a:lnTo>
                    <a:pt x="409836" y="310798"/>
                  </a:lnTo>
                  <a:lnTo>
                    <a:pt x="426092" y="265368"/>
                  </a:lnTo>
                  <a:lnTo>
                    <a:pt x="431800" y="215900"/>
                  </a:lnTo>
                  <a:lnTo>
                    <a:pt x="426092" y="166391"/>
                  </a:lnTo>
                  <a:lnTo>
                    <a:pt x="409806" y="120899"/>
                  </a:lnTo>
                  <a:lnTo>
                    <a:pt x="384310" y="80835"/>
                  </a:lnTo>
                  <a:lnTo>
                    <a:pt x="350871" y="47416"/>
                  </a:lnTo>
                  <a:lnTo>
                    <a:pt x="310789" y="21938"/>
                  </a:lnTo>
                  <a:lnTo>
                    <a:pt x="265365" y="5700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06951" y="250037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773"/>
                  </a:moveTo>
                  <a:lnTo>
                    <a:pt x="5701" y="166311"/>
                  </a:lnTo>
                  <a:lnTo>
                    <a:pt x="21941" y="120899"/>
                  </a:lnTo>
                  <a:lnTo>
                    <a:pt x="47426" y="80835"/>
                  </a:lnTo>
                  <a:lnTo>
                    <a:pt x="80859" y="47416"/>
                  </a:lnTo>
                  <a:lnTo>
                    <a:pt x="120946" y="21938"/>
                  </a:lnTo>
                  <a:lnTo>
                    <a:pt x="166391" y="5700"/>
                  </a:lnTo>
                  <a:lnTo>
                    <a:pt x="215900" y="0"/>
                  </a:lnTo>
                  <a:lnTo>
                    <a:pt x="265368" y="5701"/>
                  </a:lnTo>
                  <a:lnTo>
                    <a:pt x="310798" y="21941"/>
                  </a:lnTo>
                  <a:lnTo>
                    <a:pt x="350887" y="47426"/>
                  </a:lnTo>
                  <a:lnTo>
                    <a:pt x="384333" y="80859"/>
                  </a:lnTo>
                  <a:lnTo>
                    <a:pt x="409836" y="120946"/>
                  </a:lnTo>
                  <a:lnTo>
                    <a:pt x="426092" y="166391"/>
                  </a:lnTo>
                  <a:lnTo>
                    <a:pt x="431800" y="215900"/>
                  </a:lnTo>
                  <a:lnTo>
                    <a:pt x="426092" y="265368"/>
                  </a:lnTo>
                  <a:lnTo>
                    <a:pt x="409836" y="310798"/>
                  </a:lnTo>
                  <a:lnTo>
                    <a:pt x="384333" y="350887"/>
                  </a:lnTo>
                  <a:lnTo>
                    <a:pt x="350887" y="384333"/>
                  </a:lnTo>
                  <a:lnTo>
                    <a:pt x="310798" y="409836"/>
                  </a:lnTo>
                  <a:lnTo>
                    <a:pt x="265368" y="426092"/>
                  </a:lnTo>
                  <a:lnTo>
                    <a:pt x="215900" y="431800"/>
                  </a:lnTo>
                  <a:lnTo>
                    <a:pt x="166391" y="426092"/>
                  </a:lnTo>
                  <a:lnTo>
                    <a:pt x="120946" y="409836"/>
                  </a:lnTo>
                  <a:lnTo>
                    <a:pt x="80859" y="384333"/>
                  </a:lnTo>
                  <a:lnTo>
                    <a:pt x="47426" y="350887"/>
                  </a:lnTo>
                  <a:lnTo>
                    <a:pt x="21941" y="310798"/>
                  </a:lnTo>
                  <a:lnTo>
                    <a:pt x="5701" y="26536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731720" y="2577973"/>
              <a:ext cx="186880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tabLst>
                  <a:tab pos="1727200" algn="l"/>
                </a:tabLst>
              </a:pPr>
              <a:r>
                <a:rPr dirty="0">
                  <a:latin typeface="Tahoma"/>
                  <a:cs typeface="Tahoma"/>
                </a:rPr>
                <a:t>C	E</a:t>
              </a:r>
            </a:p>
          </p:txBody>
        </p:sp>
        <p:sp>
          <p:nvSpPr>
            <p:cNvPr id="10" name="object 10"/>
            <p:cNvSpPr/>
            <p:nvPr/>
          </p:nvSpPr>
          <p:spPr>
            <a:xfrm>
              <a:off x="2595562" y="3940175"/>
              <a:ext cx="432434" cy="431800"/>
            </a:xfrm>
            <a:custGeom>
              <a:avLst/>
              <a:gdLst/>
              <a:ahLst/>
              <a:cxnLst/>
              <a:rect l="l" t="t" r="r" b="b"/>
              <a:pathLst>
                <a:path w="432434" h="431800">
                  <a:moveTo>
                    <a:pt x="215963" y="0"/>
                  </a:moveTo>
                  <a:lnTo>
                    <a:pt x="166435" y="5701"/>
                  </a:lnTo>
                  <a:lnTo>
                    <a:pt x="120974" y="21941"/>
                  </a:lnTo>
                  <a:lnTo>
                    <a:pt x="80876" y="47426"/>
                  </a:lnTo>
                  <a:lnTo>
                    <a:pt x="47435" y="80859"/>
                  </a:lnTo>
                  <a:lnTo>
                    <a:pt x="21945" y="120946"/>
                  </a:lnTo>
                  <a:lnTo>
                    <a:pt x="5702" y="166391"/>
                  </a:lnTo>
                  <a:lnTo>
                    <a:pt x="0" y="215900"/>
                  </a:lnTo>
                  <a:lnTo>
                    <a:pt x="5702" y="265408"/>
                  </a:lnTo>
                  <a:lnTo>
                    <a:pt x="21945" y="310853"/>
                  </a:lnTo>
                  <a:lnTo>
                    <a:pt x="47435" y="350940"/>
                  </a:lnTo>
                  <a:lnTo>
                    <a:pt x="80876" y="384373"/>
                  </a:lnTo>
                  <a:lnTo>
                    <a:pt x="120974" y="409858"/>
                  </a:lnTo>
                  <a:lnTo>
                    <a:pt x="166435" y="426098"/>
                  </a:lnTo>
                  <a:lnTo>
                    <a:pt x="215963" y="431800"/>
                  </a:lnTo>
                  <a:lnTo>
                    <a:pt x="265432" y="426098"/>
                  </a:lnTo>
                  <a:lnTo>
                    <a:pt x="310861" y="409858"/>
                  </a:lnTo>
                  <a:lnTo>
                    <a:pt x="350950" y="384373"/>
                  </a:lnTo>
                  <a:lnTo>
                    <a:pt x="384397" y="350940"/>
                  </a:lnTo>
                  <a:lnTo>
                    <a:pt x="409899" y="310853"/>
                  </a:lnTo>
                  <a:lnTo>
                    <a:pt x="426155" y="265408"/>
                  </a:lnTo>
                  <a:lnTo>
                    <a:pt x="431863" y="215900"/>
                  </a:lnTo>
                  <a:lnTo>
                    <a:pt x="426155" y="166391"/>
                  </a:lnTo>
                  <a:lnTo>
                    <a:pt x="409899" y="120946"/>
                  </a:lnTo>
                  <a:lnTo>
                    <a:pt x="384397" y="80859"/>
                  </a:lnTo>
                  <a:lnTo>
                    <a:pt x="350950" y="47426"/>
                  </a:lnTo>
                  <a:lnTo>
                    <a:pt x="310861" y="21941"/>
                  </a:lnTo>
                  <a:lnTo>
                    <a:pt x="265432" y="5701"/>
                  </a:lnTo>
                  <a:lnTo>
                    <a:pt x="21596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5562" y="3940175"/>
              <a:ext cx="432434" cy="431800"/>
            </a:xfrm>
            <a:custGeom>
              <a:avLst/>
              <a:gdLst/>
              <a:ahLst/>
              <a:cxnLst/>
              <a:rect l="l" t="t" r="r" b="b"/>
              <a:pathLst>
                <a:path w="432434" h="431800">
                  <a:moveTo>
                    <a:pt x="0" y="215900"/>
                  </a:moveTo>
                  <a:lnTo>
                    <a:pt x="5702" y="166391"/>
                  </a:lnTo>
                  <a:lnTo>
                    <a:pt x="21945" y="120946"/>
                  </a:lnTo>
                  <a:lnTo>
                    <a:pt x="47435" y="80859"/>
                  </a:lnTo>
                  <a:lnTo>
                    <a:pt x="80876" y="47426"/>
                  </a:lnTo>
                  <a:lnTo>
                    <a:pt x="120974" y="21941"/>
                  </a:lnTo>
                  <a:lnTo>
                    <a:pt x="166435" y="5701"/>
                  </a:lnTo>
                  <a:lnTo>
                    <a:pt x="215963" y="0"/>
                  </a:lnTo>
                  <a:lnTo>
                    <a:pt x="265432" y="5701"/>
                  </a:lnTo>
                  <a:lnTo>
                    <a:pt x="310861" y="21941"/>
                  </a:lnTo>
                  <a:lnTo>
                    <a:pt x="350950" y="47426"/>
                  </a:lnTo>
                  <a:lnTo>
                    <a:pt x="384397" y="80859"/>
                  </a:lnTo>
                  <a:lnTo>
                    <a:pt x="409899" y="120946"/>
                  </a:lnTo>
                  <a:lnTo>
                    <a:pt x="426155" y="166391"/>
                  </a:lnTo>
                  <a:lnTo>
                    <a:pt x="431863" y="215900"/>
                  </a:lnTo>
                  <a:lnTo>
                    <a:pt x="426155" y="265408"/>
                  </a:lnTo>
                  <a:lnTo>
                    <a:pt x="409899" y="310853"/>
                  </a:lnTo>
                  <a:lnTo>
                    <a:pt x="384397" y="350940"/>
                  </a:lnTo>
                  <a:lnTo>
                    <a:pt x="350950" y="384373"/>
                  </a:lnTo>
                  <a:lnTo>
                    <a:pt x="310861" y="409858"/>
                  </a:lnTo>
                  <a:lnTo>
                    <a:pt x="265432" y="426098"/>
                  </a:lnTo>
                  <a:lnTo>
                    <a:pt x="215963" y="431800"/>
                  </a:lnTo>
                  <a:lnTo>
                    <a:pt x="166435" y="426098"/>
                  </a:lnTo>
                  <a:lnTo>
                    <a:pt x="120974" y="409858"/>
                  </a:lnTo>
                  <a:lnTo>
                    <a:pt x="80876" y="384373"/>
                  </a:lnTo>
                  <a:lnTo>
                    <a:pt x="47435" y="350940"/>
                  </a:lnTo>
                  <a:lnTo>
                    <a:pt x="21945" y="310853"/>
                  </a:lnTo>
                  <a:lnTo>
                    <a:pt x="5702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62401" y="35083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368" y="426098"/>
                  </a:lnTo>
                  <a:lnTo>
                    <a:pt x="310798" y="409858"/>
                  </a:lnTo>
                  <a:lnTo>
                    <a:pt x="350887" y="384373"/>
                  </a:lnTo>
                  <a:lnTo>
                    <a:pt x="384333" y="350940"/>
                  </a:lnTo>
                  <a:lnTo>
                    <a:pt x="409836" y="310853"/>
                  </a:lnTo>
                  <a:lnTo>
                    <a:pt x="426092" y="265408"/>
                  </a:lnTo>
                  <a:lnTo>
                    <a:pt x="431800" y="215900"/>
                  </a:lnTo>
                  <a:lnTo>
                    <a:pt x="426092" y="166391"/>
                  </a:lnTo>
                  <a:lnTo>
                    <a:pt x="409836" y="120946"/>
                  </a:lnTo>
                  <a:lnTo>
                    <a:pt x="384333" y="80859"/>
                  </a:lnTo>
                  <a:lnTo>
                    <a:pt x="350887" y="47426"/>
                  </a:lnTo>
                  <a:lnTo>
                    <a:pt x="310798" y="21941"/>
                  </a:lnTo>
                  <a:lnTo>
                    <a:pt x="26536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62401" y="35083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368" y="5701"/>
                  </a:lnTo>
                  <a:lnTo>
                    <a:pt x="310798" y="21941"/>
                  </a:lnTo>
                  <a:lnTo>
                    <a:pt x="350887" y="47426"/>
                  </a:lnTo>
                  <a:lnTo>
                    <a:pt x="384333" y="80859"/>
                  </a:lnTo>
                  <a:lnTo>
                    <a:pt x="409836" y="120946"/>
                  </a:lnTo>
                  <a:lnTo>
                    <a:pt x="426092" y="166391"/>
                  </a:lnTo>
                  <a:lnTo>
                    <a:pt x="431800" y="215900"/>
                  </a:lnTo>
                  <a:lnTo>
                    <a:pt x="426092" y="265408"/>
                  </a:lnTo>
                  <a:lnTo>
                    <a:pt x="409836" y="310853"/>
                  </a:lnTo>
                  <a:lnTo>
                    <a:pt x="384333" y="350940"/>
                  </a:lnTo>
                  <a:lnTo>
                    <a:pt x="350887" y="384373"/>
                  </a:lnTo>
                  <a:lnTo>
                    <a:pt x="310798" y="409858"/>
                  </a:lnTo>
                  <a:lnTo>
                    <a:pt x="26536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606164" y="3586227"/>
              <a:ext cx="14478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F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046726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368" y="426098"/>
                  </a:lnTo>
                  <a:lnTo>
                    <a:pt x="310798" y="409858"/>
                  </a:lnTo>
                  <a:lnTo>
                    <a:pt x="350887" y="384373"/>
                  </a:lnTo>
                  <a:lnTo>
                    <a:pt x="384333" y="350940"/>
                  </a:lnTo>
                  <a:lnTo>
                    <a:pt x="409836" y="310853"/>
                  </a:lnTo>
                  <a:lnTo>
                    <a:pt x="426092" y="265408"/>
                  </a:lnTo>
                  <a:lnTo>
                    <a:pt x="431800" y="215900"/>
                  </a:lnTo>
                  <a:lnTo>
                    <a:pt x="426092" y="166391"/>
                  </a:lnTo>
                  <a:lnTo>
                    <a:pt x="409836" y="120946"/>
                  </a:lnTo>
                  <a:lnTo>
                    <a:pt x="384333" y="80859"/>
                  </a:lnTo>
                  <a:lnTo>
                    <a:pt x="350887" y="47426"/>
                  </a:lnTo>
                  <a:lnTo>
                    <a:pt x="310798" y="21941"/>
                  </a:lnTo>
                  <a:lnTo>
                    <a:pt x="26536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46726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368" y="5701"/>
                  </a:lnTo>
                  <a:lnTo>
                    <a:pt x="310798" y="21941"/>
                  </a:lnTo>
                  <a:lnTo>
                    <a:pt x="350887" y="47426"/>
                  </a:lnTo>
                  <a:lnTo>
                    <a:pt x="384333" y="80859"/>
                  </a:lnTo>
                  <a:lnTo>
                    <a:pt x="409836" y="120946"/>
                  </a:lnTo>
                  <a:lnTo>
                    <a:pt x="426092" y="166391"/>
                  </a:lnTo>
                  <a:lnTo>
                    <a:pt x="431800" y="215900"/>
                  </a:lnTo>
                  <a:lnTo>
                    <a:pt x="426092" y="265408"/>
                  </a:lnTo>
                  <a:lnTo>
                    <a:pt x="409836" y="310853"/>
                  </a:lnTo>
                  <a:lnTo>
                    <a:pt x="384333" y="350940"/>
                  </a:lnTo>
                  <a:lnTo>
                    <a:pt x="350887" y="384373"/>
                  </a:lnTo>
                  <a:lnTo>
                    <a:pt x="310798" y="409858"/>
                  </a:lnTo>
                  <a:lnTo>
                    <a:pt x="26536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2720747" y="4018154"/>
              <a:ext cx="263334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tabLst>
                  <a:tab pos="2456815" algn="l"/>
                </a:tabLst>
              </a:pPr>
              <a:r>
                <a:rPr dirty="0">
                  <a:latin typeface="Tahoma"/>
                  <a:cs typeface="Tahoma"/>
                </a:rPr>
                <a:t>D</a:t>
              </a:r>
              <a:r>
                <a:rPr u="sng" dirty="0">
                  <a:latin typeface="Tahoma"/>
                  <a:cs typeface="Tahoma"/>
                </a:rPr>
                <a:t> 	</a:t>
              </a:r>
              <a:r>
                <a:rPr dirty="0">
                  <a:latin typeface="Tahoma"/>
                  <a:cs typeface="Tahoma"/>
                </a:rPr>
                <a:t>H</a:t>
              </a:r>
            </a:p>
          </p:txBody>
        </p:sp>
        <p:sp>
          <p:nvSpPr>
            <p:cNvPr id="18" name="object 18"/>
            <p:cNvSpPr/>
            <p:nvPr/>
          </p:nvSpPr>
          <p:spPr>
            <a:xfrm>
              <a:off x="3028951" y="2716149"/>
              <a:ext cx="1278255" cy="1905"/>
            </a:xfrm>
            <a:custGeom>
              <a:avLst/>
              <a:gdLst/>
              <a:ahLst/>
              <a:cxnLst/>
              <a:rect l="l" t="t" r="r" b="b"/>
              <a:pathLst>
                <a:path w="1278255" h="1905">
                  <a:moveTo>
                    <a:pt x="1278001" y="16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27426" y="3876675"/>
              <a:ext cx="498475" cy="279400"/>
            </a:xfrm>
            <a:custGeom>
              <a:avLst/>
              <a:gdLst/>
              <a:ahLst/>
              <a:cxnLst/>
              <a:rect l="l" t="t" r="r" b="b"/>
              <a:pathLst>
                <a:path w="498475" h="279400">
                  <a:moveTo>
                    <a:pt x="0" y="279400"/>
                  </a:moveTo>
                  <a:lnTo>
                    <a:pt x="4984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11526" y="2932048"/>
              <a:ext cx="1905" cy="1008380"/>
            </a:xfrm>
            <a:custGeom>
              <a:avLst/>
              <a:gdLst/>
              <a:ahLst/>
              <a:cxnLst/>
              <a:rect l="l" t="t" r="r" b="b"/>
              <a:pathLst>
                <a:path w="1905" h="1008379">
                  <a:moveTo>
                    <a:pt x="0" y="1008126"/>
                  </a:moveTo>
                  <a:lnTo>
                    <a:pt x="15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65451" y="2868548"/>
              <a:ext cx="560705" cy="703580"/>
            </a:xfrm>
            <a:custGeom>
              <a:avLst/>
              <a:gdLst/>
              <a:ahLst/>
              <a:cxnLst/>
              <a:rect l="l" t="t" r="r" b="b"/>
              <a:pathLst>
                <a:path w="560705" h="703579">
                  <a:moveTo>
                    <a:pt x="560451" y="70332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30701" y="2868548"/>
              <a:ext cx="539750" cy="703580"/>
            </a:xfrm>
            <a:custGeom>
              <a:avLst/>
              <a:gdLst/>
              <a:ahLst/>
              <a:cxnLst/>
              <a:rect l="l" t="t" r="r" b="b"/>
              <a:pathLst>
                <a:path w="539750" h="703579">
                  <a:moveTo>
                    <a:pt x="0" y="703326"/>
                  </a:moveTo>
                  <a:lnTo>
                    <a:pt x="5397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38752" y="2716148"/>
              <a:ext cx="676275" cy="1287780"/>
            </a:xfrm>
            <a:custGeom>
              <a:avLst/>
              <a:gdLst/>
              <a:ahLst/>
              <a:cxnLst/>
              <a:rect l="l" t="t" r="r" b="b"/>
              <a:pathLst>
                <a:path w="676275" h="1287779">
                  <a:moveTo>
                    <a:pt x="0" y="0"/>
                  </a:moveTo>
                  <a:lnTo>
                    <a:pt x="59592" y="6551"/>
                  </a:lnTo>
                  <a:lnTo>
                    <a:pt x="118774" y="25682"/>
                  </a:lnTo>
                  <a:lnTo>
                    <a:pt x="177132" y="56606"/>
                  </a:lnTo>
                  <a:lnTo>
                    <a:pt x="234254" y="98536"/>
                  </a:lnTo>
                  <a:lnTo>
                    <a:pt x="289725" y="150687"/>
                  </a:lnTo>
                  <a:lnTo>
                    <a:pt x="316713" y="180349"/>
                  </a:lnTo>
                  <a:lnTo>
                    <a:pt x="343133" y="212272"/>
                  </a:lnTo>
                  <a:lnTo>
                    <a:pt x="368934" y="246357"/>
                  </a:lnTo>
                  <a:lnTo>
                    <a:pt x="394065" y="282506"/>
                  </a:lnTo>
                  <a:lnTo>
                    <a:pt x="418473" y="320620"/>
                  </a:lnTo>
                  <a:lnTo>
                    <a:pt x="442107" y="360601"/>
                  </a:lnTo>
                  <a:lnTo>
                    <a:pt x="464915" y="402351"/>
                  </a:lnTo>
                  <a:lnTo>
                    <a:pt x="486846" y="445772"/>
                  </a:lnTo>
                  <a:lnTo>
                    <a:pt x="507847" y="490766"/>
                  </a:lnTo>
                  <a:lnTo>
                    <a:pt x="527869" y="537233"/>
                  </a:lnTo>
                  <a:lnTo>
                    <a:pt x="546858" y="585076"/>
                  </a:lnTo>
                  <a:lnTo>
                    <a:pt x="564763" y="634197"/>
                  </a:lnTo>
                  <a:lnTo>
                    <a:pt x="581532" y="684497"/>
                  </a:lnTo>
                  <a:lnTo>
                    <a:pt x="597114" y="735878"/>
                  </a:lnTo>
                  <a:lnTo>
                    <a:pt x="611457" y="788242"/>
                  </a:lnTo>
                  <a:lnTo>
                    <a:pt x="624510" y="841491"/>
                  </a:lnTo>
                  <a:lnTo>
                    <a:pt x="636221" y="895525"/>
                  </a:lnTo>
                  <a:lnTo>
                    <a:pt x="646537" y="950248"/>
                  </a:lnTo>
                  <a:lnTo>
                    <a:pt x="655408" y="1005560"/>
                  </a:lnTo>
                  <a:lnTo>
                    <a:pt x="662782" y="1061363"/>
                  </a:lnTo>
                  <a:lnTo>
                    <a:pt x="668608" y="1117560"/>
                  </a:lnTo>
                  <a:lnTo>
                    <a:pt x="672833" y="1174051"/>
                  </a:lnTo>
                  <a:lnTo>
                    <a:pt x="675405" y="1230739"/>
                  </a:lnTo>
                  <a:lnTo>
                    <a:pt x="676275" y="128752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2852" y="2932048"/>
              <a:ext cx="523875" cy="1224280"/>
            </a:xfrm>
            <a:custGeom>
              <a:avLst/>
              <a:gdLst/>
              <a:ahLst/>
              <a:cxnLst/>
              <a:rect l="l" t="t" r="r" b="b"/>
              <a:pathLst>
                <a:path w="523875" h="1224279">
                  <a:moveTo>
                    <a:pt x="523875" y="1224026"/>
                  </a:moveTo>
                  <a:lnTo>
                    <a:pt x="471554" y="1216047"/>
                  </a:lnTo>
                  <a:lnTo>
                    <a:pt x="419701" y="1192836"/>
                  </a:lnTo>
                  <a:lnTo>
                    <a:pt x="368783" y="1155480"/>
                  </a:lnTo>
                  <a:lnTo>
                    <a:pt x="319264" y="1105068"/>
                  </a:lnTo>
                  <a:lnTo>
                    <a:pt x="295175" y="1075306"/>
                  </a:lnTo>
                  <a:lnTo>
                    <a:pt x="271610" y="1042688"/>
                  </a:lnTo>
                  <a:lnTo>
                    <a:pt x="248628" y="1007350"/>
                  </a:lnTo>
                  <a:lnTo>
                    <a:pt x="226286" y="969428"/>
                  </a:lnTo>
                  <a:lnTo>
                    <a:pt x="204643" y="929058"/>
                  </a:lnTo>
                  <a:lnTo>
                    <a:pt x="183757" y="886376"/>
                  </a:lnTo>
                  <a:lnTo>
                    <a:pt x="163687" y="841517"/>
                  </a:lnTo>
                  <a:lnTo>
                    <a:pt x="144489" y="794619"/>
                  </a:lnTo>
                  <a:lnTo>
                    <a:pt x="126223" y="745817"/>
                  </a:lnTo>
                  <a:lnTo>
                    <a:pt x="108947" y="695246"/>
                  </a:lnTo>
                  <a:lnTo>
                    <a:pt x="92719" y="643044"/>
                  </a:lnTo>
                  <a:lnTo>
                    <a:pt x="77596" y="589345"/>
                  </a:lnTo>
                  <a:lnTo>
                    <a:pt x="63638" y="534287"/>
                  </a:lnTo>
                  <a:lnTo>
                    <a:pt x="50902" y="478004"/>
                  </a:lnTo>
                  <a:lnTo>
                    <a:pt x="39447" y="420634"/>
                  </a:lnTo>
                  <a:lnTo>
                    <a:pt x="29330" y="362311"/>
                  </a:lnTo>
                  <a:lnTo>
                    <a:pt x="20611" y="303173"/>
                  </a:lnTo>
                  <a:lnTo>
                    <a:pt x="13346" y="243354"/>
                  </a:lnTo>
                  <a:lnTo>
                    <a:pt x="7594" y="182991"/>
                  </a:lnTo>
                  <a:lnTo>
                    <a:pt x="3414" y="122221"/>
                  </a:lnTo>
                  <a:lnTo>
                    <a:pt x="863" y="6117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574EE25-296C-48C3-BFA1-1DD5680F5AFA}"/>
              </a:ext>
            </a:extLst>
          </p:cNvPr>
          <p:cNvSpPr txBox="1"/>
          <p:nvPr/>
        </p:nvSpPr>
        <p:spPr>
          <a:xfrm>
            <a:off x="4956093" y="4523616"/>
            <a:ext cx="3943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spcBef>
                <a:spcPts val="600"/>
              </a:spcBef>
              <a:buClr>
                <a:srgbClr val="D24717"/>
              </a:buClr>
              <a:buSzPct val="83333"/>
              <a:tabLst>
                <a:tab pos="285115" algn="l"/>
                <a:tab pos="285750" algn="l"/>
              </a:tabLst>
            </a:pPr>
            <a:r>
              <a:rPr lang="es-MX" sz="1800" u="sng" spc="-3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Teorema </a:t>
            </a:r>
            <a:r>
              <a:rPr lang="es-MX" sz="1800" u="sng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de Grado de un GRAFO</a:t>
            </a:r>
            <a:r>
              <a:rPr lang="es-MX" sz="18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: Suma de grados de vértices  </a:t>
            </a:r>
            <a:r>
              <a:rPr lang="es-MX" sz="1800" spc="-10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equivale </a:t>
            </a:r>
            <a:r>
              <a:rPr lang="es-MX" sz="18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al doble del número de</a:t>
            </a:r>
            <a:r>
              <a:rPr lang="es-MX" sz="1800" spc="8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MX" sz="18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arcos.</a:t>
            </a:r>
            <a:endParaRPr lang="es-MX" sz="1800" dirty="0">
              <a:solidFill>
                <a:schemeClr val="accent5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7" grpId="0" animBg="1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F8674A7-3707-41EF-A229-E3367E085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45" y="925106"/>
            <a:ext cx="3143250" cy="2937409"/>
          </a:xfrm>
          <a:prstGeom prst="roundRect">
            <a:avLst>
              <a:gd name="adj" fmla="val 12055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>
                <a:lumMod val="75000"/>
              </a:schemeClr>
            </a:solidFill>
          </a:ln>
          <a:effectLst/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A4C78E-26A2-4F8E-BC73-9E6BC44B7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13" y="2640355"/>
            <a:ext cx="3257550" cy="2552700"/>
          </a:xfrm>
          <a:prstGeom prst="roundRect">
            <a:avLst>
              <a:gd name="adj" fmla="val 12055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>
                <a:lumMod val="75000"/>
              </a:schemeClr>
            </a:solidFill>
          </a:ln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68B0483-541C-4231-BC31-9DE096D7C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2635972"/>
            <a:ext cx="2865664" cy="2557083"/>
          </a:xfrm>
          <a:prstGeom prst="roundRect">
            <a:avLst>
              <a:gd name="adj" fmla="val 12055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>
                <a:lumMod val="75000"/>
              </a:schemeClr>
            </a:solidFill>
          </a:ln>
          <a:effectLst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76CC3F6-7C54-45AB-AE43-1335923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06" y="603007"/>
            <a:ext cx="10396882" cy="1151965"/>
          </a:xfrm>
        </p:spPr>
        <p:txBody>
          <a:bodyPr/>
          <a:lstStyle/>
          <a:p>
            <a:r>
              <a:rPr lang="es-CL" dirty="0"/>
              <a:t>Tipos de Grafos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B6F9A62-2A8D-4F59-AA0B-1F9B36CDAD4C}"/>
              </a:ext>
            </a:extLst>
          </p:cNvPr>
          <p:cNvSpPr txBox="1"/>
          <p:nvPr/>
        </p:nvSpPr>
        <p:spPr>
          <a:xfrm>
            <a:off x="6632913" y="4090023"/>
            <a:ext cx="4991100" cy="148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Grafo</a:t>
            </a:r>
            <a:r>
              <a:rPr sz="2400" spc="1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b="1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Regular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469900">
              <a:spcBef>
                <a:spcPts val="484"/>
              </a:spcBef>
            </a:pPr>
            <a:r>
              <a:rPr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000" spc="-4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Todos </a:t>
            </a:r>
            <a:r>
              <a:rPr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los vértices tienen el </a:t>
            </a:r>
            <a:r>
              <a:rPr lang="es-CL"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mismo</a:t>
            </a:r>
            <a:r>
              <a:rPr lang="es-CL" sz="2000" spc="6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grado</a:t>
            </a:r>
          </a:p>
          <a:p>
            <a:pPr marL="469900">
              <a:spcBef>
                <a:spcPts val="484"/>
              </a:spcBef>
            </a:pPr>
            <a:r>
              <a:rPr lang="es-MX"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lang="es-MX"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lang="es-MX" sz="20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Si </a:t>
            </a:r>
            <a:r>
              <a:rPr lang="es-MX"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el grado es k, el grafo es</a:t>
            </a:r>
            <a:r>
              <a:rPr lang="es-MX" sz="2000" spc="4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MX"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k-regular</a:t>
            </a:r>
            <a:endParaRPr lang="es-MX" sz="2000" dirty="0">
              <a:latin typeface="HP Simplified" panose="020B0604020204020204" pitchFamily="34" charset="0"/>
              <a:cs typeface="Arial Narrow"/>
            </a:endParaRPr>
          </a:p>
          <a:p>
            <a:pPr marL="469900">
              <a:spcBef>
                <a:spcPts val="484"/>
              </a:spcBef>
            </a:pPr>
            <a:endParaRPr sz="2000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698F312-B531-449F-8F5E-DCEBFCA46248}"/>
              </a:ext>
            </a:extLst>
          </p:cNvPr>
          <p:cNvSpPr txBox="1"/>
          <p:nvPr/>
        </p:nvSpPr>
        <p:spPr>
          <a:xfrm>
            <a:off x="303206" y="1696900"/>
            <a:ext cx="6408765" cy="741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Grafo</a:t>
            </a:r>
            <a:r>
              <a:rPr sz="2400" spc="2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b="1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Completo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469900">
              <a:spcBef>
                <a:spcPts val="484"/>
              </a:spcBef>
            </a:pPr>
            <a:r>
              <a:rPr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1600" spc="170" dirty="0">
                <a:solidFill>
                  <a:srgbClr val="0066FF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0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Tiene </a:t>
            </a:r>
            <a:r>
              <a:rPr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una arista entre cualquier par de</a:t>
            </a:r>
            <a:r>
              <a:rPr sz="2000" spc="3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0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vértices</a:t>
            </a:r>
            <a:endParaRPr sz="2000" dirty="0">
              <a:latin typeface="HP Simplified" panose="020B0604020204020204" pitchFamily="34" charset="0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7013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7556" y="314752"/>
            <a:ext cx="10008981" cy="8309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" dirty="0"/>
              <a:t>Tipos </a:t>
            </a:r>
            <a:r>
              <a:rPr spc="-5" dirty="0"/>
              <a:t>de</a:t>
            </a:r>
            <a:r>
              <a:rPr spc="-40" dirty="0"/>
              <a:t> </a:t>
            </a:r>
            <a:r>
              <a:rPr spc="-5" dirty="0"/>
              <a:t>Grafos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539287" y="3275531"/>
            <a:ext cx="1714500" cy="286617"/>
          </a:xfrm>
          <a:prstGeom prst="rect">
            <a:avLst/>
          </a:prstGeom>
          <a:ln w="12700">
            <a:noFill/>
          </a:ln>
        </p:spPr>
        <p:txBody>
          <a:bodyPr vert="horz" wrap="square" lIns="0" tIns="40005" rIns="0" bIns="0" rtlCol="0">
            <a:spAutoFit/>
          </a:bodyPr>
          <a:lstStyle/>
          <a:p>
            <a:pPr marL="85725">
              <a:spcBef>
                <a:spcPts val="315"/>
              </a:spcBef>
            </a:pPr>
            <a:r>
              <a:rPr sz="1600" spc="-10" dirty="0">
                <a:latin typeface="Tahoma"/>
                <a:cs typeface="Tahoma"/>
              </a:rPr>
              <a:t>Grafos</a:t>
            </a:r>
            <a:r>
              <a:rPr sz="1600" spc="-10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Bipartitos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6807D433-D974-4C66-9551-5F1DA234662A}"/>
              </a:ext>
            </a:extLst>
          </p:cNvPr>
          <p:cNvGrpSpPr/>
          <p:nvPr/>
        </p:nvGrpSpPr>
        <p:grpSpPr>
          <a:xfrm>
            <a:off x="9220200" y="3701086"/>
            <a:ext cx="2360930" cy="1786255"/>
            <a:chOff x="5807075" y="4572000"/>
            <a:chExt cx="2360930" cy="1786255"/>
          </a:xfrm>
        </p:grpSpPr>
        <p:sp>
          <p:nvSpPr>
            <p:cNvPr id="3" name="object 3"/>
            <p:cNvSpPr/>
            <p:nvPr/>
          </p:nvSpPr>
          <p:spPr>
            <a:xfrm>
              <a:off x="5807075" y="46052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43"/>
                  </a:lnTo>
                  <a:lnTo>
                    <a:pt x="89238" y="24623"/>
                  </a:lnTo>
                  <a:lnTo>
                    <a:pt x="52768" y="52816"/>
                  </a:lnTo>
                  <a:lnTo>
                    <a:pt x="24595" y="89295"/>
                  </a:lnTo>
                  <a:lnTo>
                    <a:pt x="6434" y="132335"/>
                  </a:lnTo>
                  <a:lnTo>
                    <a:pt x="0" y="180212"/>
                  </a:lnTo>
                  <a:lnTo>
                    <a:pt x="6434" y="228134"/>
                  </a:lnTo>
                  <a:lnTo>
                    <a:pt x="24595" y="271187"/>
                  </a:lnTo>
                  <a:lnTo>
                    <a:pt x="52768" y="307657"/>
                  </a:lnTo>
                  <a:lnTo>
                    <a:pt x="89238" y="335830"/>
                  </a:lnTo>
                  <a:lnTo>
                    <a:pt x="132291" y="353991"/>
                  </a:lnTo>
                  <a:lnTo>
                    <a:pt x="180212" y="360425"/>
                  </a:lnTo>
                  <a:lnTo>
                    <a:pt x="228090" y="353991"/>
                  </a:lnTo>
                  <a:lnTo>
                    <a:pt x="271130" y="335830"/>
                  </a:lnTo>
                  <a:lnTo>
                    <a:pt x="307609" y="307657"/>
                  </a:lnTo>
                  <a:lnTo>
                    <a:pt x="335802" y="271187"/>
                  </a:lnTo>
                  <a:lnTo>
                    <a:pt x="353982" y="228134"/>
                  </a:lnTo>
                  <a:lnTo>
                    <a:pt x="360425" y="180212"/>
                  </a:lnTo>
                  <a:lnTo>
                    <a:pt x="353982" y="132335"/>
                  </a:lnTo>
                  <a:lnTo>
                    <a:pt x="335802" y="89295"/>
                  </a:lnTo>
                  <a:lnTo>
                    <a:pt x="307609" y="52816"/>
                  </a:lnTo>
                  <a:lnTo>
                    <a:pt x="271130" y="24623"/>
                  </a:lnTo>
                  <a:lnTo>
                    <a:pt x="228090" y="6443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r>
                <a:rPr lang="es-CL" dirty="0"/>
                <a:t>  a</a:t>
              </a:r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5807075" y="46052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335"/>
                  </a:lnTo>
                  <a:lnTo>
                    <a:pt x="24595" y="89295"/>
                  </a:lnTo>
                  <a:lnTo>
                    <a:pt x="52768" y="52816"/>
                  </a:lnTo>
                  <a:lnTo>
                    <a:pt x="89238" y="24623"/>
                  </a:lnTo>
                  <a:lnTo>
                    <a:pt x="132291" y="6443"/>
                  </a:lnTo>
                  <a:lnTo>
                    <a:pt x="180212" y="0"/>
                  </a:lnTo>
                  <a:lnTo>
                    <a:pt x="228090" y="6443"/>
                  </a:lnTo>
                  <a:lnTo>
                    <a:pt x="271130" y="24623"/>
                  </a:lnTo>
                  <a:lnTo>
                    <a:pt x="307609" y="52816"/>
                  </a:lnTo>
                  <a:lnTo>
                    <a:pt x="335802" y="89295"/>
                  </a:lnTo>
                  <a:lnTo>
                    <a:pt x="353982" y="132335"/>
                  </a:lnTo>
                  <a:lnTo>
                    <a:pt x="360425" y="180212"/>
                  </a:lnTo>
                  <a:lnTo>
                    <a:pt x="353982" y="228134"/>
                  </a:lnTo>
                  <a:lnTo>
                    <a:pt x="335802" y="271187"/>
                  </a:lnTo>
                  <a:lnTo>
                    <a:pt x="307609" y="307657"/>
                  </a:lnTo>
                  <a:lnTo>
                    <a:pt x="271130" y="335830"/>
                  </a:lnTo>
                  <a:lnTo>
                    <a:pt x="228090" y="353991"/>
                  </a:lnTo>
                  <a:lnTo>
                    <a:pt x="180212" y="360425"/>
                  </a:lnTo>
                  <a:lnTo>
                    <a:pt x="132291" y="353991"/>
                  </a:lnTo>
                  <a:lnTo>
                    <a:pt x="89238" y="335830"/>
                  </a:lnTo>
                  <a:lnTo>
                    <a:pt x="52768" y="307657"/>
                  </a:lnTo>
                  <a:lnTo>
                    <a:pt x="24595" y="271187"/>
                  </a:lnTo>
                  <a:lnTo>
                    <a:pt x="6434" y="228134"/>
                  </a:lnTo>
                  <a:lnTo>
                    <a:pt x="0" y="1802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78701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r>
                <a:rPr lang="es-CL" dirty="0"/>
                <a:t>  b</a:t>
              </a:r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6878701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75400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6"/>
                  </a:lnTo>
                  <a:lnTo>
                    <a:pt x="89238" y="24600"/>
                  </a:lnTo>
                  <a:lnTo>
                    <a:pt x="52768" y="52774"/>
                  </a:lnTo>
                  <a:lnTo>
                    <a:pt x="24595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5" y="271123"/>
                  </a:lnTo>
                  <a:lnTo>
                    <a:pt x="52768" y="307589"/>
                  </a:lnTo>
                  <a:lnTo>
                    <a:pt x="89238" y="335762"/>
                  </a:lnTo>
                  <a:lnTo>
                    <a:pt x="132291" y="353926"/>
                  </a:lnTo>
                  <a:lnTo>
                    <a:pt x="180212" y="360362"/>
                  </a:lnTo>
                  <a:lnTo>
                    <a:pt x="228090" y="353926"/>
                  </a:lnTo>
                  <a:lnTo>
                    <a:pt x="271130" y="335762"/>
                  </a:lnTo>
                  <a:lnTo>
                    <a:pt x="307609" y="307589"/>
                  </a:lnTo>
                  <a:lnTo>
                    <a:pt x="335802" y="271123"/>
                  </a:lnTo>
                  <a:lnTo>
                    <a:pt x="353982" y="228084"/>
                  </a:lnTo>
                  <a:lnTo>
                    <a:pt x="360425" y="180187"/>
                  </a:lnTo>
                  <a:lnTo>
                    <a:pt x="353982" y="132285"/>
                  </a:lnTo>
                  <a:lnTo>
                    <a:pt x="335802" y="89242"/>
                  </a:lnTo>
                  <a:lnTo>
                    <a:pt x="307609" y="52774"/>
                  </a:lnTo>
                  <a:lnTo>
                    <a:pt x="271130" y="24600"/>
                  </a:lnTo>
                  <a:lnTo>
                    <a:pt x="228090" y="6436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75400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5" y="89242"/>
                  </a:lnTo>
                  <a:lnTo>
                    <a:pt x="52768" y="52774"/>
                  </a:lnTo>
                  <a:lnTo>
                    <a:pt x="89238" y="24600"/>
                  </a:lnTo>
                  <a:lnTo>
                    <a:pt x="132291" y="6436"/>
                  </a:lnTo>
                  <a:lnTo>
                    <a:pt x="180212" y="0"/>
                  </a:lnTo>
                  <a:lnTo>
                    <a:pt x="228090" y="6436"/>
                  </a:lnTo>
                  <a:lnTo>
                    <a:pt x="271130" y="24600"/>
                  </a:lnTo>
                  <a:lnTo>
                    <a:pt x="307609" y="52774"/>
                  </a:lnTo>
                  <a:lnTo>
                    <a:pt x="335802" y="89242"/>
                  </a:lnTo>
                  <a:lnTo>
                    <a:pt x="353982" y="132285"/>
                  </a:lnTo>
                  <a:lnTo>
                    <a:pt x="360425" y="180187"/>
                  </a:lnTo>
                  <a:lnTo>
                    <a:pt x="353982" y="228084"/>
                  </a:lnTo>
                  <a:lnTo>
                    <a:pt x="335802" y="271123"/>
                  </a:lnTo>
                  <a:lnTo>
                    <a:pt x="307609" y="307589"/>
                  </a:lnTo>
                  <a:lnTo>
                    <a:pt x="271130" y="335762"/>
                  </a:lnTo>
                  <a:lnTo>
                    <a:pt x="228090" y="353926"/>
                  </a:lnTo>
                  <a:lnTo>
                    <a:pt x="180212" y="360362"/>
                  </a:lnTo>
                  <a:lnTo>
                    <a:pt x="132291" y="353926"/>
                  </a:lnTo>
                  <a:lnTo>
                    <a:pt x="89238" y="335762"/>
                  </a:lnTo>
                  <a:lnTo>
                    <a:pt x="52768" y="307589"/>
                  </a:lnTo>
                  <a:lnTo>
                    <a:pt x="24595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80429" y="6040222"/>
              <a:ext cx="151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+mj-lt"/>
                  <a:cs typeface="Tahoma"/>
                </a:rPr>
                <a:t>d</a:t>
              </a:r>
              <a:endParaRPr>
                <a:latin typeface="+mj-lt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04151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6" y="0"/>
                  </a:moveTo>
                  <a:lnTo>
                    <a:pt x="132218" y="6436"/>
                  </a:lnTo>
                  <a:lnTo>
                    <a:pt x="89201" y="24600"/>
                  </a:lnTo>
                  <a:lnTo>
                    <a:pt x="52752" y="52774"/>
                  </a:lnTo>
                  <a:lnTo>
                    <a:pt x="24590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0" y="271123"/>
                  </a:lnTo>
                  <a:lnTo>
                    <a:pt x="52752" y="307589"/>
                  </a:lnTo>
                  <a:lnTo>
                    <a:pt x="89201" y="335762"/>
                  </a:lnTo>
                  <a:lnTo>
                    <a:pt x="132218" y="353926"/>
                  </a:lnTo>
                  <a:lnTo>
                    <a:pt x="180086" y="360362"/>
                  </a:lnTo>
                  <a:lnTo>
                    <a:pt x="228007" y="353926"/>
                  </a:lnTo>
                  <a:lnTo>
                    <a:pt x="271060" y="335762"/>
                  </a:lnTo>
                  <a:lnTo>
                    <a:pt x="307530" y="307589"/>
                  </a:lnTo>
                  <a:lnTo>
                    <a:pt x="335703" y="271123"/>
                  </a:lnTo>
                  <a:lnTo>
                    <a:pt x="353864" y="228084"/>
                  </a:lnTo>
                  <a:lnTo>
                    <a:pt x="360299" y="180187"/>
                  </a:lnTo>
                  <a:lnTo>
                    <a:pt x="353864" y="132285"/>
                  </a:lnTo>
                  <a:lnTo>
                    <a:pt x="335703" y="89242"/>
                  </a:lnTo>
                  <a:lnTo>
                    <a:pt x="307530" y="52774"/>
                  </a:lnTo>
                  <a:lnTo>
                    <a:pt x="271060" y="24600"/>
                  </a:lnTo>
                  <a:lnTo>
                    <a:pt x="228007" y="6436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304151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0" y="89242"/>
                  </a:lnTo>
                  <a:lnTo>
                    <a:pt x="52752" y="52774"/>
                  </a:lnTo>
                  <a:lnTo>
                    <a:pt x="89201" y="24600"/>
                  </a:lnTo>
                  <a:lnTo>
                    <a:pt x="132218" y="6436"/>
                  </a:lnTo>
                  <a:lnTo>
                    <a:pt x="180086" y="0"/>
                  </a:lnTo>
                  <a:lnTo>
                    <a:pt x="228007" y="6436"/>
                  </a:lnTo>
                  <a:lnTo>
                    <a:pt x="271060" y="24600"/>
                  </a:lnTo>
                  <a:lnTo>
                    <a:pt x="307530" y="52774"/>
                  </a:lnTo>
                  <a:lnTo>
                    <a:pt x="335703" y="89242"/>
                  </a:lnTo>
                  <a:lnTo>
                    <a:pt x="353864" y="132285"/>
                  </a:lnTo>
                  <a:lnTo>
                    <a:pt x="360299" y="180187"/>
                  </a:lnTo>
                  <a:lnTo>
                    <a:pt x="353864" y="228084"/>
                  </a:lnTo>
                  <a:lnTo>
                    <a:pt x="335703" y="271123"/>
                  </a:lnTo>
                  <a:lnTo>
                    <a:pt x="307530" y="307589"/>
                  </a:lnTo>
                  <a:lnTo>
                    <a:pt x="271060" y="335762"/>
                  </a:lnTo>
                  <a:lnTo>
                    <a:pt x="228007" y="353926"/>
                  </a:lnTo>
                  <a:lnTo>
                    <a:pt x="180086" y="360362"/>
                  </a:lnTo>
                  <a:lnTo>
                    <a:pt x="132218" y="353926"/>
                  </a:lnTo>
                  <a:lnTo>
                    <a:pt x="89201" y="335762"/>
                  </a:lnTo>
                  <a:lnTo>
                    <a:pt x="52752" y="307589"/>
                  </a:lnTo>
                  <a:lnTo>
                    <a:pt x="24590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412228" y="6040222"/>
              <a:ext cx="14605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+mj-lt"/>
                  <a:cs typeface="Tahoma"/>
                </a:rPr>
                <a:t>e</a:t>
              </a:r>
              <a:endParaRPr>
                <a:latin typeface="+mj-lt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807325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5"/>
                  </a:lnTo>
                  <a:lnTo>
                    <a:pt x="52768" y="52768"/>
                  </a:lnTo>
                  <a:lnTo>
                    <a:pt x="24595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5" y="271130"/>
                  </a:lnTo>
                  <a:lnTo>
                    <a:pt x="52768" y="307609"/>
                  </a:lnTo>
                  <a:lnTo>
                    <a:pt x="89238" y="335802"/>
                  </a:lnTo>
                  <a:lnTo>
                    <a:pt x="132291" y="353982"/>
                  </a:lnTo>
                  <a:lnTo>
                    <a:pt x="180212" y="360425"/>
                  </a:lnTo>
                  <a:lnTo>
                    <a:pt x="228090" y="353982"/>
                  </a:lnTo>
                  <a:lnTo>
                    <a:pt x="271130" y="335802"/>
                  </a:lnTo>
                  <a:lnTo>
                    <a:pt x="307609" y="307609"/>
                  </a:lnTo>
                  <a:lnTo>
                    <a:pt x="335802" y="271130"/>
                  </a:lnTo>
                  <a:lnTo>
                    <a:pt x="353982" y="228090"/>
                  </a:lnTo>
                  <a:lnTo>
                    <a:pt x="360425" y="180212"/>
                  </a:lnTo>
                  <a:lnTo>
                    <a:pt x="353982" y="132291"/>
                  </a:lnTo>
                  <a:lnTo>
                    <a:pt x="335802" y="89238"/>
                  </a:lnTo>
                  <a:lnTo>
                    <a:pt x="307609" y="52768"/>
                  </a:lnTo>
                  <a:lnTo>
                    <a:pt x="271130" y="24595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r>
                <a:rPr lang="es-CL" dirty="0"/>
                <a:t>  c</a:t>
              </a:r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7807325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5" y="89238"/>
                  </a:lnTo>
                  <a:lnTo>
                    <a:pt x="52768" y="52768"/>
                  </a:lnTo>
                  <a:lnTo>
                    <a:pt x="89238" y="24595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5"/>
                  </a:lnTo>
                  <a:lnTo>
                    <a:pt x="307609" y="52768"/>
                  </a:lnTo>
                  <a:lnTo>
                    <a:pt x="335802" y="89238"/>
                  </a:lnTo>
                  <a:lnTo>
                    <a:pt x="353982" y="132291"/>
                  </a:lnTo>
                  <a:lnTo>
                    <a:pt x="360425" y="180212"/>
                  </a:lnTo>
                  <a:lnTo>
                    <a:pt x="353982" y="228090"/>
                  </a:lnTo>
                  <a:lnTo>
                    <a:pt x="335802" y="271130"/>
                  </a:lnTo>
                  <a:lnTo>
                    <a:pt x="307609" y="307609"/>
                  </a:lnTo>
                  <a:lnTo>
                    <a:pt x="271130" y="335802"/>
                  </a:lnTo>
                  <a:lnTo>
                    <a:pt x="228090" y="353982"/>
                  </a:lnTo>
                  <a:lnTo>
                    <a:pt x="180212" y="360425"/>
                  </a:lnTo>
                  <a:lnTo>
                    <a:pt x="132291" y="353982"/>
                  </a:lnTo>
                  <a:lnTo>
                    <a:pt x="89238" y="335802"/>
                  </a:lnTo>
                  <a:lnTo>
                    <a:pt x="52768" y="307609"/>
                  </a:lnTo>
                  <a:lnTo>
                    <a:pt x="24595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56476" y="4932299"/>
              <a:ext cx="631825" cy="1118235"/>
            </a:xfrm>
            <a:custGeom>
              <a:avLst/>
              <a:gdLst/>
              <a:ahLst/>
              <a:cxnLst/>
              <a:rect l="l" t="t" r="r" b="b"/>
              <a:pathLst>
                <a:path w="631825" h="1118235">
                  <a:moveTo>
                    <a:pt x="631825" y="0"/>
                  </a:moveTo>
                  <a:lnTo>
                    <a:pt x="0" y="11176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88051" y="4965701"/>
              <a:ext cx="568325" cy="1031875"/>
            </a:xfrm>
            <a:custGeom>
              <a:avLst/>
              <a:gdLst/>
              <a:ahLst/>
              <a:cxnLst/>
              <a:rect l="l" t="t" r="r" b="b"/>
              <a:pathLst>
                <a:path w="568325" h="1031875">
                  <a:moveTo>
                    <a:pt x="568325" y="10318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56376" y="4932298"/>
              <a:ext cx="503555" cy="1065530"/>
            </a:xfrm>
            <a:custGeom>
              <a:avLst/>
              <a:gdLst/>
              <a:ahLst/>
              <a:cxnLst/>
              <a:rect l="l" t="t" r="r" b="b"/>
              <a:pathLst>
                <a:path w="503554" h="1065529">
                  <a:moveTo>
                    <a:pt x="0" y="1065276"/>
                  </a:moveTo>
                  <a:lnTo>
                    <a:pt x="5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88051" y="4965700"/>
              <a:ext cx="1368425" cy="1084580"/>
            </a:xfrm>
            <a:custGeom>
              <a:avLst/>
              <a:gdLst/>
              <a:ahLst/>
              <a:cxnLst/>
              <a:rect l="l" t="t" r="r" b="b"/>
              <a:pathLst>
                <a:path w="1368425" h="1084579">
                  <a:moveTo>
                    <a:pt x="1368425" y="1084262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56376" y="4932298"/>
              <a:ext cx="1431925" cy="1065530"/>
            </a:xfrm>
            <a:custGeom>
              <a:avLst/>
              <a:gdLst/>
              <a:ahLst/>
              <a:cxnLst/>
              <a:rect l="l" t="t" r="r" b="b"/>
              <a:pathLst>
                <a:path w="1431925" h="1065529">
                  <a:moveTo>
                    <a:pt x="0" y="1065276"/>
                  </a:moveTo>
                  <a:lnTo>
                    <a:pt x="14319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59676" y="4932299"/>
              <a:ext cx="297180" cy="1118235"/>
            </a:xfrm>
            <a:custGeom>
              <a:avLst/>
              <a:gdLst/>
              <a:ahLst/>
              <a:cxnLst/>
              <a:rect l="l" t="t" r="r" b="b"/>
              <a:pathLst>
                <a:path w="297179" h="1118235">
                  <a:moveTo>
                    <a:pt x="296799" y="111766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7558" y="1330012"/>
            <a:ext cx="8328706" cy="3336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696363"/>
              </a:buClr>
              <a:buSzPct val="79166"/>
              <a:tabLst>
                <a:tab pos="355600" algn="l"/>
              </a:tabLst>
            </a:pPr>
            <a:r>
              <a:rPr sz="28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Grafo</a:t>
            </a:r>
            <a:r>
              <a:rPr sz="2800" spc="-9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n-US" sz="2800" b="1" noProof="1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Bipartito</a:t>
            </a:r>
            <a:endParaRPr lang="en-US" sz="2800" noProof="1">
              <a:solidFill>
                <a:schemeClr val="accent3">
                  <a:lumMod val="50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484"/>
              </a:spcBef>
              <a:buClr>
                <a:srgbClr val="0066FF"/>
              </a:buClr>
              <a:buSzPct val="8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s-CL"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“Bipartito” </a:t>
            </a:r>
            <a:r>
              <a:rPr lang="es-CL"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significa </a:t>
            </a:r>
            <a:r>
              <a:rPr lang="es-CL"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que </a:t>
            </a:r>
            <a:r>
              <a:rPr lang="es-CL"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tiene </a:t>
            </a:r>
            <a:r>
              <a:rPr lang="es-CL"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2</a:t>
            </a:r>
            <a:r>
              <a:rPr lang="es-CL" sz="2400" spc="-6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partes</a:t>
            </a:r>
            <a:r>
              <a:rPr lang="es-CL"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   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G=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{ V1 u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V2,</a:t>
            </a:r>
            <a:r>
              <a:rPr sz="2400" spc="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E}</a:t>
            </a:r>
          </a:p>
          <a:p>
            <a:pPr marL="812800" lvl="1" indent="-342900">
              <a:spcBef>
                <a:spcPts val="480"/>
              </a:spcBef>
              <a:buClr>
                <a:srgbClr val="0066FF"/>
              </a:buClr>
              <a:buSzPct val="80000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Sus vértices son la unión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de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dos grupos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de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vértices bajos las</a:t>
            </a:r>
            <a:r>
              <a:rPr sz="2400" spc="-3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siguientes </a:t>
            </a:r>
            <a:r>
              <a:rPr lang="es-CL" sz="2400" spc="-1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condiciones</a:t>
            </a:r>
            <a:r>
              <a:rPr sz="2400" spc="-1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: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1269365" lvl="2" indent="-342900">
              <a:spcBef>
                <a:spcPts val="480"/>
              </a:spcBef>
              <a:buClr>
                <a:srgbClr val="0066FF"/>
              </a:buClr>
              <a:buSzPct val="80000"/>
              <a:buFont typeface="Arial" panose="020B0604020202020204" pitchFamily="34" charset="0"/>
              <a:buChar char="•"/>
              <a:tabLst>
                <a:tab pos="1214120" algn="l"/>
              </a:tabLst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V1 y V2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son conjuntos</a:t>
            </a:r>
            <a:r>
              <a:rPr sz="2400" spc="-10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disjuntos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1269365" lvl="2" indent="-342900">
              <a:spcBef>
                <a:spcPts val="475"/>
              </a:spcBef>
              <a:buClr>
                <a:srgbClr val="0066FF"/>
              </a:buClr>
              <a:buSzPct val="80000"/>
              <a:buFont typeface="Arial" panose="020B0604020202020204" pitchFamily="34" charset="0"/>
              <a:buChar char="•"/>
              <a:tabLst>
                <a:tab pos="1214120" algn="l"/>
              </a:tabLst>
            </a:pPr>
            <a:r>
              <a:rPr sz="2400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Cada </a:t>
            </a:r>
            <a:r>
              <a:rPr sz="24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arista del Grafo une un vértice de </a:t>
            </a:r>
            <a:r>
              <a:rPr sz="2400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V1 </a:t>
            </a:r>
            <a:r>
              <a:rPr sz="24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con uno de</a:t>
            </a:r>
            <a:r>
              <a:rPr sz="2400" spc="-60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5">
                    <a:lumMod val="75000"/>
                  </a:schemeClr>
                </a:solidFill>
                <a:latin typeface="HP Simplified" panose="020B0604020204020204" pitchFamily="34" charset="0"/>
                <a:cs typeface="Arial Narrow"/>
              </a:rPr>
              <a:t>V2</a:t>
            </a:r>
            <a:endParaRPr sz="2400" dirty="0">
              <a:solidFill>
                <a:schemeClr val="accent5">
                  <a:lumMod val="7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1269365" lvl="2" indent="-342900">
              <a:spcBef>
                <a:spcPts val="480"/>
              </a:spcBef>
              <a:buClr>
                <a:srgbClr val="0066FF"/>
              </a:buClr>
              <a:buSzPct val="80000"/>
              <a:buFont typeface="Arial" panose="020B0604020202020204" pitchFamily="34" charset="0"/>
              <a:buChar char="•"/>
              <a:tabLst>
                <a:tab pos="1214120" algn="l"/>
              </a:tabLst>
            </a:pP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No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existen aristas uniendo vértices del mismos conjunto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V1 o</a:t>
            </a:r>
            <a:r>
              <a:rPr sz="2400" spc="-6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V2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9DCA3D6-6386-41D9-A934-ECD104C72713}"/>
              </a:ext>
            </a:extLst>
          </p:cNvPr>
          <p:cNvGrpSpPr/>
          <p:nvPr/>
        </p:nvGrpSpPr>
        <p:grpSpPr>
          <a:xfrm>
            <a:off x="9988486" y="1310817"/>
            <a:ext cx="1500505" cy="1786255"/>
            <a:chOff x="3167126" y="4572000"/>
            <a:chExt cx="1500505" cy="1786255"/>
          </a:xfrm>
        </p:grpSpPr>
        <p:sp>
          <p:nvSpPr>
            <p:cNvPr id="22" name="object 22"/>
            <p:cNvSpPr/>
            <p:nvPr/>
          </p:nvSpPr>
          <p:spPr>
            <a:xfrm>
              <a:off x="3167126" y="46052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43"/>
                  </a:lnTo>
                  <a:lnTo>
                    <a:pt x="89201" y="24623"/>
                  </a:lnTo>
                  <a:lnTo>
                    <a:pt x="52752" y="52816"/>
                  </a:lnTo>
                  <a:lnTo>
                    <a:pt x="24579" y="89323"/>
                  </a:lnTo>
                  <a:lnTo>
                    <a:pt x="6432" y="132344"/>
                  </a:lnTo>
                  <a:lnTo>
                    <a:pt x="0" y="180212"/>
                  </a:lnTo>
                  <a:lnTo>
                    <a:pt x="6434" y="228134"/>
                  </a:lnTo>
                  <a:lnTo>
                    <a:pt x="24590" y="271187"/>
                  </a:lnTo>
                  <a:lnTo>
                    <a:pt x="52752" y="307657"/>
                  </a:lnTo>
                  <a:lnTo>
                    <a:pt x="89201" y="335830"/>
                  </a:lnTo>
                  <a:lnTo>
                    <a:pt x="132218" y="353991"/>
                  </a:lnTo>
                  <a:lnTo>
                    <a:pt x="180086" y="360425"/>
                  </a:lnTo>
                  <a:lnTo>
                    <a:pt x="228007" y="353991"/>
                  </a:lnTo>
                  <a:lnTo>
                    <a:pt x="271060" y="335830"/>
                  </a:lnTo>
                  <a:lnTo>
                    <a:pt x="307530" y="307657"/>
                  </a:lnTo>
                  <a:lnTo>
                    <a:pt x="335703" y="271187"/>
                  </a:lnTo>
                  <a:lnTo>
                    <a:pt x="353864" y="228134"/>
                  </a:lnTo>
                  <a:lnTo>
                    <a:pt x="360299" y="180212"/>
                  </a:lnTo>
                  <a:lnTo>
                    <a:pt x="353860" y="132335"/>
                  </a:lnTo>
                  <a:lnTo>
                    <a:pt x="335681" y="89295"/>
                  </a:lnTo>
                  <a:lnTo>
                    <a:pt x="307530" y="52863"/>
                  </a:lnTo>
                  <a:lnTo>
                    <a:pt x="271060" y="24680"/>
                  </a:lnTo>
                  <a:lnTo>
                    <a:pt x="228007" y="6487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r>
                <a:rPr lang="es-CL" dirty="0"/>
                <a:t>   a</a:t>
              </a:r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167126" y="46052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212"/>
                  </a:moveTo>
                  <a:lnTo>
                    <a:pt x="6434" y="132335"/>
                  </a:lnTo>
                  <a:lnTo>
                    <a:pt x="24590" y="89295"/>
                  </a:lnTo>
                  <a:lnTo>
                    <a:pt x="52752" y="52816"/>
                  </a:lnTo>
                  <a:lnTo>
                    <a:pt x="89201" y="24623"/>
                  </a:lnTo>
                  <a:lnTo>
                    <a:pt x="132218" y="6443"/>
                  </a:lnTo>
                  <a:lnTo>
                    <a:pt x="180086" y="0"/>
                  </a:lnTo>
                  <a:lnTo>
                    <a:pt x="228007" y="6487"/>
                  </a:lnTo>
                  <a:lnTo>
                    <a:pt x="271060" y="24680"/>
                  </a:lnTo>
                  <a:lnTo>
                    <a:pt x="307530" y="52863"/>
                  </a:lnTo>
                  <a:lnTo>
                    <a:pt x="335703" y="89323"/>
                  </a:lnTo>
                  <a:lnTo>
                    <a:pt x="353864" y="132344"/>
                  </a:lnTo>
                  <a:lnTo>
                    <a:pt x="360299" y="180212"/>
                  </a:lnTo>
                  <a:lnTo>
                    <a:pt x="353864" y="228134"/>
                  </a:lnTo>
                  <a:lnTo>
                    <a:pt x="335703" y="271187"/>
                  </a:lnTo>
                  <a:lnTo>
                    <a:pt x="307530" y="307657"/>
                  </a:lnTo>
                  <a:lnTo>
                    <a:pt x="271060" y="335830"/>
                  </a:lnTo>
                  <a:lnTo>
                    <a:pt x="228007" y="353991"/>
                  </a:lnTo>
                  <a:lnTo>
                    <a:pt x="180086" y="360425"/>
                  </a:lnTo>
                  <a:lnTo>
                    <a:pt x="132218" y="353991"/>
                  </a:lnTo>
                  <a:lnTo>
                    <a:pt x="89201" y="335830"/>
                  </a:lnTo>
                  <a:lnTo>
                    <a:pt x="52752" y="307657"/>
                  </a:lnTo>
                  <a:lnTo>
                    <a:pt x="24590" y="271187"/>
                  </a:lnTo>
                  <a:lnTo>
                    <a:pt x="6434" y="228134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06951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r>
                <a:rPr lang="es-CL" dirty="0"/>
                <a:t>   b</a:t>
              </a:r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6951" y="45720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5451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6"/>
                  </a:lnTo>
                  <a:lnTo>
                    <a:pt x="89201" y="24600"/>
                  </a:lnTo>
                  <a:lnTo>
                    <a:pt x="52752" y="52774"/>
                  </a:lnTo>
                  <a:lnTo>
                    <a:pt x="24590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0" y="271123"/>
                  </a:lnTo>
                  <a:lnTo>
                    <a:pt x="52752" y="307589"/>
                  </a:lnTo>
                  <a:lnTo>
                    <a:pt x="89201" y="335762"/>
                  </a:lnTo>
                  <a:lnTo>
                    <a:pt x="132218" y="353926"/>
                  </a:lnTo>
                  <a:lnTo>
                    <a:pt x="180086" y="360362"/>
                  </a:lnTo>
                  <a:lnTo>
                    <a:pt x="228007" y="353926"/>
                  </a:lnTo>
                  <a:lnTo>
                    <a:pt x="271060" y="335762"/>
                  </a:lnTo>
                  <a:lnTo>
                    <a:pt x="307530" y="307589"/>
                  </a:lnTo>
                  <a:lnTo>
                    <a:pt x="335703" y="271123"/>
                  </a:lnTo>
                  <a:lnTo>
                    <a:pt x="353864" y="228084"/>
                  </a:lnTo>
                  <a:lnTo>
                    <a:pt x="360299" y="180187"/>
                  </a:lnTo>
                  <a:lnTo>
                    <a:pt x="353864" y="132285"/>
                  </a:lnTo>
                  <a:lnTo>
                    <a:pt x="335703" y="89242"/>
                  </a:lnTo>
                  <a:lnTo>
                    <a:pt x="307530" y="52774"/>
                  </a:lnTo>
                  <a:lnTo>
                    <a:pt x="271060" y="24600"/>
                  </a:lnTo>
                  <a:lnTo>
                    <a:pt x="228007" y="6436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735451" y="59975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0" y="89242"/>
                  </a:lnTo>
                  <a:lnTo>
                    <a:pt x="52752" y="52774"/>
                  </a:lnTo>
                  <a:lnTo>
                    <a:pt x="89201" y="24600"/>
                  </a:lnTo>
                  <a:lnTo>
                    <a:pt x="132218" y="6436"/>
                  </a:lnTo>
                  <a:lnTo>
                    <a:pt x="180086" y="0"/>
                  </a:lnTo>
                  <a:lnTo>
                    <a:pt x="228007" y="6436"/>
                  </a:lnTo>
                  <a:lnTo>
                    <a:pt x="271060" y="24600"/>
                  </a:lnTo>
                  <a:lnTo>
                    <a:pt x="307530" y="52774"/>
                  </a:lnTo>
                  <a:lnTo>
                    <a:pt x="335703" y="89242"/>
                  </a:lnTo>
                  <a:lnTo>
                    <a:pt x="353864" y="132285"/>
                  </a:lnTo>
                  <a:lnTo>
                    <a:pt x="360299" y="180187"/>
                  </a:lnTo>
                  <a:lnTo>
                    <a:pt x="353864" y="228084"/>
                  </a:lnTo>
                  <a:lnTo>
                    <a:pt x="335703" y="271123"/>
                  </a:lnTo>
                  <a:lnTo>
                    <a:pt x="307530" y="307589"/>
                  </a:lnTo>
                  <a:lnTo>
                    <a:pt x="271060" y="335762"/>
                  </a:lnTo>
                  <a:lnTo>
                    <a:pt x="228007" y="353926"/>
                  </a:lnTo>
                  <a:lnTo>
                    <a:pt x="180086" y="360362"/>
                  </a:lnTo>
                  <a:lnTo>
                    <a:pt x="132218" y="353926"/>
                  </a:lnTo>
                  <a:lnTo>
                    <a:pt x="89201" y="335762"/>
                  </a:lnTo>
                  <a:lnTo>
                    <a:pt x="52752" y="307589"/>
                  </a:lnTo>
                  <a:lnTo>
                    <a:pt x="24590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3850640" y="6040222"/>
              <a:ext cx="13144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+mj-lt"/>
                  <a:cs typeface="Tahoma"/>
                </a:rPr>
                <a:t>c</a:t>
              </a:r>
            </a:p>
          </p:txBody>
        </p:sp>
        <p:sp>
          <p:nvSpPr>
            <p:cNvPr id="30" name="object 30"/>
            <p:cNvSpPr/>
            <p:nvPr/>
          </p:nvSpPr>
          <p:spPr>
            <a:xfrm>
              <a:off x="3346451" y="4965701"/>
              <a:ext cx="568325" cy="1031875"/>
            </a:xfrm>
            <a:custGeom>
              <a:avLst/>
              <a:gdLst/>
              <a:ahLst/>
              <a:cxnLst/>
              <a:rect l="l" t="t" r="r" b="b"/>
              <a:pathLst>
                <a:path w="568325" h="1031875">
                  <a:moveTo>
                    <a:pt x="568325" y="10318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14775" y="4932298"/>
              <a:ext cx="571500" cy="1065530"/>
            </a:xfrm>
            <a:custGeom>
              <a:avLst/>
              <a:gdLst/>
              <a:ahLst/>
              <a:cxnLst/>
              <a:rect l="l" t="t" r="r" b="b"/>
              <a:pathLst>
                <a:path w="571500" h="1065529">
                  <a:moveTo>
                    <a:pt x="0" y="1065276"/>
                  </a:moveTo>
                  <a:lnTo>
                    <a:pt x="57150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lecha: pentágono 50">
            <a:extLst>
              <a:ext uri="{FF2B5EF4-FFF2-40B4-BE49-F238E27FC236}">
                <a16:creationId xmlns:a16="http://schemas.microsoft.com/office/drawing/2014/main" id="{81A03DCD-8910-4ABE-881D-777C6DDC8A19}"/>
              </a:ext>
            </a:extLst>
          </p:cNvPr>
          <p:cNvSpPr/>
          <p:nvPr/>
        </p:nvSpPr>
        <p:spPr>
          <a:xfrm rot="10800000">
            <a:off x="3316337" y="3692285"/>
            <a:ext cx="5472553" cy="1748669"/>
          </a:xfrm>
          <a:prstGeom prst="homePlate">
            <a:avLst>
              <a:gd name="adj" fmla="val 2167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0" name="Bocadillo: rectángulo 49">
            <a:extLst>
              <a:ext uri="{FF2B5EF4-FFF2-40B4-BE49-F238E27FC236}">
                <a16:creationId xmlns:a16="http://schemas.microsoft.com/office/drawing/2014/main" id="{C34FE93E-1EC3-4191-9C04-44BA0773B826}"/>
              </a:ext>
            </a:extLst>
          </p:cNvPr>
          <p:cNvSpPr/>
          <p:nvPr/>
        </p:nvSpPr>
        <p:spPr>
          <a:xfrm>
            <a:off x="3514106" y="1295902"/>
            <a:ext cx="4715493" cy="1537114"/>
          </a:xfrm>
          <a:prstGeom prst="wedgeRectCallout">
            <a:avLst>
              <a:gd name="adj1" fmla="val 55743"/>
              <a:gd name="adj2" fmla="val 212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89967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" dirty="0"/>
              <a:t>Tipos </a:t>
            </a:r>
            <a:r>
              <a:rPr spc="-5" dirty="0"/>
              <a:t>de</a:t>
            </a:r>
            <a:r>
              <a:rPr spc="-40" dirty="0"/>
              <a:t> </a:t>
            </a:r>
            <a:r>
              <a:rPr spc="-5" dirty="0"/>
              <a:t>Grafos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1964" y="1417041"/>
            <a:ext cx="4541436" cy="1233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CL" sz="2800" b="1" spc="-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Multígrafo</a:t>
            </a:r>
            <a:endParaRPr lang="es-CL" sz="2800" b="1" dirty="0">
              <a:solidFill>
                <a:schemeClr val="accent1">
                  <a:lumMod val="20000"/>
                  <a:lumOff val="80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812800" marR="5080" indent="-342900">
              <a:spcBef>
                <a:spcPts val="495"/>
              </a:spcBef>
              <a:tabLst>
                <a:tab pos="812165" algn="l"/>
              </a:tabLst>
            </a:pPr>
            <a:r>
              <a:rPr spc="170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Times New Roman"/>
              </a:rPr>
              <a:t>	</a:t>
            </a:r>
            <a:r>
              <a:rPr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Es </a:t>
            </a:r>
            <a:r>
              <a:rPr sz="2400" spc="-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un grafo que tiene</a:t>
            </a:r>
            <a:r>
              <a:rPr sz="2400" spc="-7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arcos múltiples </a:t>
            </a:r>
            <a:r>
              <a:rPr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(paralelos) </a:t>
            </a:r>
            <a:r>
              <a:rPr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o</a:t>
            </a:r>
            <a:r>
              <a:rPr sz="2400" spc="-7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1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 Narrow"/>
              </a:rPr>
              <a:t>lazos</a:t>
            </a:r>
            <a:endParaRPr sz="2400" dirty="0">
              <a:solidFill>
                <a:schemeClr val="accent1">
                  <a:lumMod val="20000"/>
                  <a:lumOff val="80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8133" y="3940559"/>
            <a:ext cx="4949732" cy="1233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Grafo</a:t>
            </a:r>
            <a:r>
              <a:rPr sz="2800" b="1" spc="-1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Simple</a:t>
            </a:r>
            <a:endParaRPr sz="2800" b="1" dirty="0">
              <a:solidFill>
                <a:schemeClr val="accent3">
                  <a:lumMod val="50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756285" marR="5080" indent="-287020">
              <a:spcBef>
                <a:spcPts val="495"/>
              </a:spcBef>
            </a:pPr>
            <a:r>
              <a:rPr lang="es-CL" sz="2400" spc="17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 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Es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un grafo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o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digrafo que </a:t>
            </a:r>
            <a:r>
              <a:rPr sz="2400" u="sng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no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tiene bucles  </a:t>
            </a:r>
            <a:r>
              <a:rPr sz="240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y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que </a:t>
            </a:r>
            <a:r>
              <a:rPr sz="2400" u="sng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no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es un</a:t>
            </a:r>
            <a:r>
              <a:rPr sz="2400" spc="-80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chemeClr val="accent3">
                    <a:lumMod val="50000"/>
                  </a:schemeClr>
                </a:solidFill>
                <a:latin typeface="HP Simplified" panose="020B0604020204020204" pitchFamily="34" charset="0"/>
                <a:cs typeface="Arial Narrow"/>
              </a:rPr>
              <a:t>multigrafo</a:t>
            </a:r>
            <a:endParaRPr sz="2400" dirty="0">
              <a:solidFill>
                <a:schemeClr val="accent3">
                  <a:lumMod val="50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B5B2334A-3283-4B4F-8BC6-1F0FB59A1B5F}"/>
              </a:ext>
            </a:extLst>
          </p:cNvPr>
          <p:cNvGrpSpPr/>
          <p:nvPr/>
        </p:nvGrpSpPr>
        <p:grpSpPr>
          <a:xfrm>
            <a:off x="717516" y="3168102"/>
            <a:ext cx="2500630" cy="2296072"/>
            <a:chOff x="7167626" y="3800245"/>
            <a:chExt cx="2500630" cy="2296072"/>
          </a:xfrm>
        </p:grpSpPr>
        <p:sp>
          <p:nvSpPr>
            <p:cNvPr id="5" name="object 5"/>
            <p:cNvSpPr/>
            <p:nvPr/>
          </p:nvSpPr>
          <p:spPr>
            <a:xfrm>
              <a:off x="7381875" y="42862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5"/>
                  </a:lnTo>
                  <a:lnTo>
                    <a:pt x="52768" y="52768"/>
                  </a:lnTo>
                  <a:lnTo>
                    <a:pt x="24595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5" y="271130"/>
                  </a:lnTo>
                  <a:lnTo>
                    <a:pt x="52768" y="307609"/>
                  </a:lnTo>
                  <a:lnTo>
                    <a:pt x="89238" y="335802"/>
                  </a:lnTo>
                  <a:lnTo>
                    <a:pt x="132291" y="353982"/>
                  </a:lnTo>
                  <a:lnTo>
                    <a:pt x="180212" y="360425"/>
                  </a:lnTo>
                  <a:lnTo>
                    <a:pt x="228080" y="353982"/>
                  </a:lnTo>
                  <a:lnTo>
                    <a:pt x="271097" y="335802"/>
                  </a:lnTo>
                  <a:lnTo>
                    <a:pt x="307546" y="307609"/>
                  </a:lnTo>
                  <a:lnTo>
                    <a:pt x="335708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8" y="89238"/>
                  </a:lnTo>
                  <a:lnTo>
                    <a:pt x="307546" y="52768"/>
                  </a:lnTo>
                  <a:lnTo>
                    <a:pt x="271097" y="24595"/>
                  </a:lnTo>
                  <a:lnTo>
                    <a:pt x="22808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5" y="42862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5" y="89238"/>
                  </a:lnTo>
                  <a:lnTo>
                    <a:pt x="52768" y="52768"/>
                  </a:lnTo>
                  <a:lnTo>
                    <a:pt x="89238" y="24595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80" y="6434"/>
                  </a:lnTo>
                  <a:lnTo>
                    <a:pt x="271097" y="24595"/>
                  </a:lnTo>
                  <a:lnTo>
                    <a:pt x="307546" y="52768"/>
                  </a:lnTo>
                  <a:lnTo>
                    <a:pt x="335708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8" y="271130"/>
                  </a:lnTo>
                  <a:lnTo>
                    <a:pt x="307546" y="307609"/>
                  </a:lnTo>
                  <a:lnTo>
                    <a:pt x="271097" y="335802"/>
                  </a:lnTo>
                  <a:lnTo>
                    <a:pt x="228080" y="353982"/>
                  </a:lnTo>
                  <a:lnTo>
                    <a:pt x="180212" y="360425"/>
                  </a:lnTo>
                  <a:lnTo>
                    <a:pt x="132291" y="353982"/>
                  </a:lnTo>
                  <a:lnTo>
                    <a:pt x="89238" y="335802"/>
                  </a:lnTo>
                  <a:lnTo>
                    <a:pt x="52768" y="307609"/>
                  </a:lnTo>
                  <a:lnTo>
                    <a:pt x="24595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494524" y="4328796"/>
              <a:ext cx="1390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x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239250" y="42862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5"/>
                  </a:lnTo>
                  <a:lnTo>
                    <a:pt x="52768" y="52768"/>
                  </a:lnTo>
                  <a:lnTo>
                    <a:pt x="24595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5" y="271130"/>
                  </a:lnTo>
                  <a:lnTo>
                    <a:pt x="52768" y="307609"/>
                  </a:lnTo>
                  <a:lnTo>
                    <a:pt x="89238" y="335802"/>
                  </a:lnTo>
                  <a:lnTo>
                    <a:pt x="132291" y="353982"/>
                  </a:lnTo>
                  <a:lnTo>
                    <a:pt x="180213" y="360425"/>
                  </a:lnTo>
                  <a:lnTo>
                    <a:pt x="228080" y="353982"/>
                  </a:lnTo>
                  <a:lnTo>
                    <a:pt x="271097" y="335802"/>
                  </a:lnTo>
                  <a:lnTo>
                    <a:pt x="307546" y="307609"/>
                  </a:lnTo>
                  <a:lnTo>
                    <a:pt x="335708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8" y="89238"/>
                  </a:lnTo>
                  <a:lnTo>
                    <a:pt x="307546" y="52768"/>
                  </a:lnTo>
                  <a:lnTo>
                    <a:pt x="271097" y="24595"/>
                  </a:lnTo>
                  <a:lnTo>
                    <a:pt x="22808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39250" y="42862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5" y="89238"/>
                  </a:lnTo>
                  <a:lnTo>
                    <a:pt x="52768" y="52768"/>
                  </a:lnTo>
                  <a:lnTo>
                    <a:pt x="89238" y="24595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80" y="6434"/>
                  </a:lnTo>
                  <a:lnTo>
                    <a:pt x="271097" y="24595"/>
                  </a:lnTo>
                  <a:lnTo>
                    <a:pt x="307546" y="52768"/>
                  </a:lnTo>
                  <a:lnTo>
                    <a:pt x="335708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8" y="271130"/>
                  </a:lnTo>
                  <a:lnTo>
                    <a:pt x="307546" y="307609"/>
                  </a:lnTo>
                  <a:lnTo>
                    <a:pt x="271097" y="335802"/>
                  </a:lnTo>
                  <a:lnTo>
                    <a:pt x="228080" y="353982"/>
                  </a:lnTo>
                  <a:lnTo>
                    <a:pt x="180213" y="360425"/>
                  </a:lnTo>
                  <a:lnTo>
                    <a:pt x="132291" y="353982"/>
                  </a:lnTo>
                  <a:lnTo>
                    <a:pt x="89238" y="335802"/>
                  </a:lnTo>
                  <a:lnTo>
                    <a:pt x="52768" y="307609"/>
                  </a:lnTo>
                  <a:lnTo>
                    <a:pt x="24595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344660" y="4328796"/>
              <a:ext cx="15303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u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167626" y="5735637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6" y="0"/>
                  </a:moveTo>
                  <a:lnTo>
                    <a:pt x="132218" y="6436"/>
                  </a:lnTo>
                  <a:lnTo>
                    <a:pt x="89201" y="24600"/>
                  </a:lnTo>
                  <a:lnTo>
                    <a:pt x="52752" y="52774"/>
                  </a:lnTo>
                  <a:lnTo>
                    <a:pt x="24590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0" y="271123"/>
                  </a:lnTo>
                  <a:lnTo>
                    <a:pt x="52752" y="307589"/>
                  </a:lnTo>
                  <a:lnTo>
                    <a:pt x="89201" y="335762"/>
                  </a:lnTo>
                  <a:lnTo>
                    <a:pt x="132218" y="353926"/>
                  </a:lnTo>
                  <a:lnTo>
                    <a:pt x="180086" y="360362"/>
                  </a:lnTo>
                  <a:lnTo>
                    <a:pt x="228007" y="353926"/>
                  </a:lnTo>
                  <a:lnTo>
                    <a:pt x="271060" y="335762"/>
                  </a:lnTo>
                  <a:lnTo>
                    <a:pt x="307530" y="307589"/>
                  </a:lnTo>
                  <a:lnTo>
                    <a:pt x="335703" y="271123"/>
                  </a:lnTo>
                  <a:lnTo>
                    <a:pt x="353864" y="228084"/>
                  </a:lnTo>
                  <a:lnTo>
                    <a:pt x="360299" y="180187"/>
                  </a:lnTo>
                  <a:lnTo>
                    <a:pt x="353864" y="132285"/>
                  </a:lnTo>
                  <a:lnTo>
                    <a:pt x="335703" y="89242"/>
                  </a:lnTo>
                  <a:lnTo>
                    <a:pt x="307530" y="52774"/>
                  </a:lnTo>
                  <a:lnTo>
                    <a:pt x="271060" y="24600"/>
                  </a:lnTo>
                  <a:lnTo>
                    <a:pt x="228007" y="6436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67626" y="5735637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0" y="89242"/>
                  </a:lnTo>
                  <a:lnTo>
                    <a:pt x="52752" y="52774"/>
                  </a:lnTo>
                  <a:lnTo>
                    <a:pt x="89201" y="24600"/>
                  </a:lnTo>
                  <a:lnTo>
                    <a:pt x="132218" y="6436"/>
                  </a:lnTo>
                  <a:lnTo>
                    <a:pt x="180086" y="0"/>
                  </a:lnTo>
                  <a:lnTo>
                    <a:pt x="228007" y="6436"/>
                  </a:lnTo>
                  <a:lnTo>
                    <a:pt x="271060" y="24600"/>
                  </a:lnTo>
                  <a:lnTo>
                    <a:pt x="307530" y="52774"/>
                  </a:lnTo>
                  <a:lnTo>
                    <a:pt x="335703" y="89242"/>
                  </a:lnTo>
                  <a:lnTo>
                    <a:pt x="353864" y="132285"/>
                  </a:lnTo>
                  <a:lnTo>
                    <a:pt x="360299" y="180187"/>
                  </a:lnTo>
                  <a:lnTo>
                    <a:pt x="353864" y="228084"/>
                  </a:lnTo>
                  <a:lnTo>
                    <a:pt x="335703" y="271123"/>
                  </a:lnTo>
                  <a:lnTo>
                    <a:pt x="307530" y="307589"/>
                  </a:lnTo>
                  <a:lnTo>
                    <a:pt x="271060" y="335762"/>
                  </a:lnTo>
                  <a:lnTo>
                    <a:pt x="228007" y="353926"/>
                  </a:lnTo>
                  <a:lnTo>
                    <a:pt x="180086" y="360362"/>
                  </a:lnTo>
                  <a:lnTo>
                    <a:pt x="132218" y="353926"/>
                  </a:lnTo>
                  <a:lnTo>
                    <a:pt x="89201" y="335762"/>
                  </a:lnTo>
                  <a:lnTo>
                    <a:pt x="52752" y="307589"/>
                  </a:lnTo>
                  <a:lnTo>
                    <a:pt x="24590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278751" y="5778399"/>
              <a:ext cx="13970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y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307576" y="573246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5" y="0"/>
                  </a:moveTo>
                  <a:lnTo>
                    <a:pt x="132218" y="6436"/>
                  </a:lnTo>
                  <a:lnTo>
                    <a:pt x="89201" y="24600"/>
                  </a:lnTo>
                  <a:lnTo>
                    <a:pt x="52752" y="52774"/>
                  </a:lnTo>
                  <a:lnTo>
                    <a:pt x="24590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0" y="271123"/>
                  </a:lnTo>
                  <a:lnTo>
                    <a:pt x="52752" y="307589"/>
                  </a:lnTo>
                  <a:lnTo>
                    <a:pt x="89201" y="335762"/>
                  </a:lnTo>
                  <a:lnTo>
                    <a:pt x="132218" y="353926"/>
                  </a:lnTo>
                  <a:lnTo>
                    <a:pt x="180085" y="360362"/>
                  </a:lnTo>
                  <a:lnTo>
                    <a:pt x="228007" y="353926"/>
                  </a:lnTo>
                  <a:lnTo>
                    <a:pt x="271060" y="335762"/>
                  </a:lnTo>
                  <a:lnTo>
                    <a:pt x="307530" y="307589"/>
                  </a:lnTo>
                  <a:lnTo>
                    <a:pt x="335703" y="271123"/>
                  </a:lnTo>
                  <a:lnTo>
                    <a:pt x="353864" y="228084"/>
                  </a:lnTo>
                  <a:lnTo>
                    <a:pt x="360299" y="180187"/>
                  </a:lnTo>
                  <a:lnTo>
                    <a:pt x="353864" y="132285"/>
                  </a:lnTo>
                  <a:lnTo>
                    <a:pt x="335703" y="89242"/>
                  </a:lnTo>
                  <a:lnTo>
                    <a:pt x="307530" y="52774"/>
                  </a:lnTo>
                  <a:lnTo>
                    <a:pt x="271060" y="24600"/>
                  </a:lnTo>
                  <a:lnTo>
                    <a:pt x="228007" y="6436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07576" y="573246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0" y="89242"/>
                  </a:lnTo>
                  <a:lnTo>
                    <a:pt x="52752" y="52774"/>
                  </a:lnTo>
                  <a:lnTo>
                    <a:pt x="89201" y="24600"/>
                  </a:lnTo>
                  <a:lnTo>
                    <a:pt x="132218" y="6436"/>
                  </a:lnTo>
                  <a:lnTo>
                    <a:pt x="180085" y="0"/>
                  </a:lnTo>
                  <a:lnTo>
                    <a:pt x="228007" y="6436"/>
                  </a:lnTo>
                  <a:lnTo>
                    <a:pt x="271060" y="24600"/>
                  </a:lnTo>
                  <a:lnTo>
                    <a:pt x="307530" y="52774"/>
                  </a:lnTo>
                  <a:lnTo>
                    <a:pt x="335703" y="89242"/>
                  </a:lnTo>
                  <a:lnTo>
                    <a:pt x="353864" y="132285"/>
                  </a:lnTo>
                  <a:lnTo>
                    <a:pt x="360299" y="180187"/>
                  </a:lnTo>
                  <a:lnTo>
                    <a:pt x="353864" y="228084"/>
                  </a:lnTo>
                  <a:lnTo>
                    <a:pt x="335703" y="271123"/>
                  </a:lnTo>
                  <a:lnTo>
                    <a:pt x="307530" y="307589"/>
                  </a:lnTo>
                  <a:lnTo>
                    <a:pt x="271060" y="335762"/>
                  </a:lnTo>
                  <a:lnTo>
                    <a:pt x="228007" y="353926"/>
                  </a:lnTo>
                  <a:lnTo>
                    <a:pt x="180085" y="360362"/>
                  </a:lnTo>
                  <a:lnTo>
                    <a:pt x="132218" y="353926"/>
                  </a:lnTo>
                  <a:lnTo>
                    <a:pt x="89201" y="335762"/>
                  </a:lnTo>
                  <a:lnTo>
                    <a:pt x="52752" y="307589"/>
                  </a:lnTo>
                  <a:lnTo>
                    <a:pt x="24590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9425178" y="5775046"/>
              <a:ext cx="12700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z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527926" y="5913438"/>
              <a:ext cx="1779905" cy="3175"/>
            </a:xfrm>
            <a:custGeom>
              <a:avLst/>
              <a:gdLst/>
              <a:ahLst/>
              <a:cxnLst/>
              <a:rect l="l" t="t" r="r" b="b"/>
              <a:pathLst>
                <a:path w="1779904" h="3175">
                  <a:moveTo>
                    <a:pt x="0" y="3175"/>
                  </a:moveTo>
                  <a:lnTo>
                    <a:pt x="17795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48474" y="4646677"/>
              <a:ext cx="214629" cy="1089025"/>
            </a:xfrm>
            <a:custGeom>
              <a:avLst/>
              <a:gdLst/>
              <a:ahLst/>
              <a:cxnLst/>
              <a:rect l="l" t="t" r="r" b="b"/>
              <a:pathLst>
                <a:path w="214629" h="1089025">
                  <a:moveTo>
                    <a:pt x="214375" y="0"/>
                  </a:moveTo>
                  <a:lnTo>
                    <a:pt x="0" y="108896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689850" y="3800245"/>
              <a:ext cx="1571625" cy="348172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40005" rIns="0" bIns="0" rtlCol="0">
              <a:spAutoFit/>
            </a:bodyPr>
            <a:lstStyle/>
            <a:p>
              <a:pPr marL="85725" algn="ctr">
                <a:spcBef>
                  <a:spcPts val="315"/>
                </a:spcBef>
              </a:pPr>
              <a:r>
                <a:rPr sz="2000" spc="-10" dirty="0">
                  <a:latin typeface="Franklin Gothic Demi Cond" panose="020B0706030402020204" pitchFamily="34" charset="0"/>
                  <a:cs typeface="Tahoma"/>
                </a:rPr>
                <a:t>Grafo</a:t>
              </a:r>
              <a:r>
                <a:rPr sz="2000" spc="-110" dirty="0">
                  <a:latin typeface="Franklin Gothic Demi Cond" panose="020B0706030402020204" pitchFamily="34" charset="0"/>
                  <a:cs typeface="Tahoma"/>
                </a:rPr>
                <a:t> </a:t>
              </a:r>
              <a:r>
                <a:rPr sz="2000" spc="-5" dirty="0">
                  <a:latin typeface="Franklin Gothic Demi Cond" panose="020B0706030402020204" pitchFamily="34" charset="0"/>
                  <a:cs typeface="Tahoma"/>
                </a:rPr>
                <a:t>simple</a:t>
              </a:r>
              <a:endParaRPr sz="2000" dirty="0"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742301" y="4467226"/>
              <a:ext cx="1497330" cy="1905"/>
            </a:xfrm>
            <a:custGeom>
              <a:avLst/>
              <a:gdLst/>
              <a:ahLst/>
              <a:cxnLst/>
              <a:rect l="l" t="t" r="r" b="b"/>
              <a:pathLst>
                <a:path w="1497329" h="1904">
                  <a:moveTo>
                    <a:pt x="0" y="0"/>
                  </a:moveTo>
                  <a:lnTo>
                    <a:pt x="1496949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89850" y="4594226"/>
              <a:ext cx="1670050" cy="1190625"/>
            </a:xfrm>
            <a:custGeom>
              <a:avLst/>
              <a:gdLst/>
              <a:ahLst/>
              <a:cxnLst/>
              <a:rect l="l" t="t" r="r" b="b"/>
              <a:pathLst>
                <a:path w="1670050" h="1190625">
                  <a:moveTo>
                    <a:pt x="0" y="0"/>
                  </a:moveTo>
                  <a:lnTo>
                    <a:pt x="1670050" y="11906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20225" y="4646549"/>
              <a:ext cx="68580" cy="1086485"/>
            </a:xfrm>
            <a:custGeom>
              <a:avLst/>
              <a:gdLst/>
              <a:ahLst/>
              <a:cxnLst/>
              <a:rect l="l" t="t" r="r" b="b"/>
              <a:pathLst>
                <a:path w="68579" h="1086485">
                  <a:moveTo>
                    <a:pt x="68325" y="108591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7222594-B729-4552-92C1-FFBF420342AC}"/>
              </a:ext>
            </a:extLst>
          </p:cNvPr>
          <p:cNvGrpSpPr/>
          <p:nvPr/>
        </p:nvGrpSpPr>
        <p:grpSpPr>
          <a:xfrm>
            <a:off x="6195044" y="360061"/>
            <a:ext cx="5249925" cy="3159626"/>
            <a:chOff x="4970526" y="469520"/>
            <a:chExt cx="5249925" cy="3159626"/>
          </a:xfrm>
        </p:grpSpPr>
        <p:sp>
          <p:nvSpPr>
            <p:cNvPr id="23" name="object 23"/>
            <p:cNvSpPr/>
            <p:nvPr/>
          </p:nvSpPr>
          <p:spPr>
            <a:xfrm>
              <a:off x="7521575" y="12145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2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21575" y="12145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2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7634097" y="1256030"/>
              <a:ext cx="1390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x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9177401" y="12145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77401" y="121450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9282811" y="1256030"/>
              <a:ext cx="15303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u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453376" y="249720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6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53376" y="249720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6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7564373" y="2539239"/>
              <a:ext cx="13970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y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236075" y="25003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36075" y="25003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9353550" y="2542286"/>
              <a:ext cx="12700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z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882001" y="1393826"/>
              <a:ext cx="1295400" cy="1905"/>
            </a:xfrm>
            <a:custGeom>
              <a:avLst/>
              <a:gdLst/>
              <a:ahLst/>
              <a:cxnLst/>
              <a:rect l="l" t="t" r="r" b="b"/>
              <a:pathLst>
                <a:path w="1295400" h="1905">
                  <a:moveTo>
                    <a:pt x="0" y="0"/>
                  </a:moveTo>
                  <a:lnTo>
                    <a:pt x="1295400" y="165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61352" y="1522349"/>
              <a:ext cx="1468755" cy="1027430"/>
            </a:xfrm>
            <a:custGeom>
              <a:avLst/>
              <a:gdLst/>
              <a:ahLst/>
              <a:cxnLst/>
              <a:rect l="l" t="t" r="r" b="b"/>
              <a:pathLst>
                <a:path w="1468754" h="1027430">
                  <a:moveTo>
                    <a:pt x="0" y="1027176"/>
                  </a:moveTo>
                  <a:lnTo>
                    <a:pt x="146837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29550" y="1522476"/>
              <a:ext cx="1459230" cy="1030605"/>
            </a:xfrm>
            <a:custGeom>
              <a:avLst/>
              <a:gdLst/>
              <a:ahLst/>
              <a:cxnLst/>
              <a:rect l="l" t="t" r="r" b="b"/>
              <a:pathLst>
                <a:path w="1459229" h="1030605">
                  <a:moveTo>
                    <a:pt x="0" y="0"/>
                  </a:moveTo>
                  <a:lnTo>
                    <a:pt x="1458976" y="10302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58377" y="1574800"/>
              <a:ext cx="59055" cy="925830"/>
            </a:xfrm>
            <a:custGeom>
              <a:avLst/>
              <a:gdLst/>
              <a:ahLst/>
              <a:cxnLst/>
              <a:rect l="l" t="t" r="r" b="b"/>
              <a:pathLst>
                <a:path w="59054" h="925830">
                  <a:moveTo>
                    <a:pt x="58674" y="92557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358376" y="986789"/>
              <a:ext cx="407034" cy="407034"/>
            </a:xfrm>
            <a:custGeom>
              <a:avLst/>
              <a:gdLst/>
              <a:ahLst/>
              <a:cxnLst/>
              <a:rect l="l" t="t" r="r" b="b"/>
              <a:pathLst>
                <a:path w="407034" h="407034">
                  <a:moveTo>
                    <a:pt x="0" y="227711"/>
                  </a:moveTo>
                  <a:lnTo>
                    <a:pt x="5931" y="179227"/>
                  </a:lnTo>
                  <a:lnTo>
                    <a:pt x="22540" y="132748"/>
                  </a:lnTo>
                  <a:lnTo>
                    <a:pt x="48045" y="90261"/>
                  </a:lnTo>
                  <a:lnTo>
                    <a:pt x="80669" y="53754"/>
                  </a:lnTo>
                  <a:lnTo>
                    <a:pt x="118632" y="25216"/>
                  </a:lnTo>
                  <a:lnTo>
                    <a:pt x="160153" y="6635"/>
                  </a:lnTo>
                  <a:lnTo>
                    <a:pt x="203453" y="0"/>
                  </a:lnTo>
                  <a:lnTo>
                    <a:pt x="246754" y="5938"/>
                  </a:lnTo>
                  <a:lnTo>
                    <a:pt x="288275" y="22565"/>
                  </a:lnTo>
                  <a:lnTo>
                    <a:pt x="326238" y="48095"/>
                  </a:lnTo>
                  <a:lnTo>
                    <a:pt x="358862" y="80746"/>
                  </a:lnTo>
                  <a:lnTo>
                    <a:pt x="384367" y="118733"/>
                  </a:lnTo>
                  <a:lnTo>
                    <a:pt x="400976" y="160273"/>
                  </a:lnTo>
                  <a:lnTo>
                    <a:pt x="406907" y="203581"/>
                  </a:lnTo>
                  <a:lnTo>
                    <a:pt x="400272" y="246881"/>
                  </a:lnTo>
                  <a:lnTo>
                    <a:pt x="381694" y="288402"/>
                  </a:lnTo>
                  <a:lnTo>
                    <a:pt x="353163" y="326365"/>
                  </a:lnTo>
                  <a:lnTo>
                    <a:pt x="316670" y="358989"/>
                  </a:lnTo>
                  <a:lnTo>
                    <a:pt x="274205" y="384494"/>
                  </a:lnTo>
                  <a:lnTo>
                    <a:pt x="227760" y="401103"/>
                  </a:lnTo>
                  <a:lnTo>
                    <a:pt x="179324" y="4070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10501" y="2679701"/>
              <a:ext cx="1425575" cy="34925"/>
            </a:xfrm>
            <a:custGeom>
              <a:avLst/>
              <a:gdLst/>
              <a:ahLst/>
              <a:cxnLst/>
              <a:rect l="l" t="t" r="r" b="b"/>
              <a:pathLst>
                <a:path w="1425575" h="34925">
                  <a:moveTo>
                    <a:pt x="0" y="34925"/>
                  </a:moveTo>
                  <a:lnTo>
                    <a:pt x="1425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34223" y="2857500"/>
              <a:ext cx="1783080" cy="232410"/>
            </a:xfrm>
            <a:custGeom>
              <a:avLst/>
              <a:gdLst/>
              <a:ahLst/>
              <a:cxnLst/>
              <a:rect l="l" t="t" r="r" b="b"/>
              <a:pathLst>
                <a:path w="1783079" h="232410">
                  <a:moveTo>
                    <a:pt x="1782826" y="3175"/>
                  </a:moveTo>
                  <a:lnTo>
                    <a:pt x="1754248" y="54273"/>
                  </a:lnTo>
                  <a:lnTo>
                    <a:pt x="1706229" y="87187"/>
                  </a:lnTo>
                  <a:lnTo>
                    <a:pt x="1638153" y="118381"/>
                  </a:lnTo>
                  <a:lnTo>
                    <a:pt x="1597430" y="133119"/>
                  </a:lnTo>
                  <a:lnTo>
                    <a:pt x="1552695" y="147170"/>
                  </a:lnTo>
                  <a:lnTo>
                    <a:pt x="1504283" y="160448"/>
                  </a:lnTo>
                  <a:lnTo>
                    <a:pt x="1452527" y="172868"/>
                  </a:lnTo>
                  <a:lnTo>
                    <a:pt x="1397763" y="184345"/>
                  </a:lnTo>
                  <a:lnTo>
                    <a:pt x="1340323" y="194791"/>
                  </a:lnTo>
                  <a:lnTo>
                    <a:pt x="1280542" y="204123"/>
                  </a:lnTo>
                  <a:lnTo>
                    <a:pt x="1218755" y="212254"/>
                  </a:lnTo>
                  <a:lnTo>
                    <a:pt x="1155295" y="219099"/>
                  </a:lnTo>
                  <a:lnTo>
                    <a:pt x="1090497" y="224572"/>
                  </a:lnTo>
                  <a:lnTo>
                    <a:pt x="1024694" y="228587"/>
                  </a:lnTo>
                  <a:lnTo>
                    <a:pt x="958221" y="231059"/>
                  </a:lnTo>
                  <a:lnTo>
                    <a:pt x="891412" y="231901"/>
                  </a:lnTo>
                  <a:lnTo>
                    <a:pt x="824621" y="231046"/>
                  </a:lnTo>
                  <a:lnTo>
                    <a:pt x="758162" y="228539"/>
                  </a:lnTo>
                  <a:lnTo>
                    <a:pt x="692369" y="224466"/>
                  </a:lnTo>
                  <a:lnTo>
                    <a:pt x="627579" y="218915"/>
                  </a:lnTo>
                  <a:lnTo>
                    <a:pt x="564124" y="211972"/>
                  </a:lnTo>
                  <a:lnTo>
                    <a:pt x="502339" y="203725"/>
                  </a:lnTo>
                  <a:lnTo>
                    <a:pt x="442559" y="194261"/>
                  </a:lnTo>
                  <a:lnTo>
                    <a:pt x="385117" y="183666"/>
                  </a:lnTo>
                  <a:lnTo>
                    <a:pt x="330350" y="172027"/>
                  </a:lnTo>
                  <a:lnTo>
                    <a:pt x="278590" y="159432"/>
                  </a:lnTo>
                  <a:lnTo>
                    <a:pt x="230172" y="145967"/>
                  </a:lnTo>
                  <a:lnTo>
                    <a:pt x="185432" y="131720"/>
                  </a:lnTo>
                  <a:lnTo>
                    <a:pt x="144702" y="116777"/>
                  </a:lnTo>
                  <a:lnTo>
                    <a:pt x="108318" y="101225"/>
                  </a:lnTo>
                  <a:lnTo>
                    <a:pt x="49925" y="68642"/>
                  </a:lnTo>
                  <a:lnTo>
                    <a:pt x="12927" y="34669"/>
                  </a:lnTo>
                  <a:lnTo>
                    <a:pt x="3287" y="1737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7922323" y="3281615"/>
              <a:ext cx="1214755" cy="347531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39370" rIns="0" bIns="0" rtlCol="0">
              <a:spAutoFit/>
            </a:bodyPr>
            <a:lstStyle/>
            <a:p>
              <a:pPr marL="85725" algn="ctr">
                <a:spcBef>
                  <a:spcPts val="310"/>
                </a:spcBef>
              </a:pPr>
              <a:r>
                <a:rPr sz="2000" spc="-10" dirty="0">
                  <a:latin typeface="Franklin Gothic Demi Cond" panose="020B0706030402020204" pitchFamily="34" charset="0"/>
                  <a:cs typeface="Tahoma"/>
                </a:rPr>
                <a:t>Multigrafo</a:t>
              </a:r>
              <a:endParaRPr sz="1600" dirty="0"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9044431" y="469520"/>
              <a:ext cx="117602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FF0000"/>
                  </a:solidFill>
                  <a:latin typeface="Arial"/>
                  <a:cs typeface="Arial"/>
                </a:rPr>
                <a:t>Lazo o</a:t>
              </a:r>
              <a:r>
                <a:rPr sz="1600" spc="-8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600" spc="-5" dirty="0">
                  <a:solidFill>
                    <a:srgbClr val="FF0000"/>
                  </a:solidFill>
                  <a:latin typeface="Arial"/>
                  <a:cs typeface="Arial"/>
                </a:rPr>
                <a:t>bucle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4970526" y="3028951"/>
              <a:ext cx="244983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FF0000"/>
                  </a:solidFill>
                  <a:latin typeface="Arial"/>
                  <a:cs typeface="Arial"/>
                </a:rPr>
                <a:t>Arcos múltiples o</a:t>
              </a:r>
              <a:r>
                <a:rPr sz="1600" spc="-40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600" spc="-5" dirty="0">
                  <a:solidFill>
                    <a:srgbClr val="FF0000"/>
                  </a:solidFill>
                  <a:latin typeface="Arial"/>
                  <a:cs typeface="Arial"/>
                </a:rPr>
                <a:t>paralelos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9596374" y="709930"/>
              <a:ext cx="147955" cy="147320"/>
            </a:xfrm>
            <a:custGeom>
              <a:avLst/>
              <a:gdLst/>
              <a:ahLst/>
              <a:cxnLst/>
              <a:rect l="l" t="t" r="r" b="b"/>
              <a:pathLst>
                <a:path w="147954" h="147319">
                  <a:moveTo>
                    <a:pt x="29591" y="46100"/>
                  </a:moveTo>
                  <a:lnTo>
                    <a:pt x="26161" y="48133"/>
                  </a:lnTo>
                  <a:lnTo>
                    <a:pt x="25273" y="51562"/>
                  </a:lnTo>
                  <a:lnTo>
                    <a:pt x="0" y="147320"/>
                  </a:lnTo>
                  <a:lnTo>
                    <a:pt x="16949" y="142875"/>
                  </a:lnTo>
                  <a:lnTo>
                    <a:pt x="13461" y="142875"/>
                  </a:lnTo>
                  <a:lnTo>
                    <a:pt x="4445" y="133985"/>
                  </a:lnTo>
                  <a:lnTo>
                    <a:pt x="21107" y="117322"/>
                  </a:lnTo>
                  <a:lnTo>
                    <a:pt x="38480" y="51308"/>
                  </a:lnTo>
                  <a:lnTo>
                    <a:pt x="36449" y="47879"/>
                  </a:lnTo>
                  <a:lnTo>
                    <a:pt x="29591" y="46100"/>
                  </a:lnTo>
                  <a:close/>
                </a:path>
                <a:path w="147954" h="147319">
                  <a:moveTo>
                    <a:pt x="21107" y="117322"/>
                  </a:moveTo>
                  <a:lnTo>
                    <a:pt x="4445" y="133985"/>
                  </a:lnTo>
                  <a:lnTo>
                    <a:pt x="13461" y="142875"/>
                  </a:lnTo>
                  <a:lnTo>
                    <a:pt x="16255" y="140081"/>
                  </a:lnTo>
                  <a:lnTo>
                    <a:pt x="15112" y="140081"/>
                  </a:lnTo>
                  <a:lnTo>
                    <a:pt x="7366" y="132334"/>
                  </a:lnTo>
                  <a:lnTo>
                    <a:pt x="17884" y="129559"/>
                  </a:lnTo>
                  <a:lnTo>
                    <a:pt x="21107" y="117322"/>
                  </a:lnTo>
                  <a:close/>
                </a:path>
                <a:path w="147954" h="147319">
                  <a:moveTo>
                    <a:pt x="96011" y="108966"/>
                  </a:moveTo>
                  <a:lnTo>
                    <a:pt x="29964" y="126372"/>
                  </a:lnTo>
                  <a:lnTo>
                    <a:pt x="13461" y="142875"/>
                  </a:lnTo>
                  <a:lnTo>
                    <a:pt x="16949" y="142875"/>
                  </a:lnTo>
                  <a:lnTo>
                    <a:pt x="99314" y="121285"/>
                  </a:lnTo>
                  <a:lnTo>
                    <a:pt x="101346" y="117729"/>
                  </a:lnTo>
                  <a:lnTo>
                    <a:pt x="100456" y="114300"/>
                  </a:lnTo>
                  <a:lnTo>
                    <a:pt x="99568" y="110998"/>
                  </a:lnTo>
                  <a:lnTo>
                    <a:pt x="96011" y="108966"/>
                  </a:lnTo>
                  <a:close/>
                </a:path>
                <a:path w="147954" h="147319">
                  <a:moveTo>
                    <a:pt x="17884" y="129559"/>
                  </a:moveTo>
                  <a:lnTo>
                    <a:pt x="7366" y="132334"/>
                  </a:lnTo>
                  <a:lnTo>
                    <a:pt x="15112" y="140081"/>
                  </a:lnTo>
                  <a:lnTo>
                    <a:pt x="17884" y="129559"/>
                  </a:lnTo>
                  <a:close/>
                </a:path>
                <a:path w="147954" h="147319">
                  <a:moveTo>
                    <a:pt x="29964" y="126372"/>
                  </a:moveTo>
                  <a:lnTo>
                    <a:pt x="17884" y="129559"/>
                  </a:lnTo>
                  <a:lnTo>
                    <a:pt x="15112" y="140081"/>
                  </a:lnTo>
                  <a:lnTo>
                    <a:pt x="16255" y="140081"/>
                  </a:lnTo>
                  <a:lnTo>
                    <a:pt x="29964" y="126372"/>
                  </a:lnTo>
                  <a:close/>
                </a:path>
                <a:path w="147954" h="147319">
                  <a:moveTo>
                    <a:pt x="138429" y="0"/>
                  </a:moveTo>
                  <a:lnTo>
                    <a:pt x="21107" y="117322"/>
                  </a:lnTo>
                  <a:lnTo>
                    <a:pt x="17884" y="129559"/>
                  </a:lnTo>
                  <a:lnTo>
                    <a:pt x="29964" y="126372"/>
                  </a:lnTo>
                  <a:lnTo>
                    <a:pt x="147447" y="8890"/>
                  </a:lnTo>
                  <a:lnTo>
                    <a:pt x="1384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22336" y="3056763"/>
              <a:ext cx="217170" cy="106680"/>
            </a:xfrm>
            <a:custGeom>
              <a:avLst/>
              <a:gdLst/>
              <a:ahLst/>
              <a:cxnLst/>
              <a:rect l="l" t="t" r="r" b="b"/>
              <a:pathLst>
                <a:path w="217170" h="106680">
                  <a:moveTo>
                    <a:pt x="180830" y="22582"/>
                  </a:moveTo>
                  <a:lnTo>
                    <a:pt x="0" y="94869"/>
                  </a:lnTo>
                  <a:lnTo>
                    <a:pt x="4825" y="106679"/>
                  </a:lnTo>
                  <a:lnTo>
                    <a:pt x="185581" y="34377"/>
                  </a:lnTo>
                  <a:lnTo>
                    <a:pt x="193339" y="24439"/>
                  </a:lnTo>
                  <a:lnTo>
                    <a:pt x="180830" y="22582"/>
                  </a:lnTo>
                  <a:close/>
                </a:path>
                <a:path w="217170" h="106680">
                  <a:moveTo>
                    <a:pt x="209048" y="13842"/>
                  </a:moveTo>
                  <a:lnTo>
                    <a:pt x="202691" y="13842"/>
                  </a:lnTo>
                  <a:lnTo>
                    <a:pt x="207390" y="25653"/>
                  </a:lnTo>
                  <a:lnTo>
                    <a:pt x="185581" y="34377"/>
                  </a:lnTo>
                  <a:lnTo>
                    <a:pt x="145796" y="85344"/>
                  </a:lnTo>
                  <a:lnTo>
                    <a:pt x="143637" y="88137"/>
                  </a:lnTo>
                  <a:lnTo>
                    <a:pt x="144145" y="92201"/>
                  </a:lnTo>
                  <a:lnTo>
                    <a:pt x="146938" y="94234"/>
                  </a:lnTo>
                  <a:lnTo>
                    <a:pt x="149605" y="96392"/>
                  </a:lnTo>
                  <a:lnTo>
                    <a:pt x="153670" y="96012"/>
                  </a:lnTo>
                  <a:lnTo>
                    <a:pt x="155828" y="93217"/>
                  </a:lnTo>
                  <a:lnTo>
                    <a:pt x="216788" y="14986"/>
                  </a:lnTo>
                  <a:lnTo>
                    <a:pt x="209048" y="13842"/>
                  </a:lnTo>
                  <a:close/>
                </a:path>
                <a:path w="217170" h="106680">
                  <a:moveTo>
                    <a:pt x="193339" y="24439"/>
                  </a:moveTo>
                  <a:lnTo>
                    <a:pt x="185581" y="34377"/>
                  </a:lnTo>
                  <a:lnTo>
                    <a:pt x="206438" y="26035"/>
                  </a:lnTo>
                  <a:lnTo>
                    <a:pt x="204088" y="26035"/>
                  </a:lnTo>
                  <a:lnTo>
                    <a:pt x="193339" y="24439"/>
                  </a:lnTo>
                  <a:close/>
                </a:path>
                <a:path w="217170" h="106680">
                  <a:moveTo>
                    <a:pt x="200025" y="15875"/>
                  </a:moveTo>
                  <a:lnTo>
                    <a:pt x="193339" y="24439"/>
                  </a:lnTo>
                  <a:lnTo>
                    <a:pt x="204088" y="26035"/>
                  </a:lnTo>
                  <a:lnTo>
                    <a:pt x="200025" y="15875"/>
                  </a:lnTo>
                  <a:close/>
                </a:path>
                <a:path w="217170" h="106680">
                  <a:moveTo>
                    <a:pt x="203500" y="15875"/>
                  </a:moveTo>
                  <a:lnTo>
                    <a:pt x="200025" y="15875"/>
                  </a:lnTo>
                  <a:lnTo>
                    <a:pt x="204088" y="26035"/>
                  </a:lnTo>
                  <a:lnTo>
                    <a:pt x="206438" y="26035"/>
                  </a:lnTo>
                  <a:lnTo>
                    <a:pt x="207390" y="25653"/>
                  </a:lnTo>
                  <a:lnTo>
                    <a:pt x="203500" y="15875"/>
                  </a:lnTo>
                  <a:close/>
                </a:path>
                <a:path w="217170" h="106680">
                  <a:moveTo>
                    <a:pt x="202691" y="13842"/>
                  </a:moveTo>
                  <a:lnTo>
                    <a:pt x="180830" y="22582"/>
                  </a:lnTo>
                  <a:lnTo>
                    <a:pt x="193339" y="24439"/>
                  </a:lnTo>
                  <a:lnTo>
                    <a:pt x="200025" y="15875"/>
                  </a:lnTo>
                  <a:lnTo>
                    <a:pt x="203500" y="15875"/>
                  </a:lnTo>
                  <a:lnTo>
                    <a:pt x="202691" y="13842"/>
                  </a:lnTo>
                  <a:close/>
                </a:path>
                <a:path w="217170" h="106680">
                  <a:moveTo>
                    <a:pt x="115315" y="0"/>
                  </a:moveTo>
                  <a:lnTo>
                    <a:pt x="112013" y="2286"/>
                  </a:lnTo>
                  <a:lnTo>
                    <a:pt x="110998" y="9271"/>
                  </a:lnTo>
                  <a:lnTo>
                    <a:pt x="113411" y="12573"/>
                  </a:lnTo>
                  <a:lnTo>
                    <a:pt x="180830" y="22582"/>
                  </a:lnTo>
                  <a:lnTo>
                    <a:pt x="202691" y="13842"/>
                  </a:lnTo>
                  <a:lnTo>
                    <a:pt x="209048" y="13842"/>
                  </a:lnTo>
                  <a:lnTo>
                    <a:pt x="1153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29886"/>
            <a:ext cx="10396882" cy="8309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" dirty="0"/>
              <a:t>Tipos </a:t>
            </a:r>
            <a:r>
              <a:rPr spc="-5" dirty="0"/>
              <a:t>de Grafos</a:t>
            </a:r>
            <a:r>
              <a:rPr spc="10" dirty="0"/>
              <a:t> </a:t>
            </a:r>
            <a:r>
              <a:rPr spc="-5" dirty="0"/>
              <a:t>(dirección)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90409"/>
            <a:ext cx="6090030" cy="1787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Grafos </a:t>
            </a:r>
            <a:r>
              <a:rPr sz="2400" b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</a:t>
            </a:r>
            <a:r>
              <a:rPr sz="2400" b="1" spc="-8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b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dirigidos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812800" marR="691515" indent="-342900">
              <a:lnSpc>
                <a:spcPct val="120000"/>
              </a:lnSpc>
              <a:spcBef>
                <a:spcPts val="5"/>
              </a:spcBef>
              <a:buClr>
                <a:schemeClr val="accent3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002850"/>
                </a:solidFill>
                <a:latin typeface="HP Simplified" panose="020B0604020204020204" pitchFamily="34" charset="0"/>
              </a:rPr>
              <a:t>Si los pares de nodos de los arcos  no son ordenados</a:t>
            </a:r>
          </a:p>
          <a:p>
            <a:pPr marL="469900">
              <a:spcBef>
                <a:spcPts val="484"/>
              </a:spcBef>
            </a:pPr>
            <a:r>
              <a:rPr sz="2000" u="sng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El </a:t>
            </a:r>
            <a:r>
              <a:rPr sz="20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arco se puede recorrer </a:t>
            </a:r>
            <a:r>
              <a:rPr sz="2000" u="sng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 </a:t>
            </a:r>
            <a:r>
              <a:rPr sz="20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ambos</a:t>
            </a:r>
            <a:r>
              <a:rPr sz="2000" u="sng" spc="-5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0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sentidos</a:t>
            </a:r>
            <a:endParaRPr sz="2000" u="sng" dirty="0">
              <a:latin typeface="HP Simplified" panose="020B0604020204020204" pitchFamily="34" charset="0"/>
              <a:cs typeface="Arial Narrow"/>
            </a:endParaRPr>
          </a:p>
          <a:p>
            <a:pPr marL="756285"/>
            <a:r>
              <a:rPr sz="20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Ej.:</a:t>
            </a:r>
            <a:r>
              <a:rPr sz="2000" spc="-12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0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u-v</a:t>
            </a:r>
            <a:endParaRPr lang="es-CL" sz="2000" dirty="0">
              <a:solidFill>
                <a:srgbClr val="002850"/>
              </a:solidFill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6C633D8E-E7A4-4098-A514-04286D08E5E0}"/>
              </a:ext>
            </a:extLst>
          </p:cNvPr>
          <p:cNvGrpSpPr/>
          <p:nvPr/>
        </p:nvGrpSpPr>
        <p:grpSpPr>
          <a:xfrm>
            <a:off x="1447800" y="3595992"/>
            <a:ext cx="2882900" cy="1871599"/>
            <a:chOff x="7239000" y="4072001"/>
            <a:chExt cx="2882900" cy="1871599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0" name="object 20"/>
            <p:cNvSpPr/>
            <p:nvPr/>
          </p:nvSpPr>
          <p:spPr>
            <a:xfrm>
              <a:off x="7416927" y="4503673"/>
              <a:ext cx="76200" cy="1008380"/>
            </a:xfrm>
            <a:custGeom>
              <a:avLst/>
              <a:gdLst/>
              <a:ahLst/>
              <a:cxnLst/>
              <a:rect l="l" t="t" r="r" b="b"/>
              <a:pathLst>
                <a:path w="76200" h="1008379">
                  <a:moveTo>
                    <a:pt x="31768" y="931926"/>
                  </a:moveTo>
                  <a:lnTo>
                    <a:pt x="0" y="931926"/>
                  </a:lnTo>
                  <a:lnTo>
                    <a:pt x="37973" y="1008126"/>
                  </a:lnTo>
                  <a:lnTo>
                    <a:pt x="69828" y="944626"/>
                  </a:lnTo>
                  <a:lnTo>
                    <a:pt x="31750" y="944626"/>
                  </a:lnTo>
                  <a:lnTo>
                    <a:pt x="31768" y="931926"/>
                  </a:lnTo>
                  <a:close/>
                </a:path>
                <a:path w="76200" h="1008379">
                  <a:moveTo>
                    <a:pt x="33147" y="0"/>
                  </a:moveTo>
                  <a:lnTo>
                    <a:pt x="31750" y="944626"/>
                  </a:lnTo>
                  <a:lnTo>
                    <a:pt x="44450" y="944626"/>
                  </a:lnTo>
                  <a:lnTo>
                    <a:pt x="45847" y="126"/>
                  </a:lnTo>
                  <a:lnTo>
                    <a:pt x="33147" y="0"/>
                  </a:lnTo>
                  <a:close/>
                </a:path>
                <a:path w="76200" h="1008379">
                  <a:moveTo>
                    <a:pt x="76200" y="931926"/>
                  </a:moveTo>
                  <a:lnTo>
                    <a:pt x="44468" y="931926"/>
                  </a:lnTo>
                  <a:lnTo>
                    <a:pt x="44450" y="944626"/>
                  </a:lnTo>
                  <a:lnTo>
                    <a:pt x="69828" y="944626"/>
                  </a:lnTo>
                  <a:lnTo>
                    <a:pt x="76200" y="931926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35543" y="4500246"/>
              <a:ext cx="718185" cy="1075055"/>
            </a:xfrm>
            <a:custGeom>
              <a:avLst/>
              <a:gdLst/>
              <a:ahLst/>
              <a:cxnLst/>
              <a:rect l="l" t="t" r="r" b="b"/>
              <a:pathLst>
                <a:path w="718184" h="1075054">
                  <a:moveTo>
                    <a:pt x="670553" y="1015140"/>
                  </a:moveTo>
                  <a:lnTo>
                    <a:pt x="644143" y="1032763"/>
                  </a:lnTo>
                  <a:lnTo>
                    <a:pt x="718057" y="1075054"/>
                  </a:lnTo>
                  <a:lnTo>
                    <a:pt x="711901" y="1025651"/>
                  </a:lnTo>
                  <a:lnTo>
                    <a:pt x="677544" y="1025651"/>
                  </a:lnTo>
                  <a:lnTo>
                    <a:pt x="670553" y="1015140"/>
                  </a:lnTo>
                  <a:close/>
                </a:path>
                <a:path w="718184" h="1075054">
                  <a:moveTo>
                    <a:pt x="681158" y="1008062"/>
                  </a:moveTo>
                  <a:lnTo>
                    <a:pt x="670553" y="1015140"/>
                  </a:lnTo>
                  <a:lnTo>
                    <a:pt x="677544" y="1025651"/>
                  </a:lnTo>
                  <a:lnTo>
                    <a:pt x="688212" y="1018666"/>
                  </a:lnTo>
                  <a:lnTo>
                    <a:pt x="681158" y="1008062"/>
                  </a:lnTo>
                  <a:close/>
                </a:path>
                <a:path w="718184" h="1075054">
                  <a:moveTo>
                    <a:pt x="707516" y="990472"/>
                  </a:moveTo>
                  <a:lnTo>
                    <a:pt x="681158" y="1008062"/>
                  </a:lnTo>
                  <a:lnTo>
                    <a:pt x="688212" y="1018666"/>
                  </a:lnTo>
                  <a:lnTo>
                    <a:pt x="677544" y="1025651"/>
                  </a:lnTo>
                  <a:lnTo>
                    <a:pt x="711901" y="1025651"/>
                  </a:lnTo>
                  <a:lnTo>
                    <a:pt x="707516" y="990472"/>
                  </a:lnTo>
                  <a:close/>
                </a:path>
                <a:path w="718184" h="1075054">
                  <a:moveTo>
                    <a:pt x="10540" y="0"/>
                  </a:moveTo>
                  <a:lnTo>
                    <a:pt x="0" y="6984"/>
                  </a:lnTo>
                  <a:lnTo>
                    <a:pt x="670553" y="1015140"/>
                  </a:lnTo>
                  <a:lnTo>
                    <a:pt x="681158" y="1008062"/>
                  </a:lnTo>
                  <a:lnTo>
                    <a:pt x="10540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40651" y="40720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0"/>
                  </a:lnTo>
                  <a:lnTo>
                    <a:pt x="120946" y="21938"/>
                  </a:lnTo>
                  <a:lnTo>
                    <a:pt x="80859" y="47416"/>
                  </a:lnTo>
                  <a:lnTo>
                    <a:pt x="47426" y="80835"/>
                  </a:lnTo>
                  <a:lnTo>
                    <a:pt x="21941" y="120899"/>
                  </a:lnTo>
                  <a:lnTo>
                    <a:pt x="5701" y="166311"/>
                  </a:lnTo>
                  <a:lnTo>
                    <a:pt x="0" y="215773"/>
                  </a:lnTo>
                  <a:lnTo>
                    <a:pt x="5701" y="265368"/>
                  </a:lnTo>
                  <a:lnTo>
                    <a:pt x="21941" y="310798"/>
                  </a:lnTo>
                  <a:lnTo>
                    <a:pt x="47426" y="350887"/>
                  </a:lnTo>
                  <a:lnTo>
                    <a:pt x="80859" y="384333"/>
                  </a:lnTo>
                  <a:lnTo>
                    <a:pt x="120946" y="409836"/>
                  </a:lnTo>
                  <a:lnTo>
                    <a:pt x="166391" y="426092"/>
                  </a:lnTo>
                  <a:lnTo>
                    <a:pt x="215900" y="431800"/>
                  </a:lnTo>
                  <a:lnTo>
                    <a:pt x="265368" y="426092"/>
                  </a:lnTo>
                  <a:lnTo>
                    <a:pt x="310798" y="409836"/>
                  </a:lnTo>
                  <a:lnTo>
                    <a:pt x="350887" y="384333"/>
                  </a:lnTo>
                  <a:lnTo>
                    <a:pt x="384333" y="350887"/>
                  </a:lnTo>
                  <a:lnTo>
                    <a:pt x="409836" y="310798"/>
                  </a:lnTo>
                  <a:lnTo>
                    <a:pt x="426092" y="265368"/>
                  </a:lnTo>
                  <a:lnTo>
                    <a:pt x="431800" y="215900"/>
                  </a:lnTo>
                  <a:lnTo>
                    <a:pt x="426092" y="166311"/>
                  </a:lnTo>
                  <a:lnTo>
                    <a:pt x="409836" y="120899"/>
                  </a:lnTo>
                  <a:lnTo>
                    <a:pt x="384333" y="80835"/>
                  </a:lnTo>
                  <a:lnTo>
                    <a:pt x="350887" y="47416"/>
                  </a:lnTo>
                  <a:lnTo>
                    <a:pt x="310798" y="21938"/>
                  </a:lnTo>
                  <a:lnTo>
                    <a:pt x="265368" y="5700"/>
                  </a:lnTo>
                  <a:lnTo>
                    <a:pt x="2159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40651" y="40720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773"/>
                  </a:moveTo>
                  <a:lnTo>
                    <a:pt x="5701" y="166311"/>
                  </a:lnTo>
                  <a:lnTo>
                    <a:pt x="21941" y="120899"/>
                  </a:lnTo>
                  <a:lnTo>
                    <a:pt x="47426" y="80835"/>
                  </a:lnTo>
                  <a:lnTo>
                    <a:pt x="80859" y="47416"/>
                  </a:lnTo>
                  <a:lnTo>
                    <a:pt x="120946" y="21938"/>
                  </a:lnTo>
                  <a:lnTo>
                    <a:pt x="166391" y="5700"/>
                  </a:lnTo>
                  <a:lnTo>
                    <a:pt x="215900" y="0"/>
                  </a:lnTo>
                  <a:lnTo>
                    <a:pt x="265368" y="5700"/>
                  </a:lnTo>
                  <a:lnTo>
                    <a:pt x="310798" y="21938"/>
                  </a:lnTo>
                  <a:lnTo>
                    <a:pt x="350887" y="47416"/>
                  </a:lnTo>
                  <a:lnTo>
                    <a:pt x="384333" y="80835"/>
                  </a:lnTo>
                  <a:lnTo>
                    <a:pt x="409836" y="120899"/>
                  </a:lnTo>
                  <a:lnTo>
                    <a:pt x="426092" y="166311"/>
                  </a:lnTo>
                  <a:lnTo>
                    <a:pt x="431800" y="215773"/>
                  </a:lnTo>
                  <a:lnTo>
                    <a:pt x="426092" y="265368"/>
                  </a:lnTo>
                  <a:lnTo>
                    <a:pt x="409836" y="310798"/>
                  </a:lnTo>
                  <a:lnTo>
                    <a:pt x="384333" y="350887"/>
                  </a:lnTo>
                  <a:lnTo>
                    <a:pt x="350887" y="384333"/>
                  </a:lnTo>
                  <a:lnTo>
                    <a:pt x="310798" y="409836"/>
                  </a:lnTo>
                  <a:lnTo>
                    <a:pt x="265368" y="426092"/>
                  </a:lnTo>
                  <a:lnTo>
                    <a:pt x="215900" y="431800"/>
                  </a:lnTo>
                  <a:lnTo>
                    <a:pt x="166391" y="426092"/>
                  </a:lnTo>
                  <a:lnTo>
                    <a:pt x="120946" y="409836"/>
                  </a:lnTo>
                  <a:lnTo>
                    <a:pt x="80859" y="384333"/>
                  </a:lnTo>
                  <a:lnTo>
                    <a:pt x="47426" y="350887"/>
                  </a:lnTo>
                  <a:lnTo>
                    <a:pt x="21941" y="310798"/>
                  </a:lnTo>
                  <a:lnTo>
                    <a:pt x="5701" y="265368"/>
                  </a:lnTo>
                  <a:lnTo>
                    <a:pt x="0" y="2159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375653" y="4150106"/>
              <a:ext cx="163195" cy="276999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C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824976" y="40720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0"/>
                  </a:lnTo>
                  <a:lnTo>
                    <a:pt x="120946" y="21938"/>
                  </a:lnTo>
                  <a:lnTo>
                    <a:pt x="80859" y="47416"/>
                  </a:lnTo>
                  <a:lnTo>
                    <a:pt x="47426" y="80835"/>
                  </a:lnTo>
                  <a:lnTo>
                    <a:pt x="21941" y="120899"/>
                  </a:lnTo>
                  <a:lnTo>
                    <a:pt x="5701" y="166311"/>
                  </a:lnTo>
                  <a:lnTo>
                    <a:pt x="0" y="215773"/>
                  </a:lnTo>
                  <a:lnTo>
                    <a:pt x="5701" y="265368"/>
                  </a:lnTo>
                  <a:lnTo>
                    <a:pt x="21941" y="310798"/>
                  </a:lnTo>
                  <a:lnTo>
                    <a:pt x="47426" y="350887"/>
                  </a:lnTo>
                  <a:lnTo>
                    <a:pt x="80859" y="384333"/>
                  </a:lnTo>
                  <a:lnTo>
                    <a:pt x="120946" y="409836"/>
                  </a:lnTo>
                  <a:lnTo>
                    <a:pt x="166391" y="426092"/>
                  </a:lnTo>
                  <a:lnTo>
                    <a:pt x="215900" y="431800"/>
                  </a:lnTo>
                  <a:lnTo>
                    <a:pt x="265368" y="426092"/>
                  </a:lnTo>
                  <a:lnTo>
                    <a:pt x="310798" y="409836"/>
                  </a:lnTo>
                  <a:lnTo>
                    <a:pt x="350887" y="384333"/>
                  </a:lnTo>
                  <a:lnTo>
                    <a:pt x="384333" y="350887"/>
                  </a:lnTo>
                  <a:lnTo>
                    <a:pt x="409836" y="310798"/>
                  </a:lnTo>
                  <a:lnTo>
                    <a:pt x="426092" y="265368"/>
                  </a:lnTo>
                  <a:lnTo>
                    <a:pt x="431800" y="215900"/>
                  </a:lnTo>
                  <a:lnTo>
                    <a:pt x="426092" y="166311"/>
                  </a:lnTo>
                  <a:lnTo>
                    <a:pt x="409836" y="120899"/>
                  </a:lnTo>
                  <a:lnTo>
                    <a:pt x="384333" y="80835"/>
                  </a:lnTo>
                  <a:lnTo>
                    <a:pt x="350887" y="47416"/>
                  </a:lnTo>
                  <a:lnTo>
                    <a:pt x="310798" y="21938"/>
                  </a:lnTo>
                  <a:lnTo>
                    <a:pt x="265368" y="5700"/>
                  </a:lnTo>
                  <a:lnTo>
                    <a:pt x="2159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24976" y="4072001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773"/>
                  </a:moveTo>
                  <a:lnTo>
                    <a:pt x="5701" y="166311"/>
                  </a:lnTo>
                  <a:lnTo>
                    <a:pt x="21941" y="120899"/>
                  </a:lnTo>
                  <a:lnTo>
                    <a:pt x="47426" y="80835"/>
                  </a:lnTo>
                  <a:lnTo>
                    <a:pt x="80859" y="47416"/>
                  </a:lnTo>
                  <a:lnTo>
                    <a:pt x="120946" y="21938"/>
                  </a:lnTo>
                  <a:lnTo>
                    <a:pt x="166391" y="5700"/>
                  </a:lnTo>
                  <a:lnTo>
                    <a:pt x="215900" y="0"/>
                  </a:lnTo>
                  <a:lnTo>
                    <a:pt x="265368" y="5700"/>
                  </a:lnTo>
                  <a:lnTo>
                    <a:pt x="310798" y="21938"/>
                  </a:lnTo>
                  <a:lnTo>
                    <a:pt x="350887" y="47416"/>
                  </a:lnTo>
                  <a:lnTo>
                    <a:pt x="384333" y="80835"/>
                  </a:lnTo>
                  <a:lnTo>
                    <a:pt x="409836" y="120899"/>
                  </a:lnTo>
                  <a:lnTo>
                    <a:pt x="426092" y="166311"/>
                  </a:lnTo>
                  <a:lnTo>
                    <a:pt x="431800" y="215773"/>
                  </a:lnTo>
                  <a:lnTo>
                    <a:pt x="426092" y="265368"/>
                  </a:lnTo>
                  <a:lnTo>
                    <a:pt x="409836" y="310798"/>
                  </a:lnTo>
                  <a:lnTo>
                    <a:pt x="384333" y="350887"/>
                  </a:lnTo>
                  <a:lnTo>
                    <a:pt x="350887" y="384333"/>
                  </a:lnTo>
                  <a:lnTo>
                    <a:pt x="310798" y="409836"/>
                  </a:lnTo>
                  <a:lnTo>
                    <a:pt x="265368" y="426092"/>
                  </a:lnTo>
                  <a:lnTo>
                    <a:pt x="215900" y="431800"/>
                  </a:lnTo>
                  <a:lnTo>
                    <a:pt x="166391" y="426092"/>
                  </a:lnTo>
                  <a:lnTo>
                    <a:pt x="120946" y="409836"/>
                  </a:lnTo>
                  <a:lnTo>
                    <a:pt x="80859" y="384333"/>
                  </a:lnTo>
                  <a:lnTo>
                    <a:pt x="47426" y="350887"/>
                  </a:lnTo>
                  <a:lnTo>
                    <a:pt x="21941" y="310798"/>
                  </a:lnTo>
                  <a:lnTo>
                    <a:pt x="5701" y="265368"/>
                  </a:lnTo>
                  <a:lnTo>
                    <a:pt x="0" y="2159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8964931" y="4150106"/>
              <a:ext cx="154305" cy="276999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E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239000" y="55118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3"/>
                  </a:lnTo>
                  <a:lnTo>
                    <a:pt x="80859" y="47430"/>
                  </a:lnTo>
                  <a:lnTo>
                    <a:pt x="47426" y="80864"/>
                  </a:lnTo>
                  <a:lnTo>
                    <a:pt x="21941" y="120951"/>
                  </a:lnTo>
                  <a:lnTo>
                    <a:pt x="5701" y="166395"/>
                  </a:lnTo>
                  <a:lnTo>
                    <a:pt x="0" y="215900"/>
                  </a:lnTo>
                  <a:lnTo>
                    <a:pt x="5701" y="265404"/>
                  </a:lnTo>
                  <a:lnTo>
                    <a:pt x="21941" y="310848"/>
                  </a:lnTo>
                  <a:lnTo>
                    <a:pt x="47426" y="350935"/>
                  </a:lnTo>
                  <a:lnTo>
                    <a:pt x="80859" y="384369"/>
                  </a:lnTo>
                  <a:lnTo>
                    <a:pt x="120946" y="409856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6"/>
                  </a:lnTo>
                  <a:lnTo>
                    <a:pt x="350940" y="384369"/>
                  </a:lnTo>
                  <a:lnTo>
                    <a:pt x="384373" y="350935"/>
                  </a:lnTo>
                  <a:lnTo>
                    <a:pt x="409858" y="310848"/>
                  </a:lnTo>
                  <a:lnTo>
                    <a:pt x="426098" y="265404"/>
                  </a:lnTo>
                  <a:lnTo>
                    <a:pt x="431800" y="215900"/>
                  </a:lnTo>
                  <a:lnTo>
                    <a:pt x="426098" y="166395"/>
                  </a:lnTo>
                  <a:lnTo>
                    <a:pt x="409858" y="120951"/>
                  </a:lnTo>
                  <a:lnTo>
                    <a:pt x="384373" y="80864"/>
                  </a:lnTo>
                  <a:lnTo>
                    <a:pt x="350940" y="47430"/>
                  </a:lnTo>
                  <a:lnTo>
                    <a:pt x="310853" y="21943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9000" y="55118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5"/>
                  </a:lnTo>
                  <a:lnTo>
                    <a:pt x="21941" y="120951"/>
                  </a:lnTo>
                  <a:lnTo>
                    <a:pt x="47426" y="80864"/>
                  </a:lnTo>
                  <a:lnTo>
                    <a:pt x="80859" y="47430"/>
                  </a:lnTo>
                  <a:lnTo>
                    <a:pt x="120946" y="21943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3"/>
                  </a:lnTo>
                  <a:lnTo>
                    <a:pt x="350940" y="47430"/>
                  </a:lnTo>
                  <a:lnTo>
                    <a:pt x="384373" y="80864"/>
                  </a:lnTo>
                  <a:lnTo>
                    <a:pt x="409858" y="120951"/>
                  </a:lnTo>
                  <a:lnTo>
                    <a:pt x="426098" y="166395"/>
                  </a:lnTo>
                  <a:lnTo>
                    <a:pt x="431800" y="215900"/>
                  </a:lnTo>
                  <a:lnTo>
                    <a:pt x="426098" y="265404"/>
                  </a:lnTo>
                  <a:lnTo>
                    <a:pt x="409858" y="310848"/>
                  </a:lnTo>
                  <a:lnTo>
                    <a:pt x="384373" y="350935"/>
                  </a:lnTo>
                  <a:lnTo>
                    <a:pt x="350940" y="384369"/>
                  </a:lnTo>
                  <a:lnTo>
                    <a:pt x="310853" y="409856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6"/>
                  </a:lnTo>
                  <a:lnTo>
                    <a:pt x="80859" y="384369"/>
                  </a:lnTo>
                  <a:lnTo>
                    <a:pt x="47426" y="350935"/>
                  </a:lnTo>
                  <a:lnTo>
                    <a:pt x="21941" y="310848"/>
                  </a:lnTo>
                  <a:lnTo>
                    <a:pt x="5701" y="265404"/>
                  </a:lnTo>
                  <a:lnTo>
                    <a:pt x="0" y="2159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364985" y="5590033"/>
              <a:ext cx="180975" cy="276999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D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105775" y="50800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05775" y="50800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8250173" y="5158105"/>
              <a:ext cx="144780" cy="276999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F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690100" y="55118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3"/>
                  </a:lnTo>
                  <a:lnTo>
                    <a:pt x="80859" y="47430"/>
                  </a:lnTo>
                  <a:lnTo>
                    <a:pt x="47426" y="80864"/>
                  </a:lnTo>
                  <a:lnTo>
                    <a:pt x="21941" y="120951"/>
                  </a:lnTo>
                  <a:lnTo>
                    <a:pt x="5701" y="166395"/>
                  </a:lnTo>
                  <a:lnTo>
                    <a:pt x="0" y="215900"/>
                  </a:lnTo>
                  <a:lnTo>
                    <a:pt x="5701" y="265404"/>
                  </a:lnTo>
                  <a:lnTo>
                    <a:pt x="21941" y="310848"/>
                  </a:lnTo>
                  <a:lnTo>
                    <a:pt x="47426" y="350935"/>
                  </a:lnTo>
                  <a:lnTo>
                    <a:pt x="80859" y="384369"/>
                  </a:lnTo>
                  <a:lnTo>
                    <a:pt x="120946" y="409856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6"/>
                  </a:lnTo>
                  <a:lnTo>
                    <a:pt x="350940" y="384369"/>
                  </a:lnTo>
                  <a:lnTo>
                    <a:pt x="384373" y="350935"/>
                  </a:lnTo>
                  <a:lnTo>
                    <a:pt x="409858" y="310848"/>
                  </a:lnTo>
                  <a:lnTo>
                    <a:pt x="426098" y="265404"/>
                  </a:lnTo>
                  <a:lnTo>
                    <a:pt x="431800" y="215900"/>
                  </a:lnTo>
                  <a:lnTo>
                    <a:pt x="426098" y="166395"/>
                  </a:lnTo>
                  <a:lnTo>
                    <a:pt x="409858" y="120951"/>
                  </a:lnTo>
                  <a:lnTo>
                    <a:pt x="384373" y="80864"/>
                  </a:lnTo>
                  <a:lnTo>
                    <a:pt x="350940" y="47430"/>
                  </a:lnTo>
                  <a:lnTo>
                    <a:pt x="310853" y="21943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90100" y="55118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5"/>
                  </a:lnTo>
                  <a:lnTo>
                    <a:pt x="21941" y="120951"/>
                  </a:lnTo>
                  <a:lnTo>
                    <a:pt x="47426" y="80864"/>
                  </a:lnTo>
                  <a:lnTo>
                    <a:pt x="80859" y="47430"/>
                  </a:lnTo>
                  <a:lnTo>
                    <a:pt x="120946" y="21943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3"/>
                  </a:lnTo>
                  <a:lnTo>
                    <a:pt x="350940" y="47430"/>
                  </a:lnTo>
                  <a:lnTo>
                    <a:pt x="384373" y="80864"/>
                  </a:lnTo>
                  <a:lnTo>
                    <a:pt x="409858" y="120951"/>
                  </a:lnTo>
                  <a:lnTo>
                    <a:pt x="426098" y="166395"/>
                  </a:lnTo>
                  <a:lnTo>
                    <a:pt x="431800" y="215900"/>
                  </a:lnTo>
                  <a:lnTo>
                    <a:pt x="426098" y="265404"/>
                  </a:lnTo>
                  <a:lnTo>
                    <a:pt x="409858" y="310848"/>
                  </a:lnTo>
                  <a:lnTo>
                    <a:pt x="384373" y="350935"/>
                  </a:lnTo>
                  <a:lnTo>
                    <a:pt x="350940" y="384369"/>
                  </a:lnTo>
                  <a:lnTo>
                    <a:pt x="310853" y="409856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6"/>
                  </a:lnTo>
                  <a:lnTo>
                    <a:pt x="80859" y="384369"/>
                  </a:lnTo>
                  <a:lnTo>
                    <a:pt x="47426" y="350935"/>
                  </a:lnTo>
                  <a:lnTo>
                    <a:pt x="21941" y="310848"/>
                  </a:lnTo>
                  <a:lnTo>
                    <a:pt x="5701" y="265404"/>
                  </a:lnTo>
                  <a:lnTo>
                    <a:pt x="0" y="2159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9817989" y="5590033"/>
              <a:ext cx="180340" cy="276999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H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672324" y="4249673"/>
              <a:ext cx="1152525" cy="76200"/>
            </a:xfrm>
            <a:custGeom>
              <a:avLst/>
              <a:gdLst/>
              <a:ahLst/>
              <a:cxnLst/>
              <a:rect l="l" t="t" r="r" b="b"/>
              <a:pathLst>
                <a:path w="115252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152525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152525" h="76200">
                  <a:moveTo>
                    <a:pt x="1152525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152525" y="44450"/>
                  </a:lnTo>
                  <a:lnTo>
                    <a:pt x="1152525" y="3175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67752" y="5448301"/>
              <a:ext cx="501650" cy="285115"/>
            </a:xfrm>
            <a:custGeom>
              <a:avLst/>
              <a:gdLst/>
              <a:ahLst/>
              <a:cxnLst/>
              <a:rect l="l" t="t" r="r" b="b"/>
              <a:pathLst>
                <a:path w="501650" h="285114">
                  <a:moveTo>
                    <a:pt x="431927" y="31721"/>
                  </a:moveTo>
                  <a:lnTo>
                    <a:pt x="0" y="273862"/>
                  </a:lnTo>
                  <a:lnTo>
                    <a:pt x="6096" y="284937"/>
                  </a:lnTo>
                  <a:lnTo>
                    <a:pt x="438124" y="42783"/>
                  </a:lnTo>
                  <a:lnTo>
                    <a:pt x="431927" y="31721"/>
                  </a:lnTo>
                  <a:close/>
                </a:path>
                <a:path w="501650" h="285114">
                  <a:moveTo>
                    <a:pt x="484183" y="25527"/>
                  </a:moveTo>
                  <a:lnTo>
                    <a:pt x="442975" y="25527"/>
                  </a:lnTo>
                  <a:lnTo>
                    <a:pt x="449199" y="36575"/>
                  </a:lnTo>
                  <a:lnTo>
                    <a:pt x="438124" y="42783"/>
                  </a:lnTo>
                  <a:lnTo>
                    <a:pt x="453644" y="70484"/>
                  </a:lnTo>
                  <a:lnTo>
                    <a:pt x="484183" y="25527"/>
                  </a:lnTo>
                  <a:close/>
                </a:path>
                <a:path w="501650" h="285114">
                  <a:moveTo>
                    <a:pt x="442975" y="25527"/>
                  </a:moveTo>
                  <a:lnTo>
                    <a:pt x="431927" y="31721"/>
                  </a:lnTo>
                  <a:lnTo>
                    <a:pt x="438124" y="42783"/>
                  </a:lnTo>
                  <a:lnTo>
                    <a:pt x="449199" y="36575"/>
                  </a:lnTo>
                  <a:lnTo>
                    <a:pt x="442975" y="25527"/>
                  </a:lnTo>
                  <a:close/>
                </a:path>
                <a:path w="501650" h="285114">
                  <a:moveTo>
                    <a:pt x="501523" y="0"/>
                  </a:moveTo>
                  <a:lnTo>
                    <a:pt x="416432" y="4063"/>
                  </a:lnTo>
                  <a:lnTo>
                    <a:pt x="431927" y="31721"/>
                  </a:lnTo>
                  <a:lnTo>
                    <a:pt x="442975" y="25527"/>
                  </a:lnTo>
                  <a:lnTo>
                    <a:pt x="484183" y="25527"/>
                  </a:lnTo>
                  <a:lnTo>
                    <a:pt x="501523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93149" y="4440173"/>
              <a:ext cx="718185" cy="1075690"/>
            </a:xfrm>
            <a:custGeom>
              <a:avLst/>
              <a:gdLst/>
              <a:ahLst/>
              <a:cxnLst/>
              <a:rect l="l" t="t" r="r" b="b"/>
              <a:pathLst>
                <a:path w="718184" h="1075689">
                  <a:moveTo>
                    <a:pt x="47562" y="59999"/>
                  </a:moveTo>
                  <a:lnTo>
                    <a:pt x="37026" y="66995"/>
                  </a:lnTo>
                  <a:lnTo>
                    <a:pt x="707517" y="1075182"/>
                  </a:lnTo>
                  <a:lnTo>
                    <a:pt x="718184" y="1068070"/>
                  </a:lnTo>
                  <a:lnTo>
                    <a:pt x="47562" y="59999"/>
                  </a:lnTo>
                  <a:close/>
                </a:path>
                <a:path w="718184" h="1075689">
                  <a:moveTo>
                    <a:pt x="0" y="0"/>
                  </a:moveTo>
                  <a:lnTo>
                    <a:pt x="10541" y="84581"/>
                  </a:lnTo>
                  <a:lnTo>
                    <a:pt x="37026" y="66995"/>
                  </a:lnTo>
                  <a:lnTo>
                    <a:pt x="29972" y="56387"/>
                  </a:lnTo>
                  <a:lnTo>
                    <a:pt x="40512" y="49402"/>
                  </a:lnTo>
                  <a:lnTo>
                    <a:pt x="63521" y="49402"/>
                  </a:lnTo>
                  <a:lnTo>
                    <a:pt x="74041" y="42418"/>
                  </a:lnTo>
                  <a:lnTo>
                    <a:pt x="0" y="0"/>
                  </a:lnTo>
                  <a:close/>
                </a:path>
                <a:path w="718184" h="1075689">
                  <a:moveTo>
                    <a:pt x="40512" y="49402"/>
                  </a:moveTo>
                  <a:lnTo>
                    <a:pt x="29972" y="56387"/>
                  </a:lnTo>
                  <a:lnTo>
                    <a:pt x="37026" y="66995"/>
                  </a:lnTo>
                  <a:lnTo>
                    <a:pt x="47562" y="59999"/>
                  </a:lnTo>
                  <a:lnTo>
                    <a:pt x="40512" y="49402"/>
                  </a:lnTo>
                  <a:close/>
                </a:path>
                <a:path w="718184" h="1075689">
                  <a:moveTo>
                    <a:pt x="63521" y="49402"/>
                  </a:moveTo>
                  <a:lnTo>
                    <a:pt x="40512" y="49402"/>
                  </a:lnTo>
                  <a:lnTo>
                    <a:pt x="47562" y="59999"/>
                  </a:lnTo>
                  <a:lnTo>
                    <a:pt x="63521" y="49402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43000" y="5667956"/>
            <a:ext cx="3600450" cy="66107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40005" rIns="0" bIns="0" rtlCol="0">
            <a:spAutoFit/>
          </a:bodyPr>
          <a:lstStyle/>
          <a:p>
            <a:pPr marL="85090" algn="ctr">
              <a:spcBef>
                <a:spcPts val="315"/>
              </a:spcBef>
            </a:pPr>
            <a:r>
              <a:rPr sz="1600" b="1" spc="-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V = </a:t>
            </a:r>
            <a:r>
              <a:rPr sz="1600" b="1" spc="-1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{C, </a:t>
            </a:r>
            <a:r>
              <a:rPr sz="1600" b="1" spc="-2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D, </a:t>
            </a:r>
            <a:r>
              <a:rPr sz="1600" b="1" spc="-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E, </a:t>
            </a:r>
            <a:r>
              <a:rPr sz="1600" b="1" spc="-12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F,</a:t>
            </a:r>
            <a:r>
              <a:rPr sz="1600" b="1" spc="1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600" b="1" spc="-1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H}</a:t>
            </a:r>
            <a:endParaRPr sz="1600" b="1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5090" algn="ctr">
              <a:spcBef>
                <a:spcPts val="960"/>
              </a:spcBef>
            </a:pPr>
            <a:r>
              <a:rPr sz="1600" b="1" spc="-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E= {(E,H), (H,E), (E,C), (C,D),</a:t>
            </a:r>
            <a:r>
              <a:rPr sz="1600" b="1" spc="5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600" b="1" spc="-15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(D,F)}</a:t>
            </a:r>
            <a:endParaRPr sz="1600" b="1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6AB12ED1-5B71-49C6-A936-603A2AB47EBB}"/>
              </a:ext>
            </a:extLst>
          </p:cNvPr>
          <p:cNvGrpSpPr/>
          <p:nvPr/>
        </p:nvGrpSpPr>
        <p:grpSpPr>
          <a:xfrm rot="928167">
            <a:off x="8001176" y="1373481"/>
            <a:ext cx="2181760" cy="2264648"/>
            <a:chOff x="7667625" y="1071625"/>
            <a:chExt cx="1854581" cy="1881506"/>
          </a:xfrm>
          <a:solidFill>
            <a:schemeClr val="accent1">
              <a:lumMod val="75000"/>
            </a:schemeClr>
          </a:solidFill>
        </p:grpSpPr>
        <p:sp>
          <p:nvSpPr>
            <p:cNvPr id="41" name="object 41"/>
            <p:cNvSpPr/>
            <p:nvPr/>
          </p:nvSpPr>
          <p:spPr>
            <a:xfrm>
              <a:off x="7893432" y="1263118"/>
              <a:ext cx="587376" cy="660934"/>
            </a:xfrm>
            <a:custGeom>
              <a:avLst/>
              <a:gdLst/>
              <a:ahLst/>
              <a:cxnLst/>
              <a:rect l="l" t="t" r="r" b="b"/>
              <a:pathLst>
                <a:path w="560704" h="492125">
                  <a:moveTo>
                    <a:pt x="0" y="0"/>
                  </a:moveTo>
                  <a:lnTo>
                    <a:pt x="560324" y="492125"/>
                  </a:lnTo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739126" y="10716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6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739126" y="10716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6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7845679" y="1113410"/>
              <a:ext cx="150495" cy="276999"/>
            </a:xfrm>
            <a:prstGeom prst="rect">
              <a:avLst/>
            </a:prstGeom>
            <a:grpFill/>
            <a:ln w="2857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Franklin Gothic Demi Cond" panose="020B0706030402020204" pitchFamily="34" charset="0"/>
                  <a:cs typeface="Tahoma"/>
                </a:rPr>
                <a:t>1</a:t>
              </a:r>
            </a:p>
          </p:txBody>
        </p:sp>
        <p:sp>
          <p:nvSpPr>
            <p:cNvPr id="28" name="object 28"/>
            <p:cNvSpPr/>
            <p:nvPr/>
          </p:nvSpPr>
          <p:spPr>
            <a:xfrm>
              <a:off x="9161526" y="10731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80"/>
                  </a:lnTo>
                  <a:lnTo>
                    <a:pt x="24590" y="271097"/>
                  </a:lnTo>
                  <a:lnTo>
                    <a:pt x="52752" y="307546"/>
                  </a:lnTo>
                  <a:lnTo>
                    <a:pt x="89201" y="335708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8"/>
                  </a:lnTo>
                  <a:lnTo>
                    <a:pt x="307530" y="307546"/>
                  </a:lnTo>
                  <a:lnTo>
                    <a:pt x="335703" y="271097"/>
                  </a:lnTo>
                  <a:lnTo>
                    <a:pt x="353864" y="22808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9161526" y="10731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80"/>
                  </a:lnTo>
                  <a:lnTo>
                    <a:pt x="335703" y="271097"/>
                  </a:lnTo>
                  <a:lnTo>
                    <a:pt x="307530" y="307546"/>
                  </a:lnTo>
                  <a:lnTo>
                    <a:pt x="271060" y="335708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8"/>
                  </a:lnTo>
                  <a:lnTo>
                    <a:pt x="52752" y="307546"/>
                  </a:lnTo>
                  <a:lnTo>
                    <a:pt x="24590" y="271097"/>
                  </a:lnTo>
                  <a:lnTo>
                    <a:pt x="6434" y="228080"/>
                  </a:lnTo>
                  <a:lnTo>
                    <a:pt x="0" y="180212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9268207" y="1114934"/>
              <a:ext cx="150495" cy="276999"/>
            </a:xfrm>
            <a:prstGeom prst="rect">
              <a:avLst/>
            </a:prstGeom>
            <a:grpFill/>
            <a:ln w="2857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Franklin Gothic Demi Cond" panose="020B0706030402020204" pitchFamily="34" charset="0"/>
                  <a:cs typeface="Tahoma"/>
                </a:rPr>
                <a:t>4</a:t>
              </a:r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8428101" y="18717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428101" y="18717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8534782" y="1913510"/>
              <a:ext cx="150495" cy="276999"/>
            </a:xfrm>
            <a:prstGeom prst="rect">
              <a:avLst/>
            </a:prstGeom>
            <a:grpFill/>
            <a:ln w="2857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Franklin Gothic Demi Cond" panose="020B0706030402020204" pitchFamily="34" charset="0"/>
                  <a:cs typeface="Tahoma"/>
                </a:rPr>
                <a:t>5</a:t>
              </a:r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667625" y="25924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2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667625" y="25924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2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774305" y="2634361"/>
              <a:ext cx="150495" cy="276999"/>
            </a:xfrm>
            <a:prstGeom prst="rect">
              <a:avLst/>
            </a:prstGeom>
            <a:grpFill/>
            <a:ln w="2857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Franklin Gothic Demi Cond" panose="020B0706030402020204" pitchFamily="34" charset="0"/>
                  <a:cs typeface="Tahoma"/>
                </a:rPr>
                <a:t>7</a:t>
              </a:r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142476" y="25892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5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9142476" y="25892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5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9249283" y="2631314"/>
              <a:ext cx="150495" cy="276999"/>
            </a:xfrm>
            <a:prstGeom prst="rect">
              <a:avLst/>
            </a:prstGeom>
            <a:grpFill/>
            <a:ln w="2857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Franklin Gothic Demi Cond" panose="020B0706030402020204" pitchFamily="34" charset="0"/>
                  <a:cs typeface="Tahoma"/>
                </a:rPr>
                <a:t>9</a:t>
              </a:r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  <a:cs typeface="Tahoma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8099426" y="1252601"/>
              <a:ext cx="1062355" cy="1905"/>
            </a:xfrm>
            <a:custGeom>
              <a:avLst/>
              <a:gdLst/>
              <a:ahLst/>
              <a:cxnLst/>
              <a:rect l="l" t="t" r="r" b="b"/>
              <a:pathLst>
                <a:path w="1062354" h="1905">
                  <a:moveTo>
                    <a:pt x="0" y="0"/>
                  </a:moveTo>
                  <a:lnTo>
                    <a:pt x="1062101" y="1524"/>
                  </a:lnTo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7975601" y="2179702"/>
              <a:ext cx="504825" cy="465455"/>
            </a:xfrm>
            <a:custGeom>
              <a:avLst/>
              <a:gdLst/>
              <a:ahLst/>
              <a:cxnLst/>
              <a:rect l="l" t="t" r="r" b="b"/>
              <a:pathLst>
                <a:path w="504825" h="465455">
                  <a:moveTo>
                    <a:pt x="504825" y="0"/>
                  </a:moveTo>
                  <a:lnTo>
                    <a:pt x="0" y="465074"/>
                  </a:lnTo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8028052" y="2770124"/>
              <a:ext cx="1114425" cy="3175"/>
            </a:xfrm>
            <a:custGeom>
              <a:avLst/>
              <a:gdLst/>
              <a:ahLst/>
              <a:cxnLst/>
              <a:rect l="l" t="t" r="r" b="b"/>
              <a:pathLst>
                <a:path w="1114425" h="3175">
                  <a:moveTo>
                    <a:pt x="0" y="3175"/>
                  </a:moveTo>
                  <a:lnTo>
                    <a:pt x="1114425" y="0"/>
                  </a:lnTo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9323451" y="1433575"/>
              <a:ext cx="19050" cy="1155700"/>
            </a:xfrm>
            <a:custGeom>
              <a:avLst/>
              <a:gdLst/>
              <a:ahLst/>
              <a:cxnLst/>
              <a:rect l="l" t="t" r="r" b="b"/>
              <a:pathLst>
                <a:path w="19050" h="1155700">
                  <a:moveTo>
                    <a:pt x="0" y="1155700"/>
                  </a:moveTo>
                  <a:lnTo>
                    <a:pt x="19050" y="0"/>
                  </a:lnTo>
                </a:path>
              </a:pathLst>
            </a:custGeom>
            <a:grpFill/>
            <a:ln w="28575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>
                    <a:lumMod val="20000"/>
                    <a:lumOff val="80000"/>
                  </a:schemeClr>
                </a:solidFill>
                <a:latin typeface="Franklin Gothic Demi Cond" panose="020B0706030402020204" pitchFamily="34" charset="0"/>
              </a:endParaRPr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9EC4051-DE41-4D71-B423-FDB9CAB7AB1E}"/>
              </a:ext>
            </a:extLst>
          </p:cNvPr>
          <p:cNvSpPr txBox="1"/>
          <p:nvPr/>
        </p:nvSpPr>
        <p:spPr>
          <a:xfrm>
            <a:off x="5082981" y="3822591"/>
            <a:ext cx="6261711" cy="153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6720" lvl="1" indent="-342900">
              <a:spcBef>
                <a:spcPts val="168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427355" algn="l"/>
              </a:tabLst>
            </a:pPr>
            <a:r>
              <a:rPr lang="es-MX"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Grafos dirigidos </a:t>
            </a:r>
            <a:r>
              <a:rPr lang="es-MX"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o</a:t>
            </a:r>
            <a:r>
              <a:rPr lang="es-MX" sz="2400" spc="-4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MX" sz="2400" b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Dígrafos</a:t>
            </a:r>
            <a:endParaRPr lang="es-MX" sz="2400" dirty="0">
              <a:latin typeface="HP Simplified" panose="020B0604020204020204" pitchFamily="34" charset="0"/>
              <a:cs typeface="Arial Narrow"/>
            </a:endParaRPr>
          </a:p>
          <a:p>
            <a:pPr marL="812800" marR="691515" lvl="2" indent="-342900">
              <a:lnSpc>
                <a:spcPct val="120000"/>
              </a:lnSpc>
              <a:spcBef>
                <a:spcPts val="5"/>
              </a:spcBef>
              <a:buClr>
                <a:schemeClr val="accent3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tabLst>
                <a:tab pos="633095" algn="l"/>
              </a:tabLst>
            </a:pPr>
            <a:r>
              <a:rPr lang="es-MX" sz="2000" spc="-5" dirty="0">
                <a:solidFill>
                  <a:srgbClr val="002850"/>
                </a:solidFill>
                <a:latin typeface="HP Simplified" panose="020B0604020204020204" pitchFamily="34" charset="0"/>
              </a:rPr>
              <a:t>Si los pares de nodos que forman arcos  son ordenados, de tal forma que el arco se  puede recorrer en un solo sentido. Ej.: (u-&gt;v)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219" y="405173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Grado de un</a:t>
            </a:r>
            <a:r>
              <a:rPr spc="-40" dirty="0"/>
              <a:t> </a:t>
            </a:r>
            <a:r>
              <a:rPr spc="-5" dirty="0"/>
              <a:t>Digrafo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19B69D2-D4F6-4BEC-946F-F65C7E48CBF4}"/>
              </a:ext>
            </a:extLst>
          </p:cNvPr>
          <p:cNvGrpSpPr/>
          <p:nvPr/>
        </p:nvGrpSpPr>
        <p:grpSpPr>
          <a:xfrm>
            <a:off x="914400" y="1488122"/>
            <a:ext cx="3072067" cy="3881755"/>
            <a:chOff x="2024063" y="1600200"/>
            <a:chExt cx="3072067" cy="3881755"/>
          </a:xfrm>
        </p:grpSpPr>
        <p:sp>
          <p:nvSpPr>
            <p:cNvPr id="13" name="object 13"/>
            <p:cNvSpPr/>
            <p:nvPr/>
          </p:nvSpPr>
          <p:spPr>
            <a:xfrm>
              <a:off x="4634536" y="2161039"/>
              <a:ext cx="237097" cy="2556629"/>
            </a:xfrm>
            <a:custGeom>
              <a:avLst/>
              <a:gdLst/>
              <a:ahLst/>
              <a:cxnLst/>
              <a:rect l="l" t="t" r="r" b="b"/>
              <a:pathLst>
                <a:path w="219710" h="2434590">
                  <a:moveTo>
                    <a:pt x="149433" y="75732"/>
                  </a:moveTo>
                  <a:lnTo>
                    <a:pt x="0" y="2433320"/>
                  </a:lnTo>
                  <a:lnTo>
                    <a:pt x="12700" y="2434082"/>
                  </a:lnTo>
                  <a:lnTo>
                    <a:pt x="162138" y="76534"/>
                  </a:lnTo>
                  <a:lnTo>
                    <a:pt x="149433" y="75732"/>
                  </a:lnTo>
                  <a:close/>
                </a:path>
                <a:path w="219710" h="2434590">
                  <a:moveTo>
                    <a:pt x="206648" y="62991"/>
                  </a:moveTo>
                  <a:lnTo>
                    <a:pt x="150241" y="62991"/>
                  </a:lnTo>
                  <a:lnTo>
                    <a:pt x="162941" y="63880"/>
                  </a:lnTo>
                  <a:lnTo>
                    <a:pt x="162138" y="76534"/>
                  </a:lnTo>
                  <a:lnTo>
                    <a:pt x="219201" y="80137"/>
                  </a:lnTo>
                  <a:lnTo>
                    <a:pt x="206648" y="62991"/>
                  </a:lnTo>
                  <a:close/>
                </a:path>
                <a:path w="219710" h="2434590">
                  <a:moveTo>
                    <a:pt x="150241" y="62991"/>
                  </a:moveTo>
                  <a:lnTo>
                    <a:pt x="149433" y="75732"/>
                  </a:lnTo>
                  <a:lnTo>
                    <a:pt x="162138" y="76534"/>
                  </a:lnTo>
                  <a:lnTo>
                    <a:pt x="162941" y="63880"/>
                  </a:lnTo>
                  <a:lnTo>
                    <a:pt x="150241" y="62991"/>
                  </a:lnTo>
                  <a:close/>
                </a:path>
                <a:path w="219710" h="2434590">
                  <a:moveTo>
                    <a:pt x="160527" y="0"/>
                  </a:moveTo>
                  <a:lnTo>
                    <a:pt x="92456" y="72136"/>
                  </a:lnTo>
                  <a:lnTo>
                    <a:pt x="149433" y="75732"/>
                  </a:lnTo>
                  <a:lnTo>
                    <a:pt x="150241" y="62991"/>
                  </a:lnTo>
                  <a:lnTo>
                    <a:pt x="206648" y="62991"/>
                  </a:lnTo>
                  <a:lnTo>
                    <a:pt x="160527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/>
            <p:nvPr/>
          </p:nvSpPr>
          <p:spPr>
            <a:xfrm>
              <a:off x="4518915" y="1600200"/>
              <a:ext cx="577215" cy="528955"/>
            </a:xfrm>
            <a:custGeom>
              <a:avLst/>
              <a:gdLst/>
              <a:ahLst/>
              <a:cxnLst/>
              <a:rect l="l" t="t" r="r" b="b"/>
              <a:pathLst>
                <a:path w="577214" h="528955">
                  <a:moveTo>
                    <a:pt x="0" y="264287"/>
                  </a:moveTo>
                  <a:lnTo>
                    <a:pt x="4647" y="216791"/>
                  </a:lnTo>
                  <a:lnTo>
                    <a:pt x="18048" y="172084"/>
                  </a:lnTo>
                  <a:lnTo>
                    <a:pt x="39388" y="130913"/>
                  </a:lnTo>
                  <a:lnTo>
                    <a:pt x="67853" y="94026"/>
                  </a:lnTo>
                  <a:lnTo>
                    <a:pt x="102627" y="62169"/>
                  </a:lnTo>
                  <a:lnTo>
                    <a:pt x="142898" y="36091"/>
                  </a:lnTo>
                  <a:lnTo>
                    <a:pt x="187850" y="16538"/>
                  </a:lnTo>
                  <a:lnTo>
                    <a:pt x="236670" y="4259"/>
                  </a:lnTo>
                  <a:lnTo>
                    <a:pt x="288544" y="0"/>
                  </a:lnTo>
                  <a:lnTo>
                    <a:pt x="340379" y="4259"/>
                  </a:lnTo>
                  <a:lnTo>
                    <a:pt x="389169" y="16538"/>
                  </a:lnTo>
                  <a:lnTo>
                    <a:pt x="434100" y="36091"/>
                  </a:lnTo>
                  <a:lnTo>
                    <a:pt x="474354" y="62169"/>
                  </a:lnTo>
                  <a:lnTo>
                    <a:pt x="509118" y="94026"/>
                  </a:lnTo>
                  <a:lnTo>
                    <a:pt x="537576" y="130913"/>
                  </a:lnTo>
                  <a:lnTo>
                    <a:pt x="558913" y="172084"/>
                  </a:lnTo>
                  <a:lnTo>
                    <a:pt x="572313" y="216791"/>
                  </a:lnTo>
                  <a:lnTo>
                    <a:pt x="576961" y="264287"/>
                  </a:lnTo>
                  <a:lnTo>
                    <a:pt x="572313" y="311820"/>
                  </a:lnTo>
                  <a:lnTo>
                    <a:pt x="558913" y="356556"/>
                  </a:lnTo>
                  <a:lnTo>
                    <a:pt x="537576" y="397749"/>
                  </a:lnTo>
                  <a:lnTo>
                    <a:pt x="509118" y="434653"/>
                  </a:lnTo>
                  <a:lnTo>
                    <a:pt x="474354" y="466520"/>
                  </a:lnTo>
                  <a:lnTo>
                    <a:pt x="434100" y="492604"/>
                  </a:lnTo>
                  <a:lnTo>
                    <a:pt x="389169" y="512160"/>
                  </a:lnTo>
                  <a:lnTo>
                    <a:pt x="340379" y="524441"/>
                  </a:lnTo>
                  <a:lnTo>
                    <a:pt x="288544" y="528701"/>
                  </a:lnTo>
                  <a:lnTo>
                    <a:pt x="236670" y="524441"/>
                  </a:lnTo>
                  <a:lnTo>
                    <a:pt x="187850" y="512160"/>
                  </a:lnTo>
                  <a:lnTo>
                    <a:pt x="142898" y="492604"/>
                  </a:lnTo>
                  <a:lnTo>
                    <a:pt x="102627" y="466520"/>
                  </a:lnTo>
                  <a:lnTo>
                    <a:pt x="67853" y="434653"/>
                  </a:lnTo>
                  <a:lnTo>
                    <a:pt x="39388" y="397749"/>
                  </a:lnTo>
                  <a:lnTo>
                    <a:pt x="18048" y="356556"/>
                  </a:lnTo>
                  <a:lnTo>
                    <a:pt x="4647" y="311820"/>
                  </a:lnTo>
                  <a:lnTo>
                    <a:pt x="0" y="264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693667" y="1674494"/>
              <a:ext cx="229235" cy="3822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dirty="0">
                  <a:latin typeface="Arial"/>
                  <a:cs typeface="Arial"/>
                </a:rPr>
                <a:t>E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375785" y="4572000"/>
              <a:ext cx="577215" cy="528955"/>
            </a:xfrm>
            <a:custGeom>
              <a:avLst/>
              <a:gdLst/>
              <a:ahLst/>
              <a:cxnLst/>
              <a:rect l="l" t="t" r="r" b="b"/>
              <a:pathLst>
                <a:path w="577214" h="528954">
                  <a:moveTo>
                    <a:pt x="0" y="264287"/>
                  </a:moveTo>
                  <a:lnTo>
                    <a:pt x="4647" y="216791"/>
                  </a:lnTo>
                  <a:lnTo>
                    <a:pt x="18048" y="172084"/>
                  </a:lnTo>
                  <a:lnTo>
                    <a:pt x="39388" y="130913"/>
                  </a:lnTo>
                  <a:lnTo>
                    <a:pt x="67853" y="94026"/>
                  </a:lnTo>
                  <a:lnTo>
                    <a:pt x="102627" y="62169"/>
                  </a:lnTo>
                  <a:lnTo>
                    <a:pt x="142898" y="36091"/>
                  </a:lnTo>
                  <a:lnTo>
                    <a:pt x="187850" y="16538"/>
                  </a:lnTo>
                  <a:lnTo>
                    <a:pt x="236670" y="4259"/>
                  </a:lnTo>
                  <a:lnTo>
                    <a:pt x="288544" y="0"/>
                  </a:lnTo>
                  <a:lnTo>
                    <a:pt x="340379" y="4259"/>
                  </a:lnTo>
                  <a:lnTo>
                    <a:pt x="389169" y="16538"/>
                  </a:lnTo>
                  <a:lnTo>
                    <a:pt x="434100" y="36091"/>
                  </a:lnTo>
                  <a:lnTo>
                    <a:pt x="474354" y="62169"/>
                  </a:lnTo>
                  <a:lnTo>
                    <a:pt x="509118" y="94026"/>
                  </a:lnTo>
                  <a:lnTo>
                    <a:pt x="537576" y="130913"/>
                  </a:lnTo>
                  <a:lnTo>
                    <a:pt x="558913" y="172084"/>
                  </a:lnTo>
                  <a:lnTo>
                    <a:pt x="572313" y="216791"/>
                  </a:lnTo>
                  <a:lnTo>
                    <a:pt x="576960" y="264287"/>
                  </a:lnTo>
                  <a:lnTo>
                    <a:pt x="572313" y="311820"/>
                  </a:lnTo>
                  <a:lnTo>
                    <a:pt x="558913" y="356556"/>
                  </a:lnTo>
                  <a:lnTo>
                    <a:pt x="537576" y="397749"/>
                  </a:lnTo>
                  <a:lnTo>
                    <a:pt x="509118" y="434653"/>
                  </a:lnTo>
                  <a:lnTo>
                    <a:pt x="474354" y="466520"/>
                  </a:lnTo>
                  <a:lnTo>
                    <a:pt x="434100" y="492604"/>
                  </a:lnTo>
                  <a:lnTo>
                    <a:pt x="389169" y="512160"/>
                  </a:lnTo>
                  <a:lnTo>
                    <a:pt x="340379" y="524441"/>
                  </a:lnTo>
                  <a:lnTo>
                    <a:pt x="288544" y="528701"/>
                  </a:lnTo>
                  <a:lnTo>
                    <a:pt x="236670" y="524441"/>
                  </a:lnTo>
                  <a:lnTo>
                    <a:pt x="187850" y="512160"/>
                  </a:lnTo>
                  <a:lnTo>
                    <a:pt x="142898" y="492604"/>
                  </a:lnTo>
                  <a:lnTo>
                    <a:pt x="102627" y="466520"/>
                  </a:lnTo>
                  <a:lnTo>
                    <a:pt x="67853" y="434653"/>
                  </a:lnTo>
                  <a:lnTo>
                    <a:pt x="39388" y="397749"/>
                  </a:lnTo>
                  <a:lnTo>
                    <a:pt x="18048" y="356556"/>
                  </a:lnTo>
                  <a:lnTo>
                    <a:pt x="4647" y="311820"/>
                  </a:lnTo>
                  <a:lnTo>
                    <a:pt x="0" y="264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605655" y="4646928"/>
              <a:ext cx="194945" cy="3822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spc="-5" dirty="0">
                  <a:latin typeface="Arial"/>
                  <a:cs typeface="Arial"/>
                </a:rPr>
                <a:t>L</a:t>
              </a:r>
              <a:endParaRPr sz="240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88336" y="3886200"/>
              <a:ext cx="577215" cy="528955"/>
            </a:xfrm>
            <a:custGeom>
              <a:avLst/>
              <a:gdLst/>
              <a:ahLst/>
              <a:cxnLst/>
              <a:rect l="l" t="t" r="r" b="b"/>
              <a:pathLst>
                <a:path w="577214" h="528954">
                  <a:moveTo>
                    <a:pt x="0" y="264287"/>
                  </a:moveTo>
                  <a:lnTo>
                    <a:pt x="4647" y="216791"/>
                  </a:lnTo>
                  <a:lnTo>
                    <a:pt x="18047" y="172084"/>
                  </a:lnTo>
                  <a:lnTo>
                    <a:pt x="39384" y="130913"/>
                  </a:lnTo>
                  <a:lnTo>
                    <a:pt x="67842" y="94026"/>
                  </a:lnTo>
                  <a:lnTo>
                    <a:pt x="102606" y="62169"/>
                  </a:lnTo>
                  <a:lnTo>
                    <a:pt x="142860" y="36091"/>
                  </a:lnTo>
                  <a:lnTo>
                    <a:pt x="187791" y="16538"/>
                  </a:lnTo>
                  <a:lnTo>
                    <a:pt x="236581" y="4259"/>
                  </a:lnTo>
                  <a:lnTo>
                    <a:pt x="288416" y="0"/>
                  </a:lnTo>
                  <a:lnTo>
                    <a:pt x="340290" y="4259"/>
                  </a:lnTo>
                  <a:lnTo>
                    <a:pt x="389110" y="16538"/>
                  </a:lnTo>
                  <a:lnTo>
                    <a:pt x="434062" y="36091"/>
                  </a:lnTo>
                  <a:lnTo>
                    <a:pt x="474333" y="62169"/>
                  </a:lnTo>
                  <a:lnTo>
                    <a:pt x="509107" y="94026"/>
                  </a:lnTo>
                  <a:lnTo>
                    <a:pt x="537572" y="130913"/>
                  </a:lnTo>
                  <a:lnTo>
                    <a:pt x="558912" y="172084"/>
                  </a:lnTo>
                  <a:lnTo>
                    <a:pt x="572313" y="216791"/>
                  </a:lnTo>
                  <a:lnTo>
                    <a:pt x="576960" y="264287"/>
                  </a:lnTo>
                  <a:lnTo>
                    <a:pt x="572313" y="311820"/>
                  </a:lnTo>
                  <a:lnTo>
                    <a:pt x="558912" y="356556"/>
                  </a:lnTo>
                  <a:lnTo>
                    <a:pt x="537572" y="397749"/>
                  </a:lnTo>
                  <a:lnTo>
                    <a:pt x="509107" y="434653"/>
                  </a:lnTo>
                  <a:lnTo>
                    <a:pt x="474333" y="466520"/>
                  </a:lnTo>
                  <a:lnTo>
                    <a:pt x="434062" y="492604"/>
                  </a:lnTo>
                  <a:lnTo>
                    <a:pt x="389110" y="512160"/>
                  </a:lnTo>
                  <a:lnTo>
                    <a:pt x="340290" y="524441"/>
                  </a:lnTo>
                  <a:lnTo>
                    <a:pt x="288416" y="528701"/>
                  </a:lnTo>
                  <a:lnTo>
                    <a:pt x="236581" y="524441"/>
                  </a:lnTo>
                  <a:lnTo>
                    <a:pt x="187791" y="512160"/>
                  </a:lnTo>
                  <a:lnTo>
                    <a:pt x="142860" y="492604"/>
                  </a:lnTo>
                  <a:lnTo>
                    <a:pt x="102606" y="466520"/>
                  </a:lnTo>
                  <a:lnTo>
                    <a:pt x="67842" y="434653"/>
                  </a:lnTo>
                  <a:lnTo>
                    <a:pt x="39384" y="397749"/>
                  </a:lnTo>
                  <a:lnTo>
                    <a:pt x="18047" y="356556"/>
                  </a:lnTo>
                  <a:lnTo>
                    <a:pt x="4647" y="311820"/>
                  </a:lnTo>
                  <a:lnTo>
                    <a:pt x="0" y="264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362961" y="3960747"/>
              <a:ext cx="229235" cy="3822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dirty="0">
                  <a:latin typeface="Arial"/>
                  <a:cs typeface="Arial"/>
                </a:rPr>
                <a:t>B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88336" y="2590800"/>
              <a:ext cx="577215" cy="528955"/>
            </a:xfrm>
            <a:custGeom>
              <a:avLst/>
              <a:gdLst/>
              <a:ahLst/>
              <a:cxnLst/>
              <a:rect l="l" t="t" r="r" b="b"/>
              <a:pathLst>
                <a:path w="577214" h="528954">
                  <a:moveTo>
                    <a:pt x="0" y="264287"/>
                  </a:moveTo>
                  <a:lnTo>
                    <a:pt x="4647" y="216791"/>
                  </a:lnTo>
                  <a:lnTo>
                    <a:pt x="18047" y="172084"/>
                  </a:lnTo>
                  <a:lnTo>
                    <a:pt x="39384" y="130913"/>
                  </a:lnTo>
                  <a:lnTo>
                    <a:pt x="67842" y="94026"/>
                  </a:lnTo>
                  <a:lnTo>
                    <a:pt x="102606" y="62169"/>
                  </a:lnTo>
                  <a:lnTo>
                    <a:pt x="142860" y="36091"/>
                  </a:lnTo>
                  <a:lnTo>
                    <a:pt x="187791" y="16538"/>
                  </a:lnTo>
                  <a:lnTo>
                    <a:pt x="236581" y="4259"/>
                  </a:lnTo>
                  <a:lnTo>
                    <a:pt x="288416" y="0"/>
                  </a:lnTo>
                  <a:lnTo>
                    <a:pt x="340290" y="4259"/>
                  </a:lnTo>
                  <a:lnTo>
                    <a:pt x="389110" y="16538"/>
                  </a:lnTo>
                  <a:lnTo>
                    <a:pt x="434062" y="36091"/>
                  </a:lnTo>
                  <a:lnTo>
                    <a:pt x="474333" y="62169"/>
                  </a:lnTo>
                  <a:lnTo>
                    <a:pt x="509107" y="94026"/>
                  </a:lnTo>
                  <a:lnTo>
                    <a:pt x="537572" y="130913"/>
                  </a:lnTo>
                  <a:lnTo>
                    <a:pt x="558912" y="172084"/>
                  </a:lnTo>
                  <a:lnTo>
                    <a:pt x="572313" y="216791"/>
                  </a:lnTo>
                  <a:lnTo>
                    <a:pt x="576960" y="264287"/>
                  </a:lnTo>
                  <a:lnTo>
                    <a:pt x="572313" y="311820"/>
                  </a:lnTo>
                  <a:lnTo>
                    <a:pt x="558912" y="356556"/>
                  </a:lnTo>
                  <a:lnTo>
                    <a:pt x="537572" y="397749"/>
                  </a:lnTo>
                  <a:lnTo>
                    <a:pt x="509107" y="434653"/>
                  </a:lnTo>
                  <a:lnTo>
                    <a:pt x="474333" y="466520"/>
                  </a:lnTo>
                  <a:lnTo>
                    <a:pt x="434062" y="492604"/>
                  </a:lnTo>
                  <a:lnTo>
                    <a:pt x="389110" y="512160"/>
                  </a:lnTo>
                  <a:lnTo>
                    <a:pt x="340290" y="524441"/>
                  </a:lnTo>
                  <a:lnTo>
                    <a:pt x="288416" y="528701"/>
                  </a:lnTo>
                  <a:lnTo>
                    <a:pt x="236581" y="524441"/>
                  </a:lnTo>
                  <a:lnTo>
                    <a:pt x="187791" y="512160"/>
                  </a:lnTo>
                  <a:lnTo>
                    <a:pt x="142860" y="492604"/>
                  </a:lnTo>
                  <a:lnTo>
                    <a:pt x="102606" y="466520"/>
                  </a:lnTo>
                  <a:lnTo>
                    <a:pt x="67842" y="434653"/>
                  </a:lnTo>
                  <a:lnTo>
                    <a:pt x="39384" y="397749"/>
                  </a:lnTo>
                  <a:lnTo>
                    <a:pt x="18047" y="356556"/>
                  </a:lnTo>
                  <a:lnTo>
                    <a:pt x="4647" y="311820"/>
                  </a:lnTo>
                  <a:lnTo>
                    <a:pt x="0" y="264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337051" y="2665094"/>
              <a:ext cx="279400" cy="3822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dirty="0">
                  <a:latin typeface="Arial"/>
                  <a:cs typeface="Arial"/>
                </a:rPr>
                <a:t>M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024063" y="4953000"/>
              <a:ext cx="577215" cy="528955"/>
            </a:xfrm>
            <a:custGeom>
              <a:avLst/>
              <a:gdLst/>
              <a:ahLst/>
              <a:cxnLst/>
              <a:rect l="l" t="t" r="r" b="b"/>
              <a:pathLst>
                <a:path w="577215" h="528954">
                  <a:moveTo>
                    <a:pt x="0" y="264287"/>
                  </a:moveTo>
                  <a:lnTo>
                    <a:pt x="4647" y="216791"/>
                  </a:lnTo>
                  <a:lnTo>
                    <a:pt x="18046" y="172084"/>
                  </a:lnTo>
                  <a:lnTo>
                    <a:pt x="39383" y="130913"/>
                  </a:lnTo>
                  <a:lnTo>
                    <a:pt x="67842" y="94026"/>
                  </a:lnTo>
                  <a:lnTo>
                    <a:pt x="102609" y="62169"/>
                  </a:lnTo>
                  <a:lnTo>
                    <a:pt x="142870" y="36091"/>
                  </a:lnTo>
                  <a:lnTo>
                    <a:pt x="187809" y="16538"/>
                  </a:lnTo>
                  <a:lnTo>
                    <a:pt x="236613" y="4259"/>
                  </a:lnTo>
                  <a:lnTo>
                    <a:pt x="288467" y="0"/>
                  </a:lnTo>
                  <a:lnTo>
                    <a:pt x="340321" y="4259"/>
                  </a:lnTo>
                  <a:lnTo>
                    <a:pt x="389125" y="16538"/>
                  </a:lnTo>
                  <a:lnTo>
                    <a:pt x="434065" y="36091"/>
                  </a:lnTo>
                  <a:lnTo>
                    <a:pt x="474326" y="62169"/>
                  </a:lnTo>
                  <a:lnTo>
                    <a:pt x="509093" y="94026"/>
                  </a:lnTo>
                  <a:lnTo>
                    <a:pt x="537552" y="130913"/>
                  </a:lnTo>
                  <a:lnTo>
                    <a:pt x="558888" y="172084"/>
                  </a:lnTo>
                  <a:lnTo>
                    <a:pt x="572288" y="216791"/>
                  </a:lnTo>
                  <a:lnTo>
                    <a:pt x="576935" y="264287"/>
                  </a:lnTo>
                  <a:lnTo>
                    <a:pt x="572288" y="311818"/>
                  </a:lnTo>
                  <a:lnTo>
                    <a:pt x="558888" y="356548"/>
                  </a:lnTo>
                  <a:lnTo>
                    <a:pt x="537552" y="397733"/>
                  </a:lnTo>
                  <a:lnTo>
                    <a:pt x="509093" y="434626"/>
                  </a:lnTo>
                  <a:lnTo>
                    <a:pt x="474326" y="466483"/>
                  </a:lnTo>
                  <a:lnTo>
                    <a:pt x="434065" y="492557"/>
                  </a:lnTo>
                  <a:lnTo>
                    <a:pt x="389125" y="512105"/>
                  </a:lnTo>
                  <a:lnTo>
                    <a:pt x="340321" y="524380"/>
                  </a:lnTo>
                  <a:lnTo>
                    <a:pt x="288467" y="528637"/>
                  </a:lnTo>
                  <a:lnTo>
                    <a:pt x="236613" y="524380"/>
                  </a:lnTo>
                  <a:lnTo>
                    <a:pt x="187809" y="512105"/>
                  </a:lnTo>
                  <a:lnTo>
                    <a:pt x="142870" y="492557"/>
                  </a:lnTo>
                  <a:lnTo>
                    <a:pt x="102609" y="466483"/>
                  </a:lnTo>
                  <a:lnTo>
                    <a:pt x="67842" y="434626"/>
                  </a:lnTo>
                  <a:lnTo>
                    <a:pt x="39383" y="397733"/>
                  </a:lnTo>
                  <a:lnTo>
                    <a:pt x="18046" y="356548"/>
                  </a:lnTo>
                  <a:lnTo>
                    <a:pt x="4647" y="311818"/>
                  </a:lnTo>
                  <a:lnTo>
                    <a:pt x="0" y="264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2198624" y="5027928"/>
              <a:ext cx="229235" cy="38227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dirty="0">
                  <a:latin typeface="Arial"/>
                  <a:cs typeface="Arial"/>
                </a:rPr>
                <a:t>P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661283" y="2006218"/>
              <a:ext cx="909955" cy="648970"/>
            </a:xfrm>
            <a:custGeom>
              <a:avLst/>
              <a:gdLst/>
              <a:ahLst/>
              <a:cxnLst/>
              <a:rect l="l" t="t" r="r" b="b"/>
              <a:pathLst>
                <a:path w="909955" h="648969">
                  <a:moveTo>
                    <a:pt x="26035" y="544448"/>
                  </a:moveTo>
                  <a:lnTo>
                    <a:pt x="0" y="640079"/>
                  </a:lnTo>
                  <a:lnTo>
                    <a:pt x="98933" y="648461"/>
                  </a:lnTo>
                  <a:lnTo>
                    <a:pt x="71162" y="608838"/>
                  </a:lnTo>
                  <a:lnTo>
                    <a:pt x="55625" y="608838"/>
                  </a:lnTo>
                  <a:lnTo>
                    <a:pt x="48387" y="598551"/>
                  </a:lnTo>
                  <a:lnTo>
                    <a:pt x="58825" y="591235"/>
                  </a:lnTo>
                  <a:lnTo>
                    <a:pt x="26035" y="544448"/>
                  </a:lnTo>
                  <a:close/>
                </a:path>
                <a:path w="909955" h="648969">
                  <a:moveTo>
                    <a:pt x="58825" y="591235"/>
                  </a:moveTo>
                  <a:lnTo>
                    <a:pt x="48387" y="598551"/>
                  </a:lnTo>
                  <a:lnTo>
                    <a:pt x="55625" y="608838"/>
                  </a:lnTo>
                  <a:lnTo>
                    <a:pt x="66045" y="601536"/>
                  </a:lnTo>
                  <a:lnTo>
                    <a:pt x="58825" y="591235"/>
                  </a:lnTo>
                  <a:close/>
                </a:path>
                <a:path w="909955" h="648969">
                  <a:moveTo>
                    <a:pt x="66045" y="601536"/>
                  </a:moveTo>
                  <a:lnTo>
                    <a:pt x="55625" y="608838"/>
                  </a:lnTo>
                  <a:lnTo>
                    <a:pt x="71162" y="608838"/>
                  </a:lnTo>
                  <a:lnTo>
                    <a:pt x="66045" y="601536"/>
                  </a:lnTo>
                  <a:close/>
                </a:path>
                <a:path w="909955" h="648969">
                  <a:moveTo>
                    <a:pt x="902462" y="0"/>
                  </a:moveTo>
                  <a:lnTo>
                    <a:pt x="58825" y="591235"/>
                  </a:lnTo>
                  <a:lnTo>
                    <a:pt x="66045" y="601536"/>
                  </a:lnTo>
                  <a:lnTo>
                    <a:pt x="909828" y="10286"/>
                  </a:lnTo>
                  <a:lnTo>
                    <a:pt x="902462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76776" y="3031870"/>
              <a:ext cx="894462" cy="1540129"/>
            </a:xfrm>
            <a:custGeom>
              <a:avLst/>
              <a:gdLst/>
              <a:ahLst/>
              <a:cxnLst/>
              <a:rect l="l" t="t" r="r" b="b"/>
              <a:pathLst>
                <a:path w="980439" h="1537335">
                  <a:moveTo>
                    <a:pt x="920985" y="1475769"/>
                  </a:moveTo>
                  <a:lnTo>
                    <a:pt x="872617" y="1506092"/>
                  </a:lnTo>
                  <a:lnTo>
                    <a:pt x="966851" y="1536953"/>
                  </a:lnTo>
                  <a:lnTo>
                    <a:pt x="973690" y="1486534"/>
                  </a:lnTo>
                  <a:lnTo>
                    <a:pt x="927735" y="1486534"/>
                  </a:lnTo>
                  <a:lnTo>
                    <a:pt x="920985" y="1475769"/>
                  </a:lnTo>
                  <a:close/>
                </a:path>
                <a:path w="980439" h="1537335">
                  <a:moveTo>
                    <a:pt x="931763" y="1469012"/>
                  </a:moveTo>
                  <a:lnTo>
                    <a:pt x="920985" y="1475769"/>
                  </a:lnTo>
                  <a:lnTo>
                    <a:pt x="927735" y="1486534"/>
                  </a:lnTo>
                  <a:lnTo>
                    <a:pt x="938530" y="1479803"/>
                  </a:lnTo>
                  <a:lnTo>
                    <a:pt x="931763" y="1469012"/>
                  </a:lnTo>
                  <a:close/>
                </a:path>
                <a:path w="980439" h="1537335">
                  <a:moveTo>
                    <a:pt x="980186" y="1438655"/>
                  </a:moveTo>
                  <a:lnTo>
                    <a:pt x="931763" y="1469012"/>
                  </a:lnTo>
                  <a:lnTo>
                    <a:pt x="938530" y="1479803"/>
                  </a:lnTo>
                  <a:lnTo>
                    <a:pt x="927735" y="1486534"/>
                  </a:lnTo>
                  <a:lnTo>
                    <a:pt x="973690" y="1486534"/>
                  </a:lnTo>
                  <a:lnTo>
                    <a:pt x="980186" y="1438655"/>
                  </a:lnTo>
                  <a:close/>
                </a:path>
                <a:path w="980439" h="1537335">
                  <a:moveTo>
                    <a:pt x="10668" y="0"/>
                  </a:moveTo>
                  <a:lnTo>
                    <a:pt x="0" y="6857"/>
                  </a:lnTo>
                  <a:lnTo>
                    <a:pt x="920985" y="1475769"/>
                  </a:lnTo>
                  <a:lnTo>
                    <a:pt x="931763" y="1469012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5504" y="3114674"/>
              <a:ext cx="127000" cy="781050"/>
            </a:xfrm>
            <a:custGeom>
              <a:avLst/>
              <a:gdLst/>
              <a:ahLst/>
              <a:cxnLst/>
              <a:rect l="l" t="t" r="r" b="b"/>
              <a:pathLst>
                <a:path w="127000" h="781050">
                  <a:moveTo>
                    <a:pt x="69850" y="63500"/>
                  </a:moveTo>
                  <a:lnTo>
                    <a:pt x="57150" y="63500"/>
                  </a:lnTo>
                  <a:lnTo>
                    <a:pt x="57150" y="781050"/>
                  </a:lnTo>
                  <a:lnTo>
                    <a:pt x="69850" y="781050"/>
                  </a:lnTo>
                  <a:lnTo>
                    <a:pt x="69850" y="63500"/>
                  </a:lnTo>
                  <a:close/>
                </a:path>
                <a:path w="127000" h="781050">
                  <a:moveTo>
                    <a:pt x="63500" y="0"/>
                  </a:moveTo>
                  <a:lnTo>
                    <a:pt x="0" y="76200"/>
                  </a:lnTo>
                  <a:lnTo>
                    <a:pt x="57150" y="76200"/>
                  </a:lnTo>
                  <a:lnTo>
                    <a:pt x="57150" y="63500"/>
                  </a:lnTo>
                  <a:lnTo>
                    <a:pt x="116416" y="63500"/>
                  </a:lnTo>
                  <a:lnTo>
                    <a:pt x="63500" y="0"/>
                  </a:lnTo>
                  <a:close/>
                </a:path>
                <a:path w="127000" h="781050">
                  <a:moveTo>
                    <a:pt x="116416" y="63500"/>
                  </a:moveTo>
                  <a:lnTo>
                    <a:pt x="69850" y="63500"/>
                  </a:lnTo>
                  <a:lnTo>
                    <a:pt x="69850" y="76200"/>
                  </a:lnTo>
                  <a:lnTo>
                    <a:pt x="127000" y="76200"/>
                  </a:lnTo>
                  <a:lnTo>
                    <a:pt x="116416" y="635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7791" y="4352797"/>
              <a:ext cx="794385" cy="662305"/>
            </a:xfrm>
            <a:custGeom>
              <a:avLst/>
              <a:gdLst/>
              <a:ahLst/>
              <a:cxnLst/>
              <a:rect l="l" t="t" r="r" b="b"/>
              <a:pathLst>
                <a:path w="794385" h="662304">
                  <a:moveTo>
                    <a:pt x="731448" y="43915"/>
                  </a:moveTo>
                  <a:lnTo>
                    <a:pt x="0" y="652526"/>
                  </a:lnTo>
                  <a:lnTo>
                    <a:pt x="8115" y="662177"/>
                  </a:lnTo>
                  <a:lnTo>
                    <a:pt x="739574" y="53694"/>
                  </a:lnTo>
                  <a:lnTo>
                    <a:pt x="731448" y="43915"/>
                  </a:lnTo>
                  <a:close/>
                </a:path>
                <a:path w="794385" h="662304">
                  <a:moveTo>
                    <a:pt x="787545" y="35813"/>
                  </a:moveTo>
                  <a:lnTo>
                    <a:pt x="741184" y="35813"/>
                  </a:lnTo>
                  <a:lnTo>
                    <a:pt x="749312" y="45593"/>
                  </a:lnTo>
                  <a:lnTo>
                    <a:pt x="739574" y="53694"/>
                  </a:lnTo>
                  <a:lnTo>
                    <a:pt x="776109" y="97662"/>
                  </a:lnTo>
                  <a:lnTo>
                    <a:pt x="787545" y="35813"/>
                  </a:lnTo>
                  <a:close/>
                </a:path>
                <a:path w="794385" h="662304">
                  <a:moveTo>
                    <a:pt x="741184" y="35813"/>
                  </a:moveTo>
                  <a:lnTo>
                    <a:pt x="731448" y="43915"/>
                  </a:lnTo>
                  <a:lnTo>
                    <a:pt x="739574" y="53694"/>
                  </a:lnTo>
                  <a:lnTo>
                    <a:pt x="749312" y="45593"/>
                  </a:lnTo>
                  <a:lnTo>
                    <a:pt x="741184" y="35813"/>
                  </a:lnTo>
                  <a:close/>
                </a:path>
                <a:path w="794385" h="662304">
                  <a:moveTo>
                    <a:pt x="694956" y="0"/>
                  </a:moveTo>
                  <a:lnTo>
                    <a:pt x="731448" y="43915"/>
                  </a:lnTo>
                  <a:lnTo>
                    <a:pt x="741184" y="35813"/>
                  </a:lnTo>
                  <a:lnTo>
                    <a:pt x="787545" y="35813"/>
                  </a:lnTo>
                  <a:lnTo>
                    <a:pt x="794143" y="126"/>
                  </a:lnTo>
                  <a:lnTo>
                    <a:pt x="694956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36086" y="4280788"/>
              <a:ext cx="658495" cy="411480"/>
            </a:xfrm>
            <a:custGeom>
              <a:avLst/>
              <a:gdLst/>
              <a:ahLst/>
              <a:cxnLst/>
              <a:rect l="l" t="t" r="r" b="b"/>
              <a:pathLst>
                <a:path w="658494" h="411479">
                  <a:moveTo>
                    <a:pt x="589378" y="362404"/>
                  </a:moveTo>
                  <a:lnTo>
                    <a:pt x="560069" y="411480"/>
                  </a:lnTo>
                  <a:lnTo>
                    <a:pt x="658113" y="395986"/>
                  </a:lnTo>
                  <a:lnTo>
                    <a:pt x="648607" y="368935"/>
                  </a:lnTo>
                  <a:lnTo>
                    <a:pt x="600328" y="368935"/>
                  </a:lnTo>
                  <a:lnTo>
                    <a:pt x="589378" y="362404"/>
                  </a:lnTo>
                  <a:close/>
                </a:path>
                <a:path w="658494" h="411479">
                  <a:moveTo>
                    <a:pt x="595888" y="351502"/>
                  </a:moveTo>
                  <a:lnTo>
                    <a:pt x="589378" y="362404"/>
                  </a:lnTo>
                  <a:lnTo>
                    <a:pt x="600328" y="368935"/>
                  </a:lnTo>
                  <a:lnTo>
                    <a:pt x="606806" y="358013"/>
                  </a:lnTo>
                  <a:lnTo>
                    <a:pt x="595888" y="351502"/>
                  </a:lnTo>
                  <a:close/>
                </a:path>
                <a:path w="658494" h="411479">
                  <a:moveTo>
                    <a:pt x="625220" y="302387"/>
                  </a:moveTo>
                  <a:lnTo>
                    <a:pt x="595888" y="351502"/>
                  </a:lnTo>
                  <a:lnTo>
                    <a:pt x="606806" y="358013"/>
                  </a:lnTo>
                  <a:lnTo>
                    <a:pt x="600328" y="368935"/>
                  </a:lnTo>
                  <a:lnTo>
                    <a:pt x="648607" y="368935"/>
                  </a:lnTo>
                  <a:lnTo>
                    <a:pt x="625220" y="302387"/>
                  </a:lnTo>
                  <a:close/>
                </a:path>
                <a:path w="658494" h="411479">
                  <a:moveTo>
                    <a:pt x="6476" y="0"/>
                  </a:moveTo>
                  <a:lnTo>
                    <a:pt x="0" y="10922"/>
                  </a:lnTo>
                  <a:lnTo>
                    <a:pt x="589378" y="362404"/>
                  </a:lnTo>
                  <a:lnTo>
                    <a:pt x="595888" y="351502"/>
                  </a:lnTo>
                  <a:lnTo>
                    <a:pt x="6476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91227" y="1817628"/>
            <a:ext cx="7116146" cy="3085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6235" algn="l"/>
              </a:tabLst>
            </a:pPr>
            <a:r>
              <a:rPr sz="2400" dirty="0">
                <a:latin typeface="HP Simplified" panose="020B0604020204020204" pitchFamily="34" charset="0"/>
                <a:cs typeface="Arial Narrow"/>
              </a:rPr>
              <a:t>En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un grafo dirigido los arcos</a:t>
            </a:r>
            <a:r>
              <a:rPr sz="2400" spc="25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son</a:t>
            </a:r>
            <a:r>
              <a:rPr lang="es-CL" sz="2400" spc="-5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pares</a:t>
            </a:r>
            <a:r>
              <a:rPr sz="2400" spc="-50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10" dirty="0">
                <a:latin typeface="HP Simplified" panose="020B0604020204020204" pitchFamily="34" charset="0"/>
                <a:cs typeface="Arial Narrow"/>
              </a:rPr>
              <a:t>ordenados.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</a:tabLst>
            </a:pPr>
            <a:r>
              <a:rPr sz="2400" spc="-5" dirty="0">
                <a:latin typeface="HP Simplified" panose="020B0604020204020204" pitchFamily="34" charset="0"/>
                <a:cs typeface="Arial Narrow"/>
              </a:rPr>
              <a:t>Implica que </a:t>
            </a:r>
            <a:r>
              <a:rPr sz="2400" i="1" spc="-5" dirty="0">
                <a:latin typeface="HP Simplified" panose="020B0604020204020204" pitchFamily="34" charset="0"/>
                <a:cs typeface="Arial Narrow"/>
              </a:rPr>
              <a:t>(u,v) </a:t>
            </a:r>
            <a:r>
              <a:rPr sz="2400" dirty="0">
                <a:latin typeface="HP Simplified" panose="020B0604020204020204" pitchFamily="34" charset="0"/>
                <a:cs typeface="Arial Narrow"/>
              </a:rPr>
              <a:t>≠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spc="-40" dirty="0">
                <a:latin typeface="HP Simplified" panose="020B0604020204020204" pitchFamily="34" charset="0"/>
                <a:cs typeface="Arial Narrow"/>
              </a:rPr>
              <a:t>(v,u)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</a:tabLst>
            </a:pPr>
            <a:r>
              <a:rPr sz="2400" spc="-5" dirty="0">
                <a:latin typeface="HP Simplified" panose="020B0604020204020204" pitchFamily="34" charset="0"/>
                <a:cs typeface="Arial Narrow"/>
              </a:rPr>
              <a:t>Las líneas se </a:t>
            </a:r>
            <a:r>
              <a:rPr lang="es-CL" sz="2400" spc="-5" dirty="0">
                <a:latin typeface="HP Simplified" panose="020B0604020204020204" pitchFamily="34" charset="0"/>
                <a:cs typeface="Arial Narrow"/>
              </a:rPr>
              <a:t>convierten</a:t>
            </a:r>
            <a:r>
              <a:rPr sz="2400" spc="5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spc="-5" dirty="0">
                <a:latin typeface="HP Simplified" panose="020B0604020204020204" pitchFamily="34" charset="0"/>
                <a:cs typeface="Arial Narrow"/>
              </a:rPr>
              <a:t>en flechas</a:t>
            </a:r>
            <a:endParaRPr lang="es-CL" sz="2400" dirty="0">
              <a:latin typeface="HP Simplified" panose="020B0604020204020204" pitchFamily="34" charset="0"/>
              <a:cs typeface="Arial Narrow"/>
            </a:endParaRPr>
          </a:p>
          <a:p>
            <a:pPr marL="355600" marR="73660" indent="-342900">
              <a:lnSpc>
                <a:spcPct val="110000"/>
              </a:lnSpc>
              <a:spcBef>
                <a:spcPts val="57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6235" algn="l"/>
              </a:tabLst>
            </a:pPr>
            <a:r>
              <a:rPr sz="2400" spc="-5" dirty="0">
                <a:latin typeface="HP Simplified" panose="020B0604020204020204" pitchFamily="34" charset="0"/>
                <a:cs typeface="Arial Narrow"/>
              </a:rPr>
              <a:t>El </a:t>
            </a:r>
            <a:r>
              <a:rPr sz="2400" u="sng" spc="-5" dirty="0">
                <a:latin typeface="HP Simplified" panose="020B0604020204020204" pitchFamily="34" charset="0"/>
                <a:cs typeface="Arial Narrow"/>
              </a:rPr>
              <a:t>grado de entrada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de un nodo es  el número de arcos</a:t>
            </a:r>
            <a:r>
              <a:rPr sz="2400" spc="-45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entrantes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 marR="5080" indent="-342900">
              <a:lnSpc>
                <a:spcPct val="110100"/>
              </a:lnSpc>
              <a:spcBef>
                <a:spcPts val="57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6235" algn="l"/>
              </a:tabLst>
            </a:pPr>
            <a:r>
              <a:rPr sz="2400" u="sng" spc="-5" dirty="0">
                <a:latin typeface="HP Simplified" panose="020B0604020204020204" pitchFamily="34" charset="0"/>
                <a:cs typeface="Arial Narrow"/>
              </a:rPr>
              <a:t>El grado de </a:t>
            </a:r>
            <a:r>
              <a:rPr sz="2400" u="sng" spc="-10" dirty="0">
                <a:latin typeface="HP Simplified" panose="020B0604020204020204" pitchFamily="34" charset="0"/>
                <a:cs typeface="Arial Narrow"/>
              </a:rPr>
              <a:t>salida </a:t>
            </a:r>
            <a:r>
              <a:rPr sz="2400" spc="-5" dirty="0">
                <a:latin typeface="HP Simplified" panose="020B0604020204020204" pitchFamily="34" charset="0"/>
                <a:cs typeface="Arial Narrow"/>
              </a:rPr>
              <a:t>de un nodo es el  número de arcos</a:t>
            </a:r>
            <a:r>
              <a:rPr sz="2400" spc="-20" dirty="0"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10" dirty="0">
                <a:latin typeface="HP Simplified" panose="020B0604020204020204" pitchFamily="34" charset="0"/>
                <a:cs typeface="Arial Narrow"/>
              </a:rPr>
              <a:t>salientes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7017D-1F63-4718-A008-13A80A94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08" y="289719"/>
            <a:ext cx="10396882" cy="1151965"/>
          </a:xfrm>
        </p:spPr>
        <p:txBody>
          <a:bodyPr/>
          <a:lstStyle/>
          <a:p>
            <a:r>
              <a:rPr lang="es-CL" spc="-5" dirty="0"/>
              <a:t>Grafos</a:t>
            </a:r>
            <a:r>
              <a:rPr lang="es-CL" spc="-70" dirty="0"/>
              <a:t> </a:t>
            </a:r>
            <a:r>
              <a:rPr lang="es-CL" spc="-5" dirty="0"/>
              <a:t>ponderados</a:t>
            </a:r>
            <a:endParaRPr lang="es-CL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DBED0BA-1572-4183-9003-DFE5A06A26CF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621608" y="1694151"/>
            <a:ext cx="7758217" cy="280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pc="-5" dirty="0">
                <a:solidFill>
                  <a:srgbClr val="002850"/>
                </a:solidFill>
                <a:cs typeface="Arial Narrow"/>
              </a:rPr>
              <a:t>Costo </a:t>
            </a:r>
            <a:r>
              <a:rPr dirty="0">
                <a:solidFill>
                  <a:srgbClr val="002850"/>
                </a:solidFill>
                <a:cs typeface="Arial Narrow"/>
              </a:rPr>
              <a:t>o Factor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de</a:t>
            </a:r>
            <a:r>
              <a:rPr spc="-55" dirty="0">
                <a:solidFill>
                  <a:srgbClr val="002850"/>
                </a:solidFill>
                <a:cs typeface="Arial Narrow"/>
              </a:rPr>
              <a:t>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Peso</a:t>
            </a:r>
            <a:endParaRPr dirty="0">
              <a:cs typeface="Arial Narrow"/>
            </a:endParaRPr>
          </a:p>
          <a:p>
            <a:pPr marL="756285" lvl="1" indent="-286385">
              <a:spcBef>
                <a:spcPts val="495"/>
              </a:spcBef>
              <a:buClr>
                <a:srgbClr val="0066FF"/>
              </a:buClr>
              <a:buSzPct val="80000"/>
              <a:buFont typeface="Wingdings"/>
              <a:buChar char=""/>
              <a:tabLst>
                <a:tab pos="756920" algn="l"/>
              </a:tabLst>
            </a:pPr>
            <a:r>
              <a:rPr spc="-30" dirty="0">
                <a:solidFill>
                  <a:srgbClr val="002850"/>
                </a:solidFill>
                <a:cs typeface="Arial Narrow"/>
              </a:rPr>
              <a:t>Valor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que se puede </a:t>
            </a:r>
            <a:r>
              <a:rPr spc="-10" dirty="0">
                <a:solidFill>
                  <a:srgbClr val="002850"/>
                </a:solidFill>
                <a:cs typeface="Arial Narrow"/>
              </a:rPr>
              <a:t>asociar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con </a:t>
            </a:r>
            <a:r>
              <a:rPr dirty="0">
                <a:solidFill>
                  <a:srgbClr val="002850"/>
                </a:solidFill>
                <a:cs typeface="Arial Narrow"/>
              </a:rPr>
              <a:t>un</a:t>
            </a:r>
            <a:r>
              <a:rPr spc="15" dirty="0">
                <a:solidFill>
                  <a:srgbClr val="002850"/>
                </a:solidFill>
                <a:cs typeface="Arial Narrow"/>
              </a:rPr>
              <a:t>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arco</a:t>
            </a:r>
            <a:endParaRPr dirty="0">
              <a:cs typeface="Arial Narrow"/>
            </a:endParaRPr>
          </a:p>
          <a:p>
            <a:pPr marL="756285" lvl="1" indent="-286385">
              <a:spcBef>
                <a:spcPts val="475"/>
              </a:spcBef>
              <a:buClr>
                <a:srgbClr val="0066FF"/>
              </a:buClr>
              <a:buSzPct val="80000"/>
              <a:buFont typeface="Wingdings"/>
              <a:buChar char=""/>
              <a:tabLst>
                <a:tab pos="756920" algn="l"/>
              </a:tabLst>
            </a:pPr>
            <a:r>
              <a:rPr spc="-5" dirty="0">
                <a:solidFill>
                  <a:srgbClr val="002850"/>
                </a:solidFill>
                <a:cs typeface="Arial Narrow"/>
              </a:rPr>
              <a:t>Depende de lo que el grafo</a:t>
            </a:r>
            <a:r>
              <a:rPr spc="-55" dirty="0">
                <a:solidFill>
                  <a:srgbClr val="002850"/>
                </a:solidFill>
                <a:cs typeface="Arial Narrow"/>
              </a:rPr>
              <a:t>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represente</a:t>
            </a:r>
            <a:endParaRPr dirty="0">
              <a:cs typeface="Arial Narrow"/>
            </a:endParaRPr>
          </a:p>
          <a:p>
            <a:pPr marL="756285" lvl="1" indent="-286385">
              <a:spcBef>
                <a:spcPts val="475"/>
              </a:spcBef>
              <a:buClr>
                <a:srgbClr val="0066FF"/>
              </a:buClr>
              <a:buSzPct val="80000"/>
              <a:buFont typeface="Wingdings"/>
              <a:buChar char=""/>
              <a:tabLst>
                <a:tab pos="756920" algn="l"/>
              </a:tabLst>
            </a:pPr>
            <a:r>
              <a:rPr dirty="0">
                <a:solidFill>
                  <a:srgbClr val="002850"/>
                </a:solidFill>
                <a:cs typeface="Arial Narrow"/>
              </a:rPr>
              <a:t>Si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los arcos de un grafo tienen un </a:t>
            </a:r>
            <a:r>
              <a:rPr spc="-10" dirty="0">
                <a:solidFill>
                  <a:srgbClr val="002850"/>
                </a:solidFill>
                <a:cs typeface="Arial Narrow"/>
              </a:rPr>
              <a:t>costo: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Grafo valorado </a:t>
            </a:r>
            <a:r>
              <a:rPr dirty="0">
                <a:solidFill>
                  <a:srgbClr val="002850"/>
                </a:solidFill>
                <a:cs typeface="Arial Narrow"/>
              </a:rPr>
              <a:t>o</a:t>
            </a:r>
            <a:r>
              <a:rPr spc="20" dirty="0">
                <a:solidFill>
                  <a:srgbClr val="002850"/>
                </a:solidFill>
                <a:cs typeface="Arial Narrow"/>
              </a:rPr>
              <a:t> </a:t>
            </a:r>
            <a:r>
              <a:rPr spc="-5" dirty="0">
                <a:solidFill>
                  <a:srgbClr val="002850"/>
                </a:solidFill>
                <a:cs typeface="Arial Narrow"/>
              </a:rPr>
              <a:t>ponderado</a:t>
            </a:r>
            <a:endParaRPr dirty="0">
              <a:cs typeface="Arial Narrow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C065E7-7976-4C9E-A4E2-5B36CDF4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817" y="152400"/>
            <a:ext cx="2819400" cy="29432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799252-557C-4703-95B4-808AC60C0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392" y="3335216"/>
            <a:ext cx="27908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5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CEB92-EE1E-4BFE-88F0-D26CD5AF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Isomorfismo de grafos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6EC3E1-D156-443A-BA8F-7449FDCE6E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676401"/>
            <a:ext cx="10972799" cy="990600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s-MX" dirty="0"/>
              <a:t>En teoría de grafos, un isomorfismo entre dos grafos G y H es una biyección f entre los conjuntos de sus f:V(G)</a:t>
            </a:r>
            <a:r>
              <a:rPr lang="es-CL" dirty="0"/>
              <a:t>→</a:t>
            </a:r>
            <a:r>
              <a:rPr lang="es-MX" dirty="0"/>
              <a:t>V(H) que preserva la relación de adyacencia.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2DCA168-B41E-4A7F-A4A7-6502EACA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33" y="2667001"/>
            <a:ext cx="6473566" cy="366575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AE1568A-A9B4-4261-8934-E18DCEF24DA8}"/>
              </a:ext>
            </a:extLst>
          </p:cNvPr>
          <p:cNvSpPr txBox="1"/>
          <p:nvPr/>
        </p:nvSpPr>
        <p:spPr>
          <a:xfrm>
            <a:off x="685800" y="4343400"/>
            <a:ext cx="4343400" cy="142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200" cap="none" baseline="0">
                <a:effectLst/>
                <a:latin typeface="HP Simplified" panose="020B0604020204020204" pitchFamily="34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800" cap="none" baseline="0">
                <a:effectLst/>
                <a:latin typeface="HP Simplified" panose="020B0604020204020204" pitchFamily="34" charset="0"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cap="none" baseline="0">
                <a:effectLst/>
                <a:latin typeface="HP Simplified" panose="020B0604020204020204" pitchFamily="34" charset="0"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cap="none" baseline="0">
                <a:effectLst/>
                <a:latin typeface="HP Simplified" panose="020B0604020204020204" pitchFamily="34" charset="0"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cap="none" baseline="0">
                <a:effectLst/>
                <a:latin typeface="HP Simplified" panose="020B0604020204020204" pitchFamily="34" charset="0"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9pPr>
          </a:lstStyle>
          <a:p>
            <a:r>
              <a:rPr lang="es-MX" dirty="0"/>
              <a:t>A pesar de su diferente aspecto, los dos grafos que se muestran a continuación son isomorfos: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A4357B-206C-4B02-9720-9C3C86B66DD1}"/>
              </a:ext>
            </a:extLst>
          </p:cNvPr>
          <p:cNvSpPr txBox="1"/>
          <p:nvPr/>
        </p:nvSpPr>
        <p:spPr>
          <a:xfrm>
            <a:off x="685800" y="2667001"/>
            <a:ext cx="4413380" cy="1676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200" cap="none" baseline="0">
                <a:effectLst/>
                <a:latin typeface="HP Simplified" panose="020B0604020204020204" pitchFamily="34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800" cap="none" baseline="0">
                <a:effectLst/>
                <a:latin typeface="HP Simplified" panose="020B0604020204020204" pitchFamily="34" charset="0"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cap="none" baseline="0">
                <a:effectLst/>
                <a:latin typeface="HP Simplified" panose="020B0604020204020204" pitchFamily="34" charset="0"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cap="none" baseline="0">
                <a:effectLst/>
                <a:latin typeface="HP Simplified" panose="020B0604020204020204" pitchFamily="34" charset="0"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cap="none" baseline="0">
                <a:effectLst/>
                <a:latin typeface="HP Simplified" panose="020B0604020204020204" pitchFamily="34" charset="0"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9pPr>
          </a:lstStyle>
          <a:p>
            <a:r>
              <a:rPr lang="es-MX" sz="2400" dirty="0"/>
              <a:t>Es decir, cualquier par de vértices u y v de G son adyacentes si y solo si lo son sus imágenes, f(u) y f(v), en H.</a:t>
            </a:r>
          </a:p>
        </p:txBody>
      </p:sp>
    </p:spTree>
    <p:extLst>
      <p:ext uri="{BB962C8B-B14F-4D97-AF65-F5344CB8AC3E}">
        <p14:creationId xmlns:p14="http://schemas.microsoft.com/office/powerpoint/2010/main" val="3186958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8CBE6B-795A-48B4-8671-B9755C58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CAMINOS y CICLOS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3FC0EC-745F-490C-9457-E9CBFC8E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3273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1" y="189321"/>
            <a:ext cx="5171440" cy="123110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Trayectorias </a:t>
            </a:r>
            <a:r>
              <a:rPr spc="-5" dirty="0"/>
              <a:t>en</a:t>
            </a:r>
            <a:r>
              <a:rPr spc="-50" dirty="0"/>
              <a:t> </a:t>
            </a:r>
            <a:r>
              <a:rPr spc="-5" dirty="0"/>
              <a:t>Grafos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376" y="1172890"/>
            <a:ext cx="8496941" cy="2736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buClr>
                <a:srgbClr val="696363"/>
              </a:buClr>
              <a:buSzPct val="8035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u="sng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Camino </a:t>
            </a:r>
            <a:r>
              <a:rPr sz="28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/</a:t>
            </a:r>
            <a:r>
              <a:rPr sz="2800" u="sng" spc="-2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recorrido</a:t>
            </a:r>
            <a:endParaRPr sz="2800" u="sng" dirty="0">
              <a:latin typeface="HP Simplified" panose="020B0604020204020204" pitchFamily="34" charset="0"/>
              <a:cs typeface="Arial Narrow"/>
            </a:endParaRPr>
          </a:p>
          <a:p>
            <a:pPr marL="812800" marR="5080" lvl="1" indent="-342900">
              <a:spcBef>
                <a:spcPts val="580"/>
              </a:spcBef>
              <a:buClr>
                <a:srgbClr val="696363"/>
              </a:buClr>
              <a:buSzPct val="79166"/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Un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camino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P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desde </a:t>
            </a:r>
            <a:r>
              <a:rPr sz="2400" b="1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</a:t>
            </a:r>
            <a:r>
              <a:rPr sz="2400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hasta </a:t>
            </a:r>
            <a:r>
              <a:rPr sz="2400" b="1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</a:t>
            </a:r>
            <a:r>
              <a:rPr sz="2400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 el grafo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 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 una secuencia finita de vértices que  empieza en </a:t>
            </a:r>
            <a:r>
              <a:rPr sz="2400" b="1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</a:t>
            </a:r>
            <a:r>
              <a:rPr sz="2400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y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acaba en</a:t>
            </a:r>
            <a:r>
              <a:rPr sz="2400" spc="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b="1" i="1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.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570"/>
              </a:spcBef>
              <a:buClr>
                <a:srgbClr val="696363"/>
              </a:buClr>
              <a:buSzPct val="79166"/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Cada par de vértices </a:t>
            </a:r>
            <a:r>
              <a:rPr sz="24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consecutivos</a:t>
            </a:r>
            <a:r>
              <a:rPr sz="2400" spc="6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son</a:t>
            </a:r>
            <a:r>
              <a:rPr lang="es-CL"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b="1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adyacentes</a:t>
            </a:r>
            <a:endParaRPr sz="2400" b="1" dirty="0">
              <a:latin typeface="HP Simplified" panose="020B0604020204020204" pitchFamily="34" charset="0"/>
              <a:cs typeface="Arial Narrow"/>
            </a:endParaRPr>
          </a:p>
          <a:p>
            <a:pPr marL="469900" indent="-457200">
              <a:spcBef>
                <a:spcPts val="1270"/>
              </a:spcBef>
              <a:buClr>
                <a:srgbClr val="696363"/>
              </a:buClr>
              <a:buSzPct val="8035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u="sng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Longitud </a:t>
            </a:r>
            <a:r>
              <a:rPr sz="28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de</a:t>
            </a:r>
            <a:r>
              <a:rPr sz="2800" u="sng" spc="-5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u="sng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camino</a:t>
            </a:r>
            <a:endParaRPr sz="2800" u="sng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575"/>
              </a:spcBef>
              <a:buClr>
                <a:srgbClr val="0066FF"/>
              </a:buClr>
              <a:buSzPct val="79166"/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El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número de arcos que lo</a:t>
            </a:r>
            <a:r>
              <a:rPr sz="2400" spc="2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forman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376" y="4110038"/>
            <a:ext cx="6476999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sz="2800" u="sng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Camino</a:t>
            </a:r>
            <a:r>
              <a:rPr sz="2800" u="sng" spc="-39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u="sng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Simple</a:t>
            </a:r>
            <a:endParaRPr sz="2800" u="sng" dirty="0">
              <a:latin typeface="HP Simplified" panose="020B0604020204020204" pitchFamily="34" charset="0"/>
              <a:cs typeface="Arial Narrow"/>
            </a:endParaRPr>
          </a:p>
          <a:p>
            <a:pPr marL="812800" indent="-342900"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400" spc="-50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Todos</a:t>
            </a:r>
            <a:r>
              <a:rPr sz="2400" spc="-5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los nodos que lo </a:t>
            </a:r>
            <a:r>
              <a:rPr sz="2400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forman</a:t>
            </a:r>
            <a:r>
              <a:rPr sz="2400" spc="-28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son</a:t>
            </a:r>
            <a:r>
              <a:rPr lang="es-CL"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distintos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(no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se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repite</a:t>
            </a:r>
            <a:r>
              <a:rPr sz="2400" spc="-1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nodos)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A506D646-2234-4DA3-84BF-4ECA28CC5175}"/>
              </a:ext>
            </a:extLst>
          </p:cNvPr>
          <p:cNvGrpSpPr/>
          <p:nvPr/>
        </p:nvGrpSpPr>
        <p:grpSpPr>
          <a:xfrm>
            <a:off x="8763000" y="2014538"/>
            <a:ext cx="2590800" cy="4191000"/>
            <a:chOff x="8610600" y="457200"/>
            <a:chExt cx="2590800" cy="4191000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8FE2EA04-E94B-4561-A9AB-215C6595A741}"/>
                </a:ext>
              </a:extLst>
            </p:cNvPr>
            <p:cNvSpPr/>
            <p:nvPr/>
          </p:nvSpPr>
          <p:spPr>
            <a:xfrm>
              <a:off x="8610600" y="457200"/>
              <a:ext cx="2590800" cy="4191000"/>
            </a:xfrm>
            <a:prstGeom prst="roundRect">
              <a:avLst>
                <a:gd name="adj" fmla="val 8128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A291B1EE-1D99-40D3-B809-06B36E1250C3}"/>
                </a:ext>
              </a:extLst>
            </p:cNvPr>
            <p:cNvGrpSpPr/>
            <p:nvPr/>
          </p:nvGrpSpPr>
          <p:grpSpPr>
            <a:xfrm>
              <a:off x="8763000" y="685800"/>
              <a:ext cx="2305304" cy="3740350"/>
              <a:chOff x="7862951" y="1500250"/>
              <a:chExt cx="2305304" cy="374035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7862951" y="15002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180085" y="0"/>
                    </a:moveTo>
                    <a:lnTo>
                      <a:pt x="132218" y="6434"/>
                    </a:lnTo>
                    <a:lnTo>
                      <a:pt x="89201" y="24590"/>
                    </a:lnTo>
                    <a:lnTo>
                      <a:pt x="52752" y="52752"/>
                    </a:lnTo>
                    <a:lnTo>
                      <a:pt x="24590" y="89201"/>
                    </a:lnTo>
                    <a:lnTo>
                      <a:pt x="6434" y="132218"/>
                    </a:lnTo>
                    <a:lnTo>
                      <a:pt x="0" y="180086"/>
                    </a:lnTo>
                    <a:lnTo>
                      <a:pt x="6434" y="228007"/>
                    </a:lnTo>
                    <a:lnTo>
                      <a:pt x="24590" y="271060"/>
                    </a:lnTo>
                    <a:lnTo>
                      <a:pt x="52752" y="307530"/>
                    </a:lnTo>
                    <a:lnTo>
                      <a:pt x="89201" y="335703"/>
                    </a:lnTo>
                    <a:lnTo>
                      <a:pt x="132218" y="353864"/>
                    </a:lnTo>
                    <a:lnTo>
                      <a:pt x="180085" y="360299"/>
                    </a:lnTo>
                    <a:lnTo>
                      <a:pt x="228007" y="353864"/>
                    </a:lnTo>
                    <a:lnTo>
                      <a:pt x="271060" y="335703"/>
                    </a:lnTo>
                    <a:lnTo>
                      <a:pt x="307530" y="307530"/>
                    </a:lnTo>
                    <a:lnTo>
                      <a:pt x="335703" y="271060"/>
                    </a:lnTo>
                    <a:lnTo>
                      <a:pt x="353864" y="228007"/>
                    </a:lnTo>
                    <a:lnTo>
                      <a:pt x="360299" y="180086"/>
                    </a:lnTo>
                    <a:lnTo>
                      <a:pt x="353864" y="132218"/>
                    </a:lnTo>
                    <a:lnTo>
                      <a:pt x="335703" y="89201"/>
                    </a:lnTo>
                    <a:lnTo>
                      <a:pt x="307530" y="52752"/>
                    </a:lnTo>
                    <a:lnTo>
                      <a:pt x="271060" y="24590"/>
                    </a:lnTo>
                    <a:lnTo>
                      <a:pt x="228007" y="6434"/>
                    </a:lnTo>
                    <a:lnTo>
                      <a:pt x="180085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7862951" y="15002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0" y="180086"/>
                    </a:moveTo>
                    <a:lnTo>
                      <a:pt x="6434" y="132218"/>
                    </a:lnTo>
                    <a:lnTo>
                      <a:pt x="24590" y="89201"/>
                    </a:lnTo>
                    <a:lnTo>
                      <a:pt x="52752" y="52752"/>
                    </a:lnTo>
                    <a:lnTo>
                      <a:pt x="89201" y="24590"/>
                    </a:lnTo>
                    <a:lnTo>
                      <a:pt x="132218" y="6434"/>
                    </a:lnTo>
                    <a:lnTo>
                      <a:pt x="180085" y="0"/>
                    </a:lnTo>
                    <a:lnTo>
                      <a:pt x="228007" y="6434"/>
                    </a:lnTo>
                    <a:lnTo>
                      <a:pt x="271060" y="24590"/>
                    </a:lnTo>
                    <a:lnTo>
                      <a:pt x="307530" y="52752"/>
                    </a:lnTo>
                    <a:lnTo>
                      <a:pt x="335703" y="89201"/>
                    </a:lnTo>
                    <a:lnTo>
                      <a:pt x="353864" y="132218"/>
                    </a:lnTo>
                    <a:lnTo>
                      <a:pt x="360299" y="180086"/>
                    </a:lnTo>
                    <a:lnTo>
                      <a:pt x="353864" y="228007"/>
                    </a:lnTo>
                    <a:lnTo>
                      <a:pt x="335703" y="271060"/>
                    </a:lnTo>
                    <a:lnTo>
                      <a:pt x="307530" y="307530"/>
                    </a:lnTo>
                    <a:lnTo>
                      <a:pt x="271060" y="335703"/>
                    </a:lnTo>
                    <a:lnTo>
                      <a:pt x="228007" y="353864"/>
                    </a:lnTo>
                    <a:lnTo>
                      <a:pt x="180085" y="360299"/>
                    </a:lnTo>
                    <a:lnTo>
                      <a:pt x="132218" y="353864"/>
                    </a:lnTo>
                    <a:lnTo>
                      <a:pt x="89201" y="335703"/>
                    </a:lnTo>
                    <a:lnTo>
                      <a:pt x="52752" y="307530"/>
                    </a:lnTo>
                    <a:lnTo>
                      <a:pt x="24590" y="271060"/>
                    </a:lnTo>
                    <a:lnTo>
                      <a:pt x="6434" y="228007"/>
                    </a:lnTo>
                    <a:lnTo>
                      <a:pt x="0" y="180086"/>
                    </a:lnTo>
                    <a:close/>
                  </a:path>
                </a:pathLst>
              </a:custGeom>
              <a:ln w="12700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7969378" y="1542035"/>
                <a:ext cx="150495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4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9447276" y="15002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180085" y="0"/>
                    </a:moveTo>
                    <a:lnTo>
                      <a:pt x="132218" y="6434"/>
                    </a:lnTo>
                    <a:lnTo>
                      <a:pt x="89201" y="24590"/>
                    </a:lnTo>
                    <a:lnTo>
                      <a:pt x="52752" y="52752"/>
                    </a:lnTo>
                    <a:lnTo>
                      <a:pt x="24590" y="89201"/>
                    </a:lnTo>
                    <a:lnTo>
                      <a:pt x="6434" y="132218"/>
                    </a:lnTo>
                    <a:lnTo>
                      <a:pt x="0" y="180086"/>
                    </a:lnTo>
                    <a:lnTo>
                      <a:pt x="6434" y="228007"/>
                    </a:lnTo>
                    <a:lnTo>
                      <a:pt x="24590" y="271060"/>
                    </a:lnTo>
                    <a:lnTo>
                      <a:pt x="52752" y="307530"/>
                    </a:lnTo>
                    <a:lnTo>
                      <a:pt x="89201" y="335703"/>
                    </a:lnTo>
                    <a:lnTo>
                      <a:pt x="132218" y="353864"/>
                    </a:lnTo>
                    <a:lnTo>
                      <a:pt x="180085" y="360299"/>
                    </a:lnTo>
                    <a:lnTo>
                      <a:pt x="228007" y="353864"/>
                    </a:lnTo>
                    <a:lnTo>
                      <a:pt x="271060" y="335703"/>
                    </a:lnTo>
                    <a:lnTo>
                      <a:pt x="307530" y="307530"/>
                    </a:lnTo>
                    <a:lnTo>
                      <a:pt x="335703" y="271060"/>
                    </a:lnTo>
                    <a:lnTo>
                      <a:pt x="353864" y="228007"/>
                    </a:lnTo>
                    <a:lnTo>
                      <a:pt x="360299" y="180086"/>
                    </a:lnTo>
                    <a:lnTo>
                      <a:pt x="353864" y="132218"/>
                    </a:lnTo>
                    <a:lnTo>
                      <a:pt x="335703" y="89201"/>
                    </a:lnTo>
                    <a:lnTo>
                      <a:pt x="307530" y="52752"/>
                    </a:lnTo>
                    <a:lnTo>
                      <a:pt x="271060" y="24590"/>
                    </a:lnTo>
                    <a:lnTo>
                      <a:pt x="228007" y="6434"/>
                    </a:lnTo>
                    <a:lnTo>
                      <a:pt x="180085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9447276" y="15002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0" y="180086"/>
                    </a:moveTo>
                    <a:lnTo>
                      <a:pt x="6434" y="132218"/>
                    </a:lnTo>
                    <a:lnTo>
                      <a:pt x="24590" y="89201"/>
                    </a:lnTo>
                    <a:lnTo>
                      <a:pt x="52752" y="52752"/>
                    </a:lnTo>
                    <a:lnTo>
                      <a:pt x="89201" y="24590"/>
                    </a:lnTo>
                    <a:lnTo>
                      <a:pt x="132218" y="6434"/>
                    </a:lnTo>
                    <a:lnTo>
                      <a:pt x="180085" y="0"/>
                    </a:lnTo>
                    <a:lnTo>
                      <a:pt x="228007" y="6434"/>
                    </a:lnTo>
                    <a:lnTo>
                      <a:pt x="271060" y="24590"/>
                    </a:lnTo>
                    <a:lnTo>
                      <a:pt x="307530" y="52752"/>
                    </a:lnTo>
                    <a:lnTo>
                      <a:pt x="335703" y="89201"/>
                    </a:lnTo>
                    <a:lnTo>
                      <a:pt x="353864" y="132218"/>
                    </a:lnTo>
                    <a:lnTo>
                      <a:pt x="360299" y="180086"/>
                    </a:lnTo>
                    <a:lnTo>
                      <a:pt x="353864" y="228007"/>
                    </a:lnTo>
                    <a:lnTo>
                      <a:pt x="335703" y="271060"/>
                    </a:lnTo>
                    <a:lnTo>
                      <a:pt x="307530" y="307530"/>
                    </a:lnTo>
                    <a:lnTo>
                      <a:pt x="271060" y="335703"/>
                    </a:lnTo>
                    <a:lnTo>
                      <a:pt x="228007" y="353864"/>
                    </a:lnTo>
                    <a:lnTo>
                      <a:pt x="180085" y="360299"/>
                    </a:lnTo>
                    <a:lnTo>
                      <a:pt x="132218" y="353864"/>
                    </a:lnTo>
                    <a:lnTo>
                      <a:pt x="89201" y="335703"/>
                    </a:lnTo>
                    <a:lnTo>
                      <a:pt x="52752" y="307530"/>
                    </a:lnTo>
                    <a:lnTo>
                      <a:pt x="24590" y="271060"/>
                    </a:lnTo>
                    <a:lnTo>
                      <a:pt x="6434" y="228007"/>
                    </a:lnTo>
                    <a:lnTo>
                      <a:pt x="0" y="180086"/>
                    </a:lnTo>
                    <a:close/>
                  </a:path>
                </a:pathLst>
              </a:custGeom>
              <a:ln w="12700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9554083" y="1542035"/>
                <a:ext cx="150495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7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8870950" y="29400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79">
                    <a:moveTo>
                      <a:pt x="180213" y="0"/>
                    </a:moveTo>
                    <a:lnTo>
                      <a:pt x="132291" y="6434"/>
                    </a:lnTo>
                    <a:lnTo>
                      <a:pt x="89238" y="24595"/>
                    </a:lnTo>
                    <a:lnTo>
                      <a:pt x="52768" y="52768"/>
                    </a:lnTo>
                    <a:lnTo>
                      <a:pt x="24595" y="89238"/>
                    </a:lnTo>
                    <a:lnTo>
                      <a:pt x="6434" y="132291"/>
                    </a:lnTo>
                    <a:lnTo>
                      <a:pt x="0" y="180212"/>
                    </a:lnTo>
                    <a:lnTo>
                      <a:pt x="6434" y="228090"/>
                    </a:lnTo>
                    <a:lnTo>
                      <a:pt x="24595" y="271130"/>
                    </a:lnTo>
                    <a:lnTo>
                      <a:pt x="52768" y="307609"/>
                    </a:lnTo>
                    <a:lnTo>
                      <a:pt x="89238" y="335802"/>
                    </a:lnTo>
                    <a:lnTo>
                      <a:pt x="132291" y="353982"/>
                    </a:lnTo>
                    <a:lnTo>
                      <a:pt x="180213" y="360425"/>
                    </a:lnTo>
                    <a:lnTo>
                      <a:pt x="228090" y="353982"/>
                    </a:lnTo>
                    <a:lnTo>
                      <a:pt x="271130" y="335802"/>
                    </a:lnTo>
                    <a:lnTo>
                      <a:pt x="307609" y="307609"/>
                    </a:lnTo>
                    <a:lnTo>
                      <a:pt x="335802" y="271130"/>
                    </a:lnTo>
                    <a:lnTo>
                      <a:pt x="353982" y="228090"/>
                    </a:lnTo>
                    <a:lnTo>
                      <a:pt x="360425" y="180212"/>
                    </a:lnTo>
                    <a:lnTo>
                      <a:pt x="353982" y="132291"/>
                    </a:lnTo>
                    <a:lnTo>
                      <a:pt x="335802" y="89238"/>
                    </a:lnTo>
                    <a:lnTo>
                      <a:pt x="307609" y="52768"/>
                    </a:lnTo>
                    <a:lnTo>
                      <a:pt x="271130" y="24595"/>
                    </a:lnTo>
                    <a:lnTo>
                      <a:pt x="228090" y="6434"/>
                    </a:lnTo>
                    <a:lnTo>
                      <a:pt x="180213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8870950" y="29400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79">
                    <a:moveTo>
                      <a:pt x="0" y="180212"/>
                    </a:moveTo>
                    <a:lnTo>
                      <a:pt x="6434" y="132291"/>
                    </a:lnTo>
                    <a:lnTo>
                      <a:pt x="24595" y="89238"/>
                    </a:lnTo>
                    <a:lnTo>
                      <a:pt x="52768" y="52768"/>
                    </a:lnTo>
                    <a:lnTo>
                      <a:pt x="89238" y="24595"/>
                    </a:lnTo>
                    <a:lnTo>
                      <a:pt x="132291" y="6434"/>
                    </a:lnTo>
                    <a:lnTo>
                      <a:pt x="180213" y="0"/>
                    </a:lnTo>
                    <a:lnTo>
                      <a:pt x="228090" y="6434"/>
                    </a:lnTo>
                    <a:lnTo>
                      <a:pt x="271130" y="24595"/>
                    </a:lnTo>
                    <a:lnTo>
                      <a:pt x="307609" y="52768"/>
                    </a:lnTo>
                    <a:lnTo>
                      <a:pt x="335802" y="89238"/>
                    </a:lnTo>
                    <a:lnTo>
                      <a:pt x="353982" y="132291"/>
                    </a:lnTo>
                    <a:lnTo>
                      <a:pt x="360425" y="180212"/>
                    </a:lnTo>
                    <a:lnTo>
                      <a:pt x="353982" y="228090"/>
                    </a:lnTo>
                    <a:lnTo>
                      <a:pt x="335802" y="271130"/>
                    </a:lnTo>
                    <a:lnTo>
                      <a:pt x="307609" y="307609"/>
                    </a:lnTo>
                    <a:lnTo>
                      <a:pt x="271130" y="335802"/>
                    </a:lnTo>
                    <a:lnTo>
                      <a:pt x="228090" y="353982"/>
                    </a:lnTo>
                    <a:lnTo>
                      <a:pt x="180213" y="360425"/>
                    </a:lnTo>
                    <a:lnTo>
                      <a:pt x="132291" y="353982"/>
                    </a:lnTo>
                    <a:lnTo>
                      <a:pt x="89238" y="335802"/>
                    </a:lnTo>
                    <a:lnTo>
                      <a:pt x="52768" y="307609"/>
                    </a:lnTo>
                    <a:lnTo>
                      <a:pt x="24595" y="271130"/>
                    </a:lnTo>
                    <a:lnTo>
                      <a:pt x="6434" y="228090"/>
                    </a:lnTo>
                    <a:lnTo>
                      <a:pt x="0" y="180212"/>
                    </a:lnTo>
                    <a:close/>
                  </a:path>
                </a:pathLst>
              </a:custGeom>
              <a:ln w="12700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8977631" y="2982215"/>
                <a:ext cx="150495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9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7862951" y="29400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79">
                    <a:moveTo>
                      <a:pt x="180085" y="0"/>
                    </a:moveTo>
                    <a:lnTo>
                      <a:pt x="132218" y="6434"/>
                    </a:lnTo>
                    <a:lnTo>
                      <a:pt x="89201" y="24595"/>
                    </a:lnTo>
                    <a:lnTo>
                      <a:pt x="52752" y="52768"/>
                    </a:lnTo>
                    <a:lnTo>
                      <a:pt x="24590" y="89238"/>
                    </a:lnTo>
                    <a:lnTo>
                      <a:pt x="6434" y="132291"/>
                    </a:lnTo>
                    <a:lnTo>
                      <a:pt x="0" y="180212"/>
                    </a:lnTo>
                    <a:lnTo>
                      <a:pt x="6434" y="228090"/>
                    </a:lnTo>
                    <a:lnTo>
                      <a:pt x="24590" y="271130"/>
                    </a:lnTo>
                    <a:lnTo>
                      <a:pt x="52752" y="307609"/>
                    </a:lnTo>
                    <a:lnTo>
                      <a:pt x="89201" y="335802"/>
                    </a:lnTo>
                    <a:lnTo>
                      <a:pt x="132218" y="353982"/>
                    </a:lnTo>
                    <a:lnTo>
                      <a:pt x="180085" y="360425"/>
                    </a:lnTo>
                    <a:lnTo>
                      <a:pt x="228007" y="353982"/>
                    </a:lnTo>
                    <a:lnTo>
                      <a:pt x="271060" y="335802"/>
                    </a:lnTo>
                    <a:lnTo>
                      <a:pt x="307530" y="307609"/>
                    </a:lnTo>
                    <a:lnTo>
                      <a:pt x="335703" y="271130"/>
                    </a:lnTo>
                    <a:lnTo>
                      <a:pt x="353864" y="228090"/>
                    </a:lnTo>
                    <a:lnTo>
                      <a:pt x="360299" y="180212"/>
                    </a:lnTo>
                    <a:lnTo>
                      <a:pt x="353864" y="132291"/>
                    </a:lnTo>
                    <a:lnTo>
                      <a:pt x="335703" y="89238"/>
                    </a:lnTo>
                    <a:lnTo>
                      <a:pt x="307530" y="52768"/>
                    </a:lnTo>
                    <a:lnTo>
                      <a:pt x="271060" y="24595"/>
                    </a:lnTo>
                    <a:lnTo>
                      <a:pt x="228007" y="6434"/>
                    </a:lnTo>
                    <a:lnTo>
                      <a:pt x="180085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862951" y="2940050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79">
                    <a:moveTo>
                      <a:pt x="0" y="180212"/>
                    </a:moveTo>
                    <a:lnTo>
                      <a:pt x="6434" y="132291"/>
                    </a:lnTo>
                    <a:lnTo>
                      <a:pt x="24590" y="89238"/>
                    </a:lnTo>
                    <a:lnTo>
                      <a:pt x="52752" y="52768"/>
                    </a:lnTo>
                    <a:lnTo>
                      <a:pt x="89201" y="24595"/>
                    </a:lnTo>
                    <a:lnTo>
                      <a:pt x="132218" y="6434"/>
                    </a:lnTo>
                    <a:lnTo>
                      <a:pt x="180085" y="0"/>
                    </a:lnTo>
                    <a:lnTo>
                      <a:pt x="228007" y="6434"/>
                    </a:lnTo>
                    <a:lnTo>
                      <a:pt x="271060" y="24595"/>
                    </a:lnTo>
                    <a:lnTo>
                      <a:pt x="307530" y="52768"/>
                    </a:lnTo>
                    <a:lnTo>
                      <a:pt x="335703" y="89238"/>
                    </a:lnTo>
                    <a:lnTo>
                      <a:pt x="353864" y="132291"/>
                    </a:lnTo>
                    <a:lnTo>
                      <a:pt x="360299" y="180212"/>
                    </a:lnTo>
                    <a:lnTo>
                      <a:pt x="353864" y="228090"/>
                    </a:lnTo>
                    <a:lnTo>
                      <a:pt x="335703" y="271130"/>
                    </a:lnTo>
                    <a:lnTo>
                      <a:pt x="307530" y="307609"/>
                    </a:lnTo>
                    <a:lnTo>
                      <a:pt x="271060" y="335802"/>
                    </a:lnTo>
                    <a:lnTo>
                      <a:pt x="228007" y="353982"/>
                    </a:lnTo>
                    <a:lnTo>
                      <a:pt x="180085" y="360425"/>
                    </a:lnTo>
                    <a:lnTo>
                      <a:pt x="132218" y="353982"/>
                    </a:lnTo>
                    <a:lnTo>
                      <a:pt x="89201" y="335802"/>
                    </a:lnTo>
                    <a:lnTo>
                      <a:pt x="52752" y="307609"/>
                    </a:lnTo>
                    <a:lnTo>
                      <a:pt x="24590" y="271130"/>
                    </a:lnTo>
                    <a:lnTo>
                      <a:pt x="6434" y="228090"/>
                    </a:lnTo>
                    <a:lnTo>
                      <a:pt x="0" y="180212"/>
                    </a:lnTo>
                    <a:close/>
                  </a:path>
                </a:pathLst>
              </a:custGeom>
              <a:ln w="12699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 txBox="1"/>
              <p:nvPr/>
            </p:nvSpPr>
            <p:spPr>
              <a:xfrm>
                <a:off x="7969378" y="2982215"/>
                <a:ext cx="150495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6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8583676" y="1932051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180085" y="0"/>
                    </a:moveTo>
                    <a:lnTo>
                      <a:pt x="132218" y="6434"/>
                    </a:lnTo>
                    <a:lnTo>
                      <a:pt x="89201" y="24590"/>
                    </a:lnTo>
                    <a:lnTo>
                      <a:pt x="52752" y="52752"/>
                    </a:lnTo>
                    <a:lnTo>
                      <a:pt x="24590" y="89201"/>
                    </a:lnTo>
                    <a:lnTo>
                      <a:pt x="6434" y="132218"/>
                    </a:lnTo>
                    <a:lnTo>
                      <a:pt x="0" y="180086"/>
                    </a:lnTo>
                    <a:lnTo>
                      <a:pt x="6434" y="228007"/>
                    </a:lnTo>
                    <a:lnTo>
                      <a:pt x="24590" y="271060"/>
                    </a:lnTo>
                    <a:lnTo>
                      <a:pt x="52752" y="307530"/>
                    </a:lnTo>
                    <a:lnTo>
                      <a:pt x="89201" y="335703"/>
                    </a:lnTo>
                    <a:lnTo>
                      <a:pt x="132218" y="353864"/>
                    </a:lnTo>
                    <a:lnTo>
                      <a:pt x="180085" y="360299"/>
                    </a:lnTo>
                    <a:lnTo>
                      <a:pt x="228007" y="353864"/>
                    </a:lnTo>
                    <a:lnTo>
                      <a:pt x="271060" y="335703"/>
                    </a:lnTo>
                    <a:lnTo>
                      <a:pt x="307530" y="307530"/>
                    </a:lnTo>
                    <a:lnTo>
                      <a:pt x="335703" y="271060"/>
                    </a:lnTo>
                    <a:lnTo>
                      <a:pt x="353864" y="228007"/>
                    </a:lnTo>
                    <a:lnTo>
                      <a:pt x="360299" y="180086"/>
                    </a:lnTo>
                    <a:lnTo>
                      <a:pt x="353864" y="132218"/>
                    </a:lnTo>
                    <a:lnTo>
                      <a:pt x="335703" y="89201"/>
                    </a:lnTo>
                    <a:lnTo>
                      <a:pt x="307530" y="52752"/>
                    </a:lnTo>
                    <a:lnTo>
                      <a:pt x="271060" y="24590"/>
                    </a:lnTo>
                    <a:lnTo>
                      <a:pt x="228007" y="6434"/>
                    </a:lnTo>
                    <a:lnTo>
                      <a:pt x="180085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8583676" y="1932051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0" y="180086"/>
                    </a:moveTo>
                    <a:lnTo>
                      <a:pt x="6434" y="132218"/>
                    </a:lnTo>
                    <a:lnTo>
                      <a:pt x="24590" y="89201"/>
                    </a:lnTo>
                    <a:lnTo>
                      <a:pt x="52752" y="52752"/>
                    </a:lnTo>
                    <a:lnTo>
                      <a:pt x="89201" y="24590"/>
                    </a:lnTo>
                    <a:lnTo>
                      <a:pt x="132218" y="6434"/>
                    </a:lnTo>
                    <a:lnTo>
                      <a:pt x="180085" y="0"/>
                    </a:lnTo>
                    <a:lnTo>
                      <a:pt x="228007" y="6434"/>
                    </a:lnTo>
                    <a:lnTo>
                      <a:pt x="271060" y="24590"/>
                    </a:lnTo>
                    <a:lnTo>
                      <a:pt x="307530" y="52752"/>
                    </a:lnTo>
                    <a:lnTo>
                      <a:pt x="335703" y="89201"/>
                    </a:lnTo>
                    <a:lnTo>
                      <a:pt x="353864" y="132218"/>
                    </a:lnTo>
                    <a:lnTo>
                      <a:pt x="360299" y="180086"/>
                    </a:lnTo>
                    <a:lnTo>
                      <a:pt x="353864" y="228007"/>
                    </a:lnTo>
                    <a:lnTo>
                      <a:pt x="335703" y="271060"/>
                    </a:lnTo>
                    <a:lnTo>
                      <a:pt x="307530" y="307530"/>
                    </a:lnTo>
                    <a:lnTo>
                      <a:pt x="271060" y="335703"/>
                    </a:lnTo>
                    <a:lnTo>
                      <a:pt x="228007" y="353864"/>
                    </a:lnTo>
                    <a:lnTo>
                      <a:pt x="180085" y="360299"/>
                    </a:lnTo>
                    <a:lnTo>
                      <a:pt x="132218" y="353864"/>
                    </a:lnTo>
                    <a:lnTo>
                      <a:pt x="89201" y="335703"/>
                    </a:lnTo>
                    <a:lnTo>
                      <a:pt x="52752" y="307530"/>
                    </a:lnTo>
                    <a:lnTo>
                      <a:pt x="24590" y="271060"/>
                    </a:lnTo>
                    <a:lnTo>
                      <a:pt x="6434" y="228007"/>
                    </a:lnTo>
                    <a:lnTo>
                      <a:pt x="0" y="180086"/>
                    </a:lnTo>
                    <a:close/>
                  </a:path>
                </a:pathLst>
              </a:custGeom>
              <a:ln w="12700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 txBox="1"/>
              <p:nvPr/>
            </p:nvSpPr>
            <p:spPr>
              <a:xfrm>
                <a:off x="8627744" y="1973835"/>
                <a:ext cx="275590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10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9807575" y="2581275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180213" y="0"/>
                    </a:moveTo>
                    <a:lnTo>
                      <a:pt x="132291" y="6434"/>
                    </a:lnTo>
                    <a:lnTo>
                      <a:pt x="89238" y="24595"/>
                    </a:lnTo>
                    <a:lnTo>
                      <a:pt x="52768" y="52768"/>
                    </a:lnTo>
                    <a:lnTo>
                      <a:pt x="24595" y="89238"/>
                    </a:lnTo>
                    <a:lnTo>
                      <a:pt x="6434" y="132291"/>
                    </a:lnTo>
                    <a:lnTo>
                      <a:pt x="0" y="180212"/>
                    </a:lnTo>
                    <a:lnTo>
                      <a:pt x="6434" y="228090"/>
                    </a:lnTo>
                    <a:lnTo>
                      <a:pt x="24595" y="271130"/>
                    </a:lnTo>
                    <a:lnTo>
                      <a:pt x="52768" y="307609"/>
                    </a:lnTo>
                    <a:lnTo>
                      <a:pt x="89238" y="335802"/>
                    </a:lnTo>
                    <a:lnTo>
                      <a:pt x="132291" y="353982"/>
                    </a:lnTo>
                    <a:lnTo>
                      <a:pt x="180213" y="360425"/>
                    </a:lnTo>
                    <a:lnTo>
                      <a:pt x="228090" y="353982"/>
                    </a:lnTo>
                    <a:lnTo>
                      <a:pt x="271130" y="335802"/>
                    </a:lnTo>
                    <a:lnTo>
                      <a:pt x="307609" y="307609"/>
                    </a:lnTo>
                    <a:lnTo>
                      <a:pt x="335802" y="271130"/>
                    </a:lnTo>
                    <a:lnTo>
                      <a:pt x="353982" y="228090"/>
                    </a:lnTo>
                    <a:lnTo>
                      <a:pt x="360425" y="180212"/>
                    </a:lnTo>
                    <a:lnTo>
                      <a:pt x="353982" y="132291"/>
                    </a:lnTo>
                    <a:lnTo>
                      <a:pt x="335802" y="89238"/>
                    </a:lnTo>
                    <a:lnTo>
                      <a:pt x="307609" y="52768"/>
                    </a:lnTo>
                    <a:lnTo>
                      <a:pt x="271130" y="24595"/>
                    </a:lnTo>
                    <a:lnTo>
                      <a:pt x="228090" y="6434"/>
                    </a:lnTo>
                    <a:lnTo>
                      <a:pt x="180213" y="0"/>
                    </a:lnTo>
                    <a:close/>
                  </a:path>
                </a:pathLst>
              </a:custGeom>
              <a:solidFill>
                <a:srgbClr val="C9D6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9807575" y="2581275"/>
                <a:ext cx="36068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60679" h="360680">
                    <a:moveTo>
                      <a:pt x="0" y="180212"/>
                    </a:moveTo>
                    <a:lnTo>
                      <a:pt x="6434" y="132291"/>
                    </a:lnTo>
                    <a:lnTo>
                      <a:pt x="24595" y="89238"/>
                    </a:lnTo>
                    <a:lnTo>
                      <a:pt x="52768" y="52768"/>
                    </a:lnTo>
                    <a:lnTo>
                      <a:pt x="89238" y="24595"/>
                    </a:lnTo>
                    <a:lnTo>
                      <a:pt x="132291" y="6434"/>
                    </a:lnTo>
                    <a:lnTo>
                      <a:pt x="180213" y="0"/>
                    </a:lnTo>
                    <a:lnTo>
                      <a:pt x="228090" y="6434"/>
                    </a:lnTo>
                    <a:lnTo>
                      <a:pt x="271130" y="24595"/>
                    </a:lnTo>
                    <a:lnTo>
                      <a:pt x="307609" y="52768"/>
                    </a:lnTo>
                    <a:lnTo>
                      <a:pt x="335802" y="89238"/>
                    </a:lnTo>
                    <a:lnTo>
                      <a:pt x="353982" y="132291"/>
                    </a:lnTo>
                    <a:lnTo>
                      <a:pt x="360425" y="180212"/>
                    </a:lnTo>
                    <a:lnTo>
                      <a:pt x="353982" y="228090"/>
                    </a:lnTo>
                    <a:lnTo>
                      <a:pt x="335802" y="271130"/>
                    </a:lnTo>
                    <a:lnTo>
                      <a:pt x="307609" y="307609"/>
                    </a:lnTo>
                    <a:lnTo>
                      <a:pt x="271130" y="335802"/>
                    </a:lnTo>
                    <a:lnTo>
                      <a:pt x="228090" y="353982"/>
                    </a:lnTo>
                    <a:lnTo>
                      <a:pt x="180213" y="360425"/>
                    </a:lnTo>
                    <a:lnTo>
                      <a:pt x="132291" y="353982"/>
                    </a:lnTo>
                    <a:lnTo>
                      <a:pt x="89238" y="335802"/>
                    </a:lnTo>
                    <a:lnTo>
                      <a:pt x="52768" y="307609"/>
                    </a:lnTo>
                    <a:lnTo>
                      <a:pt x="24595" y="271130"/>
                    </a:lnTo>
                    <a:lnTo>
                      <a:pt x="6434" y="228090"/>
                    </a:lnTo>
                    <a:lnTo>
                      <a:pt x="0" y="180212"/>
                    </a:lnTo>
                    <a:close/>
                  </a:path>
                </a:pathLst>
              </a:custGeom>
              <a:ln w="12700">
                <a:solidFill>
                  <a:srgbClr val="0000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 txBox="1"/>
              <p:nvPr/>
            </p:nvSpPr>
            <p:spPr>
              <a:xfrm>
                <a:off x="9852152" y="2623440"/>
                <a:ext cx="275590" cy="276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/>
                <a:r>
                  <a:rPr dirty="0">
                    <a:latin typeface="Tahoma"/>
                    <a:cs typeface="Tahoma"/>
                  </a:rPr>
                  <a:t>11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8043926" y="1860550"/>
                <a:ext cx="0" cy="1079500"/>
              </a:xfrm>
              <a:custGeom>
                <a:avLst/>
                <a:gdLst/>
                <a:ahLst/>
                <a:cxnLst/>
                <a:rect l="l" t="t" r="r" b="b"/>
                <a:pathLst>
                  <a:path h="1079500">
                    <a:moveTo>
                      <a:pt x="0" y="0"/>
                    </a:moveTo>
                    <a:lnTo>
                      <a:pt x="0" y="10795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8223250" y="3121025"/>
                <a:ext cx="6477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7700">
                    <a:moveTo>
                      <a:pt x="0" y="0"/>
                    </a:moveTo>
                    <a:lnTo>
                      <a:pt x="6477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9178926" y="1808227"/>
                <a:ext cx="320675" cy="1184275"/>
              </a:xfrm>
              <a:custGeom>
                <a:avLst/>
                <a:gdLst/>
                <a:ahLst/>
                <a:cxnLst/>
                <a:rect l="l" t="t" r="r" b="b"/>
                <a:pathLst>
                  <a:path w="320675" h="1184275">
                    <a:moveTo>
                      <a:pt x="0" y="1184148"/>
                    </a:moveTo>
                    <a:lnTo>
                      <a:pt x="320675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8891652" y="2240026"/>
                <a:ext cx="968375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968375" h="393700">
                    <a:moveTo>
                      <a:pt x="0" y="0"/>
                    </a:moveTo>
                    <a:lnTo>
                      <a:pt x="968375" y="39370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 txBox="1"/>
              <p:nvPr/>
            </p:nvSpPr>
            <p:spPr>
              <a:xfrm>
                <a:off x="7864475" y="3857562"/>
                <a:ext cx="2303780" cy="734175"/>
              </a:xfrm>
              <a:prstGeom prst="rect">
                <a:avLst/>
              </a:prstGeom>
              <a:ln w="12700">
                <a:solidFill>
                  <a:srgbClr val="FF9900"/>
                </a:solidFill>
              </a:ln>
            </p:spPr>
            <p:txBody>
              <a:bodyPr vert="horz" wrap="square" lIns="0" tIns="38735" rIns="0" bIns="0" rtlCol="0">
                <a:spAutoFit/>
              </a:bodyPr>
              <a:lstStyle/>
              <a:p>
                <a:pPr marL="85725">
                  <a:spcBef>
                    <a:spcPts val="305"/>
                  </a:spcBef>
                </a:pPr>
                <a:r>
                  <a:rPr dirty="0">
                    <a:latin typeface="Tahoma"/>
                    <a:cs typeface="Tahoma"/>
                  </a:rPr>
                  <a:t>Camino </a:t>
                </a:r>
                <a:r>
                  <a:rPr spc="-5" dirty="0">
                    <a:latin typeface="Tahoma"/>
                    <a:cs typeface="Tahoma"/>
                  </a:rPr>
                  <a:t>entre </a:t>
                </a:r>
                <a:r>
                  <a:rPr dirty="0">
                    <a:latin typeface="Tahoma"/>
                    <a:cs typeface="Tahoma"/>
                  </a:rPr>
                  <a:t>4 y</a:t>
                </a:r>
                <a:r>
                  <a:rPr spc="-110" dirty="0">
                    <a:latin typeface="Tahoma"/>
                    <a:cs typeface="Tahoma"/>
                  </a:rPr>
                  <a:t> </a:t>
                </a:r>
                <a:r>
                  <a:rPr dirty="0">
                    <a:latin typeface="Tahoma"/>
                    <a:cs typeface="Tahoma"/>
                  </a:rPr>
                  <a:t>7</a:t>
                </a:r>
                <a:endParaRPr>
                  <a:latin typeface="Tahoma"/>
                  <a:cs typeface="Tahoma"/>
                </a:endParaRPr>
              </a:p>
              <a:p>
                <a:pPr marL="85725">
                  <a:spcBef>
                    <a:spcPts val="1080"/>
                  </a:spcBef>
                </a:pPr>
                <a:r>
                  <a:rPr dirty="0">
                    <a:latin typeface="Tahoma"/>
                    <a:cs typeface="Tahoma"/>
                  </a:rPr>
                  <a:t>T1 = </a:t>
                </a:r>
                <a:r>
                  <a:rPr spc="-10" dirty="0">
                    <a:latin typeface="Tahoma"/>
                    <a:cs typeface="Tahoma"/>
                  </a:rPr>
                  <a:t>{4, </a:t>
                </a:r>
                <a:r>
                  <a:rPr dirty="0">
                    <a:latin typeface="Tahoma"/>
                    <a:cs typeface="Tahoma"/>
                  </a:rPr>
                  <a:t>6, 9,</a:t>
                </a:r>
                <a:r>
                  <a:rPr spc="-85" dirty="0">
                    <a:latin typeface="Tahoma"/>
                    <a:cs typeface="Tahoma"/>
                  </a:rPr>
                  <a:t> </a:t>
                </a:r>
                <a:r>
                  <a:rPr dirty="0">
                    <a:latin typeface="Tahoma"/>
                    <a:cs typeface="Tahoma"/>
                  </a:rPr>
                  <a:t>7}</a:t>
                </a:r>
                <a:endParaRPr>
                  <a:latin typeface="Tahoma"/>
                  <a:cs typeface="Tahoma"/>
                </a:endParaRPr>
              </a:p>
            </p:txBody>
          </p:sp>
          <p:sp>
            <p:nvSpPr>
              <p:cNvPr id="28" name="object 28"/>
              <p:cNvSpPr txBox="1"/>
              <p:nvPr/>
            </p:nvSpPr>
            <p:spPr>
              <a:xfrm>
                <a:off x="7864475" y="4924488"/>
                <a:ext cx="2303780" cy="316112"/>
              </a:xfrm>
              <a:prstGeom prst="rect">
                <a:avLst/>
              </a:prstGeom>
              <a:ln w="12700">
                <a:solidFill>
                  <a:srgbClr val="FF9900"/>
                </a:solidFill>
              </a:ln>
            </p:spPr>
            <p:txBody>
              <a:bodyPr vert="horz" wrap="square" lIns="0" tIns="38735" rIns="0" bIns="0" rtlCol="0">
                <a:spAutoFit/>
              </a:bodyPr>
              <a:lstStyle/>
              <a:p>
                <a:pPr marL="85725">
                  <a:spcBef>
                    <a:spcPts val="305"/>
                  </a:spcBef>
                </a:pPr>
                <a:r>
                  <a:rPr spc="-5" dirty="0">
                    <a:latin typeface="Tahoma"/>
                    <a:cs typeface="Tahoma"/>
                  </a:rPr>
                  <a:t>Longitud:</a:t>
                </a:r>
                <a:r>
                  <a:rPr spc="-80" dirty="0">
                    <a:latin typeface="Tahoma"/>
                    <a:cs typeface="Tahoma"/>
                  </a:rPr>
                  <a:t> </a:t>
                </a:r>
                <a:r>
                  <a:rPr dirty="0">
                    <a:latin typeface="Tahoma"/>
                    <a:cs typeface="Tahoma"/>
                  </a:rPr>
                  <a:t>3</a:t>
                </a:r>
                <a:endParaRPr>
                  <a:latin typeface="Tahoma"/>
                  <a:cs typeface="Tahom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382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6871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Conectividad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722" y="1141071"/>
            <a:ext cx="7210424" cy="877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50" spc="23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800" b="1" u="sng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Grafo</a:t>
            </a:r>
            <a:r>
              <a:rPr sz="2800" b="1" u="sng" spc="-42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u="sng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Conexo</a:t>
            </a:r>
            <a:endParaRPr sz="2800" u="sng" dirty="0">
              <a:solidFill>
                <a:schemeClr val="tx1">
                  <a:lumMod val="85000"/>
                  <a:lumOff val="15000"/>
                </a:schemeClr>
              </a:solidFill>
              <a:latin typeface="HP Simplified" panose="020B0604020204020204" pitchFamily="34" charset="0"/>
              <a:cs typeface="Arial Narrow"/>
            </a:endParaRPr>
          </a:p>
          <a:p>
            <a:pPr marL="469900">
              <a:spcBef>
                <a:spcPts val="580"/>
              </a:spcBef>
            </a:pPr>
            <a:r>
              <a:rPr lang="es-CL" sz="2400" i="1" spc="1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Existe</a:t>
            </a:r>
            <a:r>
              <a:rPr sz="2400" i="1" spc="1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un </a:t>
            </a:r>
            <a:r>
              <a:rPr sz="2400" b="1" i="1" u="sng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camino</a:t>
            </a:r>
            <a:r>
              <a:rPr sz="2400" b="1" i="1" u="heavy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entre </a:t>
            </a:r>
            <a:r>
              <a:rPr sz="2400" i="1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cualquier </a:t>
            </a:r>
            <a:r>
              <a:rPr sz="2400" i="1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par</a:t>
            </a:r>
            <a:r>
              <a:rPr sz="2400" i="1" spc="7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de</a:t>
            </a:r>
            <a:r>
              <a:rPr lang="es-CL" sz="2400" i="1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CL" sz="2400" i="1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HP Simplified" panose="020B0604020204020204" pitchFamily="34" charset="0"/>
                <a:cs typeface="Arial Narrow"/>
              </a:rPr>
              <a:t>nodos</a:t>
            </a:r>
            <a:endParaRPr lang="es-CL" sz="2400" dirty="0">
              <a:solidFill>
                <a:schemeClr val="tx1">
                  <a:lumMod val="85000"/>
                  <a:lumOff val="15000"/>
                </a:schemeClr>
              </a:solidFill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0DB53757-D523-4E78-B904-675B6B5D5FD1}"/>
              </a:ext>
            </a:extLst>
          </p:cNvPr>
          <p:cNvGrpSpPr/>
          <p:nvPr/>
        </p:nvGrpSpPr>
        <p:grpSpPr>
          <a:xfrm>
            <a:off x="8690866" y="3154616"/>
            <a:ext cx="2232406" cy="1657604"/>
            <a:chOff x="7435850" y="1817751"/>
            <a:chExt cx="2232406" cy="1657604"/>
          </a:xfrm>
        </p:grpSpPr>
        <p:sp>
          <p:nvSpPr>
            <p:cNvPr id="4" name="object 4"/>
            <p:cNvSpPr/>
            <p:nvPr/>
          </p:nvSpPr>
          <p:spPr>
            <a:xfrm>
              <a:off x="7507351" y="19621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351" y="19621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613651" y="2004060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3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588375" y="25384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88375" y="253847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8695182" y="2580386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9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9236075" y="18177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36075" y="18177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9342882" y="1859535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5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307576" y="31146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5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07576" y="31146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5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9414510" y="3156840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7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435850" y="30416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5"/>
                  </a:lnTo>
                  <a:lnTo>
                    <a:pt x="52768" y="52768"/>
                  </a:lnTo>
                  <a:lnTo>
                    <a:pt x="24595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5" y="271130"/>
                  </a:lnTo>
                  <a:lnTo>
                    <a:pt x="52768" y="307609"/>
                  </a:lnTo>
                  <a:lnTo>
                    <a:pt x="89238" y="335802"/>
                  </a:lnTo>
                  <a:lnTo>
                    <a:pt x="132291" y="353982"/>
                  </a:lnTo>
                  <a:lnTo>
                    <a:pt x="180212" y="360425"/>
                  </a:lnTo>
                  <a:lnTo>
                    <a:pt x="228090" y="353982"/>
                  </a:lnTo>
                  <a:lnTo>
                    <a:pt x="271130" y="335802"/>
                  </a:lnTo>
                  <a:lnTo>
                    <a:pt x="307609" y="307609"/>
                  </a:lnTo>
                  <a:lnTo>
                    <a:pt x="335802" y="271130"/>
                  </a:lnTo>
                  <a:lnTo>
                    <a:pt x="353982" y="228090"/>
                  </a:lnTo>
                  <a:lnTo>
                    <a:pt x="360425" y="180212"/>
                  </a:lnTo>
                  <a:lnTo>
                    <a:pt x="353982" y="132291"/>
                  </a:lnTo>
                  <a:lnTo>
                    <a:pt x="335802" y="89238"/>
                  </a:lnTo>
                  <a:lnTo>
                    <a:pt x="307609" y="52768"/>
                  </a:lnTo>
                  <a:lnTo>
                    <a:pt x="271130" y="24595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35850" y="30416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5" y="89238"/>
                  </a:lnTo>
                  <a:lnTo>
                    <a:pt x="52768" y="52768"/>
                  </a:lnTo>
                  <a:lnTo>
                    <a:pt x="89238" y="24595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5"/>
                  </a:lnTo>
                  <a:lnTo>
                    <a:pt x="307609" y="52768"/>
                  </a:lnTo>
                  <a:lnTo>
                    <a:pt x="335802" y="89238"/>
                  </a:lnTo>
                  <a:lnTo>
                    <a:pt x="353982" y="132291"/>
                  </a:lnTo>
                  <a:lnTo>
                    <a:pt x="360425" y="180212"/>
                  </a:lnTo>
                  <a:lnTo>
                    <a:pt x="353982" y="228090"/>
                  </a:lnTo>
                  <a:lnTo>
                    <a:pt x="335802" y="271130"/>
                  </a:lnTo>
                  <a:lnTo>
                    <a:pt x="307609" y="307609"/>
                  </a:lnTo>
                  <a:lnTo>
                    <a:pt x="271130" y="335802"/>
                  </a:lnTo>
                  <a:lnTo>
                    <a:pt x="228090" y="353982"/>
                  </a:lnTo>
                  <a:lnTo>
                    <a:pt x="180212" y="360425"/>
                  </a:lnTo>
                  <a:lnTo>
                    <a:pt x="132291" y="353982"/>
                  </a:lnTo>
                  <a:lnTo>
                    <a:pt x="89238" y="335802"/>
                  </a:lnTo>
                  <a:lnTo>
                    <a:pt x="52768" y="307609"/>
                  </a:lnTo>
                  <a:lnTo>
                    <a:pt x="24595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542404" y="3083687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2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616826" y="2322577"/>
              <a:ext cx="71755" cy="719455"/>
            </a:xfrm>
            <a:custGeom>
              <a:avLst/>
              <a:gdLst/>
              <a:ahLst/>
              <a:cxnLst/>
              <a:rect l="l" t="t" r="r" b="b"/>
              <a:pathLst>
                <a:path w="71754" h="719455">
                  <a:moveTo>
                    <a:pt x="71500" y="0"/>
                  </a:moveTo>
                  <a:lnTo>
                    <a:pt x="0" y="7190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67650" y="2143126"/>
              <a:ext cx="773430" cy="447675"/>
            </a:xfrm>
            <a:custGeom>
              <a:avLst/>
              <a:gdLst/>
              <a:ahLst/>
              <a:cxnLst/>
              <a:rect l="l" t="t" r="r" b="b"/>
              <a:pathLst>
                <a:path w="773429" h="447675">
                  <a:moveTo>
                    <a:pt x="0" y="0"/>
                  </a:moveTo>
                  <a:lnTo>
                    <a:pt x="773176" y="4476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96276" y="2846324"/>
              <a:ext cx="844550" cy="376555"/>
            </a:xfrm>
            <a:custGeom>
              <a:avLst/>
              <a:gdLst/>
              <a:ahLst/>
              <a:cxnLst/>
              <a:rect l="l" t="t" r="r" b="b"/>
              <a:pathLst>
                <a:path w="844550" h="376555">
                  <a:moveTo>
                    <a:pt x="0" y="376300"/>
                  </a:moveTo>
                  <a:lnTo>
                    <a:pt x="8445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96350" y="2125727"/>
              <a:ext cx="392430" cy="465455"/>
            </a:xfrm>
            <a:custGeom>
              <a:avLst/>
              <a:gdLst/>
              <a:ahLst/>
              <a:cxnLst/>
              <a:rect l="l" t="t" r="r" b="b"/>
              <a:pathLst>
                <a:path w="392429" h="465455">
                  <a:moveTo>
                    <a:pt x="0" y="465074"/>
                  </a:moveTo>
                  <a:lnTo>
                    <a:pt x="3921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43826" y="3295651"/>
              <a:ext cx="1564005" cy="53975"/>
            </a:xfrm>
            <a:custGeom>
              <a:avLst/>
              <a:gdLst/>
              <a:ahLst/>
              <a:cxnLst/>
              <a:rect l="l" t="t" r="r" b="b"/>
              <a:pathLst>
                <a:path w="1564004" h="53975">
                  <a:moveTo>
                    <a:pt x="0" y="53975"/>
                  </a:moveTo>
                  <a:lnTo>
                    <a:pt x="156375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88551" y="2125726"/>
              <a:ext cx="55880" cy="989330"/>
            </a:xfrm>
            <a:custGeom>
              <a:avLst/>
              <a:gdLst/>
              <a:ahLst/>
              <a:cxnLst/>
              <a:rect l="l" t="t" r="r" b="b"/>
              <a:pathLst>
                <a:path w="55879" h="989330">
                  <a:moveTo>
                    <a:pt x="0" y="988949"/>
                  </a:moveTo>
                  <a:lnTo>
                    <a:pt x="554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C232F5A-73FD-49B1-9F9C-59540357E775}"/>
              </a:ext>
            </a:extLst>
          </p:cNvPr>
          <p:cNvGrpSpPr/>
          <p:nvPr/>
        </p:nvGrpSpPr>
        <p:grpSpPr>
          <a:xfrm>
            <a:off x="1036703" y="2971165"/>
            <a:ext cx="2143505" cy="1932240"/>
            <a:chOff x="1036703" y="2971165"/>
            <a:chExt cx="2143505" cy="1932240"/>
          </a:xfrm>
        </p:grpSpPr>
        <p:sp>
          <p:nvSpPr>
            <p:cNvPr id="25" name="object 25"/>
            <p:cNvSpPr/>
            <p:nvPr/>
          </p:nvSpPr>
          <p:spPr>
            <a:xfrm>
              <a:off x="1036703" y="425691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107187" y="0"/>
                  </a:moveTo>
                  <a:lnTo>
                    <a:pt x="65472" y="8558"/>
                  </a:lnTo>
                  <a:lnTo>
                    <a:pt x="31400" y="31892"/>
                  </a:lnTo>
                  <a:lnTo>
                    <a:pt x="8425" y="66490"/>
                  </a:lnTo>
                  <a:lnTo>
                    <a:pt x="0" y="108838"/>
                  </a:lnTo>
                  <a:lnTo>
                    <a:pt x="8425" y="151167"/>
                  </a:lnTo>
                  <a:lnTo>
                    <a:pt x="31400" y="185721"/>
                  </a:lnTo>
                  <a:lnTo>
                    <a:pt x="65472" y="209012"/>
                  </a:lnTo>
                  <a:lnTo>
                    <a:pt x="107187" y="217550"/>
                  </a:lnTo>
                  <a:lnTo>
                    <a:pt x="148903" y="209012"/>
                  </a:lnTo>
                  <a:lnTo>
                    <a:pt x="182975" y="185721"/>
                  </a:lnTo>
                  <a:lnTo>
                    <a:pt x="205950" y="151167"/>
                  </a:lnTo>
                  <a:lnTo>
                    <a:pt x="214375" y="108838"/>
                  </a:lnTo>
                  <a:lnTo>
                    <a:pt x="205950" y="66490"/>
                  </a:lnTo>
                  <a:lnTo>
                    <a:pt x="182975" y="31892"/>
                  </a:lnTo>
                  <a:lnTo>
                    <a:pt x="148903" y="8558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6703" y="425691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0" y="108838"/>
                  </a:moveTo>
                  <a:lnTo>
                    <a:pt x="8425" y="66490"/>
                  </a:lnTo>
                  <a:lnTo>
                    <a:pt x="31400" y="31892"/>
                  </a:lnTo>
                  <a:lnTo>
                    <a:pt x="65472" y="8558"/>
                  </a:lnTo>
                  <a:lnTo>
                    <a:pt x="107187" y="0"/>
                  </a:lnTo>
                  <a:lnTo>
                    <a:pt x="148903" y="8558"/>
                  </a:lnTo>
                  <a:lnTo>
                    <a:pt x="182975" y="31892"/>
                  </a:lnTo>
                  <a:lnTo>
                    <a:pt x="205950" y="66490"/>
                  </a:lnTo>
                  <a:lnTo>
                    <a:pt x="214375" y="108838"/>
                  </a:lnTo>
                  <a:lnTo>
                    <a:pt x="205950" y="151167"/>
                  </a:lnTo>
                  <a:lnTo>
                    <a:pt x="182975" y="185721"/>
                  </a:lnTo>
                  <a:lnTo>
                    <a:pt x="148903" y="209012"/>
                  </a:lnTo>
                  <a:lnTo>
                    <a:pt x="107187" y="217550"/>
                  </a:lnTo>
                  <a:lnTo>
                    <a:pt x="65472" y="209012"/>
                  </a:lnTo>
                  <a:lnTo>
                    <a:pt x="31400" y="185721"/>
                  </a:lnTo>
                  <a:lnTo>
                    <a:pt x="8425" y="151167"/>
                  </a:lnTo>
                  <a:lnTo>
                    <a:pt x="0" y="1088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9200" y="3156840"/>
              <a:ext cx="849630" cy="1132205"/>
            </a:xfrm>
            <a:custGeom>
              <a:avLst/>
              <a:gdLst/>
              <a:ahLst/>
              <a:cxnLst/>
              <a:rect l="l" t="t" r="r" b="b"/>
              <a:pathLst>
                <a:path w="849630" h="1132204">
                  <a:moveTo>
                    <a:pt x="0" y="1131951"/>
                  </a:moveTo>
                  <a:lnTo>
                    <a:pt x="8493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19325" y="3156840"/>
              <a:ext cx="817880" cy="1176655"/>
            </a:xfrm>
            <a:custGeom>
              <a:avLst/>
              <a:gdLst/>
              <a:ahLst/>
              <a:cxnLst/>
              <a:rect l="l" t="t" r="r" b="b"/>
              <a:pathLst>
                <a:path w="817879" h="1176654">
                  <a:moveTo>
                    <a:pt x="0" y="0"/>
                  </a:moveTo>
                  <a:lnTo>
                    <a:pt x="817626" y="117640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51078" y="4366515"/>
              <a:ext cx="1714500" cy="1905"/>
            </a:xfrm>
            <a:custGeom>
              <a:avLst/>
              <a:gdLst/>
              <a:ahLst/>
              <a:cxnLst/>
              <a:rect l="l" t="t" r="r" b="b"/>
              <a:pathLst>
                <a:path w="1714500" h="1904">
                  <a:moveTo>
                    <a:pt x="0" y="0"/>
                  </a:moveTo>
                  <a:lnTo>
                    <a:pt x="1714500" y="16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65579" y="425691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061" y="0"/>
                  </a:moveTo>
                  <a:lnTo>
                    <a:pt x="65365" y="8558"/>
                  </a:lnTo>
                  <a:lnTo>
                    <a:pt x="31337" y="31892"/>
                  </a:lnTo>
                  <a:lnTo>
                    <a:pt x="8405" y="66490"/>
                  </a:lnTo>
                  <a:lnTo>
                    <a:pt x="0" y="108838"/>
                  </a:lnTo>
                  <a:lnTo>
                    <a:pt x="8405" y="151167"/>
                  </a:lnTo>
                  <a:lnTo>
                    <a:pt x="31337" y="185721"/>
                  </a:lnTo>
                  <a:lnTo>
                    <a:pt x="65365" y="209012"/>
                  </a:lnTo>
                  <a:lnTo>
                    <a:pt x="107061" y="217550"/>
                  </a:lnTo>
                  <a:lnTo>
                    <a:pt x="148776" y="209012"/>
                  </a:lnTo>
                  <a:lnTo>
                    <a:pt x="182848" y="185721"/>
                  </a:lnTo>
                  <a:lnTo>
                    <a:pt x="205823" y="151167"/>
                  </a:lnTo>
                  <a:lnTo>
                    <a:pt x="214249" y="108838"/>
                  </a:lnTo>
                  <a:lnTo>
                    <a:pt x="205823" y="66490"/>
                  </a:lnTo>
                  <a:lnTo>
                    <a:pt x="182848" y="31892"/>
                  </a:lnTo>
                  <a:lnTo>
                    <a:pt x="148776" y="8558"/>
                  </a:lnTo>
                  <a:lnTo>
                    <a:pt x="1070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65579" y="425691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838"/>
                  </a:moveTo>
                  <a:lnTo>
                    <a:pt x="8405" y="66490"/>
                  </a:lnTo>
                  <a:lnTo>
                    <a:pt x="31337" y="31892"/>
                  </a:lnTo>
                  <a:lnTo>
                    <a:pt x="65365" y="8558"/>
                  </a:lnTo>
                  <a:lnTo>
                    <a:pt x="107061" y="0"/>
                  </a:lnTo>
                  <a:lnTo>
                    <a:pt x="148776" y="8558"/>
                  </a:lnTo>
                  <a:lnTo>
                    <a:pt x="182848" y="31892"/>
                  </a:lnTo>
                  <a:lnTo>
                    <a:pt x="205823" y="66490"/>
                  </a:lnTo>
                  <a:lnTo>
                    <a:pt x="214249" y="108838"/>
                  </a:lnTo>
                  <a:lnTo>
                    <a:pt x="205823" y="151167"/>
                  </a:lnTo>
                  <a:lnTo>
                    <a:pt x="182848" y="185721"/>
                  </a:lnTo>
                  <a:lnTo>
                    <a:pt x="148776" y="209012"/>
                  </a:lnTo>
                  <a:lnTo>
                    <a:pt x="107061" y="217550"/>
                  </a:lnTo>
                  <a:lnTo>
                    <a:pt x="65365" y="209012"/>
                  </a:lnTo>
                  <a:lnTo>
                    <a:pt x="31337" y="185721"/>
                  </a:lnTo>
                  <a:lnTo>
                    <a:pt x="8405" y="151167"/>
                  </a:lnTo>
                  <a:lnTo>
                    <a:pt x="0" y="1088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36828" y="2971165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107187" y="0"/>
                  </a:moveTo>
                  <a:lnTo>
                    <a:pt x="65472" y="8538"/>
                  </a:lnTo>
                  <a:lnTo>
                    <a:pt x="31400" y="31829"/>
                  </a:lnTo>
                  <a:lnTo>
                    <a:pt x="8425" y="66383"/>
                  </a:lnTo>
                  <a:lnTo>
                    <a:pt x="0" y="108712"/>
                  </a:lnTo>
                  <a:lnTo>
                    <a:pt x="8425" y="151040"/>
                  </a:lnTo>
                  <a:lnTo>
                    <a:pt x="31400" y="185594"/>
                  </a:lnTo>
                  <a:lnTo>
                    <a:pt x="65472" y="208885"/>
                  </a:lnTo>
                  <a:lnTo>
                    <a:pt x="107187" y="217424"/>
                  </a:lnTo>
                  <a:lnTo>
                    <a:pt x="148903" y="208885"/>
                  </a:lnTo>
                  <a:lnTo>
                    <a:pt x="182975" y="185594"/>
                  </a:lnTo>
                  <a:lnTo>
                    <a:pt x="205950" y="151040"/>
                  </a:lnTo>
                  <a:lnTo>
                    <a:pt x="214375" y="108712"/>
                  </a:lnTo>
                  <a:lnTo>
                    <a:pt x="205950" y="66383"/>
                  </a:lnTo>
                  <a:lnTo>
                    <a:pt x="182975" y="31829"/>
                  </a:lnTo>
                  <a:lnTo>
                    <a:pt x="148903" y="8538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36828" y="2971165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0" y="108712"/>
                  </a:moveTo>
                  <a:lnTo>
                    <a:pt x="8425" y="66383"/>
                  </a:lnTo>
                  <a:lnTo>
                    <a:pt x="31400" y="31829"/>
                  </a:lnTo>
                  <a:lnTo>
                    <a:pt x="65472" y="8538"/>
                  </a:lnTo>
                  <a:lnTo>
                    <a:pt x="107187" y="0"/>
                  </a:lnTo>
                  <a:lnTo>
                    <a:pt x="148903" y="8538"/>
                  </a:lnTo>
                  <a:lnTo>
                    <a:pt x="182975" y="31829"/>
                  </a:lnTo>
                  <a:lnTo>
                    <a:pt x="205950" y="66383"/>
                  </a:lnTo>
                  <a:lnTo>
                    <a:pt x="214375" y="108712"/>
                  </a:lnTo>
                  <a:lnTo>
                    <a:pt x="205950" y="151040"/>
                  </a:lnTo>
                  <a:lnTo>
                    <a:pt x="182975" y="185594"/>
                  </a:lnTo>
                  <a:lnTo>
                    <a:pt x="148903" y="208885"/>
                  </a:lnTo>
                  <a:lnTo>
                    <a:pt x="107187" y="217424"/>
                  </a:lnTo>
                  <a:lnTo>
                    <a:pt x="65472" y="208885"/>
                  </a:lnTo>
                  <a:lnTo>
                    <a:pt x="31400" y="185594"/>
                  </a:lnTo>
                  <a:lnTo>
                    <a:pt x="8425" y="151040"/>
                  </a:lnTo>
                  <a:lnTo>
                    <a:pt x="0" y="108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6828" y="4685601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107187" y="0"/>
                  </a:moveTo>
                  <a:lnTo>
                    <a:pt x="65472" y="8546"/>
                  </a:lnTo>
                  <a:lnTo>
                    <a:pt x="31400" y="31853"/>
                  </a:lnTo>
                  <a:lnTo>
                    <a:pt x="8425" y="66420"/>
                  </a:lnTo>
                  <a:lnTo>
                    <a:pt x="0" y="108750"/>
                  </a:lnTo>
                  <a:lnTo>
                    <a:pt x="8425" y="151077"/>
                  </a:lnTo>
                  <a:lnTo>
                    <a:pt x="31400" y="185640"/>
                  </a:lnTo>
                  <a:lnTo>
                    <a:pt x="65472" y="208942"/>
                  </a:lnTo>
                  <a:lnTo>
                    <a:pt x="107187" y="217487"/>
                  </a:lnTo>
                  <a:lnTo>
                    <a:pt x="148903" y="208942"/>
                  </a:lnTo>
                  <a:lnTo>
                    <a:pt x="182975" y="185640"/>
                  </a:lnTo>
                  <a:lnTo>
                    <a:pt x="205950" y="151077"/>
                  </a:lnTo>
                  <a:lnTo>
                    <a:pt x="214375" y="108750"/>
                  </a:lnTo>
                  <a:lnTo>
                    <a:pt x="205950" y="66420"/>
                  </a:lnTo>
                  <a:lnTo>
                    <a:pt x="182975" y="31853"/>
                  </a:lnTo>
                  <a:lnTo>
                    <a:pt x="148903" y="8546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36828" y="4685601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0" y="108750"/>
                  </a:moveTo>
                  <a:lnTo>
                    <a:pt x="8425" y="66420"/>
                  </a:lnTo>
                  <a:lnTo>
                    <a:pt x="31400" y="31853"/>
                  </a:lnTo>
                  <a:lnTo>
                    <a:pt x="65472" y="8546"/>
                  </a:lnTo>
                  <a:lnTo>
                    <a:pt x="107187" y="0"/>
                  </a:lnTo>
                  <a:lnTo>
                    <a:pt x="148903" y="8546"/>
                  </a:lnTo>
                  <a:lnTo>
                    <a:pt x="182975" y="31853"/>
                  </a:lnTo>
                  <a:lnTo>
                    <a:pt x="205950" y="66420"/>
                  </a:lnTo>
                  <a:lnTo>
                    <a:pt x="214375" y="108750"/>
                  </a:lnTo>
                  <a:lnTo>
                    <a:pt x="205950" y="151077"/>
                  </a:lnTo>
                  <a:lnTo>
                    <a:pt x="182975" y="185640"/>
                  </a:lnTo>
                  <a:lnTo>
                    <a:pt x="148903" y="208942"/>
                  </a:lnTo>
                  <a:lnTo>
                    <a:pt x="107187" y="217487"/>
                  </a:lnTo>
                  <a:lnTo>
                    <a:pt x="65472" y="208942"/>
                  </a:lnTo>
                  <a:lnTo>
                    <a:pt x="31400" y="185640"/>
                  </a:lnTo>
                  <a:lnTo>
                    <a:pt x="8425" y="151077"/>
                  </a:lnTo>
                  <a:lnTo>
                    <a:pt x="0" y="1087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36703" y="339966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107187" y="0"/>
                  </a:moveTo>
                  <a:lnTo>
                    <a:pt x="65472" y="8558"/>
                  </a:lnTo>
                  <a:lnTo>
                    <a:pt x="31400" y="31892"/>
                  </a:lnTo>
                  <a:lnTo>
                    <a:pt x="8425" y="66490"/>
                  </a:lnTo>
                  <a:lnTo>
                    <a:pt x="0" y="108838"/>
                  </a:lnTo>
                  <a:lnTo>
                    <a:pt x="8425" y="151167"/>
                  </a:lnTo>
                  <a:lnTo>
                    <a:pt x="31400" y="185721"/>
                  </a:lnTo>
                  <a:lnTo>
                    <a:pt x="65472" y="209012"/>
                  </a:lnTo>
                  <a:lnTo>
                    <a:pt x="107187" y="217550"/>
                  </a:lnTo>
                  <a:lnTo>
                    <a:pt x="148903" y="209012"/>
                  </a:lnTo>
                  <a:lnTo>
                    <a:pt x="182975" y="185721"/>
                  </a:lnTo>
                  <a:lnTo>
                    <a:pt x="205950" y="151167"/>
                  </a:lnTo>
                  <a:lnTo>
                    <a:pt x="214375" y="108838"/>
                  </a:lnTo>
                  <a:lnTo>
                    <a:pt x="205950" y="66490"/>
                  </a:lnTo>
                  <a:lnTo>
                    <a:pt x="182975" y="31892"/>
                  </a:lnTo>
                  <a:lnTo>
                    <a:pt x="148903" y="8558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36703" y="339966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30" h="217804">
                  <a:moveTo>
                    <a:pt x="0" y="108838"/>
                  </a:moveTo>
                  <a:lnTo>
                    <a:pt x="8425" y="66490"/>
                  </a:lnTo>
                  <a:lnTo>
                    <a:pt x="31400" y="31892"/>
                  </a:lnTo>
                  <a:lnTo>
                    <a:pt x="65472" y="8558"/>
                  </a:lnTo>
                  <a:lnTo>
                    <a:pt x="107187" y="0"/>
                  </a:lnTo>
                  <a:lnTo>
                    <a:pt x="148903" y="8558"/>
                  </a:lnTo>
                  <a:lnTo>
                    <a:pt x="182975" y="31892"/>
                  </a:lnTo>
                  <a:lnTo>
                    <a:pt x="205950" y="66490"/>
                  </a:lnTo>
                  <a:lnTo>
                    <a:pt x="214375" y="108838"/>
                  </a:lnTo>
                  <a:lnTo>
                    <a:pt x="205950" y="151167"/>
                  </a:lnTo>
                  <a:lnTo>
                    <a:pt x="182975" y="185721"/>
                  </a:lnTo>
                  <a:lnTo>
                    <a:pt x="148903" y="209012"/>
                  </a:lnTo>
                  <a:lnTo>
                    <a:pt x="107187" y="217550"/>
                  </a:lnTo>
                  <a:lnTo>
                    <a:pt x="65472" y="209012"/>
                  </a:lnTo>
                  <a:lnTo>
                    <a:pt x="31400" y="185721"/>
                  </a:lnTo>
                  <a:lnTo>
                    <a:pt x="8425" y="151167"/>
                  </a:lnTo>
                  <a:lnTo>
                    <a:pt x="0" y="1088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65579" y="339966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061" y="0"/>
                  </a:moveTo>
                  <a:lnTo>
                    <a:pt x="65365" y="8558"/>
                  </a:lnTo>
                  <a:lnTo>
                    <a:pt x="31337" y="31892"/>
                  </a:lnTo>
                  <a:lnTo>
                    <a:pt x="8405" y="66490"/>
                  </a:lnTo>
                  <a:lnTo>
                    <a:pt x="0" y="108838"/>
                  </a:lnTo>
                  <a:lnTo>
                    <a:pt x="8405" y="151167"/>
                  </a:lnTo>
                  <a:lnTo>
                    <a:pt x="31337" y="185721"/>
                  </a:lnTo>
                  <a:lnTo>
                    <a:pt x="65365" y="209012"/>
                  </a:lnTo>
                  <a:lnTo>
                    <a:pt x="107061" y="217550"/>
                  </a:lnTo>
                  <a:lnTo>
                    <a:pt x="148776" y="209012"/>
                  </a:lnTo>
                  <a:lnTo>
                    <a:pt x="182848" y="185721"/>
                  </a:lnTo>
                  <a:lnTo>
                    <a:pt x="205823" y="151167"/>
                  </a:lnTo>
                  <a:lnTo>
                    <a:pt x="214249" y="108838"/>
                  </a:lnTo>
                  <a:lnTo>
                    <a:pt x="205823" y="66490"/>
                  </a:lnTo>
                  <a:lnTo>
                    <a:pt x="182848" y="31892"/>
                  </a:lnTo>
                  <a:lnTo>
                    <a:pt x="148776" y="8558"/>
                  </a:lnTo>
                  <a:lnTo>
                    <a:pt x="1070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65579" y="3399662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838"/>
                  </a:moveTo>
                  <a:lnTo>
                    <a:pt x="8405" y="66490"/>
                  </a:lnTo>
                  <a:lnTo>
                    <a:pt x="31337" y="31892"/>
                  </a:lnTo>
                  <a:lnTo>
                    <a:pt x="65365" y="8558"/>
                  </a:lnTo>
                  <a:lnTo>
                    <a:pt x="107061" y="0"/>
                  </a:lnTo>
                  <a:lnTo>
                    <a:pt x="148776" y="8558"/>
                  </a:lnTo>
                  <a:lnTo>
                    <a:pt x="182848" y="31892"/>
                  </a:lnTo>
                  <a:lnTo>
                    <a:pt x="205823" y="66490"/>
                  </a:lnTo>
                  <a:lnTo>
                    <a:pt x="214249" y="108838"/>
                  </a:lnTo>
                  <a:lnTo>
                    <a:pt x="205823" y="151167"/>
                  </a:lnTo>
                  <a:lnTo>
                    <a:pt x="182848" y="185721"/>
                  </a:lnTo>
                  <a:lnTo>
                    <a:pt x="148776" y="209012"/>
                  </a:lnTo>
                  <a:lnTo>
                    <a:pt x="107061" y="217550"/>
                  </a:lnTo>
                  <a:lnTo>
                    <a:pt x="65365" y="209012"/>
                  </a:lnTo>
                  <a:lnTo>
                    <a:pt x="31337" y="185721"/>
                  </a:lnTo>
                  <a:lnTo>
                    <a:pt x="8405" y="151167"/>
                  </a:lnTo>
                  <a:lnTo>
                    <a:pt x="0" y="1088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38379" y="3545712"/>
              <a:ext cx="904875" cy="1140460"/>
            </a:xfrm>
            <a:custGeom>
              <a:avLst/>
              <a:gdLst/>
              <a:ahLst/>
              <a:cxnLst/>
              <a:rect l="l" t="t" r="r" b="b"/>
              <a:pathLst>
                <a:path w="904875" h="1140460">
                  <a:moveTo>
                    <a:pt x="0" y="0"/>
                  </a:moveTo>
                  <a:lnTo>
                    <a:pt x="904875" y="113988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79702" y="3556890"/>
              <a:ext cx="849630" cy="1132205"/>
            </a:xfrm>
            <a:custGeom>
              <a:avLst/>
              <a:gdLst/>
              <a:ahLst/>
              <a:cxnLst/>
              <a:rect l="l" t="t" r="r" b="b"/>
              <a:pathLst>
                <a:path w="849629" h="1132204">
                  <a:moveTo>
                    <a:pt x="0" y="1131887"/>
                  </a:moveTo>
                  <a:lnTo>
                    <a:pt x="8493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51078" y="3544190"/>
              <a:ext cx="1714500" cy="1905"/>
            </a:xfrm>
            <a:custGeom>
              <a:avLst/>
              <a:gdLst/>
              <a:ahLst/>
              <a:cxnLst/>
              <a:rect l="l" t="t" r="r" b="b"/>
              <a:pathLst>
                <a:path w="1714500" h="1904">
                  <a:moveTo>
                    <a:pt x="0" y="0"/>
                  </a:moveTo>
                  <a:lnTo>
                    <a:pt x="171450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248348" y="5085435"/>
            <a:ext cx="1720214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Arial Narrow"/>
                <a:cs typeface="Arial Narrow"/>
              </a:rPr>
              <a:t>Grafo</a:t>
            </a:r>
            <a:r>
              <a:rPr sz="2400" spc="-8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inconexo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044117" y="5082986"/>
            <a:ext cx="152590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Arial Narrow"/>
                <a:cs typeface="Arial Narrow"/>
              </a:rPr>
              <a:t>Grafo</a:t>
            </a:r>
            <a:r>
              <a:rPr sz="2400" spc="-9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conexo</a:t>
            </a:r>
            <a:endParaRPr sz="2400" dirty="0">
              <a:latin typeface="Arial Narrow"/>
              <a:cs typeface="Arial Narrow"/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10F2399B-7028-4A45-8C47-706C02F86CBD}"/>
              </a:ext>
            </a:extLst>
          </p:cNvPr>
          <p:cNvGrpSpPr/>
          <p:nvPr/>
        </p:nvGrpSpPr>
        <p:grpSpPr>
          <a:xfrm>
            <a:off x="4895791" y="2843098"/>
            <a:ext cx="2072004" cy="1854453"/>
            <a:chOff x="4513710" y="2824225"/>
            <a:chExt cx="2072004" cy="1854453"/>
          </a:xfrm>
        </p:grpSpPr>
        <p:sp>
          <p:nvSpPr>
            <p:cNvPr id="45" name="object 45"/>
            <p:cNvSpPr/>
            <p:nvPr/>
          </p:nvSpPr>
          <p:spPr>
            <a:xfrm>
              <a:off x="5442461" y="2824225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060" y="0"/>
                  </a:moveTo>
                  <a:lnTo>
                    <a:pt x="65365" y="8538"/>
                  </a:lnTo>
                  <a:lnTo>
                    <a:pt x="31337" y="31829"/>
                  </a:lnTo>
                  <a:lnTo>
                    <a:pt x="8405" y="66383"/>
                  </a:lnTo>
                  <a:lnTo>
                    <a:pt x="0" y="108712"/>
                  </a:lnTo>
                  <a:lnTo>
                    <a:pt x="8405" y="151040"/>
                  </a:lnTo>
                  <a:lnTo>
                    <a:pt x="31337" y="185594"/>
                  </a:lnTo>
                  <a:lnTo>
                    <a:pt x="65365" y="208885"/>
                  </a:lnTo>
                  <a:lnTo>
                    <a:pt x="107060" y="217424"/>
                  </a:lnTo>
                  <a:lnTo>
                    <a:pt x="148776" y="208885"/>
                  </a:lnTo>
                  <a:lnTo>
                    <a:pt x="182848" y="185594"/>
                  </a:lnTo>
                  <a:lnTo>
                    <a:pt x="205823" y="151040"/>
                  </a:lnTo>
                  <a:lnTo>
                    <a:pt x="214249" y="108712"/>
                  </a:lnTo>
                  <a:lnTo>
                    <a:pt x="205823" y="66383"/>
                  </a:lnTo>
                  <a:lnTo>
                    <a:pt x="182848" y="31829"/>
                  </a:lnTo>
                  <a:lnTo>
                    <a:pt x="148776" y="8538"/>
                  </a:lnTo>
                  <a:lnTo>
                    <a:pt x="1070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42461" y="2824225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712"/>
                  </a:moveTo>
                  <a:lnTo>
                    <a:pt x="8405" y="66383"/>
                  </a:lnTo>
                  <a:lnTo>
                    <a:pt x="31337" y="31829"/>
                  </a:lnTo>
                  <a:lnTo>
                    <a:pt x="65365" y="8538"/>
                  </a:lnTo>
                  <a:lnTo>
                    <a:pt x="107060" y="0"/>
                  </a:lnTo>
                  <a:lnTo>
                    <a:pt x="148776" y="8538"/>
                  </a:lnTo>
                  <a:lnTo>
                    <a:pt x="182848" y="31829"/>
                  </a:lnTo>
                  <a:lnTo>
                    <a:pt x="205823" y="66383"/>
                  </a:lnTo>
                  <a:lnTo>
                    <a:pt x="214249" y="108712"/>
                  </a:lnTo>
                  <a:lnTo>
                    <a:pt x="205823" y="151040"/>
                  </a:lnTo>
                  <a:lnTo>
                    <a:pt x="182848" y="185594"/>
                  </a:lnTo>
                  <a:lnTo>
                    <a:pt x="148776" y="208885"/>
                  </a:lnTo>
                  <a:lnTo>
                    <a:pt x="107060" y="217424"/>
                  </a:lnTo>
                  <a:lnTo>
                    <a:pt x="65365" y="208885"/>
                  </a:lnTo>
                  <a:lnTo>
                    <a:pt x="31337" y="185594"/>
                  </a:lnTo>
                  <a:lnTo>
                    <a:pt x="8405" y="151040"/>
                  </a:lnTo>
                  <a:lnTo>
                    <a:pt x="0" y="108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71085" y="34575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188" y="0"/>
                  </a:moveTo>
                  <a:lnTo>
                    <a:pt x="65472" y="8538"/>
                  </a:lnTo>
                  <a:lnTo>
                    <a:pt x="31400" y="31829"/>
                  </a:lnTo>
                  <a:lnTo>
                    <a:pt x="8425" y="66383"/>
                  </a:lnTo>
                  <a:lnTo>
                    <a:pt x="0" y="108712"/>
                  </a:lnTo>
                  <a:lnTo>
                    <a:pt x="8425" y="151060"/>
                  </a:lnTo>
                  <a:lnTo>
                    <a:pt x="31400" y="185658"/>
                  </a:lnTo>
                  <a:lnTo>
                    <a:pt x="65472" y="208992"/>
                  </a:lnTo>
                  <a:lnTo>
                    <a:pt x="107188" y="217550"/>
                  </a:lnTo>
                  <a:lnTo>
                    <a:pt x="148903" y="208992"/>
                  </a:lnTo>
                  <a:lnTo>
                    <a:pt x="182975" y="185658"/>
                  </a:lnTo>
                  <a:lnTo>
                    <a:pt x="205950" y="151060"/>
                  </a:lnTo>
                  <a:lnTo>
                    <a:pt x="214375" y="108712"/>
                  </a:lnTo>
                  <a:lnTo>
                    <a:pt x="205950" y="66383"/>
                  </a:lnTo>
                  <a:lnTo>
                    <a:pt x="182975" y="31829"/>
                  </a:lnTo>
                  <a:lnTo>
                    <a:pt x="148903" y="8538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71085" y="34575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712"/>
                  </a:moveTo>
                  <a:lnTo>
                    <a:pt x="8425" y="66383"/>
                  </a:lnTo>
                  <a:lnTo>
                    <a:pt x="31400" y="31829"/>
                  </a:lnTo>
                  <a:lnTo>
                    <a:pt x="65472" y="8538"/>
                  </a:lnTo>
                  <a:lnTo>
                    <a:pt x="107188" y="0"/>
                  </a:lnTo>
                  <a:lnTo>
                    <a:pt x="148903" y="8538"/>
                  </a:lnTo>
                  <a:lnTo>
                    <a:pt x="182975" y="31829"/>
                  </a:lnTo>
                  <a:lnTo>
                    <a:pt x="205950" y="66383"/>
                  </a:lnTo>
                  <a:lnTo>
                    <a:pt x="214375" y="108712"/>
                  </a:lnTo>
                  <a:lnTo>
                    <a:pt x="205950" y="151060"/>
                  </a:lnTo>
                  <a:lnTo>
                    <a:pt x="182975" y="185658"/>
                  </a:lnTo>
                  <a:lnTo>
                    <a:pt x="148903" y="208992"/>
                  </a:lnTo>
                  <a:lnTo>
                    <a:pt x="107188" y="217550"/>
                  </a:lnTo>
                  <a:lnTo>
                    <a:pt x="65472" y="208992"/>
                  </a:lnTo>
                  <a:lnTo>
                    <a:pt x="31400" y="185658"/>
                  </a:lnTo>
                  <a:lnTo>
                    <a:pt x="8425" y="151060"/>
                  </a:lnTo>
                  <a:lnTo>
                    <a:pt x="0" y="108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13710" y="34575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187" y="0"/>
                  </a:moveTo>
                  <a:lnTo>
                    <a:pt x="65472" y="8538"/>
                  </a:lnTo>
                  <a:lnTo>
                    <a:pt x="31400" y="31829"/>
                  </a:lnTo>
                  <a:lnTo>
                    <a:pt x="8425" y="66383"/>
                  </a:lnTo>
                  <a:lnTo>
                    <a:pt x="0" y="108712"/>
                  </a:lnTo>
                  <a:lnTo>
                    <a:pt x="8425" y="151060"/>
                  </a:lnTo>
                  <a:lnTo>
                    <a:pt x="31400" y="185658"/>
                  </a:lnTo>
                  <a:lnTo>
                    <a:pt x="65472" y="208992"/>
                  </a:lnTo>
                  <a:lnTo>
                    <a:pt x="107187" y="217550"/>
                  </a:lnTo>
                  <a:lnTo>
                    <a:pt x="148903" y="208992"/>
                  </a:lnTo>
                  <a:lnTo>
                    <a:pt x="182975" y="185658"/>
                  </a:lnTo>
                  <a:lnTo>
                    <a:pt x="205950" y="151060"/>
                  </a:lnTo>
                  <a:lnTo>
                    <a:pt x="214375" y="108712"/>
                  </a:lnTo>
                  <a:lnTo>
                    <a:pt x="205950" y="66383"/>
                  </a:lnTo>
                  <a:lnTo>
                    <a:pt x="182975" y="31829"/>
                  </a:lnTo>
                  <a:lnTo>
                    <a:pt x="148903" y="8538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13710" y="34575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712"/>
                  </a:moveTo>
                  <a:lnTo>
                    <a:pt x="8425" y="66383"/>
                  </a:lnTo>
                  <a:lnTo>
                    <a:pt x="31400" y="31829"/>
                  </a:lnTo>
                  <a:lnTo>
                    <a:pt x="65472" y="8538"/>
                  </a:lnTo>
                  <a:lnTo>
                    <a:pt x="107187" y="0"/>
                  </a:lnTo>
                  <a:lnTo>
                    <a:pt x="148903" y="8538"/>
                  </a:lnTo>
                  <a:lnTo>
                    <a:pt x="182975" y="31829"/>
                  </a:lnTo>
                  <a:lnTo>
                    <a:pt x="205950" y="66383"/>
                  </a:lnTo>
                  <a:lnTo>
                    <a:pt x="214375" y="108712"/>
                  </a:lnTo>
                  <a:lnTo>
                    <a:pt x="205950" y="151060"/>
                  </a:lnTo>
                  <a:lnTo>
                    <a:pt x="182975" y="185658"/>
                  </a:lnTo>
                  <a:lnTo>
                    <a:pt x="148903" y="208992"/>
                  </a:lnTo>
                  <a:lnTo>
                    <a:pt x="107187" y="217550"/>
                  </a:lnTo>
                  <a:lnTo>
                    <a:pt x="65472" y="208992"/>
                  </a:lnTo>
                  <a:lnTo>
                    <a:pt x="31400" y="185658"/>
                  </a:lnTo>
                  <a:lnTo>
                    <a:pt x="8425" y="151060"/>
                  </a:lnTo>
                  <a:lnTo>
                    <a:pt x="0" y="108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28210" y="44608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188" y="0"/>
                  </a:moveTo>
                  <a:lnTo>
                    <a:pt x="65472" y="8546"/>
                  </a:lnTo>
                  <a:lnTo>
                    <a:pt x="31400" y="31851"/>
                  </a:lnTo>
                  <a:lnTo>
                    <a:pt x="8425" y="66415"/>
                  </a:lnTo>
                  <a:lnTo>
                    <a:pt x="0" y="108737"/>
                  </a:lnTo>
                  <a:lnTo>
                    <a:pt x="8425" y="151072"/>
                  </a:lnTo>
                  <a:lnTo>
                    <a:pt x="31400" y="185635"/>
                  </a:lnTo>
                  <a:lnTo>
                    <a:pt x="65472" y="208941"/>
                  </a:lnTo>
                  <a:lnTo>
                    <a:pt x="107188" y="217487"/>
                  </a:lnTo>
                  <a:lnTo>
                    <a:pt x="148903" y="208941"/>
                  </a:lnTo>
                  <a:lnTo>
                    <a:pt x="182975" y="185635"/>
                  </a:lnTo>
                  <a:lnTo>
                    <a:pt x="205950" y="151072"/>
                  </a:lnTo>
                  <a:lnTo>
                    <a:pt x="214375" y="108737"/>
                  </a:lnTo>
                  <a:lnTo>
                    <a:pt x="205950" y="66415"/>
                  </a:lnTo>
                  <a:lnTo>
                    <a:pt x="182975" y="31851"/>
                  </a:lnTo>
                  <a:lnTo>
                    <a:pt x="148903" y="8546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28210" y="4460874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737"/>
                  </a:moveTo>
                  <a:lnTo>
                    <a:pt x="8425" y="66415"/>
                  </a:lnTo>
                  <a:lnTo>
                    <a:pt x="31400" y="31851"/>
                  </a:lnTo>
                  <a:lnTo>
                    <a:pt x="65472" y="8546"/>
                  </a:lnTo>
                  <a:lnTo>
                    <a:pt x="107188" y="0"/>
                  </a:lnTo>
                  <a:lnTo>
                    <a:pt x="148903" y="8546"/>
                  </a:lnTo>
                  <a:lnTo>
                    <a:pt x="182975" y="31851"/>
                  </a:lnTo>
                  <a:lnTo>
                    <a:pt x="205950" y="66415"/>
                  </a:lnTo>
                  <a:lnTo>
                    <a:pt x="214375" y="108737"/>
                  </a:lnTo>
                  <a:lnTo>
                    <a:pt x="205950" y="151072"/>
                  </a:lnTo>
                  <a:lnTo>
                    <a:pt x="182975" y="185635"/>
                  </a:lnTo>
                  <a:lnTo>
                    <a:pt x="148903" y="208941"/>
                  </a:lnTo>
                  <a:lnTo>
                    <a:pt x="107188" y="217487"/>
                  </a:lnTo>
                  <a:lnTo>
                    <a:pt x="65472" y="208941"/>
                  </a:lnTo>
                  <a:lnTo>
                    <a:pt x="31400" y="185635"/>
                  </a:lnTo>
                  <a:lnTo>
                    <a:pt x="8425" y="151072"/>
                  </a:lnTo>
                  <a:lnTo>
                    <a:pt x="0" y="1087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28086" y="4457699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107061" y="0"/>
                  </a:moveTo>
                  <a:lnTo>
                    <a:pt x="65365" y="8546"/>
                  </a:lnTo>
                  <a:lnTo>
                    <a:pt x="31337" y="31851"/>
                  </a:lnTo>
                  <a:lnTo>
                    <a:pt x="8405" y="66415"/>
                  </a:lnTo>
                  <a:lnTo>
                    <a:pt x="0" y="108737"/>
                  </a:lnTo>
                  <a:lnTo>
                    <a:pt x="8405" y="151072"/>
                  </a:lnTo>
                  <a:lnTo>
                    <a:pt x="31337" y="185635"/>
                  </a:lnTo>
                  <a:lnTo>
                    <a:pt x="65365" y="208941"/>
                  </a:lnTo>
                  <a:lnTo>
                    <a:pt x="107061" y="217487"/>
                  </a:lnTo>
                  <a:lnTo>
                    <a:pt x="148776" y="208941"/>
                  </a:lnTo>
                  <a:lnTo>
                    <a:pt x="182848" y="185635"/>
                  </a:lnTo>
                  <a:lnTo>
                    <a:pt x="205823" y="151072"/>
                  </a:lnTo>
                  <a:lnTo>
                    <a:pt x="214249" y="108737"/>
                  </a:lnTo>
                  <a:lnTo>
                    <a:pt x="205823" y="66415"/>
                  </a:lnTo>
                  <a:lnTo>
                    <a:pt x="182848" y="31851"/>
                  </a:lnTo>
                  <a:lnTo>
                    <a:pt x="148776" y="8546"/>
                  </a:lnTo>
                  <a:lnTo>
                    <a:pt x="1070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28086" y="4457699"/>
              <a:ext cx="214629" cy="217804"/>
            </a:xfrm>
            <a:custGeom>
              <a:avLst/>
              <a:gdLst/>
              <a:ahLst/>
              <a:cxnLst/>
              <a:rect l="l" t="t" r="r" b="b"/>
              <a:pathLst>
                <a:path w="214629" h="217804">
                  <a:moveTo>
                    <a:pt x="0" y="108737"/>
                  </a:moveTo>
                  <a:lnTo>
                    <a:pt x="8405" y="66415"/>
                  </a:lnTo>
                  <a:lnTo>
                    <a:pt x="31337" y="31851"/>
                  </a:lnTo>
                  <a:lnTo>
                    <a:pt x="65365" y="8546"/>
                  </a:lnTo>
                  <a:lnTo>
                    <a:pt x="107061" y="0"/>
                  </a:lnTo>
                  <a:lnTo>
                    <a:pt x="148776" y="8546"/>
                  </a:lnTo>
                  <a:lnTo>
                    <a:pt x="182848" y="31851"/>
                  </a:lnTo>
                  <a:lnTo>
                    <a:pt x="205823" y="66415"/>
                  </a:lnTo>
                  <a:lnTo>
                    <a:pt x="214249" y="108737"/>
                  </a:lnTo>
                  <a:lnTo>
                    <a:pt x="205823" y="151072"/>
                  </a:lnTo>
                  <a:lnTo>
                    <a:pt x="182848" y="185635"/>
                  </a:lnTo>
                  <a:lnTo>
                    <a:pt x="148776" y="208941"/>
                  </a:lnTo>
                  <a:lnTo>
                    <a:pt x="107061" y="217487"/>
                  </a:lnTo>
                  <a:lnTo>
                    <a:pt x="65365" y="208941"/>
                  </a:lnTo>
                  <a:lnTo>
                    <a:pt x="31337" y="185635"/>
                  </a:lnTo>
                  <a:lnTo>
                    <a:pt x="8405" y="151072"/>
                  </a:lnTo>
                  <a:lnTo>
                    <a:pt x="0" y="1087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36036" y="3041649"/>
              <a:ext cx="714375" cy="1416050"/>
            </a:xfrm>
            <a:custGeom>
              <a:avLst/>
              <a:gdLst/>
              <a:ahLst/>
              <a:cxnLst/>
              <a:rect l="l" t="t" r="r" b="b"/>
              <a:pathLst>
                <a:path w="714375" h="1416050">
                  <a:moveTo>
                    <a:pt x="714375" y="0"/>
                  </a:moveTo>
                  <a:lnTo>
                    <a:pt x="0" y="14160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50282" y="3041650"/>
              <a:ext cx="786130" cy="1419225"/>
            </a:xfrm>
            <a:custGeom>
              <a:avLst/>
              <a:gdLst/>
              <a:ahLst/>
              <a:cxnLst/>
              <a:rect l="l" t="t" r="r" b="b"/>
              <a:pathLst>
                <a:path w="786129" h="1419225">
                  <a:moveTo>
                    <a:pt x="0" y="0"/>
                  </a:moveTo>
                  <a:lnTo>
                    <a:pt x="785876" y="14192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728085" y="3567048"/>
              <a:ext cx="1643380" cy="1905"/>
            </a:xfrm>
            <a:custGeom>
              <a:avLst/>
              <a:gdLst/>
              <a:ahLst/>
              <a:cxnLst/>
              <a:rect l="l" t="t" r="r" b="b"/>
              <a:pathLst>
                <a:path w="1643379" h="1904">
                  <a:moveTo>
                    <a:pt x="1642999" y="16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36035" y="3567048"/>
              <a:ext cx="1535430" cy="890905"/>
            </a:xfrm>
            <a:custGeom>
              <a:avLst/>
              <a:gdLst/>
              <a:ahLst/>
              <a:cxnLst/>
              <a:rect l="l" t="t" r="r" b="b"/>
              <a:pathLst>
                <a:path w="1535429" h="890904">
                  <a:moveTo>
                    <a:pt x="1535049" y="0"/>
                  </a:moveTo>
                  <a:lnTo>
                    <a:pt x="0" y="89065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728086" y="3598797"/>
              <a:ext cx="1608455" cy="862330"/>
            </a:xfrm>
            <a:custGeom>
              <a:avLst/>
              <a:gdLst/>
              <a:ahLst/>
              <a:cxnLst/>
              <a:rect l="l" t="t" r="r" b="b"/>
              <a:pathLst>
                <a:path w="1608454" h="862329">
                  <a:moveTo>
                    <a:pt x="1608074" y="862076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168841" y="5104308"/>
            <a:ext cx="152590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Arial Narrow"/>
                <a:cs typeface="Arial Narrow"/>
              </a:rPr>
              <a:t>Grafo</a:t>
            </a:r>
            <a:r>
              <a:rPr sz="2400" spc="-9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conexo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5C8C3418-975C-41E0-B8B9-92D8D4F0B20E}"/>
              </a:ext>
            </a:extLst>
          </p:cNvPr>
          <p:cNvSpPr/>
          <p:nvPr/>
        </p:nvSpPr>
        <p:spPr>
          <a:xfrm>
            <a:off x="8443420" y="316198"/>
            <a:ext cx="2995166" cy="3172295"/>
          </a:xfrm>
          <a:prstGeom prst="roundRect">
            <a:avLst>
              <a:gd name="adj" fmla="val 5342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904" y="188394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/>
              <a:t>Trayectorias </a:t>
            </a:r>
            <a:r>
              <a:rPr spc="-5" dirty="0"/>
              <a:t>en</a:t>
            </a:r>
            <a:r>
              <a:rPr spc="-50" dirty="0"/>
              <a:t> </a:t>
            </a:r>
            <a:r>
              <a:rPr spc="-5" dirty="0"/>
              <a:t>Grafos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240627"/>
            <a:ext cx="815340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80357"/>
              <a:buFont typeface="Wingdings"/>
              <a:buChar char=""/>
              <a:tabLst>
                <a:tab pos="355600" algn="l"/>
              </a:tabLst>
            </a:pPr>
            <a:r>
              <a:rPr sz="2800" u="heavy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Ciclo / Circuito (camino</a:t>
            </a:r>
            <a:r>
              <a:rPr sz="2800" u="heavy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u="heavy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cerrado)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756285" lvl="1" indent="-286385">
              <a:spcBef>
                <a:spcPts val="580"/>
              </a:spcBef>
              <a:buClr>
                <a:srgbClr val="0066FF"/>
              </a:buClr>
              <a:buSzPct val="79166"/>
              <a:buFont typeface="Wingdings"/>
              <a:buChar char=""/>
              <a:tabLst>
                <a:tab pos="75692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un camino que </a:t>
            </a:r>
            <a:r>
              <a:rPr sz="24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inicia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y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termina en el mismo</a:t>
            </a:r>
            <a:r>
              <a:rPr sz="2400" spc="13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nodo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756285" lvl="1" indent="-286385">
              <a:spcBef>
                <a:spcPts val="575"/>
              </a:spcBef>
              <a:buClr>
                <a:srgbClr val="0066FF"/>
              </a:buClr>
              <a:buSzPct val="79166"/>
              <a:buFont typeface="Wingdings"/>
              <a:buChar char=""/>
              <a:tabLst>
                <a:tab pos="75692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se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recorre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dos veces por la misma</a:t>
            </a:r>
            <a:r>
              <a:rPr sz="2400" spc="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arista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A8610E86-8282-4767-A739-81FBFB2AF727}"/>
              </a:ext>
            </a:extLst>
          </p:cNvPr>
          <p:cNvGrpSpPr/>
          <p:nvPr/>
        </p:nvGrpSpPr>
        <p:grpSpPr>
          <a:xfrm>
            <a:off x="8313464" y="3875869"/>
            <a:ext cx="3095625" cy="1371600"/>
            <a:chOff x="3000375" y="3000375"/>
            <a:chExt cx="3095625" cy="1371600"/>
          </a:xfrm>
        </p:grpSpPr>
        <p:sp>
          <p:nvSpPr>
            <p:cNvPr id="4" name="object 4"/>
            <p:cNvSpPr/>
            <p:nvPr/>
          </p:nvSpPr>
          <p:spPr>
            <a:xfrm>
              <a:off x="3000375" y="30003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0375" y="30003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134994" y="3078227"/>
              <a:ext cx="16256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A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368800" y="300355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68800" y="300355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505071" y="3081529"/>
              <a:ext cx="16065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B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664200" y="300355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64200" y="300355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799202" y="3081529"/>
              <a:ext cx="1631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C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000375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00375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125851" y="4018154"/>
              <a:ext cx="18097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D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68800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68800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08119" y="4018154"/>
              <a:ext cx="15367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E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664200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08"/>
                  </a:lnTo>
                  <a:lnTo>
                    <a:pt x="21941" y="310853"/>
                  </a:lnTo>
                  <a:lnTo>
                    <a:pt x="47426" y="350940"/>
                  </a:lnTo>
                  <a:lnTo>
                    <a:pt x="80859" y="384373"/>
                  </a:lnTo>
                  <a:lnTo>
                    <a:pt x="120946" y="409858"/>
                  </a:lnTo>
                  <a:lnTo>
                    <a:pt x="166391" y="426098"/>
                  </a:lnTo>
                  <a:lnTo>
                    <a:pt x="215900" y="431800"/>
                  </a:lnTo>
                  <a:lnTo>
                    <a:pt x="265408" y="426098"/>
                  </a:lnTo>
                  <a:lnTo>
                    <a:pt x="310853" y="409858"/>
                  </a:lnTo>
                  <a:lnTo>
                    <a:pt x="350940" y="384373"/>
                  </a:lnTo>
                  <a:lnTo>
                    <a:pt x="384373" y="350940"/>
                  </a:lnTo>
                  <a:lnTo>
                    <a:pt x="409858" y="310853"/>
                  </a:lnTo>
                  <a:lnTo>
                    <a:pt x="426098" y="265408"/>
                  </a:lnTo>
                  <a:lnTo>
                    <a:pt x="431800" y="215900"/>
                  </a:lnTo>
                  <a:lnTo>
                    <a:pt x="426098" y="166391"/>
                  </a:lnTo>
                  <a:lnTo>
                    <a:pt x="409858" y="120946"/>
                  </a:lnTo>
                  <a:lnTo>
                    <a:pt x="384373" y="80859"/>
                  </a:lnTo>
                  <a:lnTo>
                    <a:pt x="350940" y="47426"/>
                  </a:lnTo>
                  <a:lnTo>
                    <a:pt x="310853" y="21941"/>
                  </a:lnTo>
                  <a:lnTo>
                    <a:pt x="265408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9D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64200" y="394017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08" y="5701"/>
                  </a:lnTo>
                  <a:lnTo>
                    <a:pt x="310853" y="21941"/>
                  </a:lnTo>
                  <a:lnTo>
                    <a:pt x="350940" y="47426"/>
                  </a:lnTo>
                  <a:lnTo>
                    <a:pt x="384373" y="80859"/>
                  </a:lnTo>
                  <a:lnTo>
                    <a:pt x="409858" y="120946"/>
                  </a:lnTo>
                  <a:lnTo>
                    <a:pt x="426098" y="166391"/>
                  </a:lnTo>
                  <a:lnTo>
                    <a:pt x="431800" y="215900"/>
                  </a:lnTo>
                  <a:lnTo>
                    <a:pt x="426098" y="265408"/>
                  </a:lnTo>
                  <a:lnTo>
                    <a:pt x="409858" y="310853"/>
                  </a:lnTo>
                  <a:lnTo>
                    <a:pt x="384373" y="350940"/>
                  </a:lnTo>
                  <a:lnTo>
                    <a:pt x="350940" y="384373"/>
                  </a:lnTo>
                  <a:lnTo>
                    <a:pt x="310853" y="409858"/>
                  </a:lnTo>
                  <a:lnTo>
                    <a:pt x="265408" y="426098"/>
                  </a:lnTo>
                  <a:lnTo>
                    <a:pt x="215900" y="431800"/>
                  </a:lnTo>
                  <a:lnTo>
                    <a:pt x="166391" y="426098"/>
                  </a:lnTo>
                  <a:lnTo>
                    <a:pt x="120946" y="409858"/>
                  </a:lnTo>
                  <a:lnTo>
                    <a:pt x="80859" y="384373"/>
                  </a:lnTo>
                  <a:lnTo>
                    <a:pt x="47426" y="350940"/>
                  </a:lnTo>
                  <a:lnTo>
                    <a:pt x="21941" y="310853"/>
                  </a:lnTo>
                  <a:lnTo>
                    <a:pt x="5701" y="265408"/>
                  </a:lnTo>
                  <a:lnTo>
                    <a:pt x="0" y="215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808345" y="4018154"/>
              <a:ext cx="14478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F</a:t>
              </a:r>
            </a:p>
          </p:txBody>
        </p:sp>
        <p:sp>
          <p:nvSpPr>
            <p:cNvPr id="22" name="object 22"/>
            <p:cNvSpPr/>
            <p:nvPr/>
          </p:nvSpPr>
          <p:spPr>
            <a:xfrm>
              <a:off x="4737100" y="3371851"/>
              <a:ext cx="990600" cy="631825"/>
            </a:xfrm>
            <a:custGeom>
              <a:avLst/>
              <a:gdLst/>
              <a:ahLst/>
              <a:cxnLst/>
              <a:rect l="l" t="t" r="r" b="b"/>
              <a:pathLst>
                <a:path w="990600" h="631825">
                  <a:moveTo>
                    <a:pt x="0" y="0"/>
                  </a:moveTo>
                  <a:lnTo>
                    <a:pt x="990600" y="6318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80100" y="3435351"/>
              <a:ext cx="0" cy="504825"/>
            </a:xfrm>
            <a:custGeom>
              <a:avLst/>
              <a:gdLst/>
              <a:ahLst/>
              <a:cxnLst/>
              <a:rect l="l" t="t" r="r" b="b"/>
              <a:pathLst>
                <a:path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0600" y="4156075"/>
              <a:ext cx="863600" cy="0"/>
            </a:xfrm>
            <a:custGeom>
              <a:avLst/>
              <a:gdLst/>
              <a:ahLst/>
              <a:cxnLst/>
              <a:rect l="l" t="t" r="r" b="b"/>
              <a:pathLst>
                <a:path w="863600">
                  <a:moveTo>
                    <a:pt x="8636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4700" y="3435351"/>
              <a:ext cx="0" cy="504825"/>
            </a:xfrm>
            <a:custGeom>
              <a:avLst/>
              <a:gdLst/>
              <a:ahLst/>
              <a:cxnLst/>
              <a:rect l="l" t="t" r="r" b="b"/>
              <a:pathLst>
                <a:path h="504825">
                  <a:moveTo>
                    <a:pt x="0" y="5048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68676" y="3368675"/>
              <a:ext cx="1063625" cy="635000"/>
            </a:xfrm>
            <a:custGeom>
              <a:avLst/>
              <a:gdLst/>
              <a:ahLst/>
              <a:cxnLst/>
              <a:rect l="l" t="t" r="r" b="b"/>
              <a:pathLst>
                <a:path w="1063625" h="635000">
                  <a:moveTo>
                    <a:pt x="0" y="0"/>
                  </a:moveTo>
                  <a:lnTo>
                    <a:pt x="1063625" y="635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32176" y="4156075"/>
              <a:ext cx="936625" cy="0"/>
            </a:xfrm>
            <a:custGeom>
              <a:avLst/>
              <a:gdLst/>
              <a:ahLst/>
              <a:cxnLst/>
              <a:rect l="l" t="t" r="r" b="b"/>
              <a:pathLst>
                <a:path w="936625">
                  <a:moveTo>
                    <a:pt x="93662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32176" y="3216275"/>
              <a:ext cx="2232025" cy="939800"/>
            </a:xfrm>
            <a:custGeom>
              <a:avLst/>
              <a:gdLst/>
              <a:ahLst/>
              <a:cxnLst/>
              <a:rect l="l" t="t" r="r" b="b"/>
              <a:pathLst>
                <a:path w="2232025" h="939800">
                  <a:moveTo>
                    <a:pt x="2232025" y="939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444800" y="3061912"/>
            <a:ext cx="5108399" cy="1041952"/>
          </a:xfrm>
          <a:prstGeom prst="rect">
            <a:avLst/>
          </a:prstGeom>
          <a:ln w="12700">
            <a:solidFill>
              <a:srgbClr val="FF99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85090">
              <a:spcBef>
                <a:spcPts val="305"/>
              </a:spcBef>
            </a:pPr>
            <a:r>
              <a:rPr sz="2800" dirty="0">
                <a:latin typeface="HP Simplified" panose="020B0604020204020204" pitchFamily="34" charset="0"/>
                <a:cs typeface="Tahoma"/>
              </a:rPr>
              <a:t>Camino A y</a:t>
            </a:r>
            <a:r>
              <a:rPr sz="2800" spc="-130" dirty="0">
                <a:latin typeface="HP Simplified" panose="020B0604020204020204" pitchFamily="34" charset="0"/>
                <a:cs typeface="Tahoma"/>
              </a:rPr>
              <a:t> </a:t>
            </a:r>
            <a:r>
              <a:rPr sz="2800" dirty="0">
                <a:latin typeface="HP Simplified" panose="020B0604020204020204" pitchFamily="34" charset="0"/>
                <a:cs typeface="Tahoma"/>
              </a:rPr>
              <a:t>A</a:t>
            </a:r>
          </a:p>
          <a:p>
            <a:pPr marL="85090">
              <a:spcBef>
                <a:spcPts val="1075"/>
              </a:spcBef>
            </a:pPr>
            <a:r>
              <a:rPr sz="2800" dirty="0">
                <a:latin typeface="HP Simplified" panose="020B0604020204020204" pitchFamily="34" charset="0"/>
                <a:cs typeface="Tahoma"/>
              </a:rPr>
              <a:t>P = </a:t>
            </a:r>
            <a:r>
              <a:rPr sz="2800" spc="-5" dirty="0">
                <a:latin typeface="HP Simplified" panose="020B0604020204020204" pitchFamily="34" charset="0"/>
                <a:cs typeface="Tahoma"/>
              </a:rPr>
              <a:t>{A, </a:t>
            </a:r>
            <a:r>
              <a:rPr sz="2800" dirty="0">
                <a:latin typeface="HP Simplified" panose="020B0604020204020204" pitchFamily="34" charset="0"/>
                <a:cs typeface="Tahoma"/>
              </a:rPr>
              <a:t>E, </a:t>
            </a:r>
            <a:r>
              <a:rPr sz="2800" spc="-10" dirty="0">
                <a:latin typeface="HP Simplified" panose="020B0604020204020204" pitchFamily="34" charset="0"/>
                <a:cs typeface="Tahoma"/>
              </a:rPr>
              <a:t>B, </a:t>
            </a:r>
            <a:r>
              <a:rPr sz="2800" spc="-130" dirty="0">
                <a:latin typeface="HP Simplified" panose="020B0604020204020204" pitchFamily="34" charset="0"/>
                <a:cs typeface="Tahoma"/>
              </a:rPr>
              <a:t>F,</a:t>
            </a:r>
            <a:r>
              <a:rPr sz="2800" spc="-75" dirty="0">
                <a:latin typeface="HP Simplified" panose="020B0604020204020204" pitchFamily="34" charset="0"/>
                <a:cs typeface="Tahoma"/>
              </a:rPr>
              <a:t> </a:t>
            </a:r>
            <a:r>
              <a:rPr sz="2800" dirty="0">
                <a:latin typeface="HP Simplified" panose="020B0604020204020204" pitchFamily="34" charset="0"/>
                <a:cs typeface="Tahoma"/>
              </a:rPr>
              <a:t>A}</a:t>
            </a:r>
          </a:p>
        </p:txBody>
      </p:sp>
      <p:sp>
        <p:nvSpPr>
          <p:cNvPr id="30" name="object 30"/>
          <p:cNvSpPr/>
          <p:nvPr/>
        </p:nvSpPr>
        <p:spPr>
          <a:xfrm>
            <a:off x="8590866" y="492900"/>
            <a:ext cx="2700274" cy="2862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69024" y="4446337"/>
            <a:ext cx="69011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¿Cuál es la longitud </a:t>
            </a:r>
            <a:r>
              <a:rPr sz="2400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mínima </a:t>
            </a:r>
            <a:r>
              <a:rPr sz="2400" spc="-5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que puede tener </a:t>
            </a:r>
            <a:r>
              <a:rPr sz="2400" spc="-10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un</a:t>
            </a:r>
            <a:r>
              <a:rPr sz="2400" spc="50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HP Simplified" panose="020B0604020204020204" pitchFamily="34" charset="0"/>
                <a:cs typeface="Arial"/>
              </a:rPr>
              <a:t>ciclo?</a:t>
            </a:r>
            <a:endParaRPr sz="2400" dirty="0">
              <a:latin typeface="HP Simplified" panose="020B0604020204020204" pitchFamily="34" charset="0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2041" y="4846903"/>
            <a:ext cx="94627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HP Simplified" panose="020B0604020204020204" pitchFamily="34" charset="0"/>
                <a:cs typeface="Arial"/>
              </a:rPr>
              <a:t>Rpta:</a:t>
            </a:r>
            <a:r>
              <a:rPr sz="2400" spc="-90" dirty="0">
                <a:latin typeface="HP Simplified" panose="020B0604020204020204" pitchFamily="34" charset="0"/>
                <a:cs typeface="Arial"/>
              </a:rPr>
              <a:t> </a:t>
            </a:r>
            <a:r>
              <a:rPr sz="2400" spc="-5" dirty="0">
                <a:latin typeface="HP Simplified" panose="020B0604020204020204" pitchFamily="34" charset="0"/>
                <a:cs typeface="Arial"/>
              </a:rPr>
              <a:t>3</a:t>
            </a:r>
            <a:endParaRPr sz="2400" dirty="0">
              <a:latin typeface="HP Simplified" panose="020B0604020204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2826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1B757CF-85CB-42DD-B476-57FA9955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/>
            <a:r>
              <a:rPr lang="es-CL" sz="5400" dirty="0">
                <a:cs typeface="Arial"/>
              </a:rPr>
              <a:t>Representación</a:t>
            </a:r>
            <a:br>
              <a:rPr lang="es-CL" sz="5400" dirty="0">
                <a:cs typeface="Arial"/>
              </a:rPr>
            </a:br>
            <a:r>
              <a:rPr lang="es-CL" sz="5400" dirty="0">
                <a:cs typeface="Arial"/>
              </a:rPr>
              <a:t>Matricial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059A18-E22B-4E78-B958-2A9A1595F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09415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516" y="1182417"/>
            <a:ext cx="10205884" cy="3890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80357"/>
              <a:buFont typeface="Wingdings"/>
              <a:buChar char=""/>
              <a:tabLst>
                <a:tab pos="355600" algn="l"/>
              </a:tabLst>
            </a:pPr>
            <a:r>
              <a:rPr sz="2800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Para representar un grafo en </a:t>
            </a:r>
            <a:r>
              <a:rPr sz="2800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una </a:t>
            </a:r>
            <a:r>
              <a:rPr sz="2800" u="sng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computadora</a:t>
            </a:r>
            <a:r>
              <a:rPr sz="2800" u="heavy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se</a:t>
            </a:r>
            <a:r>
              <a:rPr sz="2800" spc="5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10" dirty="0" err="1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puede</a:t>
            </a:r>
            <a:r>
              <a:rPr lang="es-CL" sz="2800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10" dirty="0" err="1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usar</a:t>
            </a:r>
            <a:r>
              <a:rPr sz="2800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:</a:t>
            </a:r>
            <a:endParaRPr sz="2800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marL="629920" lvl="1" indent="-342900">
              <a:spcBef>
                <a:spcPts val="670"/>
              </a:spcBef>
              <a:buClr>
                <a:srgbClr val="696363"/>
              </a:buClr>
              <a:buSzPct val="80357"/>
              <a:buFont typeface="Wingdings"/>
              <a:buChar char=""/>
              <a:tabLst>
                <a:tab pos="630555" algn="l"/>
              </a:tabLst>
            </a:pPr>
            <a:r>
              <a:rPr sz="2800" u="sng" spc="-1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Matriz </a:t>
            </a:r>
            <a:r>
              <a:rPr sz="2800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de </a:t>
            </a:r>
            <a:r>
              <a:rPr sz="2800" b="1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Adyacencia</a:t>
            </a:r>
            <a:r>
              <a:rPr sz="2800" b="1" u="sng" spc="-5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u="sng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[A]</a:t>
            </a:r>
            <a:endParaRPr sz="2800" u="sng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marL="904240" marR="3536950" lvl="2" indent="-342900">
              <a:spcBef>
                <a:spcPts val="58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904875" algn="l"/>
              </a:tabLst>
            </a:pP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V </a:t>
            </a:r>
            <a:r>
              <a:rPr sz="2400" i="1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(vértices) </a:t>
            </a: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x</a:t>
            </a:r>
            <a:r>
              <a:rPr sz="2400" i="1" spc="-9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V(vértices)</a:t>
            </a:r>
            <a:endParaRPr sz="2400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lvl="2">
              <a:spcBef>
                <a:spcPts val="40"/>
              </a:spcBef>
              <a:buClr>
                <a:srgbClr val="696363"/>
              </a:buClr>
              <a:buFont typeface="Wingdings"/>
              <a:buChar char=""/>
            </a:pPr>
            <a:endParaRPr sz="2400" dirty="0">
              <a:solidFill>
                <a:schemeClr val="tx2"/>
              </a:solidFill>
              <a:latin typeface="HP Simplified" panose="020B0604020204020204" pitchFamily="34" charset="0"/>
              <a:cs typeface="Times New Roman"/>
            </a:endParaRPr>
          </a:p>
          <a:p>
            <a:pPr marL="629920" marR="3587750" lvl="1" indent="-342900">
              <a:buClr>
                <a:srgbClr val="696363"/>
              </a:buClr>
              <a:buSzPct val="80357"/>
              <a:buFont typeface="Wingdings"/>
              <a:buChar char=""/>
              <a:tabLst>
                <a:tab pos="630555" algn="l"/>
              </a:tabLst>
            </a:pPr>
            <a:r>
              <a:rPr sz="2800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Matriz de </a:t>
            </a:r>
            <a:r>
              <a:rPr sz="2800" b="1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Incidencia</a:t>
            </a:r>
            <a:r>
              <a:rPr sz="2800" b="1" u="sng" spc="-5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[M]</a:t>
            </a:r>
            <a:endParaRPr sz="2800" u="sng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marL="904240" marR="3611245" lvl="2" indent="-342900">
              <a:spcBef>
                <a:spcPts val="57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904875" algn="l"/>
              </a:tabLst>
            </a:pP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V </a:t>
            </a:r>
            <a:r>
              <a:rPr sz="2400" i="1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(vértices) </a:t>
            </a: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x A  </a:t>
            </a:r>
            <a:r>
              <a:rPr sz="2400" i="1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(arcos</a:t>
            </a:r>
            <a:r>
              <a:rPr sz="2400" i="1" spc="-32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)</a:t>
            </a:r>
            <a:endParaRPr sz="2400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lvl="2">
              <a:spcBef>
                <a:spcPts val="40"/>
              </a:spcBef>
              <a:buClr>
                <a:srgbClr val="696363"/>
              </a:buClr>
              <a:buFont typeface="Wingdings"/>
              <a:buChar char=""/>
            </a:pPr>
            <a:endParaRPr sz="2400" dirty="0">
              <a:solidFill>
                <a:schemeClr val="tx2"/>
              </a:solidFill>
              <a:latin typeface="HP Simplified" panose="020B0604020204020204" pitchFamily="34" charset="0"/>
              <a:cs typeface="Times New Roman"/>
            </a:endParaRPr>
          </a:p>
          <a:p>
            <a:pPr marL="629920" lvl="1" indent="-342900">
              <a:buClr>
                <a:srgbClr val="696363"/>
              </a:buClr>
              <a:buSzPct val="80357"/>
              <a:buFont typeface="Wingdings"/>
              <a:buChar char=""/>
              <a:tabLst>
                <a:tab pos="630555" algn="l"/>
              </a:tabLst>
            </a:pPr>
            <a:r>
              <a:rPr sz="2800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Matriz de </a:t>
            </a:r>
            <a:r>
              <a:rPr sz="2800" b="1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Arcos</a:t>
            </a:r>
            <a:r>
              <a:rPr sz="2800" b="1" u="sng" spc="-7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u="sng" spc="-5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[B]</a:t>
            </a:r>
            <a:endParaRPr sz="2800" u="sng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  <a:p>
            <a:pPr marL="904240" marR="3594735" lvl="2" indent="-342900">
              <a:spcBef>
                <a:spcPts val="57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904875" algn="l"/>
              </a:tabLst>
            </a:pP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A  (arcos ) x V</a:t>
            </a:r>
            <a:r>
              <a:rPr sz="2400" i="1" spc="-240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i="1" dirty="0">
                <a:solidFill>
                  <a:schemeClr val="tx2"/>
                </a:solidFill>
                <a:latin typeface="HP Simplified" panose="020B0604020204020204" pitchFamily="34" charset="0"/>
                <a:cs typeface="Arial Narrow"/>
              </a:rPr>
              <a:t>(vértices)</a:t>
            </a:r>
            <a:endParaRPr sz="2400" dirty="0">
              <a:solidFill>
                <a:schemeClr val="tx2"/>
              </a:solidFill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336672"/>
            <a:ext cx="10394707" cy="8309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/>
              <a:t>Representación de</a:t>
            </a:r>
            <a:r>
              <a:rPr spc="-15" dirty="0"/>
              <a:t> </a:t>
            </a:r>
            <a:r>
              <a:rPr spc="-5" dirty="0"/>
              <a:t>Grafos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4D26059-B53F-4BB6-AF67-6DC210A22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792" y="1975732"/>
            <a:ext cx="5100208" cy="4267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/>
            </a:solidFill>
          </a:ln>
          <a:effectLst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853183C-E73C-4D8C-BE01-E03D2902976E}"/>
              </a:ext>
            </a:extLst>
          </p:cNvPr>
          <p:cNvSpPr txBox="1"/>
          <p:nvPr/>
        </p:nvSpPr>
        <p:spPr>
          <a:xfrm>
            <a:off x="762000" y="5781267"/>
            <a:ext cx="6142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</a:rPr>
              <a:t>https://graphonline.ru/es/</a:t>
            </a:r>
          </a:p>
        </p:txBody>
      </p:sp>
    </p:spTree>
    <p:extLst>
      <p:ext uri="{BB962C8B-B14F-4D97-AF65-F5344CB8AC3E}">
        <p14:creationId xmlns:p14="http://schemas.microsoft.com/office/powerpoint/2010/main" val="1273912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84489"/>
            <a:ext cx="10396882" cy="1151965"/>
          </a:xfrm>
          <a:prstGeom prst="rect">
            <a:avLst/>
          </a:prstGeom>
        </p:spPr>
        <p:txBody>
          <a:bodyPr vert="horz" wrap="square" lIns="0" tIns="123952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600" spc="-5" dirty="0"/>
              <a:t>Matriz de </a:t>
            </a:r>
            <a:r>
              <a:rPr sz="3600" dirty="0"/>
              <a:t>Adyacencia [A] (grafos</a:t>
            </a:r>
            <a:r>
              <a:rPr sz="3600" spc="-295" dirty="0"/>
              <a:t> </a:t>
            </a:r>
            <a:r>
              <a:rPr sz="3600" spc="-5" dirty="0"/>
              <a:t>no  </a:t>
            </a:r>
            <a:r>
              <a:rPr sz="3600" dirty="0"/>
              <a:t>dirigidos)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9814" y="1316956"/>
            <a:ext cx="10396882" cy="1745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Dado un Grafo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 = </a:t>
            </a:r>
            <a:r>
              <a:rPr sz="2400" spc="-6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(V,</a:t>
            </a:r>
            <a:r>
              <a:rPr sz="2400" spc="-3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 marR="5080" indent="-342900">
              <a:lnSpc>
                <a:spcPct val="110000"/>
              </a:lnSpc>
              <a:spcBef>
                <a:spcPts val="57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Está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representado por una matriz  de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(vértices) por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V(vértices)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1= si hay un arco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o</a:t>
            </a:r>
            <a:r>
              <a:rPr sz="2400" spc="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existe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>
              <a:spcBef>
                <a:spcPts val="285"/>
              </a:spcBef>
            </a:pPr>
            <a:r>
              <a:rPr sz="24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adyacencia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entre los</a:t>
            </a:r>
            <a:r>
              <a:rPr sz="2400" spc="4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vértices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1191BD1C-BC88-4BE5-AEAA-D4F84F0E0868}"/>
              </a:ext>
            </a:extLst>
          </p:cNvPr>
          <p:cNvGrpSpPr/>
          <p:nvPr/>
        </p:nvGrpSpPr>
        <p:grpSpPr>
          <a:xfrm>
            <a:off x="755088" y="3571591"/>
            <a:ext cx="3803260" cy="1162512"/>
            <a:chOff x="2207539" y="4041312"/>
            <a:chExt cx="3803260" cy="1162512"/>
          </a:xfrm>
        </p:grpSpPr>
        <p:sp>
          <p:nvSpPr>
            <p:cNvPr id="4" name="object 4"/>
            <p:cNvSpPr/>
            <p:nvPr/>
          </p:nvSpPr>
          <p:spPr>
            <a:xfrm>
              <a:off x="2566670" y="4767602"/>
              <a:ext cx="364459" cy="4362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66670" y="4470241"/>
              <a:ext cx="364459" cy="4362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6670" y="4172880"/>
              <a:ext cx="364459" cy="4362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713879" y="4041312"/>
              <a:ext cx="3296920" cy="102669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4130" marR="5080" indent="-12065">
                <a:lnSpc>
                  <a:spcPct val="125400"/>
                </a:lnSpc>
                <a:tabLst>
                  <a:tab pos="2294255" algn="l"/>
                </a:tabLst>
              </a:pPr>
              <a:r>
                <a:rPr sz="2800" spc="-125" dirty="0">
                  <a:latin typeface="Times New Roman"/>
                  <a:cs typeface="Times New Roman"/>
                </a:rPr>
                <a:t>1, </a:t>
              </a:r>
              <a:r>
                <a:rPr sz="2800" spc="80" dirty="0">
                  <a:latin typeface="Times New Roman"/>
                  <a:cs typeface="Times New Roman"/>
                </a:rPr>
                <a:t>si</a:t>
              </a:r>
              <a:r>
                <a:rPr sz="2800" spc="-459" dirty="0">
                  <a:latin typeface="Times New Roman"/>
                  <a:cs typeface="Times New Roman"/>
                </a:rPr>
                <a:t> </a:t>
              </a:r>
              <a:r>
                <a:rPr sz="2800" spc="20" dirty="0">
                  <a:latin typeface="Times New Roman"/>
                  <a:cs typeface="Times New Roman"/>
                </a:rPr>
                <a:t>hay</a:t>
              </a:r>
              <a:r>
                <a:rPr sz="2800" spc="-295" dirty="0">
                  <a:latin typeface="Times New Roman"/>
                  <a:cs typeface="Times New Roman"/>
                </a:rPr>
                <a:t> </a:t>
              </a:r>
              <a:r>
                <a:rPr sz="2800" spc="75" dirty="0">
                  <a:latin typeface="Times New Roman"/>
                  <a:cs typeface="Times New Roman"/>
                </a:rPr>
                <a:t>arco	</a:t>
              </a:r>
              <a:r>
                <a:rPr sz="2800" spc="5" dirty="0">
                  <a:latin typeface="Times New Roman"/>
                  <a:cs typeface="Times New Roman"/>
                </a:rPr>
                <a:t>(</a:t>
              </a:r>
              <a:r>
                <a:rPr sz="2800" i="1" spc="5" dirty="0">
                  <a:latin typeface="Times New Roman"/>
                  <a:cs typeface="Times New Roman"/>
                </a:rPr>
                <a:t>Vi</a:t>
              </a:r>
              <a:r>
                <a:rPr sz="2800" spc="5" dirty="0">
                  <a:latin typeface="Times New Roman"/>
                  <a:cs typeface="Times New Roman"/>
                </a:rPr>
                <a:t>,</a:t>
              </a:r>
              <a:r>
                <a:rPr sz="2800" i="1" spc="5" dirty="0">
                  <a:latin typeface="Times New Roman"/>
                  <a:cs typeface="Times New Roman"/>
                </a:rPr>
                <a:t>Vj</a:t>
              </a:r>
              <a:r>
                <a:rPr sz="2800" spc="5" dirty="0">
                  <a:latin typeface="Times New Roman"/>
                  <a:cs typeface="Times New Roman"/>
                </a:rPr>
                <a:t>)  </a:t>
              </a:r>
              <a:r>
                <a:rPr sz="2800" spc="-20" dirty="0">
                  <a:latin typeface="Times New Roman"/>
                  <a:cs typeface="Times New Roman"/>
                </a:rPr>
                <a:t>0,</a:t>
              </a:r>
              <a:r>
                <a:rPr sz="2800" spc="-300" dirty="0">
                  <a:latin typeface="Times New Roman"/>
                  <a:cs typeface="Times New Roman"/>
                </a:rPr>
                <a:t> </a:t>
              </a:r>
              <a:r>
                <a:rPr sz="2800" spc="80" dirty="0">
                  <a:latin typeface="Times New Roman"/>
                  <a:cs typeface="Times New Roman"/>
                </a:rPr>
                <a:t>si</a:t>
              </a:r>
              <a:r>
                <a:rPr sz="2800" spc="-310" dirty="0">
                  <a:latin typeface="Times New Roman"/>
                  <a:cs typeface="Times New Roman"/>
                </a:rPr>
                <a:t> </a:t>
              </a:r>
              <a:r>
                <a:rPr sz="2800" spc="35" dirty="0">
                  <a:latin typeface="Times New Roman"/>
                  <a:cs typeface="Times New Roman"/>
                </a:rPr>
                <a:t>no</a:t>
              </a:r>
              <a:r>
                <a:rPr sz="2800" spc="-235" dirty="0">
                  <a:latin typeface="Times New Roman"/>
                  <a:cs typeface="Times New Roman"/>
                </a:rPr>
                <a:t> </a:t>
              </a:r>
              <a:r>
                <a:rPr sz="2800" spc="20" dirty="0">
                  <a:latin typeface="Times New Roman"/>
                  <a:cs typeface="Times New Roman"/>
                </a:rPr>
                <a:t>hay</a:t>
              </a:r>
              <a:r>
                <a:rPr sz="2800" spc="-305" dirty="0">
                  <a:latin typeface="Times New Roman"/>
                  <a:cs typeface="Times New Roman"/>
                </a:rPr>
                <a:t> </a:t>
              </a:r>
              <a:r>
                <a:rPr sz="2800" spc="40" dirty="0">
                  <a:latin typeface="Times New Roman"/>
                  <a:cs typeface="Times New Roman"/>
                </a:rPr>
                <a:t>arco(</a:t>
              </a:r>
              <a:r>
                <a:rPr sz="2800" i="1" spc="40" dirty="0">
                  <a:latin typeface="Times New Roman"/>
                  <a:cs typeface="Times New Roman"/>
                </a:rPr>
                <a:t>Vi</a:t>
              </a:r>
              <a:r>
                <a:rPr sz="2800" spc="40" dirty="0">
                  <a:latin typeface="Times New Roman"/>
                  <a:cs typeface="Times New Roman"/>
                </a:rPr>
                <a:t>,</a:t>
              </a:r>
              <a:r>
                <a:rPr sz="2800" i="1" spc="40" dirty="0">
                  <a:latin typeface="Times New Roman"/>
                  <a:cs typeface="Times New Roman"/>
                </a:rPr>
                <a:t>Vj</a:t>
              </a:r>
              <a:r>
                <a:rPr sz="2800" spc="40" dirty="0">
                  <a:latin typeface="Times New Roman"/>
                  <a:cs typeface="Times New Roman"/>
                </a:rPr>
                <a:t>)</a:t>
              </a:r>
              <a:endParaRPr sz="2800" dirty="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2207539" y="4412002"/>
              <a:ext cx="208915" cy="44577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800" i="1" spc="40" dirty="0">
                  <a:latin typeface="Times New Roman"/>
                  <a:cs typeface="Times New Roman"/>
                </a:rPr>
                <a:t>a</a:t>
              </a:r>
              <a:endParaRPr sz="2800" dirty="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382561" y="4647121"/>
              <a:ext cx="13081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i="1" spc="-50" dirty="0">
                  <a:latin typeface="Times New Roman"/>
                  <a:cs typeface="Times New Roman"/>
                </a:rPr>
                <a:t>ij</a:t>
              </a:r>
              <a:endParaRPr sz="1600">
                <a:latin typeface="Times New Roman"/>
                <a:cs typeface="Times New Roman"/>
              </a:endParaRPr>
            </a:p>
          </p:txBody>
        </p:sp>
      </p:grpSp>
      <p:sp>
        <p:nvSpPr>
          <p:cNvPr id="10" name="object 10"/>
          <p:cNvSpPr/>
          <p:nvPr/>
        </p:nvSpPr>
        <p:spPr>
          <a:xfrm>
            <a:off x="8146771" y="5143531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46771" y="4947762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6771" y="4709285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46771" y="4470787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46771" y="4232310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46771" y="3993812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146771" y="3755334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46771" y="3516857"/>
            <a:ext cx="154052" cy="305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46771" y="5186245"/>
            <a:ext cx="154052" cy="3051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46771" y="3278359"/>
            <a:ext cx="154052" cy="3051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28389" y="5143531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28389" y="4947762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28389" y="4709285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28389" y="4470787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28389" y="4232310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28389" y="3993812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28389" y="3755334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28389" y="3516857"/>
            <a:ext cx="184191" cy="3051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28389" y="5186245"/>
            <a:ext cx="184191" cy="3051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28389" y="3278359"/>
            <a:ext cx="184191" cy="30510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5187787" y="2894649"/>
          <a:ext cx="3052736" cy="25360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9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4689">
                <a:tc>
                  <a:txBody>
                    <a:bodyPr/>
                    <a:lstStyle/>
                    <a:p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0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5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0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93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2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2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5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7" name="Grupo 56">
            <a:extLst>
              <a:ext uri="{FF2B5EF4-FFF2-40B4-BE49-F238E27FC236}">
                <a16:creationId xmlns:a16="http://schemas.microsoft.com/office/drawing/2014/main" id="{988DF56C-2CA4-46C6-B2BF-2C9AD000F6A5}"/>
              </a:ext>
            </a:extLst>
          </p:cNvPr>
          <p:cNvGrpSpPr/>
          <p:nvPr/>
        </p:nvGrpSpPr>
        <p:grpSpPr>
          <a:xfrm>
            <a:off x="8719721" y="3098104"/>
            <a:ext cx="2657603" cy="2129155"/>
            <a:chOff x="7328153" y="1365250"/>
            <a:chExt cx="2657603" cy="2129155"/>
          </a:xfrm>
        </p:grpSpPr>
        <p:sp>
          <p:nvSpPr>
            <p:cNvPr id="31" name="object 31"/>
            <p:cNvSpPr/>
            <p:nvPr/>
          </p:nvSpPr>
          <p:spPr>
            <a:xfrm>
              <a:off x="7680325" y="16939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2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80325" y="16939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2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7786879" y="1735836"/>
              <a:ext cx="15049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4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9264650" y="16939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64650" y="16939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88451" y="31337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5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88451" y="31337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5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80325" y="31337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5"/>
                  </a:lnTo>
                  <a:lnTo>
                    <a:pt x="52768" y="52768"/>
                  </a:lnTo>
                  <a:lnTo>
                    <a:pt x="24595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5" y="271130"/>
                  </a:lnTo>
                  <a:lnTo>
                    <a:pt x="52768" y="307609"/>
                  </a:lnTo>
                  <a:lnTo>
                    <a:pt x="89238" y="335802"/>
                  </a:lnTo>
                  <a:lnTo>
                    <a:pt x="132291" y="353982"/>
                  </a:lnTo>
                  <a:lnTo>
                    <a:pt x="180212" y="360425"/>
                  </a:lnTo>
                  <a:lnTo>
                    <a:pt x="228090" y="353982"/>
                  </a:lnTo>
                  <a:lnTo>
                    <a:pt x="271130" y="335802"/>
                  </a:lnTo>
                  <a:lnTo>
                    <a:pt x="307609" y="307609"/>
                  </a:lnTo>
                  <a:lnTo>
                    <a:pt x="335802" y="271130"/>
                  </a:lnTo>
                  <a:lnTo>
                    <a:pt x="353982" y="228090"/>
                  </a:lnTo>
                  <a:lnTo>
                    <a:pt x="360425" y="180212"/>
                  </a:lnTo>
                  <a:lnTo>
                    <a:pt x="353982" y="132291"/>
                  </a:lnTo>
                  <a:lnTo>
                    <a:pt x="335802" y="89238"/>
                  </a:lnTo>
                  <a:lnTo>
                    <a:pt x="307609" y="52768"/>
                  </a:lnTo>
                  <a:lnTo>
                    <a:pt x="271130" y="24595"/>
                  </a:lnTo>
                  <a:lnTo>
                    <a:pt x="22809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80325" y="31337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5" y="89238"/>
                  </a:lnTo>
                  <a:lnTo>
                    <a:pt x="52768" y="52768"/>
                  </a:lnTo>
                  <a:lnTo>
                    <a:pt x="89238" y="24595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90" y="6434"/>
                  </a:lnTo>
                  <a:lnTo>
                    <a:pt x="271130" y="24595"/>
                  </a:lnTo>
                  <a:lnTo>
                    <a:pt x="307609" y="52768"/>
                  </a:lnTo>
                  <a:lnTo>
                    <a:pt x="335802" y="89238"/>
                  </a:lnTo>
                  <a:lnTo>
                    <a:pt x="353982" y="132291"/>
                  </a:lnTo>
                  <a:lnTo>
                    <a:pt x="360425" y="180212"/>
                  </a:lnTo>
                  <a:lnTo>
                    <a:pt x="353982" y="228090"/>
                  </a:lnTo>
                  <a:lnTo>
                    <a:pt x="335802" y="271130"/>
                  </a:lnTo>
                  <a:lnTo>
                    <a:pt x="307609" y="307609"/>
                  </a:lnTo>
                  <a:lnTo>
                    <a:pt x="271130" y="335802"/>
                  </a:lnTo>
                  <a:lnTo>
                    <a:pt x="228090" y="353982"/>
                  </a:lnTo>
                  <a:lnTo>
                    <a:pt x="180212" y="360425"/>
                  </a:lnTo>
                  <a:lnTo>
                    <a:pt x="132291" y="353982"/>
                  </a:lnTo>
                  <a:lnTo>
                    <a:pt x="89238" y="335802"/>
                  </a:lnTo>
                  <a:lnTo>
                    <a:pt x="52768" y="307609"/>
                  </a:lnTo>
                  <a:lnTo>
                    <a:pt x="24595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01050" y="21257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213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3" y="360299"/>
                  </a:lnTo>
                  <a:lnTo>
                    <a:pt x="228090" y="353864"/>
                  </a:lnTo>
                  <a:lnTo>
                    <a:pt x="271130" y="335703"/>
                  </a:lnTo>
                  <a:lnTo>
                    <a:pt x="307609" y="307530"/>
                  </a:lnTo>
                  <a:lnTo>
                    <a:pt x="335802" y="271060"/>
                  </a:lnTo>
                  <a:lnTo>
                    <a:pt x="353982" y="228007"/>
                  </a:lnTo>
                  <a:lnTo>
                    <a:pt x="360425" y="180086"/>
                  </a:lnTo>
                  <a:lnTo>
                    <a:pt x="353982" y="132218"/>
                  </a:lnTo>
                  <a:lnTo>
                    <a:pt x="335802" y="89201"/>
                  </a:lnTo>
                  <a:lnTo>
                    <a:pt x="307609" y="52752"/>
                  </a:lnTo>
                  <a:lnTo>
                    <a:pt x="271130" y="24590"/>
                  </a:lnTo>
                  <a:lnTo>
                    <a:pt x="228090" y="6434"/>
                  </a:lnTo>
                  <a:lnTo>
                    <a:pt x="18021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01050" y="21257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3" y="0"/>
                  </a:lnTo>
                  <a:lnTo>
                    <a:pt x="228090" y="6434"/>
                  </a:lnTo>
                  <a:lnTo>
                    <a:pt x="271130" y="24590"/>
                  </a:lnTo>
                  <a:lnTo>
                    <a:pt x="307609" y="52752"/>
                  </a:lnTo>
                  <a:lnTo>
                    <a:pt x="335802" y="89201"/>
                  </a:lnTo>
                  <a:lnTo>
                    <a:pt x="353982" y="132218"/>
                  </a:lnTo>
                  <a:lnTo>
                    <a:pt x="360425" y="180086"/>
                  </a:lnTo>
                  <a:lnTo>
                    <a:pt x="353982" y="228007"/>
                  </a:lnTo>
                  <a:lnTo>
                    <a:pt x="335802" y="271060"/>
                  </a:lnTo>
                  <a:lnTo>
                    <a:pt x="307609" y="307530"/>
                  </a:lnTo>
                  <a:lnTo>
                    <a:pt x="271130" y="335703"/>
                  </a:lnTo>
                  <a:lnTo>
                    <a:pt x="228090" y="353864"/>
                  </a:lnTo>
                  <a:lnTo>
                    <a:pt x="180213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25076" y="27749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180085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5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625076" y="2774950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80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5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61300" y="2054225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h="1079500">
                  <a:moveTo>
                    <a:pt x="0" y="0"/>
                  </a:moveTo>
                  <a:lnTo>
                    <a:pt x="0" y="1079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40751" y="331470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96427" y="2001902"/>
              <a:ext cx="320675" cy="1184275"/>
            </a:xfrm>
            <a:custGeom>
              <a:avLst/>
              <a:gdLst/>
              <a:ahLst/>
              <a:cxnLst/>
              <a:rect l="l" t="t" r="r" b="b"/>
              <a:pathLst>
                <a:path w="320675" h="1184275">
                  <a:moveTo>
                    <a:pt x="0" y="1184148"/>
                  </a:moveTo>
                  <a:lnTo>
                    <a:pt x="3206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09026" y="2433701"/>
              <a:ext cx="968375" cy="393700"/>
            </a:xfrm>
            <a:custGeom>
              <a:avLst/>
              <a:gdLst/>
              <a:ahLst/>
              <a:cxnLst/>
              <a:rect l="l" t="t" r="r" b="b"/>
              <a:pathLst>
                <a:path w="968375" h="393700">
                  <a:moveTo>
                    <a:pt x="0" y="0"/>
                  </a:moveTo>
                  <a:lnTo>
                    <a:pt x="968375" y="3935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7328153" y="1581403"/>
              <a:ext cx="260350" cy="2923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900" i="1" spc="-60" dirty="0">
                  <a:latin typeface="Tahoma"/>
                  <a:cs typeface="Tahoma"/>
                </a:rPr>
                <a:t>V</a:t>
              </a:r>
              <a:r>
                <a:rPr sz="1450" i="1" spc="-30" dirty="0">
                  <a:latin typeface="Tahoma"/>
                  <a:cs typeface="Tahoma"/>
                </a:rPr>
                <a:t>0</a:t>
              </a:r>
              <a:endParaRPr sz="1450">
                <a:latin typeface="Tahoma"/>
                <a:cs typeface="Tahoma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7328153" y="3165728"/>
              <a:ext cx="609600" cy="2923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tabLst>
                  <a:tab pos="471170" algn="l"/>
                </a:tabLst>
              </a:pPr>
              <a:r>
                <a:rPr sz="1900" i="1" spc="-55" dirty="0">
                  <a:latin typeface="Tahoma"/>
                  <a:cs typeface="Tahoma"/>
                </a:rPr>
                <a:t>V</a:t>
              </a:r>
              <a:r>
                <a:rPr sz="1450" i="1" spc="-30" dirty="0">
                  <a:latin typeface="Tahoma"/>
                  <a:cs typeface="Tahoma"/>
                </a:rPr>
                <a:t>1</a:t>
              </a:r>
              <a:r>
                <a:rPr sz="1450" i="1" dirty="0">
                  <a:latin typeface="Tahoma"/>
                  <a:cs typeface="Tahoma"/>
                </a:rPr>
                <a:t>	</a:t>
              </a:r>
              <a:r>
                <a:rPr dirty="0">
                  <a:latin typeface="Tahoma"/>
                  <a:cs typeface="Tahoma"/>
                </a:rPr>
                <a:t>6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795132" y="3165728"/>
              <a:ext cx="593725" cy="2923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tabLst>
                  <a:tab pos="345440" algn="l"/>
                </a:tabLst>
              </a:pPr>
              <a:r>
                <a:rPr dirty="0">
                  <a:latin typeface="Tahoma"/>
                  <a:cs typeface="Tahoma"/>
                </a:rPr>
                <a:t>9	</a:t>
              </a:r>
              <a:r>
                <a:rPr sz="1900" i="1" spc="-55" dirty="0">
                  <a:latin typeface="Tahoma"/>
                  <a:cs typeface="Tahoma"/>
                </a:rPr>
                <a:t>V</a:t>
              </a:r>
              <a:r>
                <a:rPr sz="1450" i="1" spc="-30" dirty="0">
                  <a:latin typeface="Tahoma"/>
                  <a:cs typeface="Tahoma"/>
                </a:rPr>
                <a:t>2</a:t>
              </a:r>
              <a:endParaRPr sz="1450">
                <a:latin typeface="Tahoma"/>
                <a:cs typeface="Tahoma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9271507" y="1365250"/>
              <a:ext cx="250190" cy="659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900" i="1" spc="-55" dirty="0">
                  <a:latin typeface="Tahoma"/>
                  <a:cs typeface="Tahoma"/>
                </a:rPr>
                <a:t>V</a:t>
              </a:r>
              <a:r>
                <a:rPr sz="1250" i="1" spc="-30" dirty="0">
                  <a:latin typeface="Tahoma"/>
                  <a:cs typeface="Tahoma"/>
                </a:rPr>
                <a:t>3</a:t>
              </a:r>
              <a:endParaRPr sz="1250">
                <a:latin typeface="Tahoma"/>
                <a:cs typeface="Tahoma"/>
              </a:endParaRPr>
            </a:p>
            <a:p>
              <a:pPr marL="99695" algn="ctr">
                <a:spcBef>
                  <a:spcPts val="635"/>
                </a:spcBef>
              </a:pPr>
              <a:r>
                <a:rPr dirty="0">
                  <a:latin typeface="Tahoma"/>
                  <a:cs typeface="Tahoma"/>
                </a:rPr>
                <a:t>7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8407655" y="1797177"/>
              <a:ext cx="313055" cy="659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50165" indent="-38100"/>
              <a:r>
                <a:rPr sz="1900" i="1" spc="-40" dirty="0">
                  <a:latin typeface="Tahoma"/>
                  <a:cs typeface="Tahoma"/>
                </a:rPr>
                <a:t>V</a:t>
              </a:r>
              <a:r>
                <a:rPr sz="1450" i="1" spc="-40" dirty="0">
                  <a:latin typeface="Tahoma"/>
                  <a:cs typeface="Tahoma"/>
                </a:rPr>
                <a:t>4</a:t>
              </a:r>
              <a:endParaRPr sz="1450">
                <a:latin typeface="Tahoma"/>
                <a:cs typeface="Tahoma"/>
              </a:endParaRPr>
            </a:p>
            <a:p>
              <a:pPr marL="50165">
                <a:spcBef>
                  <a:spcPts val="635"/>
                </a:spcBef>
              </a:pPr>
              <a:r>
                <a:rPr dirty="0">
                  <a:latin typeface="Tahoma"/>
                  <a:cs typeface="Tahoma"/>
                </a:rPr>
                <a:t>10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9632061" y="2518028"/>
              <a:ext cx="313055" cy="588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900" i="1" spc="-40" dirty="0">
                  <a:latin typeface="Tahoma"/>
                  <a:cs typeface="Tahoma"/>
                </a:rPr>
                <a:t>V</a:t>
              </a:r>
              <a:r>
                <a:rPr sz="1450" i="1" spc="-40" dirty="0">
                  <a:latin typeface="Tahoma"/>
                  <a:cs typeface="Tahoma"/>
                </a:rPr>
                <a:t>5</a:t>
              </a:r>
              <a:endParaRPr sz="1450">
                <a:latin typeface="Tahoma"/>
                <a:cs typeface="Tahoma"/>
              </a:endParaRPr>
            </a:p>
            <a:p>
              <a:pPr marL="50165">
                <a:spcBef>
                  <a:spcPts val="75"/>
                </a:spcBef>
              </a:pPr>
              <a:r>
                <a:rPr dirty="0">
                  <a:latin typeface="Tahoma"/>
                  <a:cs typeface="Tahoma"/>
                </a:rPr>
                <a:t>11</a:t>
              </a:r>
              <a:endParaRPr>
                <a:latin typeface="Tahoma"/>
                <a:cs typeface="Tahoma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76343" y="5839655"/>
            <a:ext cx="10053347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u="sng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Caso</a:t>
            </a:r>
            <a:r>
              <a:rPr sz="2000" u="heavy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 </a:t>
            </a:r>
            <a:r>
              <a:rPr sz="2000" u="sng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especial</a:t>
            </a:r>
            <a:r>
              <a:rPr sz="20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: cuando hay un lazo se considera</a:t>
            </a:r>
            <a:r>
              <a:rPr sz="2000" spc="50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 </a:t>
            </a:r>
            <a:r>
              <a:rPr sz="28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a</a:t>
            </a:r>
            <a:r>
              <a:rPr sz="20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ij=1</a:t>
            </a:r>
            <a:endParaRPr sz="2000" dirty="0">
              <a:solidFill>
                <a:schemeClr val="bg2">
                  <a:lumMod val="20000"/>
                  <a:lumOff val="80000"/>
                </a:schemeClr>
              </a:solidFill>
              <a:latin typeface="HP Simplified" panose="020B0604020204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99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496" y="221134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Matriz de Adyacencia</a:t>
            </a:r>
            <a:r>
              <a:rPr spc="-229" dirty="0"/>
              <a:t> </a:t>
            </a:r>
            <a:r>
              <a:rPr spc="-5" dirty="0"/>
              <a:t>[A]  (digrafos)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495" y="1318033"/>
            <a:ext cx="33165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1900" spc="225" dirty="0">
                <a:solidFill>
                  <a:srgbClr val="696363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400" u="sng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Para </a:t>
            </a:r>
            <a:r>
              <a:rPr sz="2400" b="1" u="sng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Digrafos</a:t>
            </a:r>
            <a:endParaRPr sz="2400" u="sng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59223" y="2620083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79" h="360679">
                <a:moveTo>
                  <a:pt x="180212" y="0"/>
                </a:moveTo>
                <a:lnTo>
                  <a:pt x="132291" y="6434"/>
                </a:lnTo>
                <a:lnTo>
                  <a:pt x="89238" y="24595"/>
                </a:lnTo>
                <a:lnTo>
                  <a:pt x="52768" y="52768"/>
                </a:lnTo>
                <a:lnTo>
                  <a:pt x="24595" y="89238"/>
                </a:lnTo>
                <a:lnTo>
                  <a:pt x="6434" y="132291"/>
                </a:lnTo>
                <a:lnTo>
                  <a:pt x="0" y="180212"/>
                </a:lnTo>
                <a:lnTo>
                  <a:pt x="6434" y="228090"/>
                </a:lnTo>
                <a:lnTo>
                  <a:pt x="24595" y="271130"/>
                </a:lnTo>
                <a:lnTo>
                  <a:pt x="52768" y="307609"/>
                </a:lnTo>
                <a:lnTo>
                  <a:pt x="89238" y="335802"/>
                </a:lnTo>
                <a:lnTo>
                  <a:pt x="132291" y="353982"/>
                </a:lnTo>
                <a:lnTo>
                  <a:pt x="180212" y="360425"/>
                </a:lnTo>
                <a:lnTo>
                  <a:pt x="228080" y="353982"/>
                </a:lnTo>
                <a:lnTo>
                  <a:pt x="271097" y="335802"/>
                </a:lnTo>
                <a:lnTo>
                  <a:pt x="307546" y="307609"/>
                </a:lnTo>
                <a:lnTo>
                  <a:pt x="335708" y="271130"/>
                </a:lnTo>
                <a:lnTo>
                  <a:pt x="353864" y="228090"/>
                </a:lnTo>
                <a:lnTo>
                  <a:pt x="360299" y="180212"/>
                </a:lnTo>
                <a:lnTo>
                  <a:pt x="353864" y="132291"/>
                </a:lnTo>
                <a:lnTo>
                  <a:pt x="335708" y="89238"/>
                </a:lnTo>
                <a:lnTo>
                  <a:pt x="307546" y="52768"/>
                </a:lnTo>
                <a:lnTo>
                  <a:pt x="271097" y="24595"/>
                </a:lnTo>
                <a:lnTo>
                  <a:pt x="228080" y="6434"/>
                </a:lnTo>
                <a:lnTo>
                  <a:pt x="1802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59223" y="2620083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79" h="360679">
                <a:moveTo>
                  <a:pt x="0" y="180212"/>
                </a:moveTo>
                <a:lnTo>
                  <a:pt x="6434" y="132291"/>
                </a:lnTo>
                <a:lnTo>
                  <a:pt x="24595" y="89238"/>
                </a:lnTo>
                <a:lnTo>
                  <a:pt x="52768" y="52768"/>
                </a:lnTo>
                <a:lnTo>
                  <a:pt x="89238" y="24595"/>
                </a:lnTo>
                <a:lnTo>
                  <a:pt x="132291" y="6434"/>
                </a:lnTo>
                <a:lnTo>
                  <a:pt x="180212" y="0"/>
                </a:lnTo>
                <a:lnTo>
                  <a:pt x="228080" y="6434"/>
                </a:lnTo>
                <a:lnTo>
                  <a:pt x="271097" y="24595"/>
                </a:lnTo>
                <a:lnTo>
                  <a:pt x="307546" y="52768"/>
                </a:lnTo>
                <a:lnTo>
                  <a:pt x="335708" y="89238"/>
                </a:lnTo>
                <a:lnTo>
                  <a:pt x="353864" y="132291"/>
                </a:lnTo>
                <a:lnTo>
                  <a:pt x="360299" y="180212"/>
                </a:lnTo>
                <a:lnTo>
                  <a:pt x="353864" y="228090"/>
                </a:lnTo>
                <a:lnTo>
                  <a:pt x="335708" y="271130"/>
                </a:lnTo>
                <a:lnTo>
                  <a:pt x="307546" y="307609"/>
                </a:lnTo>
                <a:lnTo>
                  <a:pt x="271097" y="335802"/>
                </a:lnTo>
                <a:lnTo>
                  <a:pt x="228080" y="353982"/>
                </a:lnTo>
                <a:lnTo>
                  <a:pt x="180212" y="360425"/>
                </a:lnTo>
                <a:lnTo>
                  <a:pt x="132291" y="353982"/>
                </a:lnTo>
                <a:lnTo>
                  <a:pt x="89238" y="335802"/>
                </a:lnTo>
                <a:lnTo>
                  <a:pt x="52768" y="307609"/>
                </a:lnTo>
                <a:lnTo>
                  <a:pt x="24595" y="271130"/>
                </a:lnTo>
                <a:lnTo>
                  <a:pt x="6434" y="228090"/>
                </a:lnTo>
                <a:lnTo>
                  <a:pt x="0" y="180212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96815" y="2662375"/>
            <a:ext cx="28829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5" dirty="0">
                <a:latin typeface="Tahoma"/>
                <a:cs typeface="Tahoma"/>
              </a:rPr>
              <a:t>V2</a:t>
            </a:r>
            <a:endParaRPr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83024" y="4059881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086" y="0"/>
                </a:moveTo>
                <a:lnTo>
                  <a:pt x="132218" y="6443"/>
                </a:lnTo>
                <a:lnTo>
                  <a:pt x="89201" y="24623"/>
                </a:lnTo>
                <a:lnTo>
                  <a:pt x="52752" y="52816"/>
                </a:lnTo>
                <a:lnTo>
                  <a:pt x="24579" y="89323"/>
                </a:lnTo>
                <a:lnTo>
                  <a:pt x="6432" y="132344"/>
                </a:lnTo>
                <a:lnTo>
                  <a:pt x="0" y="180212"/>
                </a:lnTo>
                <a:lnTo>
                  <a:pt x="6434" y="228134"/>
                </a:lnTo>
                <a:lnTo>
                  <a:pt x="24590" y="271187"/>
                </a:lnTo>
                <a:lnTo>
                  <a:pt x="52752" y="307657"/>
                </a:lnTo>
                <a:lnTo>
                  <a:pt x="89201" y="335830"/>
                </a:lnTo>
                <a:lnTo>
                  <a:pt x="132218" y="353991"/>
                </a:lnTo>
                <a:lnTo>
                  <a:pt x="180086" y="360425"/>
                </a:lnTo>
                <a:lnTo>
                  <a:pt x="228007" y="353991"/>
                </a:lnTo>
                <a:lnTo>
                  <a:pt x="271060" y="335830"/>
                </a:lnTo>
                <a:lnTo>
                  <a:pt x="307530" y="307657"/>
                </a:lnTo>
                <a:lnTo>
                  <a:pt x="335703" y="271187"/>
                </a:lnTo>
                <a:lnTo>
                  <a:pt x="353864" y="228134"/>
                </a:lnTo>
                <a:lnTo>
                  <a:pt x="360299" y="180212"/>
                </a:lnTo>
                <a:lnTo>
                  <a:pt x="353860" y="132335"/>
                </a:lnTo>
                <a:lnTo>
                  <a:pt x="335681" y="89295"/>
                </a:lnTo>
                <a:lnTo>
                  <a:pt x="307530" y="52863"/>
                </a:lnTo>
                <a:lnTo>
                  <a:pt x="271060" y="24680"/>
                </a:lnTo>
                <a:lnTo>
                  <a:pt x="228007" y="6487"/>
                </a:lnTo>
                <a:lnTo>
                  <a:pt x="1800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83024" y="4059881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212"/>
                </a:moveTo>
                <a:lnTo>
                  <a:pt x="6434" y="132335"/>
                </a:lnTo>
                <a:lnTo>
                  <a:pt x="24590" y="89295"/>
                </a:lnTo>
                <a:lnTo>
                  <a:pt x="52752" y="52816"/>
                </a:lnTo>
                <a:lnTo>
                  <a:pt x="89201" y="24623"/>
                </a:lnTo>
                <a:lnTo>
                  <a:pt x="132218" y="6443"/>
                </a:lnTo>
                <a:lnTo>
                  <a:pt x="180086" y="0"/>
                </a:lnTo>
                <a:lnTo>
                  <a:pt x="228007" y="6487"/>
                </a:lnTo>
                <a:lnTo>
                  <a:pt x="271060" y="24680"/>
                </a:lnTo>
                <a:lnTo>
                  <a:pt x="307530" y="52863"/>
                </a:lnTo>
                <a:lnTo>
                  <a:pt x="335703" y="89323"/>
                </a:lnTo>
                <a:lnTo>
                  <a:pt x="353864" y="132344"/>
                </a:lnTo>
                <a:lnTo>
                  <a:pt x="360299" y="180212"/>
                </a:lnTo>
                <a:lnTo>
                  <a:pt x="353864" y="228134"/>
                </a:lnTo>
                <a:lnTo>
                  <a:pt x="335703" y="271187"/>
                </a:lnTo>
                <a:lnTo>
                  <a:pt x="307530" y="307657"/>
                </a:lnTo>
                <a:lnTo>
                  <a:pt x="271060" y="335830"/>
                </a:lnTo>
                <a:lnTo>
                  <a:pt x="228007" y="353991"/>
                </a:lnTo>
                <a:lnTo>
                  <a:pt x="180086" y="360425"/>
                </a:lnTo>
                <a:lnTo>
                  <a:pt x="132218" y="353991"/>
                </a:lnTo>
                <a:lnTo>
                  <a:pt x="89201" y="335830"/>
                </a:lnTo>
                <a:lnTo>
                  <a:pt x="52752" y="307657"/>
                </a:lnTo>
                <a:lnTo>
                  <a:pt x="24590" y="271187"/>
                </a:lnTo>
                <a:lnTo>
                  <a:pt x="6434" y="228134"/>
                </a:lnTo>
                <a:lnTo>
                  <a:pt x="0" y="180212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57410" y="2688409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180149" y="0"/>
                </a:moveTo>
                <a:lnTo>
                  <a:pt x="132276" y="6434"/>
                </a:lnTo>
                <a:lnTo>
                  <a:pt x="89248" y="24590"/>
                </a:lnTo>
                <a:lnTo>
                  <a:pt x="52784" y="52752"/>
                </a:lnTo>
                <a:lnTo>
                  <a:pt x="24607" y="89201"/>
                </a:lnTo>
                <a:lnTo>
                  <a:pt x="6438" y="132218"/>
                </a:lnTo>
                <a:lnTo>
                  <a:pt x="0" y="180086"/>
                </a:lnTo>
                <a:lnTo>
                  <a:pt x="6438" y="228007"/>
                </a:lnTo>
                <a:lnTo>
                  <a:pt x="24607" y="271060"/>
                </a:lnTo>
                <a:lnTo>
                  <a:pt x="52784" y="307530"/>
                </a:lnTo>
                <a:lnTo>
                  <a:pt x="89248" y="335703"/>
                </a:lnTo>
                <a:lnTo>
                  <a:pt x="132276" y="353864"/>
                </a:lnTo>
                <a:lnTo>
                  <a:pt x="180149" y="360299"/>
                </a:lnTo>
                <a:lnTo>
                  <a:pt x="228070" y="353864"/>
                </a:lnTo>
                <a:lnTo>
                  <a:pt x="271123" y="335703"/>
                </a:lnTo>
                <a:lnTo>
                  <a:pt x="307594" y="307530"/>
                </a:lnTo>
                <a:lnTo>
                  <a:pt x="335766" y="271060"/>
                </a:lnTo>
                <a:lnTo>
                  <a:pt x="353927" y="228007"/>
                </a:lnTo>
                <a:lnTo>
                  <a:pt x="360362" y="180086"/>
                </a:lnTo>
                <a:lnTo>
                  <a:pt x="353927" y="132218"/>
                </a:lnTo>
                <a:lnTo>
                  <a:pt x="335766" y="89201"/>
                </a:lnTo>
                <a:lnTo>
                  <a:pt x="307594" y="52752"/>
                </a:lnTo>
                <a:lnTo>
                  <a:pt x="271123" y="24590"/>
                </a:lnTo>
                <a:lnTo>
                  <a:pt x="228070" y="6434"/>
                </a:lnTo>
                <a:lnTo>
                  <a:pt x="18014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57410" y="2688409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80" h="360679">
                <a:moveTo>
                  <a:pt x="0" y="180086"/>
                </a:moveTo>
                <a:lnTo>
                  <a:pt x="6438" y="132218"/>
                </a:lnTo>
                <a:lnTo>
                  <a:pt x="24607" y="89201"/>
                </a:lnTo>
                <a:lnTo>
                  <a:pt x="52784" y="52752"/>
                </a:lnTo>
                <a:lnTo>
                  <a:pt x="89248" y="24590"/>
                </a:lnTo>
                <a:lnTo>
                  <a:pt x="132276" y="6434"/>
                </a:lnTo>
                <a:lnTo>
                  <a:pt x="180149" y="0"/>
                </a:lnTo>
                <a:lnTo>
                  <a:pt x="228070" y="6434"/>
                </a:lnTo>
                <a:lnTo>
                  <a:pt x="271123" y="24590"/>
                </a:lnTo>
                <a:lnTo>
                  <a:pt x="307594" y="52752"/>
                </a:lnTo>
                <a:lnTo>
                  <a:pt x="335766" y="89201"/>
                </a:lnTo>
                <a:lnTo>
                  <a:pt x="353927" y="132218"/>
                </a:lnTo>
                <a:lnTo>
                  <a:pt x="360362" y="180086"/>
                </a:lnTo>
                <a:lnTo>
                  <a:pt x="353927" y="228007"/>
                </a:lnTo>
                <a:lnTo>
                  <a:pt x="335766" y="271060"/>
                </a:lnTo>
                <a:lnTo>
                  <a:pt x="307594" y="307530"/>
                </a:lnTo>
                <a:lnTo>
                  <a:pt x="271123" y="335703"/>
                </a:lnTo>
                <a:lnTo>
                  <a:pt x="228070" y="353864"/>
                </a:lnTo>
                <a:lnTo>
                  <a:pt x="180149" y="360299"/>
                </a:lnTo>
                <a:lnTo>
                  <a:pt x="132276" y="353864"/>
                </a:lnTo>
                <a:lnTo>
                  <a:pt x="89248" y="335703"/>
                </a:lnTo>
                <a:lnTo>
                  <a:pt x="52784" y="307530"/>
                </a:lnTo>
                <a:lnTo>
                  <a:pt x="24607" y="271060"/>
                </a:lnTo>
                <a:lnTo>
                  <a:pt x="6438" y="228007"/>
                </a:lnTo>
                <a:lnTo>
                  <a:pt x="0" y="1800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94583" y="2730574"/>
            <a:ext cx="28829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5" dirty="0">
                <a:latin typeface="Tahoma"/>
                <a:cs typeface="Tahoma"/>
              </a:rPr>
              <a:t>V1</a:t>
            </a:r>
            <a:endParaRPr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7549" y="2616908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79" h="360679">
                <a:moveTo>
                  <a:pt x="180086" y="0"/>
                </a:moveTo>
                <a:lnTo>
                  <a:pt x="132218" y="6434"/>
                </a:lnTo>
                <a:lnTo>
                  <a:pt x="89201" y="24595"/>
                </a:lnTo>
                <a:lnTo>
                  <a:pt x="52752" y="52768"/>
                </a:lnTo>
                <a:lnTo>
                  <a:pt x="24590" y="89238"/>
                </a:lnTo>
                <a:lnTo>
                  <a:pt x="6434" y="132291"/>
                </a:lnTo>
                <a:lnTo>
                  <a:pt x="0" y="180212"/>
                </a:lnTo>
                <a:lnTo>
                  <a:pt x="6434" y="228090"/>
                </a:lnTo>
                <a:lnTo>
                  <a:pt x="24590" y="271130"/>
                </a:lnTo>
                <a:lnTo>
                  <a:pt x="52752" y="307609"/>
                </a:lnTo>
                <a:lnTo>
                  <a:pt x="89201" y="335802"/>
                </a:lnTo>
                <a:lnTo>
                  <a:pt x="132218" y="353982"/>
                </a:lnTo>
                <a:lnTo>
                  <a:pt x="180086" y="360425"/>
                </a:lnTo>
                <a:lnTo>
                  <a:pt x="228007" y="353982"/>
                </a:lnTo>
                <a:lnTo>
                  <a:pt x="271060" y="335802"/>
                </a:lnTo>
                <a:lnTo>
                  <a:pt x="307530" y="307609"/>
                </a:lnTo>
                <a:lnTo>
                  <a:pt x="335703" y="271130"/>
                </a:lnTo>
                <a:lnTo>
                  <a:pt x="353864" y="228090"/>
                </a:lnTo>
                <a:lnTo>
                  <a:pt x="360299" y="180212"/>
                </a:lnTo>
                <a:lnTo>
                  <a:pt x="353864" y="132291"/>
                </a:lnTo>
                <a:lnTo>
                  <a:pt x="335703" y="89238"/>
                </a:lnTo>
                <a:lnTo>
                  <a:pt x="307530" y="52768"/>
                </a:lnTo>
                <a:lnTo>
                  <a:pt x="271060" y="24595"/>
                </a:lnTo>
                <a:lnTo>
                  <a:pt x="228007" y="6434"/>
                </a:lnTo>
                <a:lnTo>
                  <a:pt x="1800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97549" y="2616908"/>
            <a:ext cx="360680" cy="360680"/>
          </a:xfrm>
          <a:custGeom>
            <a:avLst/>
            <a:gdLst/>
            <a:ahLst/>
            <a:cxnLst/>
            <a:rect l="l" t="t" r="r" b="b"/>
            <a:pathLst>
              <a:path w="360679" h="360679">
                <a:moveTo>
                  <a:pt x="0" y="180212"/>
                </a:moveTo>
                <a:lnTo>
                  <a:pt x="6434" y="132291"/>
                </a:lnTo>
                <a:lnTo>
                  <a:pt x="24590" y="89238"/>
                </a:lnTo>
                <a:lnTo>
                  <a:pt x="52752" y="52768"/>
                </a:lnTo>
                <a:lnTo>
                  <a:pt x="89201" y="24595"/>
                </a:lnTo>
                <a:lnTo>
                  <a:pt x="132218" y="6434"/>
                </a:lnTo>
                <a:lnTo>
                  <a:pt x="180086" y="0"/>
                </a:lnTo>
                <a:lnTo>
                  <a:pt x="228007" y="6434"/>
                </a:lnTo>
                <a:lnTo>
                  <a:pt x="271060" y="24595"/>
                </a:lnTo>
                <a:lnTo>
                  <a:pt x="307530" y="52768"/>
                </a:lnTo>
                <a:lnTo>
                  <a:pt x="335703" y="89238"/>
                </a:lnTo>
                <a:lnTo>
                  <a:pt x="353864" y="132291"/>
                </a:lnTo>
                <a:lnTo>
                  <a:pt x="360299" y="180212"/>
                </a:lnTo>
                <a:lnTo>
                  <a:pt x="353864" y="228090"/>
                </a:lnTo>
                <a:lnTo>
                  <a:pt x="335703" y="271130"/>
                </a:lnTo>
                <a:lnTo>
                  <a:pt x="307530" y="307609"/>
                </a:lnTo>
                <a:lnTo>
                  <a:pt x="271060" y="335802"/>
                </a:lnTo>
                <a:lnTo>
                  <a:pt x="228007" y="353982"/>
                </a:lnTo>
                <a:lnTo>
                  <a:pt x="180086" y="360425"/>
                </a:lnTo>
                <a:lnTo>
                  <a:pt x="132218" y="353982"/>
                </a:lnTo>
                <a:lnTo>
                  <a:pt x="89201" y="335802"/>
                </a:lnTo>
                <a:lnTo>
                  <a:pt x="52752" y="307609"/>
                </a:lnTo>
                <a:lnTo>
                  <a:pt x="24590" y="271130"/>
                </a:lnTo>
                <a:lnTo>
                  <a:pt x="6434" y="228090"/>
                </a:lnTo>
                <a:lnTo>
                  <a:pt x="0" y="180212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35268" y="2659326"/>
            <a:ext cx="28829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ahoma"/>
                <a:cs typeface="Tahoma"/>
              </a:rPr>
              <a:t>V4</a:t>
            </a:r>
            <a:endParaRPr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17520" y="2753561"/>
            <a:ext cx="1442085" cy="122555"/>
          </a:xfrm>
          <a:custGeom>
            <a:avLst/>
            <a:gdLst/>
            <a:ahLst/>
            <a:cxnLst/>
            <a:rect l="l" t="t" r="r" b="b"/>
            <a:pathLst>
              <a:path w="1442085" h="122554">
                <a:moveTo>
                  <a:pt x="1405432" y="42893"/>
                </a:moveTo>
                <a:lnTo>
                  <a:pt x="0" y="109474"/>
                </a:lnTo>
                <a:lnTo>
                  <a:pt x="507" y="122047"/>
                </a:lnTo>
                <a:lnTo>
                  <a:pt x="1405978" y="55589"/>
                </a:lnTo>
                <a:lnTo>
                  <a:pt x="1416590" y="48708"/>
                </a:lnTo>
                <a:lnTo>
                  <a:pt x="1405432" y="42893"/>
                </a:lnTo>
                <a:close/>
              </a:path>
              <a:path w="1442085" h="122554">
                <a:moveTo>
                  <a:pt x="1430748" y="41783"/>
                </a:moveTo>
                <a:lnTo>
                  <a:pt x="1428877" y="41783"/>
                </a:lnTo>
                <a:lnTo>
                  <a:pt x="1429385" y="54483"/>
                </a:lnTo>
                <a:lnTo>
                  <a:pt x="1405978" y="55589"/>
                </a:lnTo>
                <a:lnTo>
                  <a:pt x="1348740" y="92710"/>
                </a:lnTo>
                <a:lnTo>
                  <a:pt x="1347851" y="96647"/>
                </a:lnTo>
                <a:lnTo>
                  <a:pt x="1351661" y="102489"/>
                </a:lnTo>
                <a:lnTo>
                  <a:pt x="1355598" y="103378"/>
                </a:lnTo>
                <a:lnTo>
                  <a:pt x="1358646" y="101473"/>
                </a:lnTo>
                <a:lnTo>
                  <a:pt x="1441704" y="47498"/>
                </a:lnTo>
                <a:lnTo>
                  <a:pt x="1430748" y="41783"/>
                </a:lnTo>
                <a:close/>
              </a:path>
              <a:path w="1442085" h="122554">
                <a:moveTo>
                  <a:pt x="1416590" y="48708"/>
                </a:moveTo>
                <a:lnTo>
                  <a:pt x="1405978" y="55589"/>
                </a:lnTo>
                <a:lnTo>
                  <a:pt x="1429385" y="54483"/>
                </a:lnTo>
                <a:lnTo>
                  <a:pt x="1429354" y="53721"/>
                </a:lnTo>
                <a:lnTo>
                  <a:pt x="1426210" y="53721"/>
                </a:lnTo>
                <a:lnTo>
                  <a:pt x="1416590" y="48708"/>
                </a:lnTo>
                <a:close/>
              </a:path>
              <a:path w="1442085" h="122554">
                <a:moveTo>
                  <a:pt x="1425702" y="42799"/>
                </a:moveTo>
                <a:lnTo>
                  <a:pt x="1416590" y="48708"/>
                </a:lnTo>
                <a:lnTo>
                  <a:pt x="1426210" y="53721"/>
                </a:lnTo>
                <a:lnTo>
                  <a:pt x="1425702" y="42799"/>
                </a:lnTo>
                <a:close/>
              </a:path>
              <a:path w="1442085" h="122554">
                <a:moveTo>
                  <a:pt x="1428917" y="42799"/>
                </a:moveTo>
                <a:lnTo>
                  <a:pt x="1425702" y="42799"/>
                </a:lnTo>
                <a:lnTo>
                  <a:pt x="1426210" y="53721"/>
                </a:lnTo>
                <a:lnTo>
                  <a:pt x="1429354" y="53721"/>
                </a:lnTo>
                <a:lnTo>
                  <a:pt x="1428917" y="42799"/>
                </a:lnTo>
                <a:close/>
              </a:path>
              <a:path w="1442085" h="122554">
                <a:moveTo>
                  <a:pt x="1428877" y="41783"/>
                </a:moveTo>
                <a:lnTo>
                  <a:pt x="1405432" y="42893"/>
                </a:lnTo>
                <a:lnTo>
                  <a:pt x="1416590" y="48708"/>
                </a:lnTo>
                <a:lnTo>
                  <a:pt x="1425702" y="42799"/>
                </a:lnTo>
                <a:lnTo>
                  <a:pt x="1428917" y="42799"/>
                </a:lnTo>
                <a:lnTo>
                  <a:pt x="1428877" y="41783"/>
                </a:lnTo>
                <a:close/>
              </a:path>
              <a:path w="1442085" h="122554">
                <a:moveTo>
                  <a:pt x="1350772" y="0"/>
                </a:moveTo>
                <a:lnTo>
                  <a:pt x="1346961" y="1270"/>
                </a:lnTo>
                <a:lnTo>
                  <a:pt x="1345311" y="4318"/>
                </a:lnTo>
                <a:lnTo>
                  <a:pt x="1343660" y="7493"/>
                </a:lnTo>
                <a:lnTo>
                  <a:pt x="1344930" y="11302"/>
                </a:lnTo>
                <a:lnTo>
                  <a:pt x="1347978" y="12953"/>
                </a:lnTo>
                <a:lnTo>
                  <a:pt x="1405432" y="42893"/>
                </a:lnTo>
                <a:lnTo>
                  <a:pt x="1428877" y="41783"/>
                </a:lnTo>
                <a:lnTo>
                  <a:pt x="1430748" y="41783"/>
                </a:lnTo>
                <a:lnTo>
                  <a:pt x="1353820" y="1650"/>
                </a:lnTo>
                <a:lnTo>
                  <a:pt x="1350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19522" y="2749116"/>
            <a:ext cx="978535" cy="103505"/>
          </a:xfrm>
          <a:custGeom>
            <a:avLst/>
            <a:gdLst/>
            <a:ahLst/>
            <a:cxnLst/>
            <a:rect l="l" t="t" r="r" b="b"/>
            <a:pathLst>
              <a:path w="978535" h="103504">
                <a:moveTo>
                  <a:pt x="88518" y="0"/>
                </a:moveTo>
                <a:lnTo>
                  <a:pt x="0" y="51942"/>
                </a:lnTo>
                <a:lnTo>
                  <a:pt x="85851" y="101599"/>
                </a:lnTo>
                <a:lnTo>
                  <a:pt x="88773" y="103377"/>
                </a:lnTo>
                <a:lnTo>
                  <a:pt x="92710" y="102361"/>
                </a:lnTo>
                <a:lnTo>
                  <a:pt x="96265" y="96265"/>
                </a:lnTo>
                <a:lnTo>
                  <a:pt x="95250" y="92328"/>
                </a:lnTo>
                <a:lnTo>
                  <a:pt x="36486" y="58292"/>
                </a:lnTo>
                <a:lnTo>
                  <a:pt x="12700" y="58292"/>
                </a:lnTo>
                <a:lnTo>
                  <a:pt x="12573" y="45592"/>
                </a:lnTo>
                <a:lnTo>
                  <a:pt x="36105" y="45515"/>
                </a:lnTo>
                <a:lnTo>
                  <a:pt x="91948" y="12700"/>
                </a:lnTo>
                <a:lnTo>
                  <a:pt x="94868" y="10921"/>
                </a:lnTo>
                <a:lnTo>
                  <a:pt x="95885" y="6984"/>
                </a:lnTo>
                <a:lnTo>
                  <a:pt x="94106" y="3937"/>
                </a:lnTo>
                <a:lnTo>
                  <a:pt x="92328" y="1015"/>
                </a:lnTo>
                <a:lnTo>
                  <a:pt x="88518" y="0"/>
                </a:lnTo>
                <a:close/>
              </a:path>
              <a:path w="978535" h="103504">
                <a:moveTo>
                  <a:pt x="36105" y="45515"/>
                </a:moveTo>
                <a:lnTo>
                  <a:pt x="12573" y="45592"/>
                </a:lnTo>
                <a:lnTo>
                  <a:pt x="12700" y="58292"/>
                </a:lnTo>
                <a:lnTo>
                  <a:pt x="36351" y="58215"/>
                </a:lnTo>
                <a:lnTo>
                  <a:pt x="34951" y="57403"/>
                </a:lnTo>
                <a:lnTo>
                  <a:pt x="15875" y="57403"/>
                </a:lnTo>
                <a:lnTo>
                  <a:pt x="15875" y="46354"/>
                </a:lnTo>
                <a:lnTo>
                  <a:pt x="34677" y="46354"/>
                </a:lnTo>
                <a:lnTo>
                  <a:pt x="36105" y="45515"/>
                </a:lnTo>
                <a:close/>
              </a:path>
              <a:path w="978535" h="103504">
                <a:moveTo>
                  <a:pt x="36351" y="58215"/>
                </a:moveTo>
                <a:lnTo>
                  <a:pt x="12700" y="58292"/>
                </a:lnTo>
                <a:lnTo>
                  <a:pt x="36486" y="58292"/>
                </a:lnTo>
                <a:lnTo>
                  <a:pt x="36351" y="58215"/>
                </a:lnTo>
                <a:close/>
              </a:path>
              <a:path w="978535" h="103504">
                <a:moveTo>
                  <a:pt x="977900" y="42417"/>
                </a:moveTo>
                <a:lnTo>
                  <a:pt x="36105" y="45515"/>
                </a:lnTo>
                <a:lnTo>
                  <a:pt x="25344" y="51839"/>
                </a:lnTo>
                <a:lnTo>
                  <a:pt x="36351" y="58215"/>
                </a:lnTo>
                <a:lnTo>
                  <a:pt x="978026" y="55117"/>
                </a:lnTo>
                <a:lnTo>
                  <a:pt x="977900" y="42417"/>
                </a:lnTo>
                <a:close/>
              </a:path>
              <a:path w="978535" h="103504">
                <a:moveTo>
                  <a:pt x="15875" y="46354"/>
                </a:moveTo>
                <a:lnTo>
                  <a:pt x="15875" y="57403"/>
                </a:lnTo>
                <a:lnTo>
                  <a:pt x="25344" y="51839"/>
                </a:lnTo>
                <a:lnTo>
                  <a:pt x="15875" y="46354"/>
                </a:lnTo>
                <a:close/>
              </a:path>
              <a:path w="978535" h="103504">
                <a:moveTo>
                  <a:pt x="25344" y="51839"/>
                </a:moveTo>
                <a:lnTo>
                  <a:pt x="15875" y="57403"/>
                </a:lnTo>
                <a:lnTo>
                  <a:pt x="34951" y="57403"/>
                </a:lnTo>
                <a:lnTo>
                  <a:pt x="25344" y="51839"/>
                </a:lnTo>
                <a:close/>
              </a:path>
              <a:path w="978535" h="103504">
                <a:moveTo>
                  <a:pt x="34677" y="46354"/>
                </a:moveTo>
                <a:lnTo>
                  <a:pt x="15875" y="46354"/>
                </a:lnTo>
                <a:lnTo>
                  <a:pt x="25344" y="51839"/>
                </a:lnTo>
                <a:lnTo>
                  <a:pt x="34677" y="46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75378" y="2978097"/>
            <a:ext cx="469265" cy="1134745"/>
          </a:xfrm>
          <a:custGeom>
            <a:avLst/>
            <a:gdLst/>
            <a:ahLst/>
            <a:cxnLst/>
            <a:rect l="l" t="t" r="r" b="b"/>
            <a:pathLst>
              <a:path w="469264" h="1134745">
                <a:moveTo>
                  <a:pt x="9397" y="1028573"/>
                </a:moveTo>
                <a:lnTo>
                  <a:pt x="2412" y="1029588"/>
                </a:lnTo>
                <a:lnTo>
                  <a:pt x="0" y="1032763"/>
                </a:lnTo>
                <a:lnTo>
                  <a:pt x="634" y="1036319"/>
                </a:lnTo>
                <a:lnTo>
                  <a:pt x="15493" y="1134237"/>
                </a:lnTo>
                <a:lnTo>
                  <a:pt x="27465" y="1124839"/>
                </a:lnTo>
                <a:lnTo>
                  <a:pt x="26034" y="1124839"/>
                </a:lnTo>
                <a:lnTo>
                  <a:pt x="14224" y="1120267"/>
                </a:lnTo>
                <a:lnTo>
                  <a:pt x="22898" y="1098335"/>
                </a:lnTo>
                <a:lnTo>
                  <a:pt x="13207" y="1034414"/>
                </a:lnTo>
                <a:lnTo>
                  <a:pt x="12572" y="1030859"/>
                </a:lnTo>
                <a:lnTo>
                  <a:pt x="9397" y="1028573"/>
                </a:lnTo>
                <a:close/>
              </a:path>
              <a:path w="469264" h="1134745">
                <a:moveTo>
                  <a:pt x="22898" y="1098335"/>
                </a:moveTo>
                <a:lnTo>
                  <a:pt x="14224" y="1120267"/>
                </a:lnTo>
                <a:lnTo>
                  <a:pt x="26034" y="1124839"/>
                </a:lnTo>
                <a:lnTo>
                  <a:pt x="27341" y="1121537"/>
                </a:lnTo>
                <a:lnTo>
                  <a:pt x="26415" y="1121537"/>
                </a:lnTo>
                <a:lnTo>
                  <a:pt x="16256" y="1117600"/>
                </a:lnTo>
                <a:lnTo>
                  <a:pt x="24799" y="1110871"/>
                </a:lnTo>
                <a:lnTo>
                  <a:pt x="22898" y="1098335"/>
                </a:lnTo>
                <a:close/>
              </a:path>
              <a:path w="469264" h="1134745">
                <a:moveTo>
                  <a:pt x="88392" y="1060831"/>
                </a:moveTo>
                <a:lnTo>
                  <a:pt x="85597" y="1062989"/>
                </a:lnTo>
                <a:lnTo>
                  <a:pt x="34619" y="1103137"/>
                </a:lnTo>
                <a:lnTo>
                  <a:pt x="26034" y="1124839"/>
                </a:lnTo>
                <a:lnTo>
                  <a:pt x="27465" y="1124839"/>
                </a:lnTo>
                <a:lnTo>
                  <a:pt x="93471" y="1073023"/>
                </a:lnTo>
                <a:lnTo>
                  <a:pt x="96265" y="1070864"/>
                </a:lnTo>
                <a:lnTo>
                  <a:pt x="96646" y="1066800"/>
                </a:lnTo>
                <a:lnTo>
                  <a:pt x="94487" y="1064133"/>
                </a:lnTo>
                <a:lnTo>
                  <a:pt x="92328" y="1061339"/>
                </a:lnTo>
                <a:lnTo>
                  <a:pt x="88392" y="1060831"/>
                </a:lnTo>
                <a:close/>
              </a:path>
              <a:path w="469264" h="1134745">
                <a:moveTo>
                  <a:pt x="24799" y="1110871"/>
                </a:moveTo>
                <a:lnTo>
                  <a:pt x="16256" y="1117600"/>
                </a:lnTo>
                <a:lnTo>
                  <a:pt x="26415" y="1121537"/>
                </a:lnTo>
                <a:lnTo>
                  <a:pt x="24799" y="1110871"/>
                </a:lnTo>
                <a:close/>
              </a:path>
              <a:path w="469264" h="1134745">
                <a:moveTo>
                  <a:pt x="34619" y="1103137"/>
                </a:moveTo>
                <a:lnTo>
                  <a:pt x="24799" y="1110871"/>
                </a:lnTo>
                <a:lnTo>
                  <a:pt x="26415" y="1121537"/>
                </a:lnTo>
                <a:lnTo>
                  <a:pt x="27341" y="1121537"/>
                </a:lnTo>
                <a:lnTo>
                  <a:pt x="34619" y="1103137"/>
                </a:lnTo>
                <a:close/>
              </a:path>
              <a:path w="469264" h="1134745">
                <a:moveTo>
                  <a:pt x="457326" y="0"/>
                </a:moveTo>
                <a:lnTo>
                  <a:pt x="22898" y="1098335"/>
                </a:lnTo>
                <a:lnTo>
                  <a:pt x="24799" y="1110871"/>
                </a:lnTo>
                <a:lnTo>
                  <a:pt x="34619" y="1103137"/>
                </a:lnTo>
                <a:lnTo>
                  <a:pt x="469138" y="4699"/>
                </a:lnTo>
                <a:lnTo>
                  <a:pt x="457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65322" y="2996257"/>
            <a:ext cx="975360" cy="1120775"/>
          </a:xfrm>
          <a:custGeom>
            <a:avLst/>
            <a:gdLst/>
            <a:ahLst/>
            <a:cxnLst/>
            <a:rect l="l" t="t" r="r" b="b"/>
            <a:pathLst>
              <a:path w="975360" h="1120775">
                <a:moveTo>
                  <a:pt x="16642" y="19152"/>
                </a:moveTo>
                <a:lnTo>
                  <a:pt x="18968" y="31450"/>
                </a:lnTo>
                <a:lnTo>
                  <a:pt x="965200" y="1120267"/>
                </a:lnTo>
                <a:lnTo>
                  <a:pt x="974851" y="1111884"/>
                </a:lnTo>
                <a:lnTo>
                  <a:pt x="28619" y="23211"/>
                </a:lnTo>
                <a:lnTo>
                  <a:pt x="16642" y="19152"/>
                </a:lnTo>
                <a:close/>
              </a:path>
              <a:path w="975360" h="1120775">
                <a:moveTo>
                  <a:pt x="0" y="0"/>
                </a:moveTo>
                <a:lnTo>
                  <a:pt x="18541" y="97408"/>
                </a:lnTo>
                <a:lnTo>
                  <a:pt x="19176" y="100837"/>
                </a:lnTo>
                <a:lnTo>
                  <a:pt x="22478" y="103124"/>
                </a:lnTo>
                <a:lnTo>
                  <a:pt x="29337" y="101853"/>
                </a:lnTo>
                <a:lnTo>
                  <a:pt x="31622" y="98425"/>
                </a:lnTo>
                <a:lnTo>
                  <a:pt x="18968" y="31450"/>
                </a:lnTo>
                <a:lnTo>
                  <a:pt x="3556" y="13715"/>
                </a:lnTo>
                <a:lnTo>
                  <a:pt x="13081" y="5333"/>
                </a:lnTo>
                <a:lnTo>
                  <a:pt x="15704" y="5333"/>
                </a:lnTo>
                <a:lnTo>
                  <a:pt x="0" y="0"/>
                </a:lnTo>
                <a:close/>
              </a:path>
              <a:path w="975360" h="1120775">
                <a:moveTo>
                  <a:pt x="15704" y="5333"/>
                </a:moveTo>
                <a:lnTo>
                  <a:pt x="13081" y="5333"/>
                </a:lnTo>
                <a:lnTo>
                  <a:pt x="28619" y="23211"/>
                </a:lnTo>
                <a:lnTo>
                  <a:pt x="93090" y="45084"/>
                </a:lnTo>
                <a:lnTo>
                  <a:pt x="96773" y="43306"/>
                </a:lnTo>
                <a:lnTo>
                  <a:pt x="97916" y="40005"/>
                </a:lnTo>
                <a:lnTo>
                  <a:pt x="98932" y="36575"/>
                </a:lnTo>
                <a:lnTo>
                  <a:pt x="97154" y="33019"/>
                </a:lnTo>
                <a:lnTo>
                  <a:pt x="15704" y="5333"/>
                </a:lnTo>
                <a:close/>
              </a:path>
              <a:path w="975360" h="1120775">
                <a:moveTo>
                  <a:pt x="13081" y="5333"/>
                </a:moveTo>
                <a:lnTo>
                  <a:pt x="3556" y="13715"/>
                </a:lnTo>
                <a:lnTo>
                  <a:pt x="18968" y="31450"/>
                </a:lnTo>
                <a:lnTo>
                  <a:pt x="16642" y="19152"/>
                </a:lnTo>
                <a:lnTo>
                  <a:pt x="6222" y="15620"/>
                </a:lnTo>
                <a:lnTo>
                  <a:pt x="14604" y="8381"/>
                </a:lnTo>
                <a:lnTo>
                  <a:pt x="15730" y="8381"/>
                </a:lnTo>
                <a:lnTo>
                  <a:pt x="13081" y="5333"/>
                </a:lnTo>
                <a:close/>
              </a:path>
              <a:path w="975360" h="1120775">
                <a:moveTo>
                  <a:pt x="15730" y="8381"/>
                </a:moveTo>
                <a:lnTo>
                  <a:pt x="14604" y="8381"/>
                </a:lnTo>
                <a:lnTo>
                  <a:pt x="16642" y="19152"/>
                </a:lnTo>
                <a:lnTo>
                  <a:pt x="28619" y="23211"/>
                </a:lnTo>
                <a:lnTo>
                  <a:pt x="15730" y="8381"/>
                </a:lnTo>
                <a:close/>
              </a:path>
              <a:path w="975360" h="1120775">
                <a:moveTo>
                  <a:pt x="14604" y="8381"/>
                </a:moveTo>
                <a:lnTo>
                  <a:pt x="6222" y="15620"/>
                </a:lnTo>
                <a:lnTo>
                  <a:pt x="16642" y="19152"/>
                </a:lnTo>
                <a:lnTo>
                  <a:pt x="14604" y="8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86600" y="2889959"/>
            <a:ext cx="2847251" cy="1879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3503" y="5726296"/>
            <a:ext cx="1059789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u="sng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Caso especial</a:t>
            </a:r>
            <a:r>
              <a:rPr sz="24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: cuando hay un lazo se considera</a:t>
            </a:r>
            <a:r>
              <a:rPr sz="2400" spc="6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 </a:t>
            </a:r>
            <a:r>
              <a:rPr sz="32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a</a:t>
            </a:r>
            <a:r>
              <a:rPr sz="2400"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HP Simplified" panose="020B0604020204020204" pitchFamily="34" charset="0"/>
                <a:cs typeface="Arial"/>
              </a:rPr>
              <a:t>ij=1</a:t>
            </a:r>
            <a:endParaRPr sz="2400" dirty="0">
              <a:solidFill>
                <a:schemeClr val="bg2">
                  <a:lumMod val="20000"/>
                  <a:lumOff val="80000"/>
                </a:schemeClr>
              </a:solidFill>
              <a:latin typeface="HP Simplified" panose="020B0604020204020204" pitchFamily="34" charset="0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48274" y="1262911"/>
            <a:ext cx="7072249" cy="825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39263B3-A8F6-4922-BDE3-96874B6565AC}"/>
              </a:ext>
            </a:extLst>
          </p:cNvPr>
          <p:cNvSpPr txBox="1"/>
          <p:nvPr/>
        </p:nvSpPr>
        <p:spPr>
          <a:xfrm>
            <a:off x="2350016" y="4071197"/>
            <a:ext cx="614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03045"/>
            <a:r>
              <a:rPr lang="es-CL" spc="5" dirty="0">
                <a:latin typeface="Tahoma"/>
                <a:cs typeface="Tahoma"/>
              </a:rPr>
              <a:t>V3</a:t>
            </a:r>
            <a:endParaRPr lang="es-CL" dirty="0">
              <a:latin typeface="Tahoma"/>
              <a:cs typeface="Tahoma"/>
            </a:endParaRPr>
          </a:p>
        </p:txBody>
      </p:sp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ABEE087B-74A8-4B2D-B35B-74A4F6878E59}"/>
              </a:ext>
            </a:extLst>
          </p:cNvPr>
          <p:cNvGraphicFramePr>
            <a:graphicFrameLocks noGrp="1"/>
          </p:cNvGraphicFramePr>
          <p:nvPr/>
        </p:nvGraphicFramePr>
        <p:xfrm>
          <a:off x="7719457" y="2912745"/>
          <a:ext cx="338560" cy="1834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560">
                  <a:extLst>
                    <a:ext uri="{9D8B030D-6E8A-4147-A177-3AD203B41FA5}">
                      <a16:colId xmlns:a16="http://schemas.microsoft.com/office/drawing/2014/main" val="1867531418"/>
                    </a:ext>
                  </a:extLst>
                </a:gridCol>
              </a:tblGrid>
              <a:tr h="458673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2495996737"/>
                  </a:ext>
                </a:extLst>
              </a:tr>
              <a:tr h="4586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366377963"/>
                  </a:ext>
                </a:extLst>
              </a:tr>
              <a:tr h="45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914852927"/>
                  </a:ext>
                </a:extLst>
              </a:tr>
              <a:tr h="458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2398556701"/>
                  </a:ext>
                </a:extLst>
              </a:tr>
            </a:tbl>
          </a:graphicData>
        </a:graphic>
      </p:graphicFrame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B0150145-6164-475E-9463-E0E0E98A6C34}"/>
              </a:ext>
            </a:extLst>
          </p:cNvPr>
          <p:cNvGraphicFramePr>
            <a:graphicFrameLocks noGrp="1"/>
          </p:cNvGraphicFramePr>
          <p:nvPr/>
        </p:nvGraphicFramePr>
        <p:xfrm>
          <a:off x="8031487" y="2614993"/>
          <a:ext cx="1898601" cy="334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013">
                  <a:extLst>
                    <a:ext uri="{9D8B030D-6E8A-4147-A177-3AD203B41FA5}">
                      <a16:colId xmlns:a16="http://schemas.microsoft.com/office/drawing/2014/main" val="940720923"/>
                    </a:ext>
                  </a:extLst>
                </a:gridCol>
                <a:gridCol w="478277">
                  <a:extLst>
                    <a:ext uri="{9D8B030D-6E8A-4147-A177-3AD203B41FA5}">
                      <a16:colId xmlns:a16="http://schemas.microsoft.com/office/drawing/2014/main" val="3116649093"/>
                    </a:ext>
                  </a:extLst>
                </a:gridCol>
                <a:gridCol w="477067">
                  <a:extLst>
                    <a:ext uri="{9D8B030D-6E8A-4147-A177-3AD203B41FA5}">
                      <a16:colId xmlns:a16="http://schemas.microsoft.com/office/drawing/2014/main" val="3930380561"/>
                    </a:ext>
                  </a:extLst>
                </a:gridCol>
                <a:gridCol w="481244">
                  <a:extLst>
                    <a:ext uri="{9D8B030D-6E8A-4147-A177-3AD203B41FA5}">
                      <a16:colId xmlns:a16="http://schemas.microsoft.com/office/drawing/2014/main" val="466698861"/>
                    </a:ext>
                  </a:extLst>
                </a:gridCol>
              </a:tblGrid>
              <a:tr h="334689">
                <a:tc>
                  <a:txBody>
                    <a:bodyPr/>
                    <a:lstStyle/>
                    <a:p>
                      <a:pPr marR="93980" algn="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3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50" i="1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950" i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4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18022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09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415" y="395269"/>
            <a:ext cx="10515599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800" spc="-5" dirty="0"/>
              <a:t>Matriz de Adyacencia</a:t>
            </a:r>
            <a:r>
              <a:rPr sz="4800" spc="-229" dirty="0"/>
              <a:t> </a:t>
            </a:r>
            <a:r>
              <a:rPr sz="4800" spc="-5" dirty="0"/>
              <a:t>[A]  (Propiedades)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5" y="1506601"/>
            <a:ext cx="10243185" cy="309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49554" indent="-342900">
              <a:lnSpc>
                <a:spcPct val="110000"/>
              </a:lnSpc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El Grado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de un Vértice se obtiene </a:t>
            </a:r>
            <a:r>
              <a:rPr sz="2800" b="1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sumando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la </a:t>
            </a:r>
            <a:r>
              <a:rPr sz="2800" u="sng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fila</a:t>
            </a:r>
            <a:r>
              <a:rPr sz="2800" u="heavy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o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la </a:t>
            </a:r>
            <a:r>
              <a:rPr sz="2800" u="sng" spc="-1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columna</a:t>
            </a:r>
            <a:r>
              <a:rPr sz="2800" u="heavy" spc="-1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correspondiente </a:t>
            </a: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(solo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para grafos </a:t>
            </a:r>
            <a:r>
              <a:rPr sz="2800" b="1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no</a:t>
            </a:r>
            <a:r>
              <a:rPr sz="2800" b="1" spc="3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dirigidos</a:t>
            </a: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).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469900">
              <a:spcBef>
                <a:spcPts val="865"/>
              </a:spcBef>
            </a:pPr>
            <a:r>
              <a:rPr sz="2000" spc="225" dirty="0">
                <a:solidFill>
                  <a:srgbClr val="696363"/>
                </a:solidFill>
                <a:latin typeface="HP Simplified" panose="020B0604020204020204" pitchFamily="34" charset="0"/>
                <a:cs typeface="Wingdings"/>
              </a:rPr>
              <a:t></a:t>
            </a:r>
            <a:r>
              <a:rPr sz="2000" spc="225" dirty="0">
                <a:solidFill>
                  <a:srgbClr val="696363"/>
                </a:solidFill>
                <a:latin typeface="HP Simplified" panose="020B0604020204020204" pitchFamily="34" charset="0"/>
                <a:cs typeface="Times New Roman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Nota: </a:t>
            </a: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Si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la arista es un bucle entonces se suma </a:t>
            </a:r>
            <a:r>
              <a:rPr sz="2800" u="sng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2</a:t>
            </a:r>
            <a:r>
              <a:rPr sz="2800" u="heavy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en vez de</a:t>
            </a:r>
            <a:r>
              <a:rPr sz="2800" spc="28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1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>
              <a:lnSpc>
                <a:spcPct val="100000"/>
              </a:lnSpc>
            </a:pPr>
            <a:endParaRPr sz="2800" dirty="0">
              <a:latin typeface="HP Simplified" panose="020B0604020204020204" pitchFamily="34" charset="0"/>
              <a:cs typeface="Times New Roman"/>
            </a:endParaRPr>
          </a:p>
          <a:p>
            <a:pPr marL="355600" indent="-342900">
              <a:spcBef>
                <a:spcPts val="159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u="sng" spc="-3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Teorema</a:t>
            </a:r>
            <a:r>
              <a:rPr sz="2800" spc="-3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: 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Si </a:t>
            </a:r>
            <a:r>
              <a:rPr sz="2800" b="1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A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es la matriz de adyacencia, el elemento ij de </a:t>
            </a:r>
            <a:r>
              <a:rPr sz="3200" b="1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A</a:t>
            </a:r>
            <a:r>
              <a:rPr sz="2800" b="1" baseline="2552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n</a:t>
            </a:r>
            <a:r>
              <a:rPr sz="2800" b="1" spc="202" baseline="2552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es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355600">
              <a:spcBef>
                <a:spcPts val="335"/>
              </a:spcBef>
            </a:pPr>
            <a:r>
              <a:rPr sz="2800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igual al </a:t>
            </a:r>
            <a:r>
              <a:rPr sz="2800" u="sng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número de caminos 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de </a:t>
            </a:r>
            <a:r>
              <a:rPr sz="2800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longitud 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“n” </a:t>
            </a:r>
            <a:r>
              <a:rPr sz="2800" spc="-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del 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vértice i al vértice</a:t>
            </a:r>
            <a:r>
              <a:rPr sz="2800" spc="165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FF0000"/>
                </a:solidFill>
                <a:latin typeface="HP Simplified" panose="020B0604020204020204" pitchFamily="34" charset="0"/>
                <a:cs typeface="Arial Narrow"/>
              </a:rPr>
              <a:t>j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05555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12" y="339973"/>
            <a:ext cx="1039688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000" spc="-5" dirty="0"/>
              <a:t>Matriz de Incidencia [M] (grafos no  dirigidos)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968" y="1149694"/>
            <a:ext cx="10404539" cy="977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Dado un Grafo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 = </a:t>
            </a:r>
            <a:r>
              <a:rPr sz="2800" spc="-6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(V,</a:t>
            </a:r>
            <a:r>
              <a:rPr sz="2800" spc="-3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Está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representado por una matriz de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 (vértices)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por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</a:t>
            </a:r>
            <a:r>
              <a:rPr sz="2800" spc="-12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(arcos)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122" y="4022140"/>
            <a:ext cx="7489825" cy="1417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1: Si el arco </a:t>
            </a:r>
            <a:r>
              <a:rPr sz="2800" i="1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i</a:t>
            </a:r>
            <a:r>
              <a:rPr sz="2800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u="sng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incide</a:t>
            </a:r>
            <a:r>
              <a:rPr lang="es-CL"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el vértice</a:t>
            </a:r>
            <a:r>
              <a:rPr sz="2800" spc="5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i="1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j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355600" marR="5080" indent="-342900">
              <a:lnSpc>
                <a:spcPct val="110000"/>
              </a:lnSpc>
              <a:spcBef>
                <a:spcPts val="57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un grafo sin lazos, la suma de una fila dá el grado del vértice  </a:t>
            </a:r>
            <a:r>
              <a:rPr sz="28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identificado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con esa</a:t>
            </a:r>
            <a:r>
              <a:rPr sz="2800" spc="5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fila.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5444" y="2581577"/>
            <a:ext cx="2228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 spc="-5" dirty="0">
                <a:latin typeface="HP Simplified" panose="020B0604020204020204" pitchFamily="34" charset="0"/>
                <a:cs typeface="Arial"/>
              </a:rPr>
              <a:t>a</a:t>
            </a:r>
            <a:endParaRPr sz="3200">
              <a:latin typeface="HP Simplified" panose="020B0604020204020204" pitchFamily="34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3818" y="2789095"/>
            <a:ext cx="13208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dirty="0">
                <a:latin typeface="HP Simplified" panose="020B0604020204020204" pitchFamily="34" charset="0"/>
                <a:cs typeface="Arial"/>
              </a:rPr>
              <a:t>ij</a:t>
            </a:r>
            <a:endParaRPr sz="2000">
              <a:latin typeface="HP Simplified" panose="020B0604020204020204" pitchFamily="34" charset="0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8076" y="2289098"/>
            <a:ext cx="364746" cy="1417952"/>
          </a:xfrm>
          <a:custGeom>
            <a:avLst/>
            <a:gdLst/>
            <a:ahLst/>
            <a:cxnLst/>
            <a:rect l="l" t="t" r="r" b="b"/>
            <a:pathLst>
              <a:path w="285750" h="714375">
                <a:moveTo>
                  <a:pt x="285750" y="714375"/>
                </a:moveTo>
                <a:lnTo>
                  <a:pt x="230153" y="712501"/>
                </a:lnTo>
                <a:lnTo>
                  <a:pt x="184737" y="707390"/>
                </a:lnTo>
                <a:lnTo>
                  <a:pt x="154108" y="699801"/>
                </a:lnTo>
                <a:lnTo>
                  <a:pt x="142875" y="690499"/>
                </a:lnTo>
                <a:lnTo>
                  <a:pt x="142875" y="381000"/>
                </a:lnTo>
                <a:lnTo>
                  <a:pt x="131641" y="371697"/>
                </a:lnTo>
                <a:lnTo>
                  <a:pt x="101012" y="364108"/>
                </a:lnTo>
                <a:lnTo>
                  <a:pt x="55596" y="358997"/>
                </a:lnTo>
                <a:lnTo>
                  <a:pt x="0" y="357124"/>
                </a:lnTo>
                <a:lnTo>
                  <a:pt x="55596" y="355270"/>
                </a:lnTo>
                <a:lnTo>
                  <a:pt x="101012" y="350202"/>
                </a:lnTo>
                <a:lnTo>
                  <a:pt x="131641" y="342657"/>
                </a:lnTo>
                <a:lnTo>
                  <a:pt x="142875" y="333375"/>
                </a:lnTo>
                <a:lnTo>
                  <a:pt x="142875" y="23749"/>
                </a:lnTo>
                <a:lnTo>
                  <a:pt x="154108" y="14519"/>
                </a:lnTo>
                <a:lnTo>
                  <a:pt x="184737" y="6969"/>
                </a:lnTo>
                <a:lnTo>
                  <a:pt x="230153" y="1871"/>
                </a:lnTo>
                <a:lnTo>
                  <a:pt x="2857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00">
              <a:latin typeface="HP Simplified" panose="020B0604020204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5000" y="2444655"/>
            <a:ext cx="501688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1, </a:t>
            </a:r>
            <a:r>
              <a:rPr sz="24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[arco, </a:t>
            </a:r>
            <a:r>
              <a:rPr sz="24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vértice] </a:t>
            </a:r>
            <a:r>
              <a:rPr sz="2400" spc="-5" dirty="0" err="1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está</a:t>
            </a:r>
            <a:r>
              <a:rPr sz="2400" spc="-9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 err="1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conectado</a:t>
            </a:r>
            <a:endParaRPr lang="es-CL" sz="2400" spc="-5" dirty="0">
              <a:solidFill>
                <a:srgbClr val="001F5F"/>
              </a:solidFill>
              <a:latin typeface="HP Simplified" panose="020B0604020204020204" pitchFamily="34" charset="0"/>
              <a:cs typeface="Arial Narrow"/>
            </a:endParaRPr>
          </a:p>
          <a:p>
            <a:pPr marL="12700"/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12700"/>
            <a:r>
              <a:rPr sz="240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0  </a:t>
            </a:r>
            <a:r>
              <a:rPr sz="24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[arco, vértice] no está</a:t>
            </a:r>
            <a:r>
              <a:rPr sz="2400" spc="-60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HP Simplified" panose="020B0604020204020204" pitchFamily="34" charset="0"/>
                <a:cs typeface="Arial Narrow"/>
              </a:rPr>
              <a:t>conectado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5BABE58-A837-458A-B01F-B5994D524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43" y="2261842"/>
            <a:ext cx="4959488" cy="19883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0777D6A-D958-415A-888C-29E368723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71" y="2126884"/>
            <a:ext cx="5130564" cy="244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9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709" y="312590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Matriz de Incidencia [M]  (digrafos)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438400"/>
            <a:ext cx="7931891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Para</a:t>
            </a:r>
            <a:r>
              <a:rPr sz="2800" spc="-4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b="1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Digrafos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</a:tabLst>
            </a:pPr>
            <a:r>
              <a:rPr lang="es-MX" sz="28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Aij</a:t>
            </a:r>
            <a:r>
              <a:rPr lang="es-MX"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=0,	si el arco no </a:t>
            </a:r>
            <a:r>
              <a:rPr lang="es-MX" sz="2800" spc="-10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inicide</a:t>
            </a:r>
            <a:r>
              <a:rPr lang="es-MX" sz="2800" spc="-1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MX"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en el</a:t>
            </a:r>
            <a:r>
              <a:rPr lang="es-MX" sz="2800" spc="7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lang="es-MX"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nodo</a:t>
            </a:r>
            <a:endParaRPr lang="es-CL" sz="2800" spc="-5" dirty="0">
              <a:solidFill>
                <a:srgbClr val="002850"/>
              </a:solidFill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</a:tabLst>
            </a:pPr>
            <a:r>
              <a:rPr sz="28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Aij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=1, arco sale del</a:t>
            </a:r>
            <a:r>
              <a:rPr sz="2800" spc="-3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nodo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  <a:tab pos="1666875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Aij=-1,	arco entra al</a:t>
            </a:r>
            <a:r>
              <a:rPr sz="2800" spc="-3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nodo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812800" lvl="1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813435" algn="l"/>
                <a:tab pos="1583055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Aij=2,	si el nodo es origen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y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final del arco</a:t>
            </a:r>
            <a:r>
              <a:rPr sz="2800" spc="1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</a:t>
            </a:r>
            <a:r>
              <a:rPr sz="2800" spc="-5" dirty="0" err="1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lazo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BD179B-843A-467D-80F3-857370153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98516"/>
            <a:ext cx="50101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76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98" y="229201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Matriz de Arcos</a:t>
            </a:r>
            <a:r>
              <a:rPr spc="-250" dirty="0"/>
              <a:t> </a:t>
            </a:r>
            <a:r>
              <a:rPr spc="-5" dirty="0"/>
              <a:t>[B]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98" y="1400302"/>
            <a:ext cx="10631247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Dado un Grafo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 = </a:t>
            </a:r>
            <a:r>
              <a:rPr sz="2800" spc="-6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(V,</a:t>
            </a:r>
            <a:r>
              <a:rPr sz="2800" spc="-3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5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Está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representado por una matriz de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Arcos (A) x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Vértices</a:t>
            </a:r>
            <a:r>
              <a:rPr sz="2800" spc="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(V)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Esta </a:t>
            </a:r>
            <a:r>
              <a:rPr sz="28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formada por los arcos del grafo</a:t>
            </a:r>
            <a:r>
              <a:rPr sz="2800" spc="2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8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representado</a:t>
            </a:r>
            <a:endParaRPr sz="2800" dirty="0"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1B9C678-071F-47C2-8C01-79B30284F2AF}"/>
              </a:ext>
            </a:extLst>
          </p:cNvPr>
          <p:cNvGrpSpPr/>
          <p:nvPr/>
        </p:nvGrpSpPr>
        <p:grpSpPr>
          <a:xfrm>
            <a:off x="4526217" y="3160565"/>
            <a:ext cx="3500756" cy="1972818"/>
            <a:chOff x="3024250" y="3540887"/>
            <a:chExt cx="3500756" cy="1972818"/>
          </a:xfrm>
        </p:grpSpPr>
        <p:sp>
          <p:nvSpPr>
            <p:cNvPr id="4" name="object 4"/>
            <p:cNvSpPr/>
            <p:nvPr/>
          </p:nvSpPr>
          <p:spPr>
            <a:xfrm>
              <a:off x="4826000" y="37132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34"/>
                  </a:lnTo>
                  <a:lnTo>
                    <a:pt x="89238" y="24590"/>
                  </a:lnTo>
                  <a:lnTo>
                    <a:pt x="52768" y="52752"/>
                  </a:lnTo>
                  <a:lnTo>
                    <a:pt x="24595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5" y="271060"/>
                  </a:lnTo>
                  <a:lnTo>
                    <a:pt x="52768" y="307530"/>
                  </a:lnTo>
                  <a:lnTo>
                    <a:pt x="89238" y="335703"/>
                  </a:lnTo>
                  <a:lnTo>
                    <a:pt x="132291" y="353864"/>
                  </a:lnTo>
                  <a:lnTo>
                    <a:pt x="180212" y="360299"/>
                  </a:lnTo>
                  <a:lnTo>
                    <a:pt x="228080" y="353864"/>
                  </a:lnTo>
                  <a:lnTo>
                    <a:pt x="271097" y="335703"/>
                  </a:lnTo>
                  <a:lnTo>
                    <a:pt x="307546" y="307530"/>
                  </a:lnTo>
                  <a:lnTo>
                    <a:pt x="335708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8" y="89201"/>
                  </a:lnTo>
                  <a:lnTo>
                    <a:pt x="307546" y="52752"/>
                  </a:lnTo>
                  <a:lnTo>
                    <a:pt x="271097" y="24590"/>
                  </a:lnTo>
                  <a:lnTo>
                    <a:pt x="228080" y="6434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26000" y="371322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086"/>
                  </a:moveTo>
                  <a:lnTo>
                    <a:pt x="6434" y="132218"/>
                  </a:lnTo>
                  <a:lnTo>
                    <a:pt x="24595" y="89201"/>
                  </a:lnTo>
                  <a:lnTo>
                    <a:pt x="52768" y="52752"/>
                  </a:lnTo>
                  <a:lnTo>
                    <a:pt x="89238" y="24590"/>
                  </a:lnTo>
                  <a:lnTo>
                    <a:pt x="132291" y="6434"/>
                  </a:lnTo>
                  <a:lnTo>
                    <a:pt x="180212" y="0"/>
                  </a:lnTo>
                  <a:lnTo>
                    <a:pt x="228080" y="6434"/>
                  </a:lnTo>
                  <a:lnTo>
                    <a:pt x="271097" y="24590"/>
                  </a:lnTo>
                  <a:lnTo>
                    <a:pt x="307546" y="52752"/>
                  </a:lnTo>
                  <a:lnTo>
                    <a:pt x="335708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8" y="271060"/>
                  </a:lnTo>
                  <a:lnTo>
                    <a:pt x="307546" y="307530"/>
                  </a:lnTo>
                  <a:lnTo>
                    <a:pt x="271097" y="335703"/>
                  </a:lnTo>
                  <a:lnTo>
                    <a:pt x="228080" y="353864"/>
                  </a:lnTo>
                  <a:lnTo>
                    <a:pt x="180212" y="360299"/>
                  </a:lnTo>
                  <a:lnTo>
                    <a:pt x="132291" y="353864"/>
                  </a:lnTo>
                  <a:lnTo>
                    <a:pt x="89238" y="335703"/>
                  </a:lnTo>
                  <a:lnTo>
                    <a:pt x="52768" y="307530"/>
                  </a:lnTo>
                  <a:lnTo>
                    <a:pt x="24595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863465" y="3755391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5" dirty="0">
                  <a:latin typeface="Tahoma"/>
                  <a:cs typeface="Tahoma"/>
                </a:rPr>
                <a:t>V2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249801" y="51530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9801" y="51530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4250" y="37814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4250" y="378142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061461" y="3823717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5" dirty="0">
                  <a:latin typeface="Tahoma"/>
                  <a:cs typeface="Tahoma"/>
                </a:rPr>
                <a:t>V1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26" y="37100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6434" y="228007"/>
                  </a:lnTo>
                  <a:lnTo>
                    <a:pt x="24590" y="271060"/>
                  </a:lnTo>
                  <a:lnTo>
                    <a:pt x="52752" y="307530"/>
                  </a:lnTo>
                  <a:lnTo>
                    <a:pt x="89201" y="335703"/>
                  </a:lnTo>
                  <a:lnTo>
                    <a:pt x="132218" y="353864"/>
                  </a:lnTo>
                  <a:lnTo>
                    <a:pt x="180086" y="360299"/>
                  </a:lnTo>
                  <a:lnTo>
                    <a:pt x="228007" y="353864"/>
                  </a:lnTo>
                  <a:lnTo>
                    <a:pt x="271060" y="335703"/>
                  </a:lnTo>
                  <a:lnTo>
                    <a:pt x="307530" y="307530"/>
                  </a:lnTo>
                  <a:lnTo>
                    <a:pt x="335703" y="271060"/>
                  </a:lnTo>
                  <a:lnTo>
                    <a:pt x="353864" y="228007"/>
                  </a:lnTo>
                  <a:lnTo>
                    <a:pt x="360299" y="180086"/>
                  </a:lnTo>
                  <a:lnTo>
                    <a:pt x="353864" y="132218"/>
                  </a:lnTo>
                  <a:lnTo>
                    <a:pt x="335703" y="89201"/>
                  </a:lnTo>
                  <a:lnTo>
                    <a:pt x="307530" y="52752"/>
                  </a:lnTo>
                  <a:lnTo>
                    <a:pt x="271060" y="24590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64326" y="3710051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0"/>
                  </a:lnTo>
                  <a:lnTo>
                    <a:pt x="307530" y="52752"/>
                  </a:lnTo>
                  <a:lnTo>
                    <a:pt x="335703" y="89201"/>
                  </a:lnTo>
                  <a:lnTo>
                    <a:pt x="353864" y="132218"/>
                  </a:lnTo>
                  <a:lnTo>
                    <a:pt x="360299" y="180086"/>
                  </a:lnTo>
                  <a:lnTo>
                    <a:pt x="353864" y="228007"/>
                  </a:lnTo>
                  <a:lnTo>
                    <a:pt x="335703" y="271060"/>
                  </a:lnTo>
                  <a:lnTo>
                    <a:pt x="307530" y="307530"/>
                  </a:lnTo>
                  <a:lnTo>
                    <a:pt x="271060" y="335703"/>
                  </a:lnTo>
                  <a:lnTo>
                    <a:pt x="228007" y="353864"/>
                  </a:lnTo>
                  <a:lnTo>
                    <a:pt x="180086" y="360299"/>
                  </a:lnTo>
                  <a:lnTo>
                    <a:pt x="132218" y="353864"/>
                  </a:lnTo>
                  <a:lnTo>
                    <a:pt x="89201" y="335703"/>
                  </a:lnTo>
                  <a:lnTo>
                    <a:pt x="52752" y="307530"/>
                  </a:lnTo>
                  <a:lnTo>
                    <a:pt x="24590" y="271060"/>
                  </a:lnTo>
                  <a:lnTo>
                    <a:pt x="6434" y="228007"/>
                  </a:lnTo>
                  <a:lnTo>
                    <a:pt x="0" y="18008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6202171" y="3752343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dirty="0">
                  <a:latin typeface="Tahoma"/>
                  <a:cs typeface="Tahoma"/>
                </a:rPr>
                <a:t>V4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384550" y="3894201"/>
              <a:ext cx="1441450" cy="68580"/>
            </a:xfrm>
            <a:custGeom>
              <a:avLst/>
              <a:gdLst/>
              <a:ahLst/>
              <a:cxnLst/>
              <a:rect l="l" t="t" r="r" b="b"/>
              <a:pathLst>
                <a:path w="1441450" h="68579">
                  <a:moveTo>
                    <a:pt x="0" y="68199"/>
                  </a:moveTo>
                  <a:lnTo>
                    <a:pt x="14414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6426" y="3891027"/>
              <a:ext cx="977900" cy="3175"/>
            </a:xfrm>
            <a:custGeom>
              <a:avLst/>
              <a:gdLst/>
              <a:ahLst/>
              <a:cxnLst/>
              <a:rect l="l" t="t" r="r" b="b"/>
              <a:pathLst>
                <a:path w="977900" h="3175">
                  <a:moveTo>
                    <a:pt x="977900" y="0"/>
                  </a:moveTo>
                  <a:lnTo>
                    <a:pt x="0" y="3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57777" y="4073526"/>
              <a:ext cx="447675" cy="1132205"/>
            </a:xfrm>
            <a:custGeom>
              <a:avLst/>
              <a:gdLst/>
              <a:ahLst/>
              <a:cxnLst/>
              <a:rect l="l" t="t" r="r" b="b"/>
              <a:pathLst>
                <a:path w="447675" h="1132204">
                  <a:moveTo>
                    <a:pt x="447675" y="0"/>
                  </a:moveTo>
                  <a:lnTo>
                    <a:pt x="0" y="11318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32098" y="4089400"/>
              <a:ext cx="970280" cy="1116330"/>
            </a:xfrm>
            <a:custGeom>
              <a:avLst/>
              <a:gdLst/>
              <a:ahLst/>
              <a:cxnLst/>
              <a:rect l="l" t="t" r="r" b="b"/>
              <a:pathLst>
                <a:path w="970280" h="1116329">
                  <a:moveTo>
                    <a:pt x="970026" y="111607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3960623" y="3540887"/>
              <a:ext cx="278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-10" dirty="0">
                  <a:latin typeface="Arial"/>
                  <a:cs typeface="Arial"/>
                </a:rPr>
                <a:t>e1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519674" y="3540887"/>
              <a:ext cx="278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-10" dirty="0">
                  <a:latin typeface="Arial"/>
                  <a:cs typeface="Arial"/>
                </a:rPr>
                <a:t>e2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447670" y="4612514"/>
              <a:ext cx="278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-10" dirty="0">
                  <a:latin typeface="Arial"/>
                  <a:cs typeface="Arial"/>
                </a:rPr>
                <a:t>e3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4876547" y="4684142"/>
              <a:ext cx="278765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-10" dirty="0">
                  <a:latin typeface="Arial"/>
                  <a:cs typeface="Arial"/>
                </a:rPr>
                <a:t>e4</a:t>
              </a:r>
              <a:endParaRPr>
                <a:latin typeface="Arial"/>
                <a:cs typeface="Arial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201407" y="4041013"/>
            <a:ext cx="979169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429895" algn="l"/>
              </a:tabLst>
            </a:pPr>
            <a:r>
              <a:rPr spc="-5" dirty="0">
                <a:latin typeface="Arial"/>
                <a:cs typeface="Arial"/>
              </a:rPr>
              <a:t>e</a:t>
            </a:r>
            <a:r>
              <a:rPr spc="-7" baseline="-20833" dirty="0">
                <a:latin typeface="Arial"/>
                <a:cs typeface="Arial"/>
              </a:rPr>
              <a:t>1	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1</a:t>
            </a:r>
            <a:r>
              <a:rPr spc="82" baseline="-20833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2</a:t>
            </a:r>
            <a:endParaRPr baseline="-20833">
              <a:latin typeface="Arial"/>
              <a:cs typeface="Arial"/>
            </a:endParaRPr>
          </a:p>
          <a:p>
            <a:pPr marL="12700">
              <a:tabLst>
                <a:tab pos="429895" algn="l"/>
              </a:tabLst>
            </a:pPr>
            <a:r>
              <a:rPr spc="-5" dirty="0">
                <a:latin typeface="Arial"/>
                <a:cs typeface="Arial"/>
              </a:rPr>
              <a:t>e</a:t>
            </a:r>
            <a:r>
              <a:rPr spc="-7" baseline="-20833" dirty="0">
                <a:latin typeface="Arial"/>
                <a:cs typeface="Arial"/>
              </a:rPr>
              <a:t>2	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2</a:t>
            </a:r>
            <a:r>
              <a:rPr spc="82" baseline="-20833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4</a:t>
            </a:r>
            <a:endParaRPr baseline="-20833">
              <a:latin typeface="Arial"/>
              <a:cs typeface="Arial"/>
            </a:endParaRPr>
          </a:p>
          <a:p>
            <a:pPr marL="12700">
              <a:tabLst>
                <a:tab pos="429895" algn="l"/>
              </a:tabLst>
            </a:pPr>
            <a:r>
              <a:rPr spc="-5" dirty="0">
                <a:latin typeface="Arial"/>
                <a:cs typeface="Arial"/>
              </a:rPr>
              <a:t>e</a:t>
            </a:r>
            <a:r>
              <a:rPr spc="-7" baseline="-20833" dirty="0">
                <a:latin typeface="Arial"/>
                <a:cs typeface="Arial"/>
              </a:rPr>
              <a:t>3	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1</a:t>
            </a:r>
            <a:r>
              <a:rPr spc="82" baseline="-20833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3</a:t>
            </a:r>
            <a:endParaRPr baseline="-20833">
              <a:latin typeface="Arial"/>
              <a:cs typeface="Arial"/>
            </a:endParaRPr>
          </a:p>
          <a:p>
            <a:pPr marL="12700">
              <a:tabLst>
                <a:tab pos="429895" algn="l"/>
              </a:tabLst>
            </a:pPr>
            <a:r>
              <a:rPr spc="-5" dirty="0">
                <a:latin typeface="Arial"/>
                <a:cs typeface="Arial"/>
              </a:rPr>
              <a:t>e</a:t>
            </a:r>
            <a:r>
              <a:rPr spc="-7" baseline="-20833" dirty="0">
                <a:latin typeface="Arial"/>
                <a:cs typeface="Arial"/>
              </a:rPr>
              <a:t>4	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2</a:t>
            </a:r>
            <a:r>
              <a:rPr spc="82" baseline="-20833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3</a:t>
            </a:r>
            <a:endParaRPr baseline="-20833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50276" y="4000501"/>
            <a:ext cx="46355" cy="1214755"/>
          </a:xfrm>
          <a:custGeom>
            <a:avLst/>
            <a:gdLst/>
            <a:ahLst/>
            <a:cxnLst/>
            <a:rect l="l" t="t" r="r" b="b"/>
            <a:pathLst>
              <a:path w="46354" h="1214754">
                <a:moveTo>
                  <a:pt x="46100" y="1214374"/>
                </a:moveTo>
                <a:lnTo>
                  <a:pt x="28128" y="1214082"/>
                </a:lnTo>
                <a:lnTo>
                  <a:pt x="13477" y="1213278"/>
                </a:lnTo>
                <a:lnTo>
                  <a:pt x="3613" y="1212070"/>
                </a:lnTo>
                <a:lnTo>
                  <a:pt x="0" y="1210564"/>
                </a:lnTo>
                <a:lnTo>
                  <a:pt x="0" y="3810"/>
                </a:lnTo>
                <a:lnTo>
                  <a:pt x="3613" y="2303"/>
                </a:lnTo>
                <a:lnTo>
                  <a:pt x="13477" y="1095"/>
                </a:lnTo>
                <a:lnTo>
                  <a:pt x="28128" y="291"/>
                </a:lnTo>
                <a:lnTo>
                  <a:pt x="4610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64651" y="4000501"/>
            <a:ext cx="46355" cy="1214755"/>
          </a:xfrm>
          <a:custGeom>
            <a:avLst/>
            <a:gdLst/>
            <a:ahLst/>
            <a:cxnLst/>
            <a:rect l="l" t="t" r="r" b="b"/>
            <a:pathLst>
              <a:path w="46354" h="1214754">
                <a:moveTo>
                  <a:pt x="0" y="0"/>
                </a:moveTo>
                <a:lnTo>
                  <a:pt x="17918" y="291"/>
                </a:lnTo>
                <a:lnTo>
                  <a:pt x="32575" y="1095"/>
                </a:lnTo>
                <a:lnTo>
                  <a:pt x="42469" y="2303"/>
                </a:lnTo>
                <a:lnTo>
                  <a:pt x="46100" y="3810"/>
                </a:lnTo>
                <a:lnTo>
                  <a:pt x="46100" y="1210564"/>
                </a:lnTo>
                <a:lnTo>
                  <a:pt x="42469" y="1212070"/>
                </a:lnTo>
                <a:lnTo>
                  <a:pt x="32575" y="1213278"/>
                </a:lnTo>
                <a:lnTo>
                  <a:pt x="17918" y="1214082"/>
                </a:lnTo>
                <a:lnTo>
                  <a:pt x="0" y="1214374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58278" y="4469639"/>
            <a:ext cx="50038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Arial"/>
                <a:cs typeface="Arial"/>
              </a:rPr>
              <a:t>[B]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1987" y="5457698"/>
            <a:ext cx="591439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5"/>
              </a:spcBef>
            </a:pPr>
            <a:endParaRPr sz="1950" dirty="0">
              <a:solidFill>
                <a:schemeClr val="bg2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  <a:p>
            <a:pPr marL="1257935">
              <a:spcBef>
                <a:spcPts val="5"/>
              </a:spcBef>
            </a:pPr>
            <a:r>
              <a:rPr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La </a:t>
            </a:r>
            <a:r>
              <a:rPr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matriz </a:t>
            </a:r>
            <a:r>
              <a:rPr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es de: </a:t>
            </a:r>
            <a:r>
              <a:rPr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m </a:t>
            </a:r>
            <a:r>
              <a:rPr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(# </a:t>
            </a:r>
            <a:r>
              <a:rPr spc="-10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de </a:t>
            </a:r>
            <a:r>
              <a:rPr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arcos) </a:t>
            </a:r>
            <a:r>
              <a:rPr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x </a:t>
            </a:r>
            <a:r>
              <a:rPr spc="-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2 elementos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9AD955-0798-499C-AD7D-72E4155F02F5}"/>
              </a:ext>
            </a:extLst>
          </p:cNvPr>
          <p:cNvSpPr txBox="1"/>
          <p:nvPr/>
        </p:nvSpPr>
        <p:spPr>
          <a:xfrm>
            <a:off x="5717027" y="4764051"/>
            <a:ext cx="60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/>
            <a:r>
              <a:rPr lang="es-CL" spc="5" dirty="0">
                <a:latin typeface="Tahoma"/>
                <a:cs typeface="Tahoma"/>
              </a:rPr>
              <a:t>V3</a:t>
            </a:r>
            <a:endParaRPr lang="es-CL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2886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42290"/>
            <a:ext cx="10396882" cy="11519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Matriz Distancia</a:t>
            </a:r>
            <a:r>
              <a:rPr spc="-25" dirty="0"/>
              <a:t> </a:t>
            </a:r>
            <a:r>
              <a:rPr spc="-5" dirty="0"/>
              <a:t>[D]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28928"/>
            <a:ext cx="9448800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Dado un Grafo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G = </a:t>
            </a:r>
            <a:r>
              <a:rPr sz="2400" spc="-6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(V,</a:t>
            </a:r>
            <a:r>
              <a:rPr sz="2400" spc="-3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Está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representado por una matriz de Vértices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(V) x Vértices</a:t>
            </a:r>
            <a:r>
              <a:rPr sz="2400" spc="7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(V)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  <a:p>
            <a:pPr marL="355600" indent="-342900">
              <a:spcBef>
                <a:spcPts val="860"/>
              </a:spcBef>
              <a:buClr>
                <a:srgbClr val="696363"/>
              </a:buClr>
              <a:buSzPct val="79166"/>
              <a:buFont typeface="Wingdings"/>
              <a:buChar char=""/>
              <a:tabLst>
                <a:tab pos="355600" algn="l"/>
              </a:tabLst>
            </a:pP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Almacena las distancias de un vértice </a:t>
            </a:r>
            <a:r>
              <a:rPr sz="2400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a</a:t>
            </a:r>
            <a:r>
              <a:rPr sz="2400" spc="7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 </a:t>
            </a:r>
            <a:r>
              <a:rPr sz="2400" spc="-5" dirty="0">
                <a:solidFill>
                  <a:srgbClr val="002850"/>
                </a:solidFill>
                <a:latin typeface="HP Simplified" panose="020B0604020204020204" pitchFamily="34" charset="0"/>
                <a:cs typeface="Arial Narrow"/>
              </a:rPr>
              <a:t>otro</a:t>
            </a:r>
            <a:endParaRPr sz="2400" dirty="0">
              <a:latin typeface="HP Simplified" panose="020B0604020204020204" pitchFamily="34" charset="0"/>
              <a:cs typeface="Arial Narrow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3D426F7-23AF-4F96-B77E-174AEC705185}"/>
              </a:ext>
            </a:extLst>
          </p:cNvPr>
          <p:cNvGrpSpPr/>
          <p:nvPr/>
        </p:nvGrpSpPr>
        <p:grpSpPr>
          <a:xfrm>
            <a:off x="7045950" y="2480893"/>
            <a:ext cx="3500756" cy="1803782"/>
            <a:chOff x="3024250" y="4643373"/>
            <a:chExt cx="3500756" cy="1803782"/>
          </a:xfrm>
        </p:grpSpPr>
        <p:sp>
          <p:nvSpPr>
            <p:cNvPr id="4" name="object 4"/>
            <p:cNvSpPr/>
            <p:nvPr/>
          </p:nvSpPr>
          <p:spPr>
            <a:xfrm>
              <a:off x="4826000" y="4646548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12" y="0"/>
                  </a:moveTo>
                  <a:lnTo>
                    <a:pt x="132291" y="6443"/>
                  </a:lnTo>
                  <a:lnTo>
                    <a:pt x="89238" y="24623"/>
                  </a:lnTo>
                  <a:lnTo>
                    <a:pt x="52768" y="52816"/>
                  </a:lnTo>
                  <a:lnTo>
                    <a:pt x="24583" y="89323"/>
                  </a:lnTo>
                  <a:lnTo>
                    <a:pt x="6433" y="132344"/>
                  </a:lnTo>
                  <a:lnTo>
                    <a:pt x="0" y="180212"/>
                  </a:lnTo>
                  <a:lnTo>
                    <a:pt x="6434" y="228134"/>
                  </a:lnTo>
                  <a:lnTo>
                    <a:pt x="24595" y="271187"/>
                  </a:lnTo>
                  <a:lnTo>
                    <a:pt x="52768" y="307657"/>
                  </a:lnTo>
                  <a:lnTo>
                    <a:pt x="89238" y="335830"/>
                  </a:lnTo>
                  <a:lnTo>
                    <a:pt x="132291" y="353991"/>
                  </a:lnTo>
                  <a:lnTo>
                    <a:pt x="180212" y="360425"/>
                  </a:lnTo>
                  <a:lnTo>
                    <a:pt x="228080" y="353991"/>
                  </a:lnTo>
                  <a:lnTo>
                    <a:pt x="271097" y="335830"/>
                  </a:lnTo>
                  <a:lnTo>
                    <a:pt x="307546" y="307657"/>
                  </a:lnTo>
                  <a:lnTo>
                    <a:pt x="335708" y="271187"/>
                  </a:lnTo>
                  <a:lnTo>
                    <a:pt x="353864" y="228134"/>
                  </a:lnTo>
                  <a:lnTo>
                    <a:pt x="360299" y="180212"/>
                  </a:lnTo>
                  <a:lnTo>
                    <a:pt x="353861" y="132335"/>
                  </a:lnTo>
                  <a:lnTo>
                    <a:pt x="335686" y="89295"/>
                  </a:lnTo>
                  <a:lnTo>
                    <a:pt x="307546" y="52863"/>
                  </a:lnTo>
                  <a:lnTo>
                    <a:pt x="271097" y="24680"/>
                  </a:lnTo>
                  <a:lnTo>
                    <a:pt x="228080" y="6487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26000" y="4646548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335"/>
                  </a:lnTo>
                  <a:lnTo>
                    <a:pt x="24595" y="89295"/>
                  </a:lnTo>
                  <a:lnTo>
                    <a:pt x="52768" y="52816"/>
                  </a:lnTo>
                  <a:lnTo>
                    <a:pt x="89238" y="24623"/>
                  </a:lnTo>
                  <a:lnTo>
                    <a:pt x="132291" y="6443"/>
                  </a:lnTo>
                  <a:lnTo>
                    <a:pt x="180212" y="0"/>
                  </a:lnTo>
                  <a:lnTo>
                    <a:pt x="228080" y="6487"/>
                  </a:lnTo>
                  <a:lnTo>
                    <a:pt x="271097" y="24680"/>
                  </a:lnTo>
                  <a:lnTo>
                    <a:pt x="307546" y="52863"/>
                  </a:lnTo>
                  <a:lnTo>
                    <a:pt x="335708" y="89323"/>
                  </a:lnTo>
                  <a:lnTo>
                    <a:pt x="353864" y="132344"/>
                  </a:lnTo>
                  <a:lnTo>
                    <a:pt x="360299" y="180212"/>
                  </a:lnTo>
                  <a:lnTo>
                    <a:pt x="353864" y="228134"/>
                  </a:lnTo>
                  <a:lnTo>
                    <a:pt x="335708" y="271187"/>
                  </a:lnTo>
                  <a:lnTo>
                    <a:pt x="307546" y="307657"/>
                  </a:lnTo>
                  <a:lnTo>
                    <a:pt x="271097" y="335830"/>
                  </a:lnTo>
                  <a:lnTo>
                    <a:pt x="228080" y="353991"/>
                  </a:lnTo>
                  <a:lnTo>
                    <a:pt x="180212" y="360425"/>
                  </a:lnTo>
                  <a:lnTo>
                    <a:pt x="132291" y="353991"/>
                  </a:lnTo>
                  <a:lnTo>
                    <a:pt x="89238" y="335830"/>
                  </a:lnTo>
                  <a:lnTo>
                    <a:pt x="52768" y="307657"/>
                  </a:lnTo>
                  <a:lnTo>
                    <a:pt x="24595" y="271187"/>
                  </a:lnTo>
                  <a:lnTo>
                    <a:pt x="6434" y="228134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863465" y="4689095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5" dirty="0">
                  <a:latin typeface="Tahoma"/>
                  <a:cs typeface="Tahoma"/>
                </a:rPr>
                <a:t>V2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249801" y="60864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6"/>
                  </a:lnTo>
                  <a:lnTo>
                    <a:pt x="89201" y="24600"/>
                  </a:lnTo>
                  <a:lnTo>
                    <a:pt x="52752" y="52774"/>
                  </a:lnTo>
                  <a:lnTo>
                    <a:pt x="24590" y="89242"/>
                  </a:lnTo>
                  <a:lnTo>
                    <a:pt x="6434" y="132285"/>
                  </a:lnTo>
                  <a:lnTo>
                    <a:pt x="0" y="180187"/>
                  </a:lnTo>
                  <a:lnTo>
                    <a:pt x="6434" y="228084"/>
                  </a:lnTo>
                  <a:lnTo>
                    <a:pt x="24590" y="271123"/>
                  </a:lnTo>
                  <a:lnTo>
                    <a:pt x="52752" y="307589"/>
                  </a:lnTo>
                  <a:lnTo>
                    <a:pt x="89201" y="335762"/>
                  </a:lnTo>
                  <a:lnTo>
                    <a:pt x="132218" y="353926"/>
                  </a:lnTo>
                  <a:lnTo>
                    <a:pt x="180086" y="360362"/>
                  </a:lnTo>
                  <a:lnTo>
                    <a:pt x="228007" y="353926"/>
                  </a:lnTo>
                  <a:lnTo>
                    <a:pt x="271060" y="335762"/>
                  </a:lnTo>
                  <a:lnTo>
                    <a:pt x="307530" y="307589"/>
                  </a:lnTo>
                  <a:lnTo>
                    <a:pt x="335703" y="271123"/>
                  </a:lnTo>
                  <a:lnTo>
                    <a:pt x="353864" y="228084"/>
                  </a:lnTo>
                  <a:lnTo>
                    <a:pt x="360299" y="180187"/>
                  </a:lnTo>
                  <a:lnTo>
                    <a:pt x="353864" y="132285"/>
                  </a:lnTo>
                  <a:lnTo>
                    <a:pt x="335703" y="89242"/>
                  </a:lnTo>
                  <a:lnTo>
                    <a:pt x="307530" y="52774"/>
                  </a:lnTo>
                  <a:lnTo>
                    <a:pt x="271060" y="24600"/>
                  </a:lnTo>
                  <a:lnTo>
                    <a:pt x="228007" y="6436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9801" y="60864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187"/>
                  </a:moveTo>
                  <a:lnTo>
                    <a:pt x="6434" y="132285"/>
                  </a:lnTo>
                  <a:lnTo>
                    <a:pt x="24590" y="89242"/>
                  </a:lnTo>
                  <a:lnTo>
                    <a:pt x="52752" y="52774"/>
                  </a:lnTo>
                  <a:lnTo>
                    <a:pt x="89201" y="24600"/>
                  </a:lnTo>
                  <a:lnTo>
                    <a:pt x="132218" y="6436"/>
                  </a:lnTo>
                  <a:lnTo>
                    <a:pt x="180086" y="0"/>
                  </a:lnTo>
                  <a:lnTo>
                    <a:pt x="228007" y="6436"/>
                  </a:lnTo>
                  <a:lnTo>
                    <a:pt x="271060" y="24600"/>
                  </a:lnTo>
                  <a:lnTo>
                    <a:pt x="307530" y="52774"/>
                  </a:lnTo>
                  <a:lnTo>
                    <a:pt x="335703" y="89242"/>
                  </a:lnTo>
                  <a:lnTo>
                    <a:pt x="353864" y="132285"/>
                  </a:lnTo>
                  <a:lnTo>
                    <a:pt x="360299" y="180187"/>
                  </a:lnTo>
                  <a:lnTo>
                    <a:pt x="353864" y="228084"/>
                  </a:lnTo>
                  <a:lnTo>
                    <a:pt x="335703" y="271123"/>
                  </a:lnTo>
                  <a:lnTo>
                    <a:pt x="307530" y="307589"/>
                  </a:lnTo>
                  <a:lnTo>
                    <a:pt x="271060" y="335762"/>
                  </a:lnTo>
                  <a:lnTo>
                    <a:pt x="228007" y="353926"/>
                  </a:lnTo>
                  <a:lnTo>
                    <a:pt x="180086" y="360362"/>
                  </a:lnTo>
                  <a:lnTo>
                    <a:pt x="132218" y="353926"/>
                  </a:lnTo>
                  <a:lnTo>
                    <a:pt x="89201" y="335762"/>
                  </a:lnTo>
                  <a:lnTo>
                    <a:pt x="52752" y="307589"/>
                  </a:lnTo>
                  <a:lnTo>
                    <a:pt x="24590" y="271123"/>
                  </a:lnTo>
                  <a:lnTo>
                    <a:pt x="6434" y="228084"/>
                  </a:lnTo>
                  <a:lnTo>
                    <a:pt x="0" y="1801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4250" y="47148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086" y="0"/>
                  </a:moveTo>
                  <a:lnTo>
                    <a:pt x="132218" y="6434"/>
                  </a:lnTo>
                  <a:lnTo>
                    <a:pt x="89201" y="24595"/>
                  </a:lnTo>
                  <a:lnTo>
                    <a:pt x="52752" y="52768"/>
                  </a:lnTo>
                  <a:lnTo>
                    <a:pt x="24590" y="89238"/>
                  </a:lnTo>
                  <a:lnTo>
                    <a:pt x="6434" y="132291"/>
                  </a:lnTo>
                  <a:lnTo>
                    <a:pt x="0" y="180212"/>
                  </a:lnTo>
                  <a:lnTo>
                    <a:pt x="6434" y="228090"/>
                  </a:lnTo>
                  <a:lnTo>
                    <a:pt x="24590" y="271130"/>
                  </a:lnTo>
                  <a:lnTo>
                    <a:pt x="52752" y="307609"/>
                  </a:lnTo>
                  <a:lnTo>
                    <a:pt x="89201" y="335802"/>
                  </a:lnTo>
                  <a:lnTo>
                    <a:pt x="132218" y="353982"/>
                  </a:lnTo>
                  <a:lnTo>
                    <a:pt x="180086" y="360425"/>
                  </a:lnTo>
                  <a:lnTo>
                    <a:pt x="228007" y="353982"/>
                  </a:lnTo>
                  <a:lnTo>
                    <a:pt x="271060" y="335802"/>
                  </a:lnTo>
                  <a:lnTo>
                    <a:pt x="307530" y="307609"/>
                  </a:lnTo>
                  <a:lnTo>
                    <a:pt x="335703" y="271130"/>
                  </a:lnTo>
                  <a:lnTo>
                    <a:pt x="353864" y="228090"/>
                  </a:lnTo>
                  <a:lnTo>
                    <a:pt x="360299" y="180212"/>
                  </a:lnTo>
                  <a:lnTo>
                    <a:pt x="353864" y="132291"/>
                  </a:lnTo>
                  <a:lnTo>
                    <a:pt x="335703" y="89238"/>
                  </a:lnTo>
                  <a:lnTo>
                    <a:pt x="307530" y="52768"/>
                  </a:lnTo>
                  <a:lnTo>
                    <a:pt x="271060" y="24595"/>
                  </a:lnTo>
                  <a:lnTo>
                    <a:pt x="228007" y="6434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4250" y="4714875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0" y="180212"/>
                  </a:moveTo>
                  <a:lnTo>
                    <a:pt x="6434" y="132291"/>
                  </a:lnTo>
                  <a:lnTo>
                    <a:pt x="24590" y="89238"/>
                  </a:lnTo>
                  <a:lnTo>
                    <a:pt x="52752" y="52768"/>
                  </a:lnTo>
                  <a:lnTo>
                    <a:pt x="89201" y="24595"/>
                  </a:lnTo>
                  <a:lnTo>
                    <a:pt x="132218" y="6434"/>
                  </a:lnTo>
                  <a:lnTo>
                    <a:pt x="180086" y="0"/>
                  </a:lnTo>
                  <a:lnTo>
                    <a:pt x="228007" y="6434"/>
                  </a:lnTo>
                  <a:lnTo>
                    <a:pt x="271060" y="24595"/>
                  </a:lnTo>
                  <a:lnTo>
                    <a:pt x="307530" y="52768"/>
                  </a:lnTo>
                  <a:lnTo>
                    <a:pt x="335703" y="89238"/>
                  </a:lnTo>
                  <a:lnTo>
                    <a:pt x="353864" y="132291"/>
                  </a:lnTo>
                  <a:lnTo>
                    <a:pt x="360299" y="180212"/>
                  </a:lnTo>
                  <a:lnTo>
                    <a:pt x="353864" y="228090"/>
                  </a:lnTo>
                  <a:lnTo>
                    <a:pt x="335703" y="271130"/>
                  </a:lnTo>
                  <a:lnTo>
                    <a:pt x="307530" y="307609"/>
                  </a:lnTo>
                  <a:lnTo>
                    <a:pt x="271060" y="335802"/>
                  </a:lnTo>
                  <a:lnTo>
                    <a:pt x="228007" y="353982"/>
                  </a:lnTo>
                  <a:lnTo>
                    <a:pt x="180086" y="360425"/>
                  </a:lnTo>
                  <a:lnTo>
                    <a:pt x="132218" y="353982"/>
                  </a:lnTo>
                  <a:lnTo>
                    <a:pt x="89201" y="335802"/>
                  </a:lnTo>
                  <a:lnTo>
                    <a:pt x="52752" y="307609"/>
                  </a:lnTo>
                  <a:lnTo>
                    <a:pt x="24590" y="271130"/>
                  </a:lnTo>
                  <a:lnTo>
                    <a:pt x="6434" y="228090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061461" y="4757293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5" dirty="0">
                  <a:latin typeface="Tahoma"/>
                  <a:cs typeface="Tahoma"/>
                </a:rPr>
                <a:t>V1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26" y="46433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086" y="0"/>
                  </a:moveTo>
                  <a:lnTo>
                    <a:pt x="132218" y="6443"/>
                  </a:lnTo>
                  <a:lnTo>
                    <a:pt x="89201" y="24623"/>
                  </a:lnTo>
                  <a:lnTo>
                    <a:pt x="52752" y="52816"/>
                  </a:lnTo>
                  <a:lnTo>
                    <a:pt x="24579" y="89323"/>
                  </a:lnTo>
                  <a:lnTo>
                    <a:pt x="6432" y="132344"/>
                  </a:lnTo>
                  <a:lnTo>
                    <a:pt x="0" y="180212"/>
                  </a:lnTo>
                  <a:lnTo>
                    <a:pt x="6434" y="228134"/>
                  </a:lnTo>
                  <a:lnTo>
                    <a:pt x="24590" y="271187"/>
                  </a:lnTo>
                  <a:lnTo>
                    <a:pt x="52752" y="307657"/>
                  </a:lnTo>
                  <a:lnTo>
                    <a:pt x="89201" y="335830"/>
                  </a:lnTo>
                  <a:lnTo>
                    <a:pt x="132218" y="353991"/>
                  </a:lnTo>
                  <a:lnTo>
                    <a:pt x="180086" y="360425"/>
                  </a:lnTo>
                  <a:lnTo>
                    <a:pt x="228007" y="353991"/>
                  </a:lnTo>
                  <a:lnTo>
                    <a:pt x="271060" y="335830"/>
                  </a:lnTo>
                  <a:lnTo>
                    <a:pt x="307530" y="307657"/>
                  </a:lnTo>
                  <a:lnTo>
                    <a:pt x="335703" y="271187"/>
                  </a:lnTo>
                  <a:lnTo>
                    <a:pt x="353864" y="228134"/>
                  </a:lnTo>
                  <a:lnTo>
                    <a:pt x="360299" y="180212"/>
                  </a:lnTo>
                  <a:lnTo>
                    <a:pt x="353860" y="132335"/>
                  </a:lnTo>
                  <a:lnTo>
                    <a:pt x="335681" y="89295"/>
                  </a:lnTo>
                  <a:lnTo>
                    <a:pt x="307530" y="52863"/>
                  </a:lnTo>
                  <a:lnTo>
                    <a:pt x="271060" y="24680"/>
                  </a:lnTo>
                  <a:lnTo>
                    <a:pt x="228007" y="6487"/>
                  </a:lnTo>
                  <a:lnTo>
                    <a:pt x="180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64326" y="4643373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0" y="180212"/>
                  </a:moveTo>
                  <a:lnTo>
                    <a:pt x="6434" y="132335"/>
                  </a:lnTo>
                  <a:lnTo>
                    <a:pt x="24590" y="89295"/>
                  </a:lnTo>
                  <a:lnTo>
                    <a:pt x="52752" y="52816"/>
                  </a:lnTo>
                  <a:lnTo>
                    <a:pt x="89201" y="24623"/>
                  </a:lnTo>
                  <a:lnTo>
                    <a:pt x="132218" y="6443"/>
                  </a:lnTo>
                  <a:lnTo>
                    <a:pt x="180086" y="0"/>
                  </a:lnTo>
                  <a:lnTo>
                    <a:pt x="228007" y="6487"/>
                  </a:lnTo>
                  <a:lnTo>
                    <a:pt x="271060" y="24680"/>
                  </a:lnTo>
                  <a:lnTo>
                    <a:pt x="307530" y="52863"/>
                  </a:lnTo>
                  <a:lnTo>
                    <a:pt x="335703" y="89323"/>
                  </a:lnTo>
                  <a:lnTo>
                    <a:pt x="353864" y="132344"/>
                  </a:lnTo>
                  <a:lnTo>
                    <a:pt x="360299" y="180212"/>
                  </a:lnTo>
                  <a:lnTo>
                    <a:pt x="353864" y="228134"/>
                  </a:lnTo>
                  <a:lnTo>
                    <a:pt x="335703" y="271187"/>
                  </a:lnTo>
                  <a:lnTo>
                    <a:pt x="307530" y="307657"/>
                  </a:lnTo>
                  <a:lnTo>
                    <a:pt x="271060" y="335830"/>
                  </a:lnTo>
                  <a:lnTo>
                    <a:pt x="228007" y="353991"/>
                  </a:lnTo>
                  <a:lnTo>
                    <a:pt x="180086" y="360425"/>
                  </a:lnTo>
                  <a:lnTo>
                    <a:pt x="132218" y="353991"/>
                  </a:lnTo>
                  <a:lnTo>
                    <a:pt x="89201" y="335830"/>
                  </a:lnTo>
                  <a:lnTo>
                    <a:pt x="52752" y="307657"/>
                  </a:lnTo>
                  <a:lnTo>
                    <a:pt x="24590" y="271187"/>
                  </a:lnTo>
                  <a:lnTo>
                    <a:pt x="6434" y="228134"/>
                  </a:lnTo>
                  <a:lnTo>
                    <a:pt x="0" y="18021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6202171" y="4686046"/>
              <a:ext cx="288290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pc="5" dirty="0">
                  <a:latin typeface="Tahoma"/>
                  <a:cs typeface="Tahoma"/>
                </a:rPr>
                <a:t>V4</a:t>
              </a:r>
              <a:endParaRPr>
                <a:latin typeface="Tahoma"/>
                <a:cs typeface="Tahoma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384296" y="4793107"/>
              <a:ext cx="1442085" cy="109220"/>
            </a:xfrm>
            <a:custGeom>
              <a:avLst/>
              <a:gdLst/>
              <a:ahLst/>
              <a:cxnLst/>
              <a:rect l="l" t="t" r="r" b="b"/>
              <a:pathLst>
                <a:path w="1442085" h="109220">
                  <a:moveTo>
                    <a:pt x="1365258" y="31716"/>
                  </a:moveTo>
                  <a:lnTo>
                    <a:pt x="0" y="96393"/>
                  </a:lnTo>
                  <a:lnTo>
                    <a:pt x="508" y="109093"/>
                  </a:lnTo>
                  <a:lnTo>
                    <a:pt x="1365872" y="44417"/>
                  </a:lnTo>
                  <a:lnTo>
                    <a:pt x="1365258" y="31716"/>
                  </a:lnTo>
                  <a:close/>
                </a:path>
                <a:path w="1442085" h="109220">
                  <a:moveTo>
                    <a:pt x="1434222" y="31115"/>
                  </a:moveTo>
                  <a:lnTo>
                    <a:pt x="1377950" y="31115"/>
                  </a:lnTo>
                  <a:lnTo>
                    <a:pt x="1378585" y="43815"/>
                  </a:lnTo>
                  <a:lnTo>
                    <a:pt x="1365872" y="44417"/>
                  </a:lnTo>
                  <a:lnTo>
                    <a:pt x="1367409" y="76200"/>
                  </a:lnTo>
                  <a:lnTo>
                    <a:pt x="1441704" y="34417"/>
                  </a:lnTo>
                  <a:lnTo>
                    <a:pt x="1434222" y="31115"/>
                  </a:lnTo>
                  <a:close/>
                </a:path>
                <a:path w="1442085" h="109220">
                  <a:moveTo>
                    <a:pt x="1377950" y="31115"/>
                  </a:moveTo>
                  <a:lnTo>
                    <a:pt x="1365258" y="31716"/>
                  </a:lnTo>
                  <a:lnTo>
                    <a:pt x="1365872" y="44417"/>
                  </a:lnTo>
                  <a:lnTo>
                    <a:pt x="1378585" y="43815"/>
                  </a:lnTo>
                  <a:lnTo>
                    <a:pt x="1377950" y="31115"/>
                  </a:lnTo>
                  <a:close/>
                </a:path>
                <a:path w="1442085" h="109220">
                  <a:moveTo>
                    <a:pt x="1363726" y="0"/>
                  </a:moveTo>
                  <a:lnTo>
                    <a:pt x="1365258" y="31716"/>
                  </a:lnTo>
                  <a:lnTo>
                    <a:pt x="1377950" y="31115"/>
                  </a:lnTo>
                  <a:lnTo>
                    <a:pt x="1434222" y="31115"/>
                  </a:lnTo>
                  <a:lnTo>
                    <a:pt x="1363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6299" y="4789296"/>
              <a:ext cx="978535" cy="76200"/>
            </a:xfrm>
            <a:custGeom>
              <a:avLst/>
              <a:gdLst/>
              <a:ahLst/>
              <a:cxnLst/>
              <a:rect l="l" t="t" r="r" b="b"/>
              <a:pathLst>
                <a:path w="978535" h="76200">
                  <a:moveTo>
                    <a:pt x="76200" y="0"/>
                  </a:moveTo>
                  <a:lnTo>
                    <a:pt x="0" y="38226"/>
                  </a:lnTo>
                  <a:lnTo>
                    <a:pt x="76326" y="76200"/>
                  </a:lnTo>
                  <a:lnTo>
                    <a:pt x="76274" y="44450"/>
                  </a:lnTo>
                  <a:lnTo>
                    <a:pt x="63626" y="44450"/>
                  </a:lnTo>
                  <a:lnTo>
                    <a:pt x="63500" y="31750"/>
                  </a:lnTo>
                  <a:lnTo>
                    <a:pt x="76252" y="31707"/>
                  </a:lnTo>
                  <a:lnTo>
                    <a:pt x="76200" y="0"/>
                  </a:lnTo>
                  <a:close/>
                </a:path>
                <a:path w="978535" h="76200">
                  <a:moveTo>
                    <a:pt x="76252" y="31707"/>
                  </a:moveTo>
                  <a:lnTo>
                    <a:pt x="63500" y="31750"/>
                  </a:lnTo>
                  <a:lnTo>
                    <a:pt x="63626" y="44450"/>
                  </a:lnTo>
                  <a:lnTo>
                    <a:pt x="76274" y="44407"/>
                  </a:lnTo>
                  <a:lnTo>
                    <a:pt x="76252" y="31707"/>
                  </a:lnTo>
                  <a:close/>
                </a:path>
                <a:path w="978535" h="76200">
                  <a:moveTo>
                    <a:pt x="76274" y="44407"/>
                  </a:moveTo>
                  <a:lnTo>
                    <a:pt x="63626" y="44450"/>
                  </a:lnTo>
                  <a:lnTo>
                    <a:pt x="76274" y="44450"/>
                  </a:lnTo>
                  <a:close/>
                </a:path>
                <a:path w="978535" h="76200">
                  <a:moveTo>
                    <a:pt x="977900" y="28701"/>
                  </a:moveTo>
                  <a:lnTo>
                    <a:pt x="76252" y="31707"/>
                  </a:lnTo>
                  <a:lnTo>
                    <a:pt x="76274" y="44407"/>
                  </a:lnTo>
                  <a:lnTo>
                    <a:pt x="978026" y="41401"/>
                  </a:lnTo>
                  <a:lnTo>
                    <a:pt x="977900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50283" y="5004690"/>
              <a:ext cx="461009" cy="1134745"/>
            </a:xfrm>
            <a:custGeom>
              <a:avLst/>
              <a:gdLst/>
              <a:ahLst/>
              <a:cxnLst/>
              <a:rect l="l" t="t" r="r" b="b"/>
              <a:pathLst>
                <a:path w="461010" h="1134745">
                  <a:moveTo>
                    <a:pt x="0" y="1049299"/>
                  </a:moveTo>
                  <a:lnTo>
                    <a:pt x="7493" y="1134173"/>
                  </a:lnTo>
                  <a:lnTo>
                    <a:pt x="70724" y="1077455"/>
                  </a:lnTo>
                  <a:lnTo>
                    <a:pt x="36703" y="1077455"/>
                  </a:lnTo>
                  <a:lnTo>
                    <a:pt x="24892" y="1072794"/>
                  </a:lnTo>
                  <a:lnTo>
                    <a:pt x="29560" y="1060991"/>
                  </a:lnTo>
                  <a:lnTo>
                    <a:pt x="0" y="1049299"/>
                  </a:lnTo>
                  <a:close/>
                </a:path>
                <a:path w="461010" h="1134745">
                  <a:moveTo>
                    <a:pt x="29560" y="1060991"/>
                  </a:moveTo>
                  <a:lnTo>
                    <a:pt x="24892" y="1072794"/>
                  </a:lnTo>
                  <a:lnTo>
                    <a:pt x="36703" y="1077455"/>
                  </a:lnTo>
                  <a:lnTo>
                    <a:pt x="41367" y="1065661"/>
                  </a:lnTo>
                  <a:lnTo>
                    <a:pt x="29560" y="1060991"/>
                  </a:lnTo>
                  <a:close/>
                </a:path>
                <a:path w="461010" h="1134745">
                  <a:moveTo>
                    <a:pt x="41367" y="1065661"/>
                  </a:moveTo>
                  <a:lnTo>
                    <a:pt x="36703" y="1077455"/>
                  </a:lnTo>
                  <a:lnTo>
                    <a:pt x="70724" y="1077455"/>
                  </a:lnTo>
                  <a:lnTo>
                    <a:pt x="70866" y="1077328"/>
                  </a:lnTo>
                  <a:lnTo>
                    <a:pt x="41367" y="1065661"/>
                  </a:lnTo>
                  <a:close/>
                </a:path>
                <a:path w="461010" h="1134745">
                  <a:moveTo>
                    <a:pt x="449199" y="0"/>
                  </a:moveTo>
                  <a:lnTo>
                    <a:pt x="29560" y="1060991"/>
                  </a:lnTo>
                  <a:lnTo>
                    <a:pt x="41367" y="1065661"/>
                  </a:lnTo>
                  <a:lnTo>
                    <a:pt x="461009" y="4572"/>
                  </a:lnTo>
                  <a:lnTo>
                    <a:pt x="449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32098" y="5022851"/>
              <a:ext cx="975360" cy="1120775"/>
            </a:xfrm>
            <a:custGeom>
              <a:avLst/>
              <a:gdLst/>
              <a:ahLst/>
              <a:cxnLst/>
              <a:rect l="l" t="t" r="r" b="b"/>
              <a:pathLst>
                <a:path w="975360" h="1120775">
                  <a:moveTo>
                    <a:pt x="54829" y="53418"/>
                  </a:moveTo>
                  <a:lnTo>
                    <a:pt x="45318" y="61691"/>
                  </a:lnTo>
                  <a:lnTo>
                    <a:pt x="965200" y="1120178"/>
                  </a:lnTo>
                  <a:lnTo>
                    <a:pt x="974851" y="1111846"/>
                  </a:lnTo>
                  <a:lnTo>
                    <a:pt x="54829" y="53418"/>
                  </a:lnTo>
                  <a:close/>
                </a:path>
                <a:path w="975360" h="1120775">
                  <a:moveTo>
                    <a:pt x="0" y="0"/>
                  </a:moveTo>
                  <a:lnTo>
                    <a:pt x="21336" y="82550"/>
                  </a:lnTo>
                  <a:lnTo>
                    <a:pt x="45318" y="61691"/>
                  </a:lnTo>
                  <a:lnTo>
                    <a:pt x="36956" y="52069"/>
                  </a:lnTo>
                  <a:lnTo>
                    <a:pt x="46481" y="43814"/>
                  </a:lnTo>
                  <a:lnTo>
                    <a:pt x="65871" y="43814"/>
                  </a:lnTo>
                  <a:lnTo>
                    <a:pt x="78867" y="32512"/>
                  </a:lnTo>
                  <a:lnTo>
                    <a:pt x="0" y="0"/>
                  </a:lnTo>
                  <a:close/>
                </a:path>
                <a:path w="975360" h="1120775">
                  <a:moveTo>
                    <a:pt x="46481" y="43814"/>
                  </a:moveTo>
                  <a:lnTo>
                    <a:pt x="36956" y="52069"/>
                  </a:lnTo>
                  <a:lnTo>
                    <a:pt x="45318" y="61691"/>
                  </a:lnTo>
                  <a:lnTo>
                    <a:pt x="54829" y="53418"/>
                  </a:lnTo>
                  <a:lnTo>
                    <a:pt x="46481" y="43814"/>
                  </a:lnTo>
                  <a:close/>
                </a:path>
                <a:path w="975360" h="1120775">
                  <a:moveTo>
                    <a:pt x="65871" y="43814"/>
                  </a:moveTo>
                  <a:lnTo>
                    <a:pt x="46481" y="43814"/>
                  </a:lnTo>
                  <a:lnTo>
                    <a:pt x="54829" y="53418"/>
                  </a:lnTo>
                  <a:lnTo>
                    <a:pt x="65871" y="43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879965" y="4327613"/>
          <a:ext cx="1572664" cy="1212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1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34">
                <a:tc>
                  <a:txBody>
                    <a:bodyPr/>
                    <a:lstStyle/>
                    <a:p>
                      <a:pPr marL="31750">
                        <a:lnSpc>
                          <a:spcPts val="1905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2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42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1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191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1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1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4">
                <a:tc>
                  <a:txBody>
                    <a:bodyPr/>
                    <a:lstStyle/>
                    <a:p>
                      <a:pPr marL="31750">
                        <a:lnSpc>
                          <a:spcPts val="1905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800" spc="-7" baseline="-20833" dirty="0"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190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11462513" y="4326454"/>
            <a:ext cx="46355" cy="1214755"/>
          </a:xfrm>
          <a:custGeom>
            <a:avLst/>
            <a:gdLst/>
            <a:ahLst/>
            <a:cxnLst/>
            <a:rect l="l" t="t" r="r" b="b"/>
            <a:pathLst>
              <a:path w="46354" h="1214754">
                <a:moveTo>
                  <a:pt x="0" y="0"/>
                </a:moveTo>
                <a:lnTo>
                  <a:pt x="17899" y="311"/>
                </a:lnTo>
                <a:lnTo>
                  <a:pt x="32511" y="1158"/>
                </a:lnTo>
                <a:lnTo>
                  <a:pt x="42362" y="2411"/>
                </a:lnTo>
                <a:lnTo>
                  <a:pt x="45974" y="3937"/>
                </a:lnTo>
                <a:lnTo>
                  <a:pt x="45974" y="1210678"/>
                </a:lnTo>
                <a:lnTo>
                  <a:pt x="42362" y="1212164"/>
                </a:lnTo>
                <a:lnTo>
                  <a:pt x="32512" y="1213380"/>
                </a:lnTo>
                <a:lnTo>
                  <a:pt x="17899" y="1214200"/>
                </a:lnTo>
                <a:lnTo>
                  <a:pt x="0" y="121450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24600" y="4795948"/>
            <a:ext cx="3444240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3860"/>
            <a:r>
              <a:rPr dirty="0">
                <a:latin typeface="Arial"/>
                <a:cs typeface="Arial"/>
              </a:rPr>
              <a:t>[D]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693" y="3298862"/>
            <a:ext cx="3302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95"/>
              </a:lnSpc>
            </a:pPr>
            <a:r>
              <a:rPr sz="4200" baseline="13888" dirty="0">
                <a:latin typeface="Arial"/>
                <a:cs typeface="Arial"/>
              </a:rPr>
              <a:t>d</a:t>
            </a:r>
            <a:r>
              <a:rPr sz="1850" dirty="0">
                <a:latin typeface="Arial"/>
                <a:cs typeface="Arial"/>
              </a:rPr>
              <a:t>ij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65676" y="3032290"/>
            <a:ext cx="214629" cy="929005"/>
          </a:xfrm>
          <a:custGeom>
            <a:avLst/>
            <a:gdLst/>
            <a:ahLst/>
            <a:cxnLst/>
            <a:rect l="l" t="t" r="r" b="b"/>
            <a:pathLst>
              <a:path w="214630" h="929004">
                <a:moveTo>
                  <a:pt x="214249" y="928751"/>
                </a:moveTo>
                <a:lnTo>
                  <a:pt x="172533" y="927346"/>
                </a:lnTo>
                <a:lnTo>
                  <a:pt x="138461" y="923512"/>
                </a:lnTo>
                <a:lnTo>
                  <a:pt x="115486" y="917821"/>
                </a:lnTo>
                <a:lnTo>
                  <a:pt x="107061" y="910844"/>
                </a:lnTo>
                <a:lnTo>
                  <a:pt x="107061" y="482218"/>
                </a:lnTo>
                <a:lnTo>
                  <a:pt x="98637" y="475315"/>
                </a:lnTo>
                <a:lnTo>
                  <a:pt x="75676" y="469661"/>
                </a:lnTo>
                <a:lnTo>
                  <a:pt x="41642" y="465841"/>
                </a:lnTo>
                <a:lnTo>
                  <a:pt x="0" y="464438"/>
                </a:lnTo>
                <a:lnTo>
                  <a:pt x="41642" y="463034"/>
                </a:lnTo>
                <a:lnTo>
                  <a:pt x="75676" y="459200"/>
                </a:lnTo>
                <a:lnTo>
                  <a:pt x="98637" y="453509"/>
                </a:lnTo>
                <a:lnTo>
                  <a:pt x="107061" y="446531"/>
                </a:lnTo>
                <a:lnTo>
                  <a:pt x="107061" y="17906"/>
                </a:lnTo>
                <a:lnTo>
                  <a:pt x="115486" y="10929"/>
                </a:lnTo>
                <a:lnTo>
                  <a:pt x="138461" y="5238"/>
                </a:lnTo>
                <a:lnTo>
                  <a:pt x="172533" y="1404"/>
                </a:lnTo>
                <a:lnTo>
                  <a:pt x="21424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30546" y="3001683"/>
            <a:ext cx="4208780" cy="930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1F5F"/>
                </a:solidFill>
                <a:latin typeface="Arial Narrow"/>
                <a:cs typeface="Arial Narrow"/>
              </a:rPr>
              <a:t>0, si</a:t>
            </a:r>
            <a:r>
              <a:rPr sz="2000" spc="-120" dirty="0">
                <a:solidFill>
                  <a:srgbClr val="001F5F"/>
                </a:solidFill>
                <a:latin typeface="Arial Narrow"/>
                <a:cs typeface="Arial Narrow"/>
              </a:rPr>
              <a:t> </a:t>
            </a:r>
            <a:r>
              <a:rPr sz="2000" spc="-5" dirty="0">
                <a:solidFill>
                  <a:srgbClr val="001F5F"/>
                </a:solidFill>
                <a:latin typeface="Arial Narrow"/>
                <a:cs typeface="Arial Narrow"/>
              </a:rPr>
              <a:t>i=j</a:t>
            </a:r>
            <a:endParaRPr sz="2000">
              <a:latin typeface="Arial Narrow"/>
              <a:cs typeface="Arial Narrow"/>
            </a:endParaRPr>
          </a:p>
          <a:p>
            <a:pPr marL="12700"/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X, </a:t>
            </a:r>
            <a:r>
              <a:rPr sz="2000" spc="-5" dirty="0">
                <a:solidFill>
                  <a:srgbClr val="001F5F"/>
                </a:solidFill>
                <a:latin typeface="Arial Narrow"/>
                <a:cs typeface="Arial Narrow"/>
              </a:rPr>
              <a:t>si no hay camino entre </a:t>
            </a:r>
            <a:r>
              <a:rPr sz="2000" spc="-15" dirty="0">
                <a:solidFill>
                  <a:srgbClr val="001F5F"/>
                </a:solidFill>
                <a:latin typeface="Arial Narrow"/>
                <a:cs typeface="Arial Narrow"/>
              </a:rPr>
              <a:t>Vi </a:t>
            </a:r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y</a:t>
            </a:r>
            <a:r>
              <a:rPr sz="2000" spc="-85" dirty="0">
                <a:solidFill>
                  <a:srgbClr val="001F5F"/>
                </a:solidFill>
                <a:latin typeface="Arial Narrow"/>
                <a:cs typeface="Arial Narrow"/>
              </a:rPr>
              <a:t> </a:t>
            </a:r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Vj</a:t>
            </a:r>
            <a:endParaRPr sz="2000">
              <a:latin typeface="Arial Narrow"/>
              <a:cs typeface="Arial Narrow"/>
            </a:endParaRPr>
          </a:p>
          <a:p>
            <a:pPr marL="12700"/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# </a:t>
            </a:r>
            <a:r>
              <a:rPr sz="2000" spc="-5" dirty="0">
                <a:solidFill>
                  <a:srgbClr val="001F5F"/>
                </a:solidFill>
                <a:latin typeface="Arial Narrow"/>
                <a:cs typeface="Arial Narrow"/>
              </a:rPr>
              <a:t>de arcos del </a:t>
            </a:r>
            <a:r>
              <a:rPr sz="2000" u="heavy" spc="-5" dirty="0">
                <a:solidFill>
                  <a:srgbClr val="FF0000"/>
                </a:solidFill>
                <a:latin typeface="Arial Narrow"/>
                <a:cs typeface="Arial Narrow"/>
              </a:rPr>
              <a:t>camino más corto </a:t>
            </a:r>
            <a:r>
              <a:rPr sz="2000" spc="-5" dirty="0">
                <a:solidFill>
                  <a:srgbClr val="001F5F"/>
                </a:solidFill>
                <a:latin typeface="Arial Narrow"/>
                <a:cs typeface="Arial Narrow"/>
              </a:rPr>
              <a:t>entre </a:t>
            </a:r>
            <a:r>
              <a:rPr sz="2000" spc="-15" dirty="0">
                <a:solidFill>
                  <a:srgbClr val="001F5F"/>
                </a:solidFill>
                <a:latin typeface="Arial Narrow"/>
                <a:cs typeface="Arial Narrow"/>
              </a:rPr>
              <a:t>Vi </a:t>
            </a:r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y</a:t>
            </a:r>
            <a:r>
              <a:rPr sz="2000" spc="-65" dirty="0">
                <a:solidFill>
                  <a:srgbClr val="001F5F"/>
                </a:solidFill>
                <a:latin typeface="Arial Narrow"/>
                <a:cs typeface="Arial Narrow"/>
              </a:rPr>
              <a:t> </a:t>
            </a:r>
            <a:r>
              <a:rPr sz="2000" dirty="0">
                <a:solidFill>
                  <a:srgbClr val="001F5F"/>
                </a:solidFill>
                <a:latin typeface="Arial Narrow"/>
                <a:cs typeface="Arial Narrow"/>
              </a:rPr>
              <a:t>Vj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88665" y="4033530"/>
            <a:ext cx="112141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Arial"/>
                <a:cs typeface="Arial"/>
              </a:rPr>
              <a:t>V</a:t>
            </a:r>
            <a:r>
              <a:rPr baseline="-20833" dirty="0">
                <a:latin typeface="Arial"/>
                <a:cs typeface="Arial"/>
              </a:rPr>
              <a:t>1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2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3</a:t>
            </a:r>
            <a:r>
              <a:rPr spc="97" baseline="-20833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V</a:t>
            </a:r>
            <a:r>
              <a:rPr spc="-7" baseline="-20833" dirty="0">
                <a:latin typeface="Arial"/>
                <a:cs typeface="Arial"/>
              </a:rPr>
              <a:t>4</a:t>
            </a:r>
            <a:endParaRPr baseline="-20833" dirty="0">
              <a:latin typeface="Arial"/>
              <a:cs typeface="Arial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7B8AE27-4C03-4A17-A8A1-016C2BE0BC1B}"/>
              </a:ext>
            </a:extLst>
          </p:cNvPr>
          <p:cNvSpPr txBox="1"/>
          <p:nvPr/>
        </p:nvSpPr>
        <p:spPr>
          <a:xfrm>
            <a:off x="8211836" y="3957122"/>
            <a:ext cx="609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290"/>
              </a:spcBef>
            </a:pPr>
            <a:r>
              <a:rPr lang="es-CL" spc="5" dirty="0">
                <a:latin typeface="Tahoma"/>
                <a:cs typeface="Tahoma"/>
              </a:rPr>
              <a:t>V3</a:t>
            </a:r>
            <a:endParaRPr lang="es-CL" dirty="0">
              <a:latin typeface="Tahoma"/>
              <a:cs typeface="Tahoma"/>
            </a:endParaRPr>
          </a:p>
        </p:txBody>
      </p:sp>
      <p:sp>
        <p:nvSpPr>
          <p:cNvPr id="29" name="Abrir corchete 28">
            <a:extLst>
              <a:ext uri="{FF2B5EF4-FFF2-40B4-BE49-F238E27FC236}">
                <a16:creationId xmlns:a16="http://schemas.microsoft.com/office/drawing/2014/main" id="{E6B1A735-B404-4313-AA19-1A8CAAC4F436}"/>
              </a:ext>
            </a:extLst>
          </p:cNvPr>
          <p:cNvSpPr/>
          <p:nvPr/>
        </p:nvSpPr>
        <p:spPr>
          <a:xfrm>
            <a:off x="9778047" y="4326454"/>
            <a:ext cx="46355" cy="121222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699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5154B-5D84-4439-B0A9-65D8322E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Estructuras matriciales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21E2A69-D50B-4022-81FD-35A2352AA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65"/>
            <a:ext cx="11658600" cy="341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375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228</TotalTime>
  <Words>1765</Words>
  <Application>Microsoft Office PowerPoint</Application>
  <PresentationFormat>Panorámica</PresentationFormat>
  <Paragraphs>339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8" baseType="lpstr">
      <vt:lpstr>Arial</vt:lpstr>
      <vt:lpstr>Arial Narrow</vt:lpstr>
      <vt:lpstr>Franklin Gothic Demi Cond</vt:lpstr>
      <vt:lpstr>HP Simplified</vt:lpstr>
      <vt:lpstr>Impact</vt:lpstr>
      <vt:lpstr>Segoe UI</vt:lpstr>
      <vt:lpstr>Tahoma</vt:lpstr>
      <vt:lpstr>Times New Roman</vt:lpstr>
      <vt:lpstr>Wingdings</vt:lpstr>
      <vt:lpstr>Wingdings 2</vt:lpstr>
      <vt:lpstr>Evento principal</vt:lpstr>
      <vt:lpstr>Teoría de Grafos</vt:lpstr>
      <vt:lpstr>En esta clase …</vt:lpstr>
      <vt:lpstr>¿Por qué se estudian Grafos?</vt:lpstr>
      <vt:lpstr>¿Qué es un grafo?</vt:lpstr>
      <vt:lpstr>Grafo – Definición formal</vt:lpstr>
      <vt:lpstr>Grado de un Grafo</vt:lpstr>
      <vt:lpstr>Tipos de Grafos</vt:lpstr>
      <vt:lpstr>Tipos de Grafos</vt:lpstr>
      <vt:lpstr>Tipos de Grafos</vt:lpstr>
      <vt:lpstr>Tipos de Grafos (dirección)</vt:lpstr>
      <vt:lpstr>Grado de un Digrafo</vt:lpstr>
      <vt:lpstr>Grafos ponderados</vt:lpstr>
      <vt:lpstr>Isomorfismo de grafos</vt:lpstr>
      <vt:lpstr>CAMINOS y CICLOS</vt:lpstr>
      <vt:lpstr>Trayectorias en Grafos</vt:lpstr>
      <vt:lpstr>Conectividad</vt:lpstr>
      <vt:lpstr>Trayectorias en Grafos</vt:lpstr>
      <vt:lpstr>Representación Matricial</vt:lpstr>
      <vt:lpstr>Representación de Grafos</vt:lpstr>
      <vt:lpstr>Matriz de Adyacencia [A] (grafos no  dirigidos)</vt:lpstr>
      <vt:lpstr>Matriz de Adyacencia [A]  (digrafos)</vt:lpstr>
      <vt:lpstr>Matriz de Adyacencia [A]  (Propiedades)</vt:lpstr>
      <vt:lpstr>Matriz de Incidencia [M] (grafos no  dirigidos)</vt:lpstr>
      <vt:lpstr>Matriz de Incidencia [M]  (digrafos)</vt:lpstr>
      <vt:lpstr>Matriz de Arcos [B]</vt:lpstr>
      <vt:lpstr>Matriz Distancia [D]</vt:lpstr>
      <vt:lpstr>Estructuras matriciales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13</cp:revision>
  <dcterms:created xsi:type="dcterms:W3CDTF">2020-07-09T09:00:48Z</dcterms:created>
  <dcterms:modified xsi:type="dcterms:W3CDTF">2022-05-30T14:26:09Z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