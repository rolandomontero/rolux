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sldIdLst>
    <p:sldId id="305" r:id="rId2"/>
    <p:sldId id="307" r:id="rId3"/>
    <p:sldId id="306" r:id="rId4"/>
    <p:sldId id="308" r:id="rId5"/>
    <p:sldId id="309" r:id="rId6"/>
    <p:sldId id="310" r:id="rId7"/>
    <p:sldId id="311" r:id="rId8"/>
    <p:sldId id="312" r:id="rId9"/>
    <p:sldId id="313" r:id="rId10"/>
  </p:sldIdLst>
  <p:sldSz cx="12192000" cy="68580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ción predeterminada" id="{1C8CCD30-21BE-4347-8EA1-8346FB1A6429}">
          <p14:sldIdLst>
            <p14:sldId id="305"/>
            <p14:sldId id="307"/>
            <p14:sldId id="306"/>
            <p14:sldId id="308"/>
            <p14:sldId id="309"/>
            <p14:sldId id="310"/>
            <p14:sldId id="311"/>
            <p14:sldId id="312"/>
            <p14:sldId id="31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41" autoAdjust="0"/>
    <p:restoredTop sz="94660"/>
  </p:normalViewPr>
  <p:slideViewPr>
    <p:cSldViewPr>
      <p:cViewPr varScale="1">
        <p:scale>
          <a:sx n="65" d="100"/>
          <a:sy n="65" d="100"/>
        </p:scale>
        <p:origin x="840" y="60"/>
      </p:cViewPr>
      <p:guideLst>
        <p:guide orient="horz" pos="288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lando E. Montero A." userId="db44b2c1daed2876" providerId="LiveId" clId="{9DEC4F66-8422-4963-B433-F9D3847C36E5}"/>
    <pc:docChg chg="custSel modSld">
      <pc:chgData name="Rolando E. Montero A." userId="db44b2c1daed2876" providerId="LiveId" clId="{9DEC4F66-8422-4963-B433-F9D3847C36E5}" dt="2020-07-24T03:44:45.235" v="32" actId="478"/>
      <pc:docMkLst>
        <pc:docMk/>
      </pc:docMkLst>
      <pc:sldChg chg="addSp delSp modSp mod">
        <pc:chgData name="Rolando E. Montero A." userId="db44b2c1daed2876" providerId="LiveId" clId="{9DEC4F66-8422-4963-B433-F9D3847C36E5}" dt="2020-07-24T03:44:45.235" v="32" actId="478"/>
        <pc:sldMkLst>
          <pc:docMk/>
          <pc:sldMk cId="191823659" sldId="305"/>
        </pc:sldMkLst>
        <pc:spChg chg="mod">
          <ac:chgData name="Rolando E. Montero A." userId="db44b2c1daed2876" providerId="LiveId" clId="{9DEC4F66-8422-4963-B433-F9D3847C36E5}" dt="2020-07-24T03:43:23.865" v="17" actId="20577"/>
          <ac:spMkLst>
            <pc:docMk/>
            <pc:sldMk cId="191823659" sldId="305"/>
            <ac:spMk id="5" creationId="{518F2013-4D40-4305-9C6C-77B2D54E2670}"/>
          </ac:spMkLst>
        </pc:spChg>
        <pc:spChg chg="add del">
          <ac:chgData name="Rolando E. Montero A." userId="db44b2c1daed2876" providerId="LiveId" clId="{9DEC4F66-8422-4963-B433-F9D3847C36E5}" dt="2020-07-24T03:38:43.566" v="2" actId="478"/>
          <ac:spMkLst>
            <pc:docMk/>
            <pc:sldMk cId="191823659" sldId="305"/>
            <ac:spMk id="6" creationId="{34E9D5F2-3944-4AC2-AFFC-00A301DF98B8}"/>
          </ac:spMkLst>
        </pc:spChg>
        <pc:graphicFrameChg chg="add del mod">
          <ac:chgData name="Rolando E. Montero A." userId="db44b2c1daed2876" providerId="LiveId" clId="{9DEC4F66-8422-4963-B433-F9D3847C36E5}" dt="2020-07-24T03:43:34.792" v="18" actId="21"/>
          <ac:graphicFrameMkLst>
            <pc:docMk/>
            <pc:sldMk cId="191823659" sldId="305"/>
            <ac:graphicFrameMk id="3" creationId="{BF150E44-28A2-467F-B8B8-83FF301E3A97}"/>
          </ac:graphicFrameMkLst>
        </pc:graphicFrameChg>
        <pc:graphicFrameChg chg="add del mod">
          <ac:chgData name="Rolando E. Montero A." userId="db44b2c1daed2876" providerId="LiveId" clId="{9DEC4F66-8422-4963-B433-F9D3847C36E5}" dt="2020-07-24T03:43:43.243" v="21" actId="478"/>
          <ac:graphicFrameMkLst>
            <pc:docMk/>
            <pc:sldMk cId="191823659" sldId="305"/>
            <ac:graphicFrameMk id="9" creationId="{6AE32445-DAA2-48C4-A747-1BA9C1529D4C}"/>
          </ac:graphicFrameMkLst>
        </pc:graphicFrameChg>
        <pc:picChg chg="del">
          <ac:chgData name="Rolando E. Montero A." userId="db44b2c1daed2876" providerId="LiveId" clId="{9DEC4F66-8422-4963-B433-F9D3847C36E5}" dt="2020-07-24T03:38:05.952" v="0" actId="478"/>
          <ac:picMkLst>
            <pc:docMk/>
            <pc:sldMk cId="191823659" sldId="305"/>
            <ac:picMk id="7" creationId="{6958F02A-DCD6-4465-A917-11FE45B65E47}"/>
          </ac:picMkLst>
        </pc:picChg>
        <pc:picChg chg="add del mod">
          <ac:chgData name="Rolando E. Montero A." userId="db44b2c1daed2876" providerId="LiveId" clId="{9DEC4F66-8422-4963-B433-F9D3847C36E5}" dt="2020-07-24T03:44:45.235" v="32" actId="478"/>
          <ac:picMkLst>
            <pc:docMk/>
            <pc:sldMk cId="191823659" sldId="305"/>
            <ac:picMk id="11" creationId="{16778D27-E01E-44B8-AA16-A8E4D338D7A1}"/>
          </ac:picMkLst>
        </pc:picChg>
      </pc:sldChg>
    </pc:docChg>
  </pc:docChgLst>
  <pc:docChgLst>
    <pc:chgData name="Rolando E. Montero A." userId="db44b2c1daed2876" providerId="LiveId" clId="{5B074A77-EFB9-486C-8293-184E779709B4}"/>
    <pc:docChg chg="custSel addSld delSld modSld delSection modSection">
      <pc:chgData name="Rolando E. Montero A." userId="db44b2c1daed2876" providerId="LiveId" clId="{5B074A77-EFB9-486C-8293-184E779709B4}" dt="2020-07-20T15:15:15.785" v="55" actId="14100"/>
      <pc:docMkLst>
        <pc:docMk/>
      </pc:docMkLst>
      <pc:sldChg chg="del">
        <pc:chgData name="Rolando E. Montero A." userId="db44b2c1daed2876" providerId="LiveId" clId="{5B074A77-EFB9-486C-8293-184E779709B4}" dt="2020-07-20T15:00:22.923" v="0" actId="47"/>
        <pc:sldMkLst>
          <pc:docMk/>
          <pc:sldMk cId="0" sldId="258"/>
        </pc:sldMkLst>
      </pc:sldChg>
      <pc:sldChg chg="del">
        <pc:chgData name="Rolando E. Montero A." userId="db44b2c1daed2876" providerId="LiveId" clId="{5B074A77-EFB9-486C-8293-184E779709B4}" dt="2020-07-20T15:00:22.923" v="0" actId="47"/>
        <pc:sldMkLst>
          <pc:docMk/>
          <pc:sldMk cId="0" sldId="262"/>
        </pc:sldMkLst>
      </pc:sldChg>
      <pc:sldChg chg="del">
        <pc:chgData name="Rolando E. Montero A." userId="db44b2c1daed2876" providerId="LiveId" clId="{5B074A77-EFB9-486C-8293-184E779709B4}" dt="2020-07-20T15:00:22.923" v="0" actId="47"/>
        <pc:sldMkLst>
          <pc:docMk/>
          <pc:sldMk cId="0" sldId="263"/>
        </pc:sldMkLst>
      </pc:sldChg>
      <pc:sldChg chg="del">
        <pc:chgData name="Rolando E. Montero A." userId="db44b2c1daed2876" providerId="LiveId" clId="{5B074A77-EFB9-486C-8293-184E779709B4}" dt="2020-07-20T15:00:22.923" v="0" actId="47"/>
        <pc:sldMkLst>
          <pc:docMk/>
          <pc:sldMk cId="0" sldId="264"/>
        </pc:sldMkLst>
      </pc:sldChg>
      <pc:sldChg chg="del">
        <pc:chgData name="Rolando E. Montero A." userId="db44b2c1daed2876" providerId="LiveId" clId="{5B074A77-EFB9-486C-8293-184E779709B4}" dt="2020-07-20T15:00:22.923" v="0" actId="47"/>
        <pc:sldMkLst>
          <pc:docMk/>
          <pc:sldMk cId="0" sldId="265"/>
        </pc:sldMkLst>
      </pc:sldChg>
      <pc:sldChg chg="del">
        <pc:chgData name="Rolando E. Montero A." userId="db44b2c1daed2876" providerId="LiveId" clId="{5B074A77-EFB9-486C-8293-184E779709B4}" dt="2020-07-20T15:00:22.923" v="0" actId="47"/>
        <pc:sldMkLst>
          <pc:docMk/>
          <pc:sldMk cId="0" sldId="266"/>
        </pc:sldMkLst>
      </pc:sldChg>
      <pc:sldChg chg="del">
        <pc:chgData name="Rolando E. Montero A." userId="db44b2c1daed2876" providerId="LiveId" clId="{5B074A77-EFB9-486C-8293-184E779709B4}" dt="2020-07-20T15:00:22.923" v="0" actId="47"/>
        <pc:sldMkLst>
          <pc:docMk/>
          <pc:sldMk cId="0" sldId="267"/>
        </pc:sldMkLst>
      </pc:sldChg>
      <pc:sldChg chg="del">
        <pc:chgData name="Rolando E. Montero A." userId="db44b2c1daed2876" providerId="LiveId" clId="{5B074A77-EFB9-486C-8293-184E779709B4}" dt="2020-07-20T15:00:22.923" v="0" actId="47"/>
        <pc:sldMkLst>
          <pc:docMk/>
          <pc:sldMk cId="0" sldId="268"/>
        </pc:sldMkLst>
      </pc:sldChg>
      <pc:sldChg chg="del">
        <pc:chgData name="Rolando E. Montero A." userId="db44b2c1daed2876" providerId="LiveId" clId="{5B074A77-EFB9-486C-8293-184E779709B4}" dt="2020-07-20T15:00:22.923" v="0" actId="47"/>
        <pc:sldMkLst>
          <pc:docMk/>
          <pc:sldMk cId="0" sldId="269"/>
        </pc:sldMkLst>
      </pc:sldChg>
      <pc:sldChg chg="del">
        <pc:chgData name="Rolando E. Montero A." userId="db44b2c1daed2876" providerId="LiveId" clId="{5B074A77-EFB9-486C-8293-184E779709B4}" dt="2020-07-20T15:00:22.923" v="0" actId="47"/>
        <pc:sldMkLst>
          <pc:docMk/>
          <pc:sldMk cId="0" sldId="270"/>
        </pc:sldMkLst>
      </pc:sldChg>
      <pc:sldChg chg="addSp delSp modSp new mod modClrScheme chgLayout">
        <pc:chgData name="Rolando E. Montero A." userId="db44b2c1daed2876" providerId="LiveId" clId="{5B074A77-EFB9-486C-8293-184E779709B4}" dt="2020-07-20T15:10:30.641" v="31" actId="1076"/>
        <pc:sldMkLst>
          <pc:docMk/>
          <pc:sldMk cId="1233314979" sldId="306"/>
        </pc:sldMkLst>
        <pc:spChg chg="del mod">
          <ac:chgData name="Rolando E. Montero A." userId="db44b2c1daed2876" providerId="LiveId" clId="{5B074A77-EFB9-486C-8293-184E779709B4}" dt="2020-07-20T15:09:40.122" v="26" actId="478"/>
          <ac:spMkLst>
            <pc:docMk/>
            <pc:sldMk cId="1233314979" sldId="306"/>
            <ac:spMk id="2" creationId="{F293F188-FAA4-4CA7-9B9F-D0205B05DAD6}"/>
          </ac:spMkLst>
        </pc:spChg>
        <pc:spChg chg="del mod">
          <ac:chgData name="Rolando E. Montero A." userId="db44b2c1daed2876" providerId="LiveId" clId="{5B074A77-EFB9-486C-8293-184E779709B4}" dt="2020-07-20T15:03:17.415" v="17" actId="478"/>
          <ac:spMkLst>
            <pc:docMk/>
            <pc:sldMk cId="1233314979" sldId="306"/>
            <ac:spMk id="3" creationId="{413B2558-E425-4B05-A814-48EE5C60FB6F}"/>
          </ac:spMkLst>
        </pc:spChg>
        <pc:spChg chg="add del mod">
          <ac:chgData name="Rolando E. Montero A." userId="db44b2c1daed2876" providerId="LiveId" clId="{5B074A77-EFB9-486C-8293-184E779709B4}" dt="2020-07-20T15:09:40.122" v="26" actId="478"/>
          <ac:spMkLst>
            <pc:docMk/>
            <pc:sldMk cId="1233314979" sldId="306"/>
            <ac:spMk id="5" creationId="{3A297295-827E-4731-9B43-742E92C4D700}"/>
          </ac:spMkLst>
        </pc:spChg>
        <pc:spChg chg="add del mod">
          <ac:chgData name="Rolando E. Montero A." userId="db44b2c1daed2876" providerId="LiveId" clId="{5B074A77-EFB9-486C-8293-184E779709B4}" dt="2020-07-20T15:09:45.768" v="27" actId="700"/>
          <ac:spMkLst>
            <pc:docMk/>
            <pc:sldMk cId="1233314979" sldId="306"/>
            <ac:spMk id="7" creationId="{6F4336E0-AFD2-4BB0-B91E-6AF787C4ED63}"/>
          </ac:spMkLst>
        </pc:spChg>
        <pc:picChg chg="add mod">
          <ac:chgData name="Rolando E. Montero A." userId="db44b2c1daed2876" providerId="LiveId" clId="{5B074A77-EFB9-486C-8293-184E779709B4}" dt="2020-07-20T15:10:30.641" v="31" actId="1076"/>
          <ac:picMkLst>
            <pc:docMk/>
            <pc:sldMk cId="1233314979" sldId="306"/>
            <ac:picMk id="8" creationId="{836AAFA1-1CCE-4CEE-8C25-081A4DAF3D5B}"/>
          </ac:picMkLst>
        </pc:picChg>
      </pc:sldChg>
      <pc:sldChg chg="del">
        <pc:chgData name="Rolando E. Montero A." userId="db44b2c1daed2876" providerId="LiveId" clId="{5B074A77-EFB9-486C-8293-184E779709B4}" dt="2020-07-20T15:00:22.923" v="0" actId="47"/>
        <pc:sldMkLst>
          <pc:docMk/>
          <pc:sldMk cId="2725056563" sldId="306"/>
        </pc:sldMkLst>
      </pc:sldChg>
      <pc:sldChg chg="addSp delSp modSp new mod">
        <pc:chgData name="Rolando E. Montero A." userId="db44b2c1daed2876" providerId="LiveId" clId="{5B074A77-EFB9-486C-8293-184E779709B4}" dt="2020-07-20T15:09:30.244" v="25" actId="1076"/>
        <pc:sldMkLst>
          <pc:docMk/>
          <pc:sldMk cId="2922354737" sldId="307"/>
        </pc:sldMkLst>
        <pc:spChg chg="del">
          <ac:chgData name="Rolando E. Montero A." userId="db44b2c1daed2876" providerId="LiveId" clId="{5B074A77-EFB9-486C-8293-184E779709B4}" dt="2020-07-20T15:09:12.578" v="19" actId="478"/>
          <ac:spMkLst>
            <pc:docMk/>
            <pc:sldMk cId="2922354737" sldId="307"/>
            <ac:spMk id="2" creationId="{180DA1C6-13B6-4C2E-9B42-F3B0E4B7C4BA}"/>
          </ac:spMkLst>
        </pc:spChg>
        <pc:spChg chg="del">
          <ac:chgData name="Rolando E. Montero A." userId="db44b2c1daed2876" providerId="LiveId" clId="{5B074A77-EFB9-486C-8293-184E779709B4}" dt="2020-07-20T15:09:12.578" v="19" actId="478"/>
          <ac:spMkLst>
            <pc:docMk/>
            <pc:sldMk cId="2922354737" sldId="307"/>
            <ac:spMk id="3" creationId="{8F659018-324A-4A69-929A-C9ED4BE3F17D}"/>
          </ac:spMkLst>
        </pc:spChg>
        <pc:picChg chg="add mod">
          <ac:chgData name="Rolando E. Montero A." userId="db44b2c1daed2876" providerId="LiveId" clId="{5B074A77-EFB9-486C-8293-184E779709B4}" dt="2020-07-20T15:09:30.244" v="25" actId="1076"/>
          <ac:picMkLst>
            <pc:docMk/>
            <pc:sldMk cId="2922354737" sldId="307"/>
            <ac:picMk id="4" creationId="{5B3696F2-FA07-4948-8CDC-ABDD164AC1E8}"/>
          </ac:picMkLst>
        </pc:picChg>
      </pc:sldChg>
      <pc:sldChg chg="addSp modSp new mod">
        <pc:chgData name="Rolando E. Montero A." userId="db44b2c1daed2876" providerId="LiveId" clId="{5B074A77-EFB9-486C-8293-184E779709B4}" dt="2020-07-20T15:11:39.249" v="35" actId="14100"/>
        <pc:sldMkLst>
          <pc:docMk/>
          <pc:sldMk cId="3648105492" sldId="308"/>
        </pc:sldMkLst>
        <pc:picChg chg="add mod">
          <ac:chgData name="Rolando E. Montero A." userId="db44b2c1daed2876" providerId="LiveId" clId="{5B074A77-EFB9-486C-8293-184E779709B4}" dt="2020-07-20T15:11:39.249" v="35" actId="14100"/>
          <ac:picMkLst>
            <pc:docMk/>
            <pc:sldMk cId="3648105492" sldId="308"/>
            <ac:picMk id="2" creationId="{70A21BA4-D570-4A5D-831C-87706CE281D6}"/>
          </ac:picMkLst>
        </pc:picChg>
      </pc:sldChg>
      <pc:sldChg chg="addSp modSp new mod">
        <pc:chgData name="Rolando E. Montero A." userId="db44b2c1daed2876" providerId="LiveId" clId="{5B074A77-EFB9-486C-8293-184E779709B4}" dt="2020-07-20T15:12:07.242" v="39" actId="14100"/>
        <pc:sldMkLst>
          <pc:docMk/>
          <pc:sldMk cId="4267837510" sldId="309"/>
        </pc:sldMkLst>
        <pc:picChg chg="add mod">
          <ac:chgData name="Rolando E. Montero A." userId="db44b2c1daed2876" providerId="LiveId" clId="{5B074A77-EFB9-486C-8293-184E779709B4}" dt="2020-07-20T15:12:07.242" v="39" actId="14100"/>
          <ac:picMkLst>
            <pc:docMk/>
            <pc:sldMk cId="4267837510" sldId="309"/>
            <ac:picMk id="2" creationId="{A912CD36-9D6F-435A-A4DA-49872A4AC313}"/>
          </ac:picMkLst>
        </pc:picChg>
      </pc:sldChg>
      <pc:sldChg chg="addSp modSp new mod">
        <pc:chgData name="Rolando E. Montero A." userId="db44b2c1daed2876" providerId="LiveId" clId="{5B074A77-EFB9-486C-8293-184E779709B4}" dt="2020-07-20T15:12:38.461" v="43" actId="14100"/>
        <pc:sldMkLst>
          <pc:docMk/>
          <pc:sldMk cId="4211028095" sldId="310"/>
        </pc:sldMkLst>
        <pc:picChg chg="add mod">
          <ac:chgData name="Rolando E. Montero A." userId="db44b2c1daed2876" providerId="LiveId" clId="{5B074A77-EFB9-486C-8293-184E779709B4}" dt="2020-07-20T15:12:38.461" v="43" actId="14100"/>
          <ac:picMkLst>
            <pc:docMk/>
            <pc:sldMk cId="4211028095" sldId="310"/>
            <ac:picMk id="2" creationId="{97A78802-4B8C-44A6-BAFC-7F6CCFC9513C}"/>
          </ac:picMkLst>
        </pc:picChg>
      </pc:sldChg>
      <pc:sldChg chg="addSp modSp new mod">
        <pc:chgData name="Rolando E. Montero A." userId="db44b2c1daed2876" providerId="LiveId" clId="{5B074A77-EFB9-486C-8293-184E779709B4}" dt="2020-07-20T15:13:13.645" v="47" actId="14100"/>
        <pc:sldMkLst>
          <pc:docMk/>
          <pc:sldMk cId="3417960250" sldId="311"/>
        </pc:sldMkLst>
        <pc:picChg chg="add mod">
          <ac:chgData name="Rolando E. Montero A." userId="db44b2c1daed2876" providerId="LiveId" clId="{5B074A77-EFB9-486C-8293-184E779709B4}" dt="2020-07-20T15:13:13.645" v="47" actId="14100"/>
          <ac:picMkLst>
            <pc:docMk/>
            <pc:sldMk cId="3417960250" sldId="311"/>
            <ac:picMk id="2" creationId="{8AC23E2D-0717-4E34-ABE4-5B5E7BCF11C9}"/>
          </ac:picMkLst>
        </pc:picChg>
      </pc:sldChg>
      <pc:sldChg chg="addSp modSp new mod">
        <pc:chgData name="Rolando E. Montero A." userId="db44b2c1daed2876" providerId="LiveId" clId="{5B074A77-EFB9-486C-8293-184E779709B4}" dt="2020-07-20T15:14:51.897" v="51" actId="14100"/>
        <pc:sldMkLst>
          <pc:docMk/>
          <pc:sldMk cId="153059044" sldId="312"/>
        </pc:sldMkLst>
        <pc:picChg chg="add mod">
          <ac:chgData name="Rolando E. Montero A." userId="db44b2c1daed2876" providerId="LiveId" clId="{5B074A77-EFB9-486C-8293-184E779709B4}" dt="2020-07-20T15:14:51.897" v="51" actId="14100"/>
          <ac:picMkLst>
            <pc:docMk/>
            <pc:sldMk cId="153059044" sldId="312"/>
            <ac:picMk id="2" creationId="{60C9CDF4-ED78-4F8E-B944-13C00F765445}"/>
          </ac:picMkLst>
        </pc:picChg>
      </pc:sldChg>
      <pc:sldChg chg="addSp modSp new mod">
        <pc:chgData name="Rolando E. Montero A." userId="db44b2c1daed2876" providerId="LiveId" clId="{5B074A77-EFB9-486C-8293-184E779709B4}" dt="2020-07-20T15:15:15.785" v="55" actId="14100"/>
        <pc:sldMkLst>
          <pc:docMk/>
          <pc:sldMk cId="3510998389" sldId="313"/>
        </pc:sldMkLst>
        <pc:picChg chg="add mod">
          <ac:chgData name="Rolando E. Montero A." userId="db44b2c1daed2876" providerId="LiveId" clId="{5B074A77-EFB9-486C-8293-184E779709B4}" dt="2020-07-20T15:15:15.785" v="55" actId="14100"/>
          <ac:picMkLst>
            <pc:docMk/>
            <pc:sldMk cId="3510998389" sldId="313"/>
            <ac:picMk id="2" creationId="{7AEE5F71-463B-490D-B3B0-6C80183B7360}"/>
          </ac:picMkLst>
        </pc:picChg>
      </pc:sldChg>
      <pc:sldMasterChg chg="delSldLayout">
        <pc:chgData name="Rolando E. Montero A." userId="db44b2c1daed2876" providerId="LiveId" clId="{5B074A77-EFB9-486C-8293-184E779709B4}" dt="2020-07-20T15:00:22.923" v="0" actId="47"/>
        <pc:sldMasterMkLst>
          <pc:docMk/>
          <pc:sldMasterMk cId="4106453503" sldId="2147483712"/>
        </pc:sldMasterMkLst>
        <pc:sldLayoutChg chg="del">
          <pc:chgData name="Rolando E. Montero A." userId="db44b2c1daed2876" providerId="LiveId" clId="{5B074A77-EFB9-486C-8293-184E779709B4}" dt="2020-07-20T15:00:22.923" v="0" actId="47"/>
          <pc:sldLayoutMkLst>
            <pc:docMk/>
            <pc:sldMasterMk cId="4106453503" sldId="2147483712"/>
            <pc:sldLayoutMk cId="712909702" sldId="2147483734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2" name="Freeform 11"/>
          <p:cNvSpPr/>
          <p:nvPr/>
        </p:nvSpPr>
        <p:spPr>
          <a:xfrm>
            <a:off x="-15875" y="0"/>
            <a:ext cx="11683810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Freeform 13"/>
          <p:cNvSpPr/>
          <p:nvPr/>
        </p:nvSpPr>
        <p:spPr>
          <a:xfrm>
            <a:off x="0" y="4282257"/>
            <a:ext cx="11329257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2"/>
              </a:gs>
              <a:gs pos="100000">
                <a:schemeClr val="accent2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Freeform 25"/>
          <p:cNvSpPr/>
          <p:nvPr/>
        </p:nvSpPr>
        <p:spPr>
          <a:xfrm>
            <a:off x="0" y="0"/>
            <a:ext cx="8719579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2"/>
              </a:gs>
              <a:gs pos="100000">
                <a:schemeClr val="accent2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Freeform 14"/>
          <p:cNvSpPr/>
          <p:nvPr/>
        </p:nvSpPr>
        <p:spPr>
          <a:xfrm rot="21420000">
            <a:off x="-161800" y="293317"/>
            <a:ext cx="11367116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891201" y="662656"/>
            <a:ext cx="9755187" cy="2766528"/>
          </a:xfrm>
        </p:spPr>
        <p:txBody>
          <a:bodyPr anchor="b">
            <a:normAutofit/>
          </a:bodyPr>
          <a:lstStyle>
            <a:lvl1pPr algn="r">
              <a:defRPr sz="8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983062" y="3505209"/>
            <a:ext cx="9755187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4948541" y="4578463"/>
            <a:ext cx="6143653" cy="1163112"/>
          </a:xfrm>
        </p:spPr>
        <p:txBody>
          <a:bodyPr/>
          <a:lstStyle>
            <a:lvl1pPr algn="ctr">
              <a:defRPr sz="540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7/23/2020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9144" y="4882896"/>
            <a:ext cx="4050792" cy="1197864"/>
          </a:xfrm>
        </p:spPr>
        <p:txBody>
          <a:bodyPr vert="horz" lIns="91440" tIns="45720" rIns="91440" bIns="45720" rtlCol="0" anchor="ctr"/>
          <a:lstStyle>
            <a:lvl1pPr algn="r">
              <a:defRPr lang="en-US" sz="5400" dirty="0"/>
            </a:lvl1pPr>
          </a:lstStyle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9851758" y="3832648"/>
            <a:ext cx="907186" cy="49847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  <p:sp>
        <p:nvSpPr>
          <p:cNvPr id="25" name="5-Point Star 24"/>
          <p:cNvSpPr/>
          <p:nvPr/>
        </p:nvSpPr>
        <p:spPr>
          <a:xfrm rot="21420000">
            <a:off x="4221385" y="5111356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8882763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264369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3742267"/>
            <a:ext cx="10394707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000440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814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5088714" cy="3311189"/>
          </a:xfrm>
        </p:spPr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5993971" y="2063396"/>
            <a:ext cx="5086538" cy="3311189"/>
          </a:xfrm>
        </p:spPr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7/23/2020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262891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115814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8356" y="2063396"/>
            <a:ext cx="4856158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802" y="2861733"/>
            <a:ext cx="5088712" cy="2512852"/>
          </a:xfrm>
        </p:spPr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8191" y="2063396"/>
            <a:ext cx="486449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5993969" y="2861733"/>
            <a:ext cx="5088713" cy="2512852"/>
          </a:xfrm>
        </p:spPr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7/23/2020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21445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7/23/2020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04373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7/23/2020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841269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643" y="685800"/>
            <a:ext cx="4126860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46132" y="685800"/>
            <a:ext cx="6034375" cy="468878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642" y="2709052"/>
            <a:ext cx="4126861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7/23/2020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22463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634530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82362" y="0"/>
            <a:ext cx="3598146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2709052"/>
            <a:ext cx="634530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7/23/2020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170732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106333"/>
            <a:ext cx="10394708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801" y="685799"/>
            <a:ext cx="10392513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80" y="4702923"/>
            <a:ext cx="10394728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7/23/2020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559471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902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79" y="4106333"/>
            <a:ext cx="10394729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7/23/2020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609332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1732" y="685800"/>
            <a:ext cx="9525020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550264" y="3610032"/>
            <a:ext cx="8667956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4106334"/>
            <a:ext cx="1039688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7/23/2020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  <p:sp>
        <p:nvSpPr>
          <p:cNvPr id="13" name="TextBox 12"/>
          <p:cNvSpPr txBox="1"/>
          <p:nvPr/>
        </p:nvSpPr>
        <p:spPr>
          <a:xfrm>
            <a:off x="685801" y="89262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3083" y="292282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308749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723854"/>
            <a:ext cx="10394707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247468"/>
            <a:ext cx="10394707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7/23/2020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600328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802" y="685800"/>
            <a:ext cx="10394706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802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462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234621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70380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770380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7/23/2020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36331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9184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780" y="2063395"/>
            <a:ext cx="3310128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91840" y="4389287"/>
            <a:ext cx="3310128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741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235999" y="2063395"/>
            <a:ext cx="3310128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235999" y="4389286"/>
            <a:ext cx="3310128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68944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768819" y="2063394"/>
            <a:ext cx="3310128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768819" y="4389284"/>
            <a:ext cx="3310128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7/23/2020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768729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2063396"/>
            <a:ext cx="10394707" cy="3311190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690609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15862" y="685800"/>
            <a:ext cx="2264646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685800"/>
            <a:ext cx="7904431" cy="4688785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411441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F65F4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3639687"/>
            <a:ext cx="5303520" cy="4015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3639687"/>
            <a:ext cx="5303520" cy="4015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7/23/2020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1587461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F65F4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7/23/2020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147063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jp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25397" y="0"/>
            <a:ext cx="12005350" cy="664408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2"/>
                </a:gs>
                <a:gs pos="100000">
                  <a:schemeClr val="accent2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63396"/>
            <a:ext cx="10396883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0" cap="all" baseline="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7/23/2020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00" cap="all" baseline="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0" cap="all" baseline="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064535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  <p:sldLayoutId id="2147483725" r:id="rId13"/>
    <p:sldLayoutId id="2147483726" r:id="rId14"/>
    <p:sldLayoutId id="2147483727" r:id="rId15"/>
    <p:sldLayoutId id="2147483728" r:id="rId16"/>
    <p:sldLayoutId id="2147483729" r:id="rId17"/>
    <p:sldLayoutId id="2147483731" r:id="rId18"/>
    <p:sldLayoutId id="2147483732" r:id="rId1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3200" kern="1200" cap="none" baseline="0">
          <a:solidFill>
            <a:schemeClr val="tx1"/>
          </a:solidFill>
          <a:effectLst/>
          <a:latin typeface="HP Simplified" panose="020B0604020204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800" kern="1200" cap="none" baseline="0">
          <a:solidFill>
            <a:schemeClr val="tx1"/>
          </a:solidFill>
          <a:effectLst/>
          <a:latin typeface="HP Simplified" panose="020B0604020204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400" kern="1200" cap="none" baseline="0">
          <a:solidFill>
            <a:schemeClr val="tx1"/>
          </a:solidFill>
          <a:effectLst/>
          <a:latin typeface="HP Simplified" panose="020B0604020204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000" kern="1200" cap="none" baseline="0">
          <a:solidFill>
            <a:schemeClr val="tx1"/>
          </a:solidFill>
          <a:effectLst/>
          <a:latin typeface="HP Simplified" panose="020B0604020204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000" kern="1200" cap="none" baseline="0">
          <a:solidFill>
            <a:schemeClr val="tx1"/>
          </a:solidFill>
          <a:effectLst/>
          <a:latin typeface="HP Simplified" panose="020B0604020204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4B9814E9-AA5A-44D6-AC60-BAD70EFEA63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CL" dirty="0"/>
              <a:t>Teoría de Grafos</a:t>
            </a:r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518F2013-4D40-4305-9C6C-77B2D54E267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CL" dirty="0"/>
              <a:t>Conceptos Básicos - Práctica</a:t>
            </a:r>
          </a:p>
        </p:txBody>
      </p:sp>
    </p:spTree>
    <p:extLst>
      <p:ext uri="{BB962C8B-B14F-4D97-AF65-F5344CB8AC3E}">
        <p14:creationId xmlns:p14="http://schemas.microsoft.com/office/powerpoint/2010/main" val="1918236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5B3696F2-FA07-4948-8CDC-ABDD164AC1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381000"/>
            <a:ext cx="11534575" cy="42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23547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836AAFA1-1CCE-4CEE-8C25-081A4DAF3D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152400"/>
            <a:ext cx="11455172" cy="25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33149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70A21BA4-D570-4A5D-831C-87706CE281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71" y="27038"/>
            <a:ext cx="11804200" cy="1039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1054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A912CD36-9D6F-435A-A4DA-49872A4AC3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825014" cy="99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8375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7A78802-4B8C-44A6-BAFC-7F6CCFC951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200"/>
            <a:ext cx="11913542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10280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8AC23E2D-0717-4E34-ABE4-5B5E7BCF11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52400"/>
            <a:ext cx="11400794" cy="579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9602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60C9CDF4-ED78-4F8E-B944-13C00F7654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52400"/>
            <a:ext cx="10982166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590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7AEE5F71-463B-490D-B3B0-6C80183B73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97" y="40482"/>
            <a:ext cx="11656573" cy="4379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99838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vento principal">
  <a:themeElements>
    <a:clrScheme name="Evento principal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8FA751"/>
      </a:accent1>
      <a:accent2>
        <a:srgbClr val="629D7D"/>
      </a:accent2>
      <a:accent3>
        <a:srgbClr val="5A7AAB"/>
      </a:accent3>
      <a:accent4>
        <a:srgbClr val="AA618F"/>
      </a:accent4>
      <a:accent5>
        <a:srgbClr val="BA5445"/>
      </a:accent5>
      <a:accent6>
        <a:srgbClr val="C8A547"/>
      </a:accent6>
      <a:hlink>
        <a:srgbClr val="91BF1A"/>
      </a:hlink>
      <a:folHlink>
        <a:srgbClr val="ADBE82"/>
      </a:folHlink>
    </a:clrScheme>
    <a:fontScheme name="Evento principal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vento principal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CF823853-53CC-4249-AEDB-2EA9F718B2D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Evento principal</Template>
  <TotalTime>229</TotalTime>
  <Words>7</Words>
  <Application>Microsoft Office PowerPoint</Application>
  <PresentationFormat>Panorámica</PresentationFormat>
  <Paragraphs>2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Arial</vt:lpstr>
      <vt:lpstr>HP Simplified</vt:lpstr>
      <vt:lpstr>Impact</vt:lpstr>
      <vt:lpstr>Evento principal</vt:lpstr>
      <vt:lpstr>Teoría de Grafos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Teoría de Grafos</dc:title>
  <dc:creator>Rolando E. Montero A.</dc:creator>
  <cp:lastModifiedBy>Rolando E. Montero A.</cp:lastModifiedBy>
  <cp:revision>12</cp:revision>
  <dcterms:created xsi:type="dcterms:W3CDTF">2020-07-09T09:00:48Z</dcterms:created>
  <dcterms:modified xsi:type="dcterms:W3CDTF">2020-07-24T03:45:59Z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2012-05-19T00:00:00Z</vt:filetime>
  </property>
  <property fmtid="{D5CDD505-2E9C-101B-9397-08002B2CF9AE}" pid="3" name="Creator">
    <vt:lpwstr>Microsoft® Office PowerPoint® 2007</vt:lpwstr>
  </property>
  <property fmtid="{D5CDD505-2E9C-101B-9397-08002B2CF9AE}" pid="4" name="LastSaved">
    <vt:filetime>2020-07-09T00:00:00Z</vt:filetime>
  </property>
</Properties>
</file>