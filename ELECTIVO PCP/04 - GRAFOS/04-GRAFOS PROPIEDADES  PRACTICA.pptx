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2" r:id="rId1"/>
    <p:sldMasterId id="2147483733" r:id="rId2"/>
  </p:sldMasterIdLst>
  <p:sldIdLst>
    <p:sldId id="305" r:id="rId3"/>
    <p:sldId id="306" r:id="rId4"/>
    <p:sldId id="307" r:id="rId5"/>
    <p:sldId id="308" r:id="rId6"/>
    <p:sldId id="309" r:id="rId7"/>
    <p:sldId id="310" r:id="rId8"/>
    <p:sldId id="311" r:id="rId9"/>
    <p:sldId id="312" r:id="rId10"/>
    <p:sldId id="313" r:id="rId11"/>
    <p:sldId id="315" r:id="rId12"/>
  </p:sldIdLst>
  <p:sldSz cx="12192000" cy="6858000"/>
  <p:notesSz cx="9144000" cy="6858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ección predeterminada" id="{1C8CCD30-21BE-4347-8EA1-8346FB1A6429}">
          <p14:sldIdLst>
            <p14:sldId id="305"/>
            <p14:sldId id="306"/>
            <p14:sldId id="307"/>
            <p14:sldId id="308"/>
            <p14:sldId id="309"/>
            <p14:sldId id="310"/>
            <p14:sldId id="311"/>
            <p14:sldId id="312"/>
            <p14:sldId id="313"/>
            <p14:sldId id="315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5368" autoAdjust="0"/>
    <p:restoredTop sz="93727" autoAdjust="0"/>
  </p:normalViewPr>
  <p:slideViewPr>
    <p:cSldViewPr>
      <p:cViewPr varScale="1">
        <p:scale>
          <a:sx n="82" d="100"/>
          <a:sy n="82" d="100"/>
        </p:scale>
        <p:origin x="612" y="96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presProps" Target="pres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microsoft.com/office/2016/11/relationships/changesInfo" Target="changesInfos/changesInfo1.xml"/><Relationship Id="rId2" Type="http://schemas.openxmlformats.org/officeDocument/2006/relationships/slideMaster" Target="slideMasters/slideMaster2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theme" Target="theme/theme1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olando E. Montero A." userId="db44b2c1daed2876" providerId="LiveId" clId="{1114BCC0-5F0D-408D-8775-63CF618CB7E6}"/>
    <pc:docChg chg="custSel addSld delSld modSld modSection">
      <pc:chgData name="Rolando E. Montero A." userId="db44b2c1daed2876" providerId="LiveId" clId="{1114BCC0-5F0D-408D-8775-63CF618CB7E6}" dt="2020-08-03T16:58:15.822" v="157" actId="20577"/>
      <pc:docMkLst>
        <pc:docMk/>
      </pc:docMkLst>
      <pc:sldChg chg="addSp modSp mod modAnim">
        <pc:chgData name="Rolando E. Montero A." userId="db44b2c1daed2876" providerId="LiveId" clId="{1114BCC0-5F0D-408D-8775-63CF618CB7E6}" dt="2020-08-03T16:06:14.389" v="152" actId="1076"/>
        <pc:sldMkLst>
          <pc:docMk/>
          <pc:sldMk cId="3318526849" sldId="311"/>
        </pc:sldMkLst>
        <pc:spChg chg="add mod">
          <ac:chgData name="Rolando E. Montero A." userId="db44b2c1daed2876" providerId="LiveId" clId="{1114BCC0-5F0D-408D-8775-63CF618CB7E6}" dt="2020-08-03T16:06:11.580" v="151" actId="1076"/>
          <ac:spMkLst>
            <pc:docMk/>
            <pc:sldMk cId="3318526849" sldId="311"/>
            <ac:spMk id="3" creationId="{5DD81628-352A-4DDF-8D38-95473FBBD767}"/>
          </ac:spMkLst>
        </pc:spChg>
        <pc:spChg chg="add mod">
          <ac:chgData name="Rolando E. Montero A." userId="db44b2c1daed2876" providerId="LiveId" clId="{1114BCC0-5F0D-408D-8775-63CF618CB7E6}" dt="2020-08-03T16:06:14.389" v="152" actId="1076"/>
          <ac:spMkLst>
            <pc:docMk/>
            <pc:sldMk cId="3318526849" sldId="311"/>
            <ac:spMk id="7" creationId="{BF84D828-12A7-4657-A553-E896B89FF7DD}"/>
          </ac:spMkLst>
        </pc:spChg>
      </pc:sldChg>
      <pc:sldChg chg="addSp modSp mod modAnim">
        <pc:chgData name="Rolando E. Montero A." userId="db44b2c1daed2876" providerId="LiveId" clId="{1114BCC0-5F0D-408D-8775-63CF618CB7E6}" dt="2020-08-03T16:58:15.822" v="157" actId="20577"/>
        <pc:sldMkLst>
          <pc:docMk/>
          <pc:sldMk cId="457338797" sldId="312"/>
        </pc:sldMkLst>
        <pc:spChg chg="add mod">
          <ac:chgData name="Rolando E. Montero A." userId="db44b2c1daed2876" providerId="LiveId" clId="{1114BCC0-5F0D-408D-8775-63CF618CB7E6}" dt="2020-08-03T16:58:11.519" v="155" actId="1076"/>
          <ac:spMkLst>
            <pc:docMk/>
            <pc:sldMk cId="457338797" sldId="312"/>
            <ac:spMk id="3" creationId="{1A5DDB58-4FCF-4F51-A904-78438426BBD1}"/>
          </ac:spMkLst>
        </pc:spChg>
        <pc:spChg chg="add mod">
          <ac:chgData name="Rolando E. Montero A." userId="db44b2c1daed2876" providerId="LiveId" clId="{1114BCC0-5F0D-408D-8775-63CF618CB7E6}" dt="2020-08-03T16:58:04.313" v="154" actId="1076"/>
          <ac:spMkLst>
            <pc:docMk/>
            <pc:sldMk cId="457338797" sldId="312"/>
            <ac:spMk id="4" creationId="{EFA5F061-0714-4099-A2CB-316306DFF27B}"/>
          </ac:spMkLst>
        </pc:spChg>
        <pc:spChg chg="mod">
          <ac:chgData name="Rolando E. Montero A." userId="db44b2c1daed2876" providerId="LiveId" clId="{1114BCC0-5F0D-408D-8775-63CF618CB7E6}" dt="2020-08-03T16:58:15.822" v="157" actId="20577"/>
          <ac:spMkLst>
            <pc:docMk/>
            <pc:sldMk cId="457338797" sldId="312"/>
            <ac:spMk id="5" creationId="{98904575-1BBF-407E-B230-0B84BE984305}"/>
          </ac:spMkLst>
        </pc:spChg>
      </pc:sldChg>
      <pc:sldChg chg="addSp delSp modSp new mod">
        <pc:chgData name="Rolando E. Montero A." userId="db44b2c1daed2876" providerId="LiveId" clId="{1114BCC0-5F0D-408D-8775-63CF618CB7E6}" dt="2020-08-03T15:09:15.662" v="144" actId="1076"/>
        <pc:sldMkLst>
          <pc:docMk/>
          <pc:sldMk cId="1641372654" sldId="313"/>
        </pc:sldMkLst>
        <pc:spChg chg="mod">
          <ac:chgData name="Rolando E. Montero A." userId="db44b2c1daed2876" providerId="LiveId" clId="{1114BCC0-5F0D-408D-8775-63CF618CB7E6}" dt="2020-08-03T14:48:13.724" v="50" actId="6549"/>
          <ac:spMkLst>
            <pc:docMk/>
            <pc:sldMk cId="1641372654" sldId="313"/>
            <ac:spMk id="2" creationId="{A633618C-D072-4558-877C-43FB0AE8CAFF}"/>
          </ac:spMkLst>
        </pc:spChg>
        <pc:spChg chg="del">
          <ac:chgData name="Rolando E. Montero A." userId="db44b2c1daed2876" providerId="LiveId" clId="{1114BCC0-5F0D-408D-8775-63CF618CB7E6}" dt="2020-08-03T14:46:47.233" v="7" actId="478"/>
          <ac:spMkLst>
            <pc:docMk/>
            <pc:sldMk cId="1641372654" sldId="313"/>
            <ac:spMk id="3" creationId="{EE446DAA-3B24-406A-A158-D03FD19844FD}"/>
          </ac:spMkLst>
        </pc:spChg>
        <pc:spChg chg="add del mod">
          <ac:chgData name="Rolando E. Montero A." userId="db44b2c1daed2876" providerId="LiveId" clId="{1114BCC0-5F0D-408D-8775-63CF618CB7E6}" dt="2020-08-03T14:47:54.298" v="15" actId="478"/>
          <ac:spMkLst>
            <pc:docMk/>
            <pc:sldMk cId="1641372654" sldId="313"/>
            <ac:spMk id="4" creationId="{A0BA0077-5175-4FE1-975B-FD73613F17F2}"/>
          </ac:spMkLst>
        </pc:spChg>
        <pc:graphicFrameChg chg="add del mod">
          <ac:chgData name="Rolando E. Montero A." userId="db44b2c1daed2876" providerId="LiveId" clId="{1114BCC0-5F0D-408D-8775-63CF618CB7E6}" dt="2020-08-03T15:08:59.456" v="140" actId="478"/>
          <ac:graphicFrameMkLst>
            <pc:docMk/>
            <pc:sldMk cId="1641372654" sldId="313"/>
            <ac:graphicFrameMk id="5" creationId="{61E15593-AF4A-4D88-94E5-A9AEA26D6AD3}"/>
          </ac:graphicFrameMkLst>
        </pc:graphicFrameChg>
        <pc:picChg chg="add mod modCrop">
          <ac:chgData name="Rolando E. Montero A." userId="db44b2c1daed2876" providerId="LiveId" clId="{1114BCC0-5F0D-408D-8775-63CF618CB7E6}" dt="2020-08-03T15:09:15.662" v="144" actId="1076"/>
          <ac:picMkLst>
            <pc:docMk/>
            <pc:sldMk cId="1641372654" sldId="313"/>
            <ac:picMk id="7" creationId="{82570EF5-AF49-46F4-A179-F975E129C1A0}"/>
          </ac:picMkLst>
        </pc:picChg>
        <pc:picChg chg="add mod modCrop">
          <ac:chgData name="Rolando E. Montero A." userId="db44b2c1daed2876" providerId="LiveId" clId="{1114BCC0-5F0D-408D-8775-63CF618CB7E6}" dt="2020-08-03T15:09:11.232" v="143" actId="732"/>
          <ac:picMkLst>
            <pc:docMk/>
            <pc:sldMk cId="1641372654" sldId="313"/>
            <ac:picMk id="9" creationId="{04E494BD-8C0F-40A6-9358-A01819533EA0}"/>
          </ac:picMkLst>
        </pc:picChg>
      </pc:sldChg>
      <pc:sldChg chg="new del">
        <pc:chgData name="Rolando E. Montero A." userId="db44b2c1daed2876" providerId="LiveId" clId="{1114BCC0-5F0D-408D-8775-63CF618CB7E6}" dt="2020-08-03T14:56:15.139" v="108" actId="47"/>
        <pc:sldMkLst>
          <pc:docMk/>
          <pc:sldMk cId="4091356203" sldId="314"/>
        </pc:sldMkLst>
      </pc:sldChg>
      <pc:sldChg chg="addSp delSp modSp add mod">
        <pc:chgData name="Rolando E. Montero A." userId="db44b2c1daed2876" providerId="LiveId" clId="{1114BCC0-5F0D-408D-8775-63CF618CB7E6}" dt="2020-08-03T14:55:40.868" v="107" actId="208"/>
        <pc:sldMkLst>
          <pc:docMk/>
          <pc:sldMk cId="4247932740" sldId="315"/>
        </pc:sldMkLst>
        <pc:spChg chg="mod">
          <ac:chgData name="Rolando E. Montero A." userId="db44b2c1daed2876" providerId="LiveId" clId="{1114BCC0-5F0D-408D-8775-63CF618CB7E6}" dt="2020-08-03T14:49:54.861" v="60" actId="947"/>
          <ac:spMkLst>
            <pc:docMk/>
            <pc:sldMk cId="4247932740" sldId="315"/>
            <ac:spMk id="2" creationId="{A633618C-D072-4558-877C-43FB0AE8CAFF}"/>
          </ac:spMkLst>
        </pc:spChg>
        <pc:spChg chg="add mod">
          <ac:chgData name="Rolando E. Montero A." userId="db44b2c1daed2876" providerId="LiveId" clId="{1114BCC0-5F0D-408D-8775-63CF618CB7E6}" dt="2020-08-03T14:54:27.709" v="103" actId="1076"/>
          <ac:spMkLst>
            <pc:docMk/>
            <pc:sldMk cId="4247932740" sldId="315"/>
            <ac:spMk id="9" creationId="{1311DCD8-7E01-47D7-82FE-62661D99BA04}"/>
          </ac:spMkLst>
        </pc:spChg>
        <pc:spChg chg="add mod">
          <ac:chgData name="Rolando E. Montero A." userId="db44b2c1daed2876" providerId="LiveId" clId="{1114BCC0-5F0D-408D-8775-63CF618CB7E6}" dt="2020-08-03T14:54:27.709" v="103" actId="1076"/>
          <ac:spMkLst>
            <pc:docMk/>
            <pc:sldMk cId="4247932740" sldId="315"/>
            <ac:spMk id="10" creationId="{9439F591-8247-4D52-8DB2-F6F65AB3411F}"/>
          </ac:spMkLst>
        </pc:spChg>
        <pc:spChg chg="add mod">
          <ac:chgData name="Rolando E. Montero A." userId="db44b2c1daed2876" providerId="LiveId" clId="{1114BCC0-5F0D-408D-8775-63CF618CB7E6}" dt="2020-08-03T14:54:27.709" v="103" actId="1076"/>
          <ac:spMkLst>
            <pc:docMk/>
            <pc:sldMk cId="4247932740" sldId="315"/>
            <ac:spMk id="13" creationId="{2700C3CA-A382-4DEC-BC3B-CF568FC958A2}"/>
          </ac:spMkLst>
        </pc:spChg>
        <pc:spChg chg="add mod">
          <ac:chgData name="Rolando E. Montero A." userId="db44b2c1daed2876" providerId="LiveId" clId="{1114BCC0-5F0D-408D-8775-63CF618CB7E6}" dt="2020-08-03T14:54:27.709" v="103" actId="1076"/>
          <ac:spMkLst>
            <pc:docMk/>
            <pc:sldMk cId="4247932740" sldId="315"/>
            <ac:spMk id="14" creationId="{16806A97-E5AF-48FA-8D58-BBBED21B4602}"/>
          </ac:spMkLst>
        </pc:spChg>
        <pc:spChg chg="add mod">
          <ac:chgData name="Rolando E. Montero A." userId="db44b2c1daed2876" providerId="LiveId" clId="{1114BCC0-5F0D-408D-8775-63CF618CB7E6}" dt="2020-08-03T14:55:40.868" v="107" actId="208"/>
          <ac:spMkLst>
            <pc:docMk/>
            <pc:sldMk cId="4247932740" sldId="315"/>
            <ac:spMk id="15" creationId="{40C95D9F-BB65-42B3-B7B8-B13F0DDB2E31}"/>
          </ac:spMkLst>
        </pc:spChg>
        <pc:spChg chg="add mod">
          <ac:chgData name="Rolando E. Montero A." userId="db44b2c1daed2876" providerId="LiveId" clId="{1114BCC0-5F0D-408D-8775-63CF618CB7E6}" dt="2020-08-03T14:54:27.709" v="103" actId="1076"/>
          <ac:spMkLst>
            <pc:docMk/>
            <pc:sldMk cId="4247932740" sldId="315"/>
            <ac:spMk id="16" creationId="{B5E7DBA3-9FCF-4D16-8E07-2B7E5017FB70}"/>
          </ac:spMkLst>
        </pc:spChg>
        <pc:spChg chg="add mod">
          <ac:chgData name="Rolando E. Montero A." userId="db44b2c1daed2876" providerId="LiveId" clId="{1114BCC0-5F0D-408D-8775-63CF618CB7E6}" dt="2020-08-03T14:54:27.709" v="103" actId="1076"/>
          <ac:spMkLst>
            <pc:docMk/>
            <pc:sldMk cId="4247932740" sldId="315"/>
            <ac:spMk id="17" creationId="{EA5EDF71-6DF8-490C-90D6-269DF59C79E6}"/>
          </ac:spMkLst>
        </pc:spChg>
        <pc:spChg chg="add mod">
          <ac:chgData name="Rolando E. Montero A." userId="db44b2c1daed2876" providerId="LiveId" clId="{1114BCC0-5F0D-408D-8775-63CF618CB7E6}" dt="2020-08-03T14:54:27.709" v="103" actId="1076"/>
          <ac:spMkLst>
            <pc:docMk/>
            <pc:sldMk cId="4247932740" sldId="315"/>
            <ac:spMk id="29" creationId="{B0F49CC6-28B5-4702-9EC7-7D4B194DA575}"/>
          </ac:spMkLst>
        </pc:spChg>
        <pc:spChg chg="add mod">
          <ac:chgData name="Rolando E. Montero A." userId="db44b2c1daed2876" providerId="LiveId" clId="{1114BCC0-5F0D-408D-8775-63CF618CB7E6}" dt="2020-08-03T14:54:27.709" v="103" actId="1076"/>
          <ac:spMkLst>
            <pc:docMk/>
            <pc:sldMk cId="4247932740" sldId="315"/>
            <ac:spMk id="30" creationId="{122DB337-8E66-4DCA-9005-DD741D362635}"/>
          </ac:spMkLst>
        </pc:spChg>
        <pc:spChg chg="add mod">
          <ac:chgData name="Rolando E. Montero A." userId="db44b2c1daed2876" providerId="LiveId" clId="{1114BCC0-5F0D-408D-8775-63CF618CB7E6}" dt="2020-08-03T14:54:27.709" v="103" actId="1076"/>
          <ac:spMkLst>
            <pc:docMk/>
            <pc:sldMk cId="4247932740" sldId="315"/>
            <ac:spMk id="31" creationId="{EA8B8C8F-1FC5-4285-A3B3-E127EE1A8E17}"/>
          </ac:spMkLst>
        </pc:spChg>
        <pc:spChg chg="add mod">
          <ac:chgData name="Rolando E. Montero A." userId="db44b2c1daed2876" providerId="LiveId" clId="{1114BCC0-5F0D-408D-8775-63CF618CB7E6}" dt="2020-08-03T14:54:27.709" v="103" actId="1076"/>
          <ac:spMkLst>
            <pc:docMk/>
            <pc:sldMk cId="4247932740" sldId="315"/>
            <ac:spMk id="32" creationId="{A7DC905F-76B4-492A-9CFF-5ABE877FDD8C}"/>
          </ac:spMkLst>
        </pc:spChg>
        <pc:spChg chg="add mod">
          <ac:chgData name="Rolando E. Montero A." userId="db44b2c1daed2876" providerId="LiveId" clId="{1114BCC0-5F0D-408D-8775-63CF618CB7E6}" dt="2020-08-03T14:54:27.709" v="103" actId="1076"/>
          <ac:spMkLst>
            <pc:docMk/>
            <pc:sldMk cId="4247932740" sldId="315"/>
            <ac:spMk id="33" creationId="{76CCBF60-6C36-4F28-A60F-CEF49F73A262}"/>
          </ac:spMkLst>
        </pc:spChg>
        <pc:spChg chg="add mod">
          <ac:chgData name="Rolando E. Montero A." userId="db44b2c1daed2876" providerId="LiveId" clId="{1114BCC0-5F0D-408D-8775-63CF618CB7E6}" dt="2020-08-03T14:54:27.709" v="103" actId="1076"/>
          <ac:spMkLst>
            <pc:docMk/>
            <pc:sldMk cId="4247932740" sldId="315"/>
            <ac:spMk id="34" creationId="{1C6CC270-8F04-419B-A855-F38912424A7A}"/>
          </ac:spMkLst>
        </pc:spChg>
        <pc:spChg chg="add mod">
          <ac:chgData name="Rolando E. Montero A." userId="db44b2c1daed2876" providerId="LiveId" clId="{1114BCC0-5F0D-408D-8775-63CF618CB7E6}" dt="2020-08-03T14:54:27.709" v="103" actId="1076"/>
          <ac:spMkLst>
            <pc:docMk/>
            <pc:sldMk cId="4247932740" sldId="315"/>
            <ac:spMk id="35" creationId="{9E47E6EC-679A-424A-A46C-FA9CE2634079}"/>
          </ac:spMkLst>
        </pc:spChg>
        <pc:spChg chg="add mod">
          <ac:chgData name="Rolando E. Montero A." userId="db44b2c1daed2876" providerId="LiveId" clId="{1114BCC0-5F0D-408D-8775-63CF618CB7E6}" dt="2020-08-03T14:54:27.709" v="103" actId="1076"/>
          <ac:spMkLst>
            <pc:docMk/>
            <pc:sldMk cId="4247932740" sldId="315"/>
            <ac:spMk id="36" creationId="{FEA41F9F-8543-4A8E-BA31-473A3D06AC35}"/>
          </ac:spMkLst>
        </pc:spChg>
        <pc:spChg chg="add mod">
          <ac:chgData name="Rolando E. Montero A." userId="db44b2c1daed2876" providerId="LiveId" clId="{1114BCC0-5F0D-408D-8775-63CF618CB7E6}" dt="2020-08-03T14:54:27.709" v="103" actId="1076"/>
          <ac:spMkLst>
            <pc:docMk/>
            <pc:sldMk cId="4247932740" sldId="315"/>
            <ac:spMk id="37" creationId="{B2EBAA6D-AE5E-474A-9081-A80E779A28AD}"/>
          </ac:spMkLst>
        </pc:spChg>
        <pc:spChg chg="add mod">
          <ac:chgData name="Rolando E. Montero A." userId="db44b2c1daed2876" providerId="LiveId" clId="{1114BCC0-5F0D-408D-8775-63CF618CB7E6}" dt="2020-08-03T14:54:27.709" v="103" actId="1076"/>
          <ac:spMkLst>
            <pc:docMk/>
            <pc:sldMk cId="4247932740" sldId="315"/>
            <ac:spMk id="38" creationId="{DDCAF66F-8982-4AD0-8FA1-D586539A6E2B}"/>
          </ac:spMkLst>
        </pc:spChg>
        <pc:spChg chg="add mod">
          <ac:chgData name="Rolando E. Montero A." userId="db44b2c1daed2876" providerId="LiveId" clId="{1114BCC0-5F0D-408D-8775-63CF618CB7E6}" dt="2020-08-03T14:54:27.709" v="103" actId="1076"/>
          <ac:spMkLst>
            <pc:docMk/>
            <pc:sldMk cId="4247932740" sldId="315"/>
            <ac:spMk id="39" creationId="{9B0FA48C-AAE6-46CD-82D8-559A3628B166}"/>
          </ac:spMkLst>
        </pc:spChg>
        <pc:spChg chg="add mod">
          <ac:chgData name="Rolando E. Montero A." userId="db44b2c1daed2876" providerId="LiveId" clId="{1114BCC0-5F0D-408D-8775-63CF618CB7E6}" dt="2020-08-03T14:54:27.709" v="103" actId="1076"/>
          <ac:spMkLst>
            <pc:docMk/>
            <pc:sldMk cId="4247932740" sldId="315"/>
            <ac:spMk id="40" creationId="{612774EE-CC41-4C79-AF56-6E22E1ECBB77}"/>
          </ac:spMkLst>
        </pc:spChg>
        <pc:spChg chg="add mod">
          <ac:chgData name="Rolando E. Montero A." userId="db44b2c1daed2876" providerId="LiveId" clId="{1114BCC0-5F0D-408D-8775-63CF618CB7E6}" dt="2020-08-03T14:54:27.709" v="103" actId="1076"/>
          <ac:spMkLst>
            <pc:docMk/>
            <pc:sldMk cId="4247932740" sldId="315"/>
            <ac:spMk id="41" creationId="{DF59FC5D-F00E-42C0-BD72-52F517F9534B}"/>
          </ac:spMkLst>
        </pc:spChg>
        <pc:spChg chg="add mod">
          <ac:chgData name="Rolando E. Montero A." userId="db44b2c1daed2876" providerId="LiveId" clId="{1114BCC0-5F0D-408D-8775-63CF618CB7E6}" dt="2020-08-03T14:54:27.709" v="103" actId="1076"/>
          <ac:spMkLst>
            <pc:docMk/>
            <pc:sldMk cId="4247932740" sldId="315"/>
            <ac:spMk id="42" creationId="{01A71F64-A7FE-498B-AC89-DAFF2C41C176}"/>
          </ac:spMkLst>
        </pc:spChg>
        <pc:spChg chg="add mod">
          <ac:chgData name="Rolando E. Montero A." userId="db44b2c1daed2876" providerId="LiveId" clId="{1114BCC0-5F0D-408D-8775-63CF618CB7E6}" dt="2020-08-03T14:54:27.709" v="103" actId="1076"/>
          <ac:spMkLst>
            <pc:docMk/>
            <pc:sldMk cId="4247932740" sldId="315"/>
            <ac:spMk id="43" creationId="{040FC192-F043-4EDD-97D9-C6C7C44A2BE6}"/>
          </ac:spMkLst>
        </pc:spChg>
        <pc:grpChg chg="add mod">
          <ac:chgData name="Rolando E. Montero A." userId="db44b2c1daed2876" providerId="LiveId" clId="{1114BCC0-5F0D-408D-8775-63CF618CB7E6}" dt="2020-08-03T14:54:27.709" v="103" actId="1076"/>
          <ac:grpSpMkLst>
            <pc:docMk/>
            <pc:sldMk cId="4247932740" sldId="315"/>
            <ac:grpSpMk id="4" creationId="{DE26063E-CE2A-4135-9B58-30484D7FC84D}"/>
          </ac:grpSpMkLst>
        </pc:grpChg>
        <pc:graphicFrameChg chg="del">
          <ac:chgData name="Rolando E. Montero A." userId="db44b2c1daed2876" providerId="LiveId" clId="{1114BCC0-5F0D-408D-8775-63CF618CB7E6}" dt="2020-08-03T14:49:44.970" v="59" actId="478"/>
          <ac:graphicFrameMkLst>
            <pc:docMk/>
            <pc:sldMk cId="4247932740" sldId="315"/>
            <ac:graphicFrameMk id="5" creationId="{61E15593-AF4A-4D88-94E5-A9AEA26D6AD3}"/>
          </ac:graphicFrameMkLst>
        </pc:graphicFrameChg>
        <pc:cxnChg chg="add mod">
          <ac:chgData name="Rolando E. Montero A." userId="db44b2c1daed2876" providerId="LiveId" clId="{1114BCC0-5F0D-408D-8775-63CF618CB7E6}" dt="2020-08-03T14:54:27.709" v="103" actId="1076"/>
          <ac:cxnSpMkLst>
            <pc:docMk/>
            <pc:sldMk cId="4247932740" sldId="315"/>
            <ac:cxnSpMk id="6" creationId="{F86EA1F4-DB60-420A-95E4-857112661539}"/>
          </ac:cxnSpMkLst>
        </pc:cxnChg>
        <pc:cxnChg chg="add mod">
          <ac:chgData name="Rolando E. Montero A." userId="db44b2c1daed2876" providerId="LiveId" clId="{1114BCC0-5F0D-408D-8775-63CF618CB7E6}" dt="2020-08-03T14:54:27.709" v="103" actId="1076"/>
          <ac:cxnSpMkLst>
            <pc:docMk/>
            <pc:sldMk cId="4247932740" sldId="315"/>
            <ac:cxnSpMk id="7" creationId="{35CD41A6-93EF-45B1-88D3-8DA36901A402}"/>
          </ac:cxnSpMkLst>
        </pc:cxnChg>
        <pc:cxnChg chg="add mod">
          <ac:chgData name="Rolando E. Montero A." userId="db44b2c1daed2876" providerId="LiveId" clId="{1114BCC0-5F0D-408D-8775-63CF618CB7E6}" dt="2020-08-03T14:55:32.468" v="106" actId="1582"/>
          <ac:cxnSpMkLst>
            <pc:docMk/>
            <pc:sldMk cId="4247932740" sldId="315"/>
            <ac:cxnSpMk id="8" creationId="{2AB59A4B-6E13-483D-9DB2-A5F8C12199C3}"/>
          </ac:cxnSpMkLst>
        </pc:cxnChg>
        <pc:cxnChg chg="add mod">
          <ac:chgData name="Rolando E. Montero A." userId="db44b2c1daed2876" providerId="LiveId" clId="{1114BCC0-5F0D-408D-8775-63CF618CB7E6}" dt="2020-08-03T14:54:27.709" v="103" actId="1076"/>
          <ac:cxnSpMkLst>
            <pc:docMk/>
            <pc:sldMk cId="4247932740" sldId="315"/>
            <ac:cxnSpMk id="11" creationId="{5E029F3D-9B10-4AF4-B1D6-9CDCBB3306D9}"/>
          </ac:cxnSpMkLst>
        </pc:cxnChg>
        <pc:cxnChg chg="add mod">
          <ac:chgData name="Rolando E. Montero A." userId="db44b2c1daed2876" providerId="LiveId" clId="{1114BCC0-5F0D-408D-8775-63CF618CB7E6}" dt="2020-08-03T14:54:27.709" v="103" actId="1076"/>
          <ac:cxnSpMkLst>
            <pc:docMk/>
            <pc:sldMk cId="4247932740" sldId="315"/>
            <ac:cxnSpMk id="12" creationId="{00342A17-16B7-44BC-A718-7FC4F5E47783}"/>
          </ac:cxnSpMkLst>
        </pc:cxnChg>
        <pc:cxnChg chg="add mod">
          <ac:chgData name="Rolando E. Montero A." userId="db44b2c1daed2876" providerId="LiveId" clId="{1114BCC0-5F0D-408D-8775-63CF618CB7E6}" dt="2020-08-03T14:54:27.709" v="103" actId="1076"/>
          <ac:cxnSpMkLst>
            <pc:docMk/>
            <pc:sldMk cId="4247932740" sldId="315"/>
            <ac:cxnSpMk id="18" creationId="{C1BBF3F6-0A49-4088-8822-467ABBDEB47A}"/>
          </ac:cxnSpMkLst>
        </pc:cxnChg>
        <pc:cxnChg chg="add mod">
          <ac:chgData name="Rolando E. Montero A." userId="db44b2c1daed2876" providerId="LiveId" clId="{1114BCC0-5F0D-408D-8775-63CF618CB7E6}" dt="2020-08-03T14:54:27.709" v="103" actId="1076"/>
          <ac:cxnSpMkLst>
            <pc:docMk/>
            <pc:sldMk cId="4247932740" sldId="315"/>
            <ac:cxnSpMk id="19" creationId="{30992498-C48F-4AA6-AFE6-7A5713B740BB}"/>
          </ac:cxnSpMkLst>
        </pc:cxnChg>
        <pc:cxnChg chg="add mod">
          <ac:chgData name="Rolando E. Montero A." userId="db44b2c1daed2876" providerId="LiveId" clId="{1114BCC0-5F0D-408D-8775-63CF618CB7E6}" dt="2020-08-03T14:54:27.709" v="103" actId="1076"/>
          <ac:cxnSpMkLst>
            <pc:docMk/>
            <pc:sldMk cId="4247932740" sldId="315"/>
            <ac:cxnSpMk id="20" creationId="{DC153E07-F67C-474B-B253-AF570E66D14E}"/>
          </ac:cxnSpMkLst>
        </pc:cxnChg>
        <pc:cxnChg chg="add mod">
          <ac:chgData name="Rolando E. Montero A." userId="db44b2c1daed2876" providerId="LiveId" clId="{1114BCC0-5F0D-408D-8775-63CF618CB7E6}" dt="2020-08-03T14:54:27.709" v="103" actId="1076"/>
          <ac:cxnSpMkLst>
            <pc:docMk/>
            <pc:sldMk cId="4247932740" sldId="315"/>
            <ac:cxnSpMk id="21" creationId="{00F28543-E845-45B9-A168-4B9AC817C6A8}"/>
          </ac:cxnSpMkLst>
        </pc:cxnChg>
        <pc:cxnChg chg="add mod">
          <ac:chgData name="Rolando E. Montero A." userId="db44b2c1daed2876" providerId="LiveId" clId="{1114BCC0-5F0D-408D-8775-63CF618CB7E6}" dt="2020-08-03T14:54:27.709" v="103" actId="1076"/>
          <ac:cxnSpMkLst>
            <pc:docMk/>
            <pc:sldMk cId="4247932740" sldId="315"/>
            <ac:cxnSpMk id="22" creationId="{FEBF144F-F55B-4D26-B49C-DA2BFD553B8E}"/>
          </ac:cxnSpMkLst>
        </pc:cxnChg>
        <pc:cxnChg chg="add mod">
          <ac:chgData name="Rolando E. Montero A." userId="db44b2c1daed2876" providerId="LiveId" clId="{1114BCC0-5F0D-408D-8775-63CF618CB7E6}" dt="2020-08-03T14:54:27.709" v="103" actId="1076"/>
          <ac:cxnSpMkLst>
            <pc:docMk/>
            <pc:sldMk cId="4247932740" sldId="315"/>
            <ac:cxnSpMk id="23" creationId="{EC2258A9-758C-433A-A885-6089A45A58F9}"/>
          </ac:cxnSpMkLst>
        </pc:cxnChg>
        <pc:cxnChg chg="add mod">
          <ac:chgData name="Rolando E. Montero A." userId="db44b2c1daed2876" providerId="LiveId" clId="{1114BCC0-5F0D-408D-8775-63CF618CB7E6}" dt="2020-08-03T14:54:27.709" v="103" actId="1076"/>
          <ac:cxnSpMkLst>
            <pc:docMk/>
            <pc:sldMk cId="4247932740" sldId="315"/>
            <ac:cxnSpMk id="24" creationId="{207D3F70-DB90-4686-8348-F2A569E00392}"/>
          </ac:cxnSpMkLst>
        </pc:cxnChg>
        <pc:cxnChg chg="add mod">
          <ac:chgData name="Rolando E. Montero A." userId="db44b2c1daed2876" providerId="LiveId" clId="{1114BCC0-5F0D-408D-8775-63CF618CB7E6}" dt="2020-08-03T14:54:27.709" v="103" actId="1076"/>
          <ac:cxnSpMkLst>
            <pc:docMk/>
            <pc:sldMk cId="4247932740" sldId="315"/>
            <ac:cxnSpMk id="25" creationId="{F52977A7-2F04-4E2C-B59C-8C867AE6774B}"/>
          </ac:cxnSpMkLst>
        </pc:cxnChg>
        <pc:cxnChg chg="add mod">
          <ac:chgData name="Rolando E. Montero A." userId="db44b2c1daed2876" providerId="LiveId" clId="{1114BCC0-5F0D-408D-8775-63CF618CB7E6}" dt="2020-08-03T14:54:27.709" v="103" actId="1076"/>
          <ac:cxnSpMkLst>
            <pc:docMk/>
            <pc:sldMk cId="4247932740" sldId="315"/>
            <ac:cxnSpMk id="26" creationId="{B81BFD11-909E-4E01-9D8F-CFF0C73C322A}"/>
          </ac:cxnSpMkLst>
        </pc:cxnChg>
        <pc:cxnChg chg="add mod">
          <ac:chgData name="Rolando E. Montero A." userId="db44b2c1daed2876" providerId="LiveId" clId="{1114BCC0-5F0D-408D-8775-63CF618CB7E6}" dt="2020-08-03T14:54:27.709" v="103" actId="1076"/>
          <ac:cxnSpMkLst>
            <pc:docMk/>
            <pc:sldMk cId="4247932740" sldId="315"/>
            <ac:cxnSpMk id="27" creationId="{DA64017B-C1DF-4DB0-B1E0-D039F1B6149B}"/>
          </ac:cxnSpMkLst>
        </pc:cxnChg>
        <pc:cxnChg chg="add mod">
          <ac:chgData name="Rolando E. Montero A." userId="db44b2c1daed2876" providerId="LiveId" clId="{1114BCC0-5F0D-408D-8775-63CF618CB7E6}" dt="2020-08-03T14:54:27.709" v="103" actId="1076"/>
          <ac:cxnSpMkLst>
            <pc:docMk/>
            <pc:sldMk cId="4247932740" sldId="315"/>
            <ac:cxnSpMk id="28" creationId="{AC422FBF-C606-4B8E-BA8E-FF45B20A6DC3}"/>
          </ac:cxnSpMkLst>
        </pc:cxnChg>
      </pc:sldChg>
    </pc:docChg>
  </pc:docChgLst>
  <pc:docChgLst>
    <pc:chgData name="Rolando E. Montero A." userId="db44b2c1daed2876" providerId="LiveId" clId="{9DEC4F66-8422-4963-B433-F9D3847C36E5}"/>
    <pc:docChg chg="custSel modSld">
      <pc:chgData name="Rolando E. Montero A." userId="db44b2c1daed2876" providerId="LiveId" clId="{9DEC4F66-8422-4963-B433-F9D3847C36E5}" dt="2020-07-24T03:44:45.235" v="32" actId="478"/>
      <pc:docMkLst>
        <pc:docMk/>
      </pc:docMkLst>
      <pc:sldChg chg="addSp delSp modSp mod">
        <pc:chgData name="Rolando E. Montero A." userId="db44b2c1daed2876" providerId="LiveId" clId="{9DEC4F66-8422-4963-B433-F9D3847C36E5}" dt="2020-07-24T03:44:45.235" v="32" actId="478"/>
        <pc:sldMkLst>
          <pc:docMk/>
          <pc:sldMk cId="191823659" sldId="305"/>
        </pc:sldMkLst>
        <pc:spChg chg="mod">
          <ac:chgData name="Rolando E. Montero A." userId="db44b2c1daed2876" providerId="LiveId" clId="{9DEC4F66-8422-4963-B433-F9D3847C36E5}" dt="2020-07-24T03:43:23.865" v="17" actId="20577"/>
          <ac:spMkLst>
            <pc:docMk/>
            <pc:sldMk cId="191823659" sldId="305"/>
            <ac:spMk id="5" creationId="{518F2013-4D40-4305-9C6C-77B2D54E2670}"/>
          </ac:spMkLst>
        </pc:spChg>
        <pc:spChg chg="add del">
          <ac:chgData name="Rolando E. Montero A." userId="db44b2c1daed2876" providerId="LiveId" clId="{9DEC4F66-8422-4963-B433-F9D3847C36E5}" dt="2020-07-24T03:38:43.566" v="2" actId="478"/>
          <ac:spMkLst>
            <pc:docMk/>
            <pc:sldMk cId="191823659" sldId="305"/>
            <ac:spMk id="6" creationId="{34E9D5F2-3944-4AC2-AFFC-00A301DF98B8}"/>
          </ac:spMkLst>
        </pc:spChg>
        <pc:graphicFrameChg chg="add del mod">
          <ac:chgData name="Rolando E. Montero A." userId="db44b2c1daed2876" providerId="LiveId" clId="{9DEC4F66-8422-4963-B433-F9D3847C36E5}" dt="2020-07-24T03:43:34.792" v="18" actId="21"/>
          <ac:graphicFrameMkLst>
            <pc:docMk/>
            <pc:sldMk cId="191823659" sldId="305"/>
            <ac:graphicFrameMk id="3" creationId="{BF150E44-28A2-467F-B8B8-83FF301E3A97}"/>
          </ac:graphicFrameMkLst>
        </pc:graphicFrameChg>
        <pc:graphicFrameChg chg="add del mod">
          <ac:chgData name="Rolando E. Montero A." userId="db44b2c1daed2876" providerId="LiveId" clId="{9DEC4F66-8422-4963-B433-F9D3847C36E5}" dt="2020-07-24T03:43:43.243" v="21" actId="478"/>
          <ac:graphicFrameMkLst>
            <pc:docMk/>
            <pc:sldMk cId="191823659" sldId="305"/>
            <ac:graphicFrameMk id="9" creationId="{6AE32445-DAA2-48C4-A747-1BA9C1529D4C}"/>
          </ac:graphicFrameMkLst>
        </pc:graphicFrameChg>
        <pc:picChg chg="del">
          <ac:chgData name="Rolando E. Montero A." userId="db44b2c1daed2876" providerId="LiveId" clId="{9DEC4F66-8422-4963-B433-F9D3847C36E5}" dt="2020-07-24T03:38:05.952" v="0" actId="478"/>
          <ac:picMkLst>
            <pc:docMk/>
            <pc:sldMk cId="191823659" sldId="305"/>
            <ac:picMk id="7" creationId="{6958F02A-DCD6-4465-A917-11FE45B65E47}"/>
          </ac:picMkLst>
        </pc:picChg>
        <pc:picChg chg="add del mod">
          <ac:chgData name="Rolando E. Montero A." userId="db44b2c1daed2876" providerId="LiveId" clId="{9DEC4F66-8422-4963-B433-F9D3847C36E5}" dt="2020-07-24T03:44:45.235" v="32" actId="478"/>
          <ac:picMkLst>
            <pc:docMk/>
            <pc:sldMk cId="191823659" sldId="305"/>
            <ac:picMk id="11" creationId="{16778D27-E01E-44B8-AA16-A8E4D338D7A1}"/>
          </ac:picMkLst>
        </pc:picChg>
      </pc:sldChg>
    </pc:docChg>
  </pc:docChgLst>
  <pc:docChgLst>
    <pc:chgData name="Rolando E. Montero A." userId="db44b2c1daed2876" providerId="LiveId" clId="{8180AE7F-B166-4890-9659-7F461C5D016C}"/>
    <pc:docChg chg="undo custSel addSld modSld modSection">
      <pc:chgData name="Rolando E. Montero A." userId="db44b2c1daed2876" providerId="LiveId" clId="{8180AE7F-B166-4890-9659-7F461C5D016C}" dt="2020-07-30T16:02:32.826" v="584" actId="554"/>
      <pc:docMkLst>
        <pc:docMk/>
      </pc:docMkLst>
      <pc:sldChg chg="modSp mod">
        <pc:chgData name="Rolando E. Montero A." userId="db44b2c1daed2876" providerId="LiveId" clId="{8180AE7F-B166-4890-9659-7F461C5D016C}" dt="2020-07-30T16:00:35.477" v="566" actId="20577"/>
        <pc:sldMkLst>
          <pc:docMk/>
          <pc:sldMk cId="191823659" sldId="305"/>
        </pc:sldMkLst>
        <pc:spChg chg="mod">
          <ac:chgData name="Rolando E. Montero A." userId="db44b2c1daed2876" providerId="LiveId" clId="{8180AE7F-B166-4890-9659-7F461C5D016C}" dt="2020-07-30T16:00:35.477" v="566" actId="20577"/>
          <ac:spMkLst>
            <pc:docMk/>
            <pc:sldMk cId="191823659" sldId="305"/>
            <ac:spMk id="5" creationId="{518F2013-4D40-4305-9C6C-77B2D54E2670}"/>
          </ac:spMkLst>
        </pc:spChg>
      </pc:sldChg>
      <pc:sldChg chg="addSp modSp mod">
        <pc:chgData name="Rolando E. Montero A." userId="db44b2c1daed2876" providerId="LiveId" clId="{8180AE7F-B166-4890-9659-7F461C5D016C}" dt="2020-07-30T14:04:52.254" v="273" actId="207"/>
        <pc:sldMkLst>
          <pc:docMk/>
          <pc:sldMk cId="250774861" sldId="307"/>
        </pc:sldMkLst>
        <pc:spChg chg="mod">
          <ac:chgData name="Rolando E. Montero A." userId="db44b2c1daed2876" providerId="LiveId" clId="{8180AE7F-B166-4890-9659-7F461C5D016C}" dt="2020-07-30T14:02:41.539" v="118"/>
          <ac:spMkLst>
            <pc:docMk/>
            <pc:sldMk cId="250774861" sldId="307"/>
            <ac:spMk id="2" creationId="{65E27266-F475-4DED-A224-79E38B502483}"/>
          </ac:spMkLst>
        </pc:spChg>
        <pc:spChg chg="mod">
          <ac:chgData name="Rolando E. Montero A." userId="db44b2c1daed2876" providerId="LiveId" clId="{8180AE7F-B166-4890-9659-7F461C5D016C}" dt="2020-07-30T13:55:00.143" v="29" actId="164"/>
          <ac:spMkLst>
            <pc:docMk/>
            <pc:sldMk cId="250774861" sldId="307"/>
            <ac:spMk id="6" creationId="{BB694090-E586-4E38-AD5B-190C6F46C0B9}"/>
          </ac:spMkLst>
        </pc:spChg>
        <pc:spChg chg="mod">
          <ac:chgData name="Rolando E. Montero A." userId="db44b2c1daed2876" providerId="LiveId" clId="{8180AE7F-B166-4890-9659-7F461C5D016C}" dt="2020-07-30T13:55:00.143" v="29" actId="164"/>
          <ac:spMkLst>
            <pc:docMk/>
            <pc:sldMk cId="250774861" sldId="307"/>
            <ac:spMk id="8" creationId="{AC28B6ED-A7D4-4AE2-8527-60A642781C27}"/>
          </ac:spMkLst>
        </pc:spChg>
        <pc:spChg chg="mod">
          <ac:chgData name="Rolando E. Montero A." userId="db44b2c1daed2876" providerId="LiveId" clId="{8180AE7F-B166-4890-9659-7F461C5D016C}" dt="2020-07-30T13:55:00.143" v="29" actId="164"/>
          <ac:spMkLst>
            <pc:docMk/>
            <pc:sldMk cId="250774861" sldId="307"/>
            <ac:spMk id="10" creationId="{E498A2C4-348C-419C-8759-5BEFC2715614}"/>
          </ac:spMkLst>
        </pc:spChg>
        <pc:spChg chg="add mod">
          <ac:chgData name="Rolando E. Montero A." userId="db44b2c1daed2876" providerId="LiveId" clId="{8180AE7F-B166-4890-9659-7F461C5D016C}" dt="2020-07-30T14:00:57.377" v="77" actId="1076"/>
          <ac:spMkLst>
            <pc:docMk/>
            <pc:sldMk cId="250774861" sldId="307"/>
            <ac:spMk id="11" creationId="{C25FBBD5-9E87-4418-AB4C-2889A7B6B3F7}"/>
          </ac:spMkLst>
        </pc:spChg>
        <pc:spChg chg="mod">
          <ac:chgData name="Rolando E. Montero A." userId="db44b2c1daed2876" providerId="LiveId" clId="{8180AE7F-B166-4890-9659-7F461C5D016C}" dt="2020-07-30T13:55:00.143" v="29" actId="164"/>
          <ac:spMkLst>
            <pc:docMk/>
            <pc:sldMk cId="250774861" sldId="307"/>
            <ac:spMk id="12" creationId="{98D66E55-F763-4FEC-9C4A-B02EB701CC53}"/>
          </ac:spMkLst>
        </pc:spChg>
        <pc:spChg chg="add mod">
          <ac:chgData name="Rolando E. Montero A." userId="db44b2c1daed2876" providerId="LiveId" clId="{8180AE7F-B166-4890-9659-7F461C5D016C}" dt="2020-07-30T14:00:57.377" v="77" actId="1076"/>
          <ac:spMkLst>
            <pc:docMk/>
            <pc:sldMk cId="250774861" sldId="307"/>
            <ac:spMk id="13" creationId="{881B2304-CC8D-45EF-A1C3-350C074BE0CE}"/>
          </ac:spMkLst>
        </pc:spChg>
        <pc:spChg chg="mod">
          <ac:chgData name="Rolando E. Montero A." userId="db44b2c1daed2876" providerId="LiveId" clId="{8180AE7F-B166-4890-9659-7F461C5D016C}" dt="2020-07-30T13:55:00.143" v="29" actId="164"/>
          <ac:spMkLst>
            <pc:docMk/>
            <pc:sldMk cId="250774861" sldId="307"/>
            <ac:spMk id="14" creationId="{E05EE331-B550-4266-81D6-AD4A099D5E88}"/>
          </ac:spMkLst>
        </pc:spChg>
        <pc:spChg chg="mod">
          <ac:chgData name="Rolando E. Montero A." userId="db44b2c1daed2876" providerId="LiveId" clId="{8180AE7F-B166-4890-9659-7F461C5D016C}" dt="2020-07-30T13:54:56.003" v="28" actId="164"/>
          <ac:spMkLst>
            <pc:docMk/>
            <pc:sldMk cId="250774861" sldId="307"/>
            <ac:spMk id="16" creationId="{0B801899-25AD-42C9-BCC7-2B77148702C5}"/>
          </ac:spMkLst>
        </pc:spChg>
        <pc:spChg chg="mod">
          <ac:chgData name="Rolando E. Montero A." userId="db44b2c1daed2876" providerId="LiveId" clId="{8180AE7F-B166-4890-9659-7F461C5D016C}" dt="2020-07-30T13:54:56.003" v="28" actId="164"/>
          <ac:spMkLst>
            <pc:docMk/>
            <pc:sldMk cId="250774861" sldId="307"/>
            <ac:spMk id="18" creationId="{17D6768F-21E4-4A88-9AFE-5FB8C6A10355}"/>
          </ac:spMkLst>
        </pc:spChg>
        <pc:spChg chg="mod">
          <ac:chgData name="Rolando E. Montero A." userId="db44b2c1daed2876" providerId="LiveId" clId="{8180AE7F-B166-4890-9659-7F461C5D016C}" dt="2020-07-30T13:54:56.003" v="28" actId="164"/>
          <ac:spMkLst>
            <pc:docMk/>
            <pc:sldMk cId="250774861" sldId="307"/>
            <ac:spMk id="20" creationId="{EB7983C0-1461-4DC4-9FC2-E4BACD212FE9}"/>
          </ac:spMkLst>
        </pc:spChg>
        <pc:spChg chg="mod">
          <ac:chgData name="Rolando E. Montero A." userId="db44b2c1daed2876" providerId="LiveId" clId="{8180AE7F-B166-4890-9659-7F461C5D016C}" dt="2020-07-30T13:54:56.003" v="28" actId="164"/>
          <ac:spMkLst>
            <pc:docMk/>
            <pc:sldMk cId="250774861" sldId="307"/>
            <ac:spMk id="22" creationId="{4C6D4A96-228B-4278-B811-D919F23FE214}"/>
          </ac:spMkLst>
        </pc:spChg>
        <pc:spChg chg="mod">
          <ac:chgData name="Rolando E. Montero A." userId="db44b2c1daed2876" providerId="LiveId" clId="{8180AE7F-B166-4890-9659-7F461C5D016C}" dt="2020-07-30T13:54:56.003" v="28" actId="164"/>
          <ac:spMkLst>
            <pc:docMk/>
            <pc:sldMk cId="250774861" sldId="307"/>
            <ac:spMk id="24" creationId="{10879CA2-C8E8-4495-A0D0-073C28FD02CC}"/>
          </ac:spMkLst>
        </pc:spChg>
        <pc:spChg chg="mod">
          <ac:chgData name="Rolando E. Montero A." userId="db44b2c1daed2876" providerId="LiveId" clId="{8180AE7F-B166-4890-9659-7F461C5D016C}" dt="2020-07-30T13:54:51.437" v="27" actId="164"/>
          <ac:spMkLst>
            <pc:docMk/>
            <pc:sldMk cId="250774861" sldId="307"/>
            <ac:spMk id="26" creationId="{1AEB376B-05B0-4A61-8745-434733D888CA}"/>
          </ac:spMkLst>
        </pc:spChg>
        <pc:spChg chg="mod">
          <ac:chgData name="Rolando E. Montero A." userId="db44b2c1daed2876" providerId="LiveId" clId="{8180AE7F-B166-4890-9659-7F461C5D016C}" dt="2020-07-30T13:54:51.437" v="27" actId="164"/>
          <ac:spMkLst>
            <pc:docMk/>
            <pc:sldMk cId="250774861" sldId="307"/>
            <ac:spMk id="28" creationId="{537CAE88-2501-4886-8B86-57F5683BF937}"/>
          </ac:spMkLst>
        </pc:spChg>
        <pc:spChg chg="mod">
          <ac:chgData name="Rolando E. Montero A." userId="db44b2c1daed2876" providerId="LiveId" clId="{8180AE7F-B166-4890-9659-7F461C5D016C}" dt="2020-07-30T13:54:51.437" v="27" actId="164"/>
          <ac:spMkLst>
            <pc:docMk/>
            <pc:sldMk cId="250774861" sldId="307"/>
            <ac:spMk id="30" creationId="{36D3988F-87C5-48A0-BB4E-1D38EACEE0DE}"/>
          </ac:spMkLst>
        </pc:spChg>
        <pc:spChg chg="mod">
          <ac:chgData name="Rolando E. Montero A." userId="db44b2c1daed2876" providerId="LiveId" clId="{8180AE7F-B166-4890-9659-7F461C5D016C}" dt="2020-07-30T13:54:51.437" v="27" actId="164"/>
          <ac:spMkLst>
            <pc:docMk/>
            <pc:sldMk cId="250774861" sldId="307"/>
            <ac:spMk id="32" creationId="{19F4C95A-04CD-48D0-9B5F-28635BE71790}"/>
          </ac:spMkLst>
        </pc:spChg>
        <pc:spChg chg="mod">
          <ac:chgData name="Rolando E. Montero A." userId="db44b2c1daed2876" providerId="LiveId" clId="{8180AE7F-B166-4890-9659-7F461C5D016C}" dt="2020-07-30T13:54:51.437" v="27" actId="164"/>
          <ac:spMkLst>
            <pc:docMk/>
            <pc:sldMk cId="250774861" sldId="307"/>
            <ac:spMk id="34" creationId="{C7535A83-D7E1-402C-A3EF-C8225B2A72F2}"/>
          </ac:spMkLst>
        </pc:spChg>
        <pc:spChg chg="add mod">
          <ac:chgData name="Rolando E. Montero A." userId="db44b2c1daed2876" providerId="LiveId" clId="{8180AE7F-B166-4890-9659-7F461C5D016C}" dt="2020-07-30T14:00:57.377" v="77" actId="1076"/>
          <ac:spMkLst>
            <pc:docMk/>
            <pc:sldMk cId="250774861" sldId="307"/>
            <ac:spMk id="44" creationId="{268956E1-8DC5-4794-BE08-29A63BF4DFED}"/>
          </ac:spMkLst>
        </pc:spChg>
        <pc:spChg chg="add mod">
          <ac:chgData name="Rolando E. Montero A." userId="db44b2c1daed2876" providerId="LiveId" clId="{8180AE7F-B166-4890-9659-7F461C5D016C}" dt="2020-07-30T14:04:52.254" v="273" actId="207"/>
          <ac:spMkLst>
            <pc:docMk/>
            <pc:sldMk cId="250774861" sldId="307"/>
            <ac:spMk id="50" creationId="{8D065E84-6466-434F-82FE-3D333BE6F4D1}"/>
          </ac:spMkLst>
        </pc:spChg>
        <pc:grpChg chg="add mod">
          <ac:chgData name="Rolando E. Montero A." userId="db44b2c1daed2876" providerId="LiveId" clId="{8180AE7F-B166-4890-9659-7F461C5D016C}" dt="2020-07-30T14:00:57.377" v="77" actId="1076"/>
          <ac:grpSpMkLst>
            <pc:docMk/>
            <pc:sldMk cId="250774861" sldId="307"/>
            <ac:grpSpMk id="3" creationId="{388E1651-4B19-4AD0-96B8-3126B4A5F092}"/>
          </ac:grpSpMkLst>
        </pc:grpChg>
        <pc:grpChg chg="add mod">
          <ac:chgData name="Rolando E. Montero A." userId="db44b2c1daed2876" providerId="LiveId" clId="{8180AE7F-B166-4890-9659-7F461C5D016C}" dt="2020-07-30T14:00:57.377" v="77" actId="1076"/>
          <ac:grpSpMkLst>
            <pc:docMk/>
            <pc:sldMk cId="250774861" sldId="307"/>
            <ac:grpSpMk id="5" creationId="{AF95A83D-E951-470E-B3BA-C07A836B4BB2}"/>
          </ac:grpSpMkLst>
        </pc:grpChg>
        <pc:grpChg chg="add mod">
          <ac:chgData name="Rolando E. Montero A." userId="db44b2c1daed2876" providerId="LiveId" clId="{8180AE7F-B166-4890-9659-7F461C5D016C}" dt="2020-07-30T14:00:57.377" v="77" actId="1076"/>
          <ac:grpSpMkLst>
            <pc:docMk/>
            <pc:sldMk cId="250774861" sldId="307"/>
            <ac:grpSpMk id="7" creationId="{805EC2BB-D4BB-48CD-AD50-689936B40D8A}"/>
          </ac:grpSpMkLst>
        </pc:grpChg>
        <pc:cxnChg chg="mod">
          <ac:chgData name="Rolando E. Montero A." userId="db44b2c1daed2876" providerId="LiveId" clId="{8180AE7F-B166-4890-9659-7F461C5D016C}" dt="2020-07-30T13:55:00.143" v="29" actId="164"/>
          <ac:cxnSpMkLst>
            <pc:docMk/>
            <pc:sldMk cId="250774861" sldId="307"/>
            <ac:cxnSpMk id="36" creationId="{C2BB5B25-7D1C-4854-A4BE-4A135D22003C}"/>
          </ac:cxnSpMkLst>
        </pc:cxnChg>
        <pc:cxnChg chg="mod">
          <ac:chgData name="Rolando E. Montero A." userId="db44b2c1daed2876" providerId="LiveId" clId="{8180AE7F-B166-4890-9659-7F461C5D016C}" dt="2020-07-30T13:55:00.143" v="29" actId="164"/>
          <ac:cxnSpMkLst>
            <pc:docMk/>
            <pc:sldMk cId="250774861" sldId="307"/>
            <ac:cxnSpMk id="37" creationId="{8F95A28C-5A5B-42E6-9BA3-FEA5C0BF5F4D}"/>
          </ac:cxnSpMkLst>
        </pc:cxnChg>
        <pc:cxnChg chg="mod">
          <ac:chgData name="Rolando E. Montero A." userId="db44b2c1daed2876" providerId="LiveId" clId="{8180AE7F-B166-4890-9659-7F461C5D016C}" dt="2020-07-30T13:54:56.003" v="28" actId="164"/>
          <ac:cxnSpMkLst>
            <pc:docMk/>
            <pc:sldMk cId="250774861" sldId="307"/>
            <ac:cxnSpMk id="42" creationId="{4596CDD2-E360-4733-9AE5-655A50E4B1C7}"/>
          </ac:cxnSpMkLst>
        </pc:cxnChg>
        <pc:cxnChg chg="mod">
          <ac:chgData name="Rolando E. Montero A." userId="db44b2c1daed2876" providerId="LiveId" clId="{8180AE7F-B166-4890-9659-7F461C5D016C}" dt="2020-07-30T13:55:00.143" v="29" actId="164"/>
          <ac:cxnSpMkLst>
            <pc:docMk/>
            <pc:sldMk cId="250774861" sldId="307"/>
            <ac:cxnSpMk id="45" creationId="{CB413678-F62A-4B66-A001-83C1B9E98BDB}"/>
          </ac:cxnSpMkLst>
        </pc:cxnChg>
        <pc:cxnChg chg="mod">
          <ac:chgData name="Rolando E. Montero A." userId="db44b2c1daed2876" providerId="LiveId" clId="{8180AE7F-B166-4890-9659-7F461C5D016C}" dt="2020-07-30T13:54:56.003" v="28" actId="164"/>
          <ac:cxnSpMkLst>
            <pc:docMk/>
            <pc:sldMk cId="250774861" sldId="307"/>
            <ac:cxnSpMk id="48" creationId="{62109A36-3F14-4E42-B120-5245C99CF310}"/>
          </ac:cxnSpMkLst>
        </pc:cxnChg>
        <pc:cxnChg chg="mod">
          <ac:chgData name="Rolando E. Montero A." userId="db44b2c1daed2876" providerId="LiveId" clId="{8180AE7F-B166-4890-9659-7F461C5D016C}" dt="2020-07-30T13:55:00.143" v="29" actId="164"/>
          <ac:cxnSpMkLst>
            <pc:docMk/>
            <pc:sldMk cId="250774861" sldId="307"/>
            <ac:cxnSpMk id="53" creationId="{177D40E7-EA10-4820-AE1D-BE06ECD24D25}"/>
          </ac:cxnSpMkLst>
        </pc:cxnChg>
        <pc:cxnChg chg="mod">
          <ac:chgData name="Rolando E. Montero A." userId="db44b2c1daed2876" providerId="LiveId" clId="{8180AE7F-B166-4890-9659-7F461C5D016C}" dt="2020-07-30T13:55:00.143" v="29" actId="164"/>
          <ac:cxnSpMkLst>
            <pc:docMk/>
            <pc:sldMk cId="250774861" sldId="307"/>
            <ac:cxnSpMk id="59" creationId="{9A89A20D-7F39-4298-93A3-ADD8D9061086}"/>
          </ac:cxnSpMkLst>
        </pc:cxnChg>
        <pc:cxnChg chg="mod">
          <ac:chgData name="Rolando E. Montero A." userId="db44b2c1daed2876" providerId="LiveId" clId="{8180AE7F-B166-4890-9659-7F461C5D016C}" dt="2020-07-30T13:55:00.143" v="29" actId="164"/>
          <ac:cxnSpMkLst>
            <pc:docMk/>
            <pc:sldMk cId="250774861" sldId="307"/>
            <ac:cxnSpMk id="62" creationId="{A42261E5-EC42-427F-B0F8-23B95EC9942F}"/>
          </ac:cxnSpMkLst>
        </pc:cxnChg>
        <pc:cxnChg chg="mod">
          <ac:chgData name="Rolando E. Montero A." userId="db44b2c1daed2876" providerId="LiveId" clId="{8180AE7F-B166-4890-9659-7F461C5D016C}" dt="2020-07-30T13:54:56.003" v="28" actId="164"/>
          <ac:cxnSpMkLst>
            <pc:docMk/>
            <pc:sldMk cId="250774861" sldId="307"/>
            <ac:cxnSpMk id="65" creationId="{CA80A2FD-154C-46C1-80B2-9CE0C993F743}"/>
          </ac:cxnSpMkLst>
        </pc:cxnChg>
        <pc:cxnChg chg="mod">
          <ac:chgData name="Rolando E. Montero A." userId="db44b2c1daed2876" providerId="LiveId" clId="{8180AE7F-B166-4890-9659-7F461C5D016C}" dt="2020-07-30T13:54:56.003" v="28" actId="164"/>
          <ac:cxnSpMkLst>
            <pc:docMk/>
            <pc:sldMk cId="250774861" sldId="307"/>
            <ac:cxnSpMk id="66" creationId="{F140D129-5622-494B-9286-BD80833443C9}"/>
          </ac:cxnSpMkLst>
        </pc:cxnChg>
        <pc:cxnChg chg="mod">
          <ac:chgData name="Rolando E. Montero A." userId="db44b2c1daed2876" providerId="LiveId" clId="{8180AE7F-B166-4890-9659-7F461C5D016C}" dt="2020-07-30T13:54:56.003" v="28" actId="164"/>
          <ac:cxnSpMkLst>
            <pc:docMk/>
            <pc:sldMk cId="250774861" sldId="307"/>
            <ac:cxnSpMk id="67" creationId="{A597BE5C-4DD2-4BBA-941D-96B59E3983F0}"/>
          </ac:cxnSpMkLst>
        </pc:cxnChg>
        <pc:cxnChg chg="mod">
          <ac:chgData name="Rolando E. Montero A." userId="db44b2c1daed2876" providerId="LiveId" clId="{8180AE7F-B166-4890-9659-7F461C5D016C}" dt="2020-07-30T13:54:56.003" v="28" actId="164"/>
          <ac:cxnSpMkLst>
            <pc:docMk/>
            <pc:sldMk cId="250774861" sldId="307"/>
            <ac:cxnSpMk id="68" creationId="{FCE19133-CA97-48D8-B682-FC969BE3037C}"/>
          </ac:cxnSpMkLst>
        </pc:cxnChg>
        <pc:cxnChg chg="mod">
          <ac:chgData name="Rolando E. Montero A." userId="db44b2c1daed2876" providerId="LiveId" clId="{8180AE7F-B166-4890-9659-7F461C5D016C}" dt="2020-07-30T13:54:56.003" v="28" actId="164"/>
          <ac:cxnSpMkLst>
            <pc:docMk/>
            <pc:sldMk cId="250774861" sldId="307"/>
            <ac:cxnSpMk id="69" creationId="{00A2471D-CA3A-44F0-8BA8-BFB317A7EF02}"/>
          </ac:cxnSpMkLst>
        </pc:cxnChg>
        <pc:cxnChg chg="mod">
          <ac:chgData name="Rolando E. Montero A." userId="db44b2c1daed2876" providerId="LiveId" clId="{8180AE7F-B166-4890-9659-7F461C5D016C}" dt="2020-07-30T13:54:56.003" v="28" actId="164"/>
          <ac:cxnSpMkLst>
            <pc:docMk/>
            <pc:sldMk cId="250774861" sldId="307"/>
            <ac:cxnSpMk id="70" creationId="{CDE2A7F7-0424-499B-9B9D-010B56E1DF0B}"/>
          </ac:cxnSpMkLst>
        </pc:cxnChg>
        <pc:cxnChg chg="mod">
          <ac:chgData name="Rolando E. Montero A." userId="db44b2c1daed2876" providerId="LiveId" clId="{8180AE7F-B166-4890-9659-7F461C5D016C}" dt="2020-07-30T13:54:51.437" v="27" actId="164"/>
          <ac:cxnSpMkLst>
            <pc:docMk/>
            <pc:sldMk cId="250774861" sldId="307"/>
            <ac:cxnSpMk id="95" creationId="{693BCE3F-6F3D-4F86-82F6-C9ACBE44C224}"/>
          </ac:cxnSpMkLst>
        </pc:cxnChg>
        <pc:cxnChg chg="mod">
          <ac:chgData name="Rolando E. Montero A." userId="db44b2c1daed2876" providerId="LiveId" clId="{8180AE7F-B166-4890-9659-7F461C5D016C}" dt="2020-07-30T13:54:51.437" v="27" actId="164"/>
          <ac:cxnSpMkLst>
            <pc:docMk/>
            <pc:sldMk cId="250774861" sldId="307"/>
            <ac:cxnSpMk id="96" creationId="{CE880C8F-DF14-450F-BB9E-5F775E75DDC7}"/>
          </ac:cxnSpMkLst>
        </pc:cxnChg>
        <pc:cxnChg chg="mod">
          <ac:chgData name="Rolando E. Montero A." userId="db44b2c1daed2876" providerId="LiveId" clId="{8180AE7F-B166-4890-9659-7F461C5D016C}" dt="2020-07-30T13:54:51.437" v="27" actId="164"/>
          <ac:cxnSpMkLst>
            <pc:docMk/>
            <pc:sldMk cId="250774861" sldId="307"/>
            <ac:cxnSpMk id="97" creationId="{365D0780-3805-40A3-9616-2764E0BB2CA2}"/>
          </ac:cxnSpMkLst>
        </pc:cxnChg>
        <pc:cxnChg chg="mod">
          <ac:chgData name="Rolando E. Montero A." userId="db44b2c1daed2876" providerId="LiveId" clId="{8180AE7F-B166-4890-9659-7F461C5D016C}" dt="2020-07-30T13:54:51.437" v="27" actId="164"/>
          <ac:cxnSpMkLst>
            <pc:docMk/>
            <pc:sldMk cId="250774861" sldId="307"/>
            <ac:cxnSpMk id="98" creationId="{1BDF0C86-4B27-4A06-957B-B9029E99FEA4}"/>
          </ac:cxnSpMkLst>
        </pc:cxnChg>
        <pc:cxnChg chg="mod">
          <ac:chgData name="Rolando E. Montero A." userId="db44b2c1daed2876" providerId="LiveId" clId="{8180AE7F-B166-4890-9659-7F461C5D016C}" dt="2020-07-30T13:54:51.437" v="27" actId="164"/>
          <ac:cxnSpMkLst>
            <pc:docMk/>
            <pc:sldMk cId="250774861" sldId="307"/>
            <ac:cxnSpMk id="102" creationId="{34B46AB4-DC6E-4089-9AD2-8323DE189FC8}"/>
          </ac:cxnSpMkLst>
        </pc:cxnChg>
        <pc:cxnChg chg="mod">
          <ac:chgData name="Rolando E. Montero A." userId="db44b2c1daed2876" providerId="LiveId" clId="{8180AE7F-B166-4890-9659-7F461C5D016C}" dt="2020-07-30T13:54:51.437" v="27" actId="164"/>
          <ac:cxnSpMkLst>
            <pc:docMk/>
            <pc:sldMk cId="250774861" sldId="307"/>
            <ac:cxnSpMk id="103" creationId="{895484CD-FFB6-4AEA-ABC0-174763CC0BD0}"/>
          </ac:cxnSpMkLst>
        </pc:cxnChg>
        <pc:cxnChg chg="mod">
          <ac:chgData name="Rolando E. Montero A." userId="db44b2c1daed2876" providerId="LiveId" clId="{8180AE7F-B166-4890-9659-7F461C5D016C}" dt="2020-07-30T13:54:51.437" v="27" actId="164"/>
          <ac:cxnSpMkLst>
            <pc:docMk/>
            <pc:sldMk cId="250774861" sldId="307"/>
            <ac:cxnSpMk id="104" creationId="{48E5AD44-BC52-4EAA-BB1C-FF093B701867}"/>
          </ac:cxnSpMkLst>
        </pc:cxnChg>
      </pc:sldChg>
      <pc:sldChg chg="addSp delSp modSp mod modClrScheme chgLayout">
        <pc:chgData name="Rolando E. Montero A." userId="db44b2c1daed2876" providerId="LiveId" clId="{8180AE7F-B166-4890-9659-7F461C5D016C}" dt="2020-07-30T16:02:32.826" v="584" actId="554"/>
        <pc:sldMkLst>
          <pc:docMk/>
          <pc:sldMk cId="1527550607" sldId="308"/>
        </pc:sldMkLst>
        <pc:spChg chg="mod ord">
          <ac:chgData name="Rolando E. Montero A." userId="db44b2c1daed2876" providerId="LiveId" clId="{8180AE7F-B166-4890-9659-7F461C5D016C}" dt="2020-07-30T16:01:21.501" v="567" actId="20577"/>
          <ac:spMkLst>
            <pc:docMk/>
            <pc:sldMk cId="1527550607" sldId="308"/>
            <ac:spMk id="2" creationId="{65E27266-F475-4DED-A224-79E38B502483}"/>
          </ac:spMkLst>
        </pc:spChg>
        <pc:spChg chg="add del mod ord">
          <ac:chgData name="Rolando E. Montero A." userId="db44b2c1daed2876" providerId="LiveId" clId="{8180AE7F-B166-4890-9659-7F461C5D016C}" dt="2020-07-30T14:05:55.344" v="302" actId="478"/>
          <ac:spMkLst>
            <pc:docMk/>
            <pc:sldMk cId="1527550607" sldId="308"/>
            <ac:spMk id="3" creationId="{1C9E1EB1-BEE0-4353-A6F5-9BAFB9533153}"/>
          </ac:spMkLst>
        </pc:spChg>
        <pc:spChg chg="add mod">
          <ac:chgData name="Rolando E. Montero A." userId="db44b2c1daed2876" providerId="LiveId" clId="{8180AE7F-B166-4890-9659-7F461C5D016C}" dt="2020-07-30T16:01:33.167" v="568" actId="164"/>
          <ac:spMkLst>
            <pc:docMk/>
            <pc:sldMk cId="1527550607" sldId="308"/>
            <ac:spMk id="6" creationId="{2D6F4EA3-8049-413A-93CF-3347880454B6}"/>
          </ac:spMkLst>
        </pc:spChg>
        <pc:spChg chg="add mod">
          <ac:chgData name="Rolando E. Montero A." userId="db44b2c1daed2876" providerId="LiveId" clId="{8180AE7F-B166-4890-9659-7F461C5D016C}" dt="2020-07-30T16:01:33.167" v="568" actId="164"/>
          <ac:spMkLst>
            <pc:docMk/>
            <pc:sldMk cId="1527550607" sldId="308"/>
            <ac:spMk id="7" creationId="{E0844F10-5CAC-43DA-B36C-64C818998B64}"/>
          </ac:spMkLst>
        </pc:spChg>
        <pc:spChg chg="add mod">
          <ac:chgData name="Rolando E. Montero A." userId="db44b2c1daed2876" providerId="LiveId" clId="{8180AE7F-B166-4890-9659-7F461C5D016C}" dt="2020-07-30T16:01:33.167" v="568" actId="164"/>
          <ac:spMkLst>
            <pc:docMk/>
            <pc:sldMk cId="1527550607" sldId="308"/>
            <ac:spMk id="8" creationId="{25936DD5-BC26-45E3-91BA-3FDDF0B7927C}"/>
          </ac:spMkLst>
        </pc:spChg>
        <pc:spChg chg="add mod">
          <ac:chgData name="Rolando E. Montero A." userId="db44b2c1daed2876" providerId="LiveId" clId="{8180AE7F-B166-4890-9659-7F461C5D016C}" dt="2020-07-30T16:01:33.167" v="568" actId="164"/>
          <ac:spMkLst>
            <pc:docMk/>
            <pc:sldMk cId="1527550607" sldId="308"/>
            <ac:spMk id="9" creationId="{0196E3B3-988E-4E9A-A45D-318408E72786}"/>
          </ac:spMkLst>
        </pc:spChg>
        <pc:spChg chg="add mod">
          <ac:chgData name="Rolando E. Montero A." userId="db44b2c1daed2876" providerId="LiveId" clId="{8180AE7F-B166-4890-9659-7F461C5D016C}" dt="2020-07-30T16:01:33.167" v="568" actId="164"/>
          <ac:spMkLst>
            <pc:docMk/>
            <pc:sldMk cId="1527550607" sldId="308"/>
            <ac:spMk id="10" creationId="{6EFC2187-E64C-4793-9CF8-9BF6CE6B97E4}"/>
          </ac:spMkLst>
        </pc:spChg>
        <pc:spChg chg="mod">
          <ac:chgData name="Rolando E. Montero A." userId="db44b2c1daed2876" providerId="LiveId" clId="{8180AE7F-B166-4890-9659-7F461C5D016C}" dt="2020-07-30T14:06:27.488" v="308" actId="20577"/>
          <ac:spMkLst>
            <pc:docMk/>
            <pc:sldMk cId="1527550607" sldId="308"/>
            <ac:spMk id="26" creationId="{1AEB376B-05B0-4A61-8745-434733D888CA}"/>
          </ac:spMkLst>
        </pc:spChg>
        <pc:spChg chg="mod">
          <ac:chgData name="Rolando E. Montero A." userId="db44b2c1daed2876" providerId="LiveId" clId="{8180AE7F-B166-4890-9659-7F461C5D016C}" dt="2020-07-30T14:06:21.035" v="306" actId="20577"/>
          <ac:spMkLst>
            <pc:docMk/>
            <pc:sldMk cId="1527550607" sldId="308"/>
            <ac:spMk id="28" creationId="{537CAE88-2501-4886-8B86-57F5683BF937}"/>
          </ac:spMkLst>
        </pc:spChg>
        <pc:spChg chg="mod">
          <ac:chgData name="Rolando E. Montero A." userId="db44b2c1daed2876" providerId="LiveId" clId="{8180AE7F-B166-4890-9659-7F461C5D016C}" dt="2020-07-30T14:06:24.254" v="307" actId="20577"/>
          <ac:spMkLst>
            <pc:docMk/>
            <pc:sldMk cId="1527550607" sldId="308"/>
            <ac:spMk id="30" creationId="{36D3988F-87C5-48A0-BB4E-1D38EACEE0DE}"/>
          </ac:spMkLst>
        </pc:spChg>
        <pc:spChg chg="mod">
          <ac:chgData name="Rolando E. Montero A." userId="db44b2c1daed2876" providerId="LiveId" clId="{8180AE7F-B166-4890-9659-7F461C5D016C}" dt="2020-07-30T15:55:42.270" v="496" actId="1076"/>
          <ac:spMkLst>
            <pc:docMk/>
            <pc:sldMk cId="1527550607" sldId="308"/>
            <ac:spMk id="32" creationId="{19F4C95A-04CD-48D0-9B5F-28635BE71790}"/>
          </ac:spMkLst>
        </pc:spChg>
        <pc:spChg chg="mod">
          <ac:chgData name="Rolando E. Montero A." userId="db44b2c1daed2876" providerId="LiveId" clId="{8180AE7F-B166-4890-9659-7F461C5D016C}" dt="2020-07-30T14:06:18.254" v="305" actId="20577"/>
          <ac:spMkLst>
            <pc:docMk/>
            <pc:sldMk cId="1527550607" sldId="308"/>
            <ac:spMk id="34" creationId="{C7535A83-D7E1-402C-A3EF-C8225B2A72F2}"/>
          </ac:spMkLst>
        </pc:spChg>
        <pc:spChg chg="mod">
          <ac:chgData name="Rolando E. Montero A." userId="db44b2c1daed2876" providerId="LiveId" clId="{8180AE7F-B166-4890-9659-7F461C5D016C}" dt="2020-07-30T15:55:46.426" v="497" actId="1076"/>
          <ac:spMkLst>
            <pc:docMk/>
            <pc:sldMk cId="1527550607" sldId="308"/>
            <ac:spMk id="52" creationId="{7038B2F9-5683-44E2-A714-56909890EB80}"/>
          </ac:spMkLst>
        </pc:spChg>
        <pc:spChg chg="mod">
          <ac:chgData name="Rolando E. Montero A." userId="db44b2c1daed2876" providerId="LiveId" clId="{8180AE7F-B166-4890-9659-7F461C5D016C}" dt="2020-07-30T14:06:37.520" v="312" actId="20577"/>
          <ac:spMkLst>
            <pc:docMk/>
            <pc:sldMk cId="1527550607" sldId="308"/>
            <ac:spMk id="54" creationId="{7703B576-E89E-4F49-A5E4-204323A8F4E6}"/>
          </ac:spMkLst>
        </pc:spChg>
        <pc:spChg chg="mod">
          <ac:chgData name="Rolando E. Montero A." userId="db44b2c1daed2876" providerId="LiveId" clId="{8180AE7F-B166-4890-9659-7F461C5D016C}" dt="2020-07-30T14:06:30.722" v="309" actId="20577"/>
          <ac:spMkLst>
            <pc:docMk/>
            <pc:sldMk cId="1527550607" sldId="308"/>
            <ac:spMk id="55" creationId="{C5ED93D5-6E22-46D0-9353-FBC2FF387FC2}"/>
          </ac:spMkLst>
        </pc:spChg>
        <pc:spChg chg="add mod">
          <ac:chgData name="Rolando E. Montero A." userId="db44b2c1daed2876" providerId="LiveId" clId="{8180AE7F-B166-4890-9659-7F461C5D016C}" dt="2020-07-30T16:02:32.826" v="584" actId="554"/>
          <ac:spMkLst>
            <pc:docMk/>
            <pc:sldMk cId="1527550607" sldId="308"/>
            <ac:spMk id="60" creationId="{C9DCDCDB-76CF-49A7-AC0E-2BF471F90CD7}"/>
          </ac:spMkLst>
        </pc:spChg>
        <pc:spChg chg="add mod">
          <ac:chgData name="Rolando E. Montero A." userId="db44b2c1daed2876" providerId="LiveId" clId="{8180AE7F-B166-4890-9659-7F461C5D016C}" dt="2020-07-30T16:02:32.826" v="584" actId="554"/>
          <ac:spMkLst>
            <pc:docMk/>
            <pc:sldMk cId="1527550607" sldId="308"/>
            <ac:spMk id="67" creationId="{20802396-32DA-4152-A05D-5197E99F8F3F}"/>
          </ac:spMkLst>
        </pc:spChg>
        <pc:grpChg chg="add mod">
          <ac:chgData name="Rolando E. Montero A." userId="db44b2c1daed2876" providerId="LiveId" clId="{8180AE7F-B166-4890-9659-7F461C5D016C}" dt="2020-07-30T15:19:10.609" v="401" actId="1076"/>
          <ac:grpSpMkLst>
            <pc:docMk/>
            <pc:sldMk cId="1527550607" sldId="308"/>
            <ac:grpSpMk id="5" creationId="{ED774DF7-3E0A-4F68-B49B-60971D033731}"/>
          </ac:grpSpMkLst>
        </pc:grpChg>
        <pc:grpChg chg="add mod">
          <ac:chgData name="Rolando E. Montero A." userId="db44b2c1daed2876" providerId="LiveId" clId="{8180AE7F-B166-4890-9659-7F461C5D016C}" dt="2020-07-30T16:01:36.232" v="569" actId="1076"/>
          <ac:grpSpMkLst>
            <pc:docMk/>
            <pc:sldMk cId="1527550607" sldId="308"/>
            <ac:grpSpMk id="53" creationId="{87F287C3-370F-4DCB-B749-922FE72C4012}"/>
          </ac:grpSpMkLst>
        </pc:grpChg>
        <pc:cxnChg chg="add mod">
          <ac:chgData name="Rolando E. Montero A." userId="db44b2c1daed2876" providerId="LiveId" clId="{8180AE7F-B166-4890-9659-7F461C5D016C}" dt="2020-07-30T16:01:33.167" v="568" actId="164"/>
          <ac:cxnSpMkLst>
            <pc:docMk/>
            <pc:sldMk cId="1527550607" sldId="308"/>
            <ac:cxnSpMk id="35" creationId="{3AC9C64C-3062-461A-BD31-CA274FBEE013}"/>
          </ac:cxnSpMkLst>
        </pc:cxnChg>
        <pc:cxnChg chg="add mod">
          <ac:chgData name="Rolando E. Montero A." userId="db44b2c1daed2876" providerId="LiveId" clId="{8180AE7F-B166-4890-9659-7F461C5D016C}" dt="2020-07-30T16:01:33.167" v="568" actId="164"/>
          <ac:cxnSpMkLst>
            <pc:docMk/>
            <pc:sldMk cId="1527550607" sldId="308"/>
            <ac:cxnSpMk id="37" creationId="{06718468-08A1-4AC5-A6D9-60F01ABA3A99}"/>
          </ac:cxnSpMkLst>
        </pc:cxnChg>
        <pc:cxnChg chg="add mod">
          <ac:chgData name="Rolando E. Montero A." userId="db44b2c1daed2876" providerId="LiveId" clId="{8180AE7F-B166-4890-9659-7F461C5D016C}" dt="2020-07-30T16:01:33.167" v="568" actId="164"/>
          <ac:cxnSpMkLst>
            <pc:docMk/>
            <pc:sldMk cId="1527550607" sldId="308"/>
            <ac:cxnSpMk id="40" creationId="{D5485837-BE70-4395-A70F-5C54453A697E}"/>
          </ac:cxnSpMkLst>
        </pc:cxnChg>
        <pc:cxnChg chg="add mod">
          <ac:chgData name="Rolando E. Montero A." userId="db44b2c1daed2876" providerId="LiveId" clId="{8180AE7F-B166-4890-9659-7F461C5D016C}" dt="2020-07-30T16:01:33.167" v="568" actId="164"/>
          <ac:cxnSpMkLst>
            <pc:docMk/>
            <pc:sldMk cId="1527550607" sldId="308"/>
            <ac:cxnSpMk id="44" creationId="{B7D6DAB4-7578-4EC5-9046-3CE89B6D4938}"/>
          </ac:cxnSpMkLst>
        </pc:cxnChg>
        <pc:cxnChg chg="add mod">
          <ac:chgData name="Rolando E. Montero A." userId="db44b2c1daed2876" providerId="LiveId" clId="{8180AE7F-B166-4890-9659-7F461C5D016C}" dt="2020-07-30T16:01:33.167" v="568" actId="164"/>
          <ac:cxnSpMkLst>
            <pc:docMk/>
            <pc:sldMk cId="1527550607" sldId="308"/>
            <ac:cxnSpMk id="47" creationId="{8763F0E7-56FE-4330-9A3C-C8F7B8B528EE}"/>
          </ac:cxnSpMkLst>
        </pc:cxnChg>
        <pc:cxnChg chg="mod">
          <ac:chgData name="Rolando E. Montero A." userId="db44b2c1daed2876" providerId="LiveId" clId="{8180AE7F-B166-4890-9659-7F461C5D016C}" dt="2020-07-30T14:06:05.298" v="303" actId="164"/>
          <ac:cxnSpMkLst>
            <pc:docMk/>
            <pc:sldMk cId="1527550607" sldId="308"/>
            <ac:cxnSpMk id="56" creationId="{B23DAD09-4D3B-462D-9C31-BA08E8FB3F6A}"/>
          </ac:cxnSpMkLst>
        </pc:cxnChg>
        <pc:cxnChg chg="mod">
          <ac:chgData name="Rolando E. Montero A." userId="db44b2c1daed2876" providerId="LiveId" clId="{8180AE7F-B166-4890-9659-7F461C5D016C}" dt="2020-07-30T14:06:05.298" v="303" actId="164"/>
          <ac:cxnSpMkLst>
            <pc:docMk/>
            <pc:sldMk cId="1527550607" sldId="308"/>
            <ac:cxnSpMk id="57" creationId="{115822BE-DE1D-41C4-843E-D9D5B9624D3B}"/>
          </ac:cxnSpMkLst>
        </pc:cxnChg>
        <pc:cxnChg chg="mod">
          <ac:chgData name="Rolando E. Montero A." userId="db44b2c1daed2876" providerId="LiveId" clId="{8180AE7F-B166-4890-9659-7F461C5D016C}" dt="2020-07-30T15:55:46.426" v="497" actId="1076"/>
          <ac:cxnSpMkLst>
            <pc:docMk/>
            <pc:sldMk cId="1527550607" sldId="308"/>
            <ac:cxnSpMk id="58" creationId="{70C60A22-4AF3-4565-AB14-0EC84251F1C7}"/>
          </ac:cxnSpMkLst>
        </pc:cxnChg>
        <pc:cxnChg chg="mod">
          <ac:chgData name="Rolando E. Montero A." userId="db44b2c1daed2876" providerId="LiveId" clId="{8180AE7F-B166-4890-9659-7F461C5D016C}" dt="2020-07-30T15:55:46.426" v="497" actId="1076"/>
          <ac:cxnSpMkLst>
            <pc:docMk/>
            <pc:sldMk cId="1527550607" sldId="308"/>
            <ac:cxnSpMk id="95" creationId="{693BCE3F-6F3D-4F86-82F6-C9ACBE44C224}"/>
          </ac:cxnSpMkLst>
        </pc:cxnChg>
        <pc:cxnChg chg="mod">
          <ac:chgData name="Rolando E. Montero A." userId="db44b2c1daed2876" providerId="LiveId" clId="{8180AE7F-B166-4890-9659-7F461C5D016C}" dt="2020-07-30T14:06:05.298" v="303" actId="164"/>
          <ac:cxnSpMkLst>
            <pc:docMk/>
            <pc:sldMk cId="1527550607" sldId="308"/>
            <ac:cxnSpMk id="96" creationId="{CE880C8F-DF14-450F-BB9E-5F775E75DDC7}"/>
          </ac:cxnSpMkLst>
        </pc:cxnChg>
        <pc:cxnChg chg="mod">
          <ac:chgData name="Rolando E. Montero A." userId="db44b2c1daed2876" providerId="LiveId" clId="{8180AE7F-B166-4890-9659-7F461C5D016C}" dt="2020-07-30T14:06:05.298" v="303" actId="164"/>
          <ac:cxnSpMkLst>
            <pc:docMk/>
            <pc:sldMk cId="1527550607" sldId="308"/>
            <ac:cxnSpMk id="97" creationId="{365D0780-3805-40A3-9616-2764E0BB2CA2}"/>
          </ac:cxnSpMkLst>
        </pc:cxnChg>
        <pc:cxnChg chg="mod">
          <ac:chgData name="Rolando E. Montero A." userId="db44b2c1daed2876" providerId="LiveId" clId="{8180AE7F-B166-4890-9659-7F461C5D016C}" dt="2020-07-30T15:55:42.270" v="496" actId="1076"/>
          <ac:cxnSpMkLst>
            <pc:docMk/>
            <pc:sldMk cId="1527550607" sldId="308"/>
            <ac:cxnSpMk id="98" creationId="{1BDF0C86-4B27-4A06-957B-B9029E99FEA4}"/>
          </ac:cxnSpMkLst>
        </pc:cxnChg>
        <pc:cxnChg chg="mod">
          <ac:chgData name="Rolando E. Montero A." userId="db44b2c1daed2876" providerId="LiveId" clId="{8180AE7F-B166-4890-9659-7F461C5D016C}" dt="2020-07-30T14:06:05.298" v="303" actId="164"/>
          <ac:cxnSpMkLst>
            <pc:docMk/>
            <pc:sldMk cId="1527550607" sldId="308"/>
            <ac:cxnSpMk id="102" creationId="{34B46AB4-DC6E-4089-9AD2-8323DE189FC8}"/>
          </ac:cxnSpMkLst>
        </pc:cxnChg>
        <pc:cxnChg chg="mod">
          <ac:chgData name="Rolando E. Montero A." userId="db44b2c1daed2876" providerId="LiveId" clId="{8180AE7F-B166-4890-9659-7F461C5D016C}" dt="2020-07-30T14:06:05.298" v="303" actId="164"/>
          <ac:cxnSpMkLst>
            <pc:docMk/>
            <pc:sldMk cId="1527550607" sldId="308"/>
            <ac:cxnSpMk id="103" creationId="{895484CD-FFB6-4AEA-ABC0-174763CC0BD0}"/>
          </ac:cxnSpMkLst>
        </pc:cxnChg>
        <pc:cxnChg chg="mod">
          <ac:chgData name="Rolando E. Montero A." userId="db44b2c1daed2876" providerId="LiveId" clId="{8180AE7F-B166-4890-9659-7F461C5D016C}" dt="2020-07-30T15:56:06.025" v="498" actId="14100"/>
          <ac:cxnSpMkLst>
            <pc:docMk/>
            <pc:sldMk cId="1527550607" sldId="308"/>
            <ac:cxnSpMk id="104" creationId="{48E5AD44-BC52-4EAA-BB1C-FF093B701867}"/>
          </ac:cxnSpMkLst>
        </pc:cxnChg>
      </pc:sldChg>
      <pc:sldChg chg="modSp mod">
        <pc:chgData name="Rolando E. Montero A." userId="db44b2c1daed2876" providerId="LiveId" clId="{8180AE7F-B166-4890-9659-7F461C5D016C}" dt="2020-07-30T15:25:57.235" v="479" actId="113"/>
        <pc:sldMkLst>
          <pc:docMk/>
          <pc:sldMk cId="1958064101" sldId="309"/>
        </pc:sldMkLst>
        <pc:spChg chg="mod">
          <ac:chgData name="Rolando E. Montero A." userId="db44b2c1daed2876" providerId="LiveId" clId="{8180AE7F-B166-4890-9659-7F461C5D016C}" dt="2020-07-30T15:25:23.133" v="461" actId="20577"/>
          <ac:spMkLst>
            <pc:docMk/>
            <pc:sldMk cId="1958064101" sldId="309"/>
            <ac:spMk id="2" creationId="{65E27266-F475-4DED-A224-79E38B502483}"/>
          </ac:spMkLst>
        </pc:spChg>
        <pc:spChg chg="mod">
          <ac:chgData name="Rolando E. Montero A." userId="db44b2c1daed2876" providerId="LiveId" clId="{8180AE7F-B166-4890-9659-7F461C5D016C}" dt="2020-07-30T15:07:33.531" v="388" actId="20577"/>
          <ac:spMkLst>
            <pc:docMk/>
            <pc:sldMk cId="1958064101" sldId="309"/>
            <ac:spMk id="28" creationId="{537CAE88-2501-4886-8B86-57F5683BF937}"/>
          </ac:spMkLst>
        </pc:spChg>
        <pc:spChg chg="mod">
          <ac:chgData name="Rolando E. Montero A." userId="db44b2c1daed2876" providerId="LiveId" clId="{8180AE7F-B166-4890-9659-7F461C5D016C}" dt="2020-07-30T15:25:57.235" v="479" actId="113"/>
          <ac:spMkLst>
            <pc:docMk/>
            <pc:sldMk cId="1958064101" sldId="309"/>
            <ac:spMk id="116" creationId="{9E6CD9B3-F14A-47EE-B0F2-22887F7CEC39}"/>
          </ac:spMkLst>
        </pc:spChg>
      </pc:sldChg>
      <pc:sldChg chg="addSp delSp modSp mod">
        <pc:chgData name="Rolando E. Montero A." userId="db44b2c1daed2876" providerId="LiveId" clId="{8180AE7F-B166-4890-9659-7F461C5D016C}" dt="2020-07-30T14:12:05.020" v="350" actId="465"/>
        <pc:sldMkLst>
          <pc:docMk/>
          <pc:sldMk cId="4072724571" sldId="310"/>
        </pc:sldMkLst>
        <pc:spChg chg="mod">
          <ac:chgData name="Rolando E. Montero A." userId="db44b2c1daed2876" providerId="LiveId" clId="{8180AE7F-B166-4890-9659-7F461C5D016C}" dt="2020-07-30T13:53:41.009" v="26" actId="1076"/>
          <ac:spMkLst>
            <pc:docMk/>
            <pc:sldMk cId="4072724571" sldId="310"/>
            <ac:spMk id="2" creationId="{65E27266-F475-4DED-A224-79E38B502483}"/>
          </ac:spMkLst>
        </pc:spChg>
        <pc:picChg chg="add mod">
          <ac:chgData name="Rolando E. Montero A." userId="db44b2c1daed2876" providerId="LiveId" clId="{8180AE7F-B166-4890-9659-7F461C5D016C}" dt="2020-07-30T14:10:25.799" v="330" actId="1076"/>
          <ac:picMkLst>
            <pc:docMk/>
            <pc:sldMk cId="4072724571" sldId="310"/>
            <ac:picMk id="5" creationId="{9BB546DA-2788-48D8-87D2-96CBFEA7F411}"/>
          </ac:picMkLst>
        </pc:picChg>
        <pc:picChg chg="add del">
          <ac:chgData name="Rolando E. Montero A." userId="db44b2c1daed2876" providerId="LiveId" clId="{8180AE7F-B166-4890-9659-7F461C5D016C}" dt="2020-07-30T14:10:21.162" v="329" actId="478"/>
          <ac:picMkLst>
            <pc:docMk/>
            <pc:sldMk cId="4072724571" sldId="310"/>
            <ac:picMk id="7" creationId="{6216A13D-3B63-47D8-BBDA-AE33F008C900}"/>
          </ac:picMkLst>
        </pc:picChg>
        <pc:picChg chg="add mod">
          <ac:chgData name="Rolando E. Montero A." userId="db44b2c1daed2876" providerId="LiveId" clId="{8180AE7F-B166-4890-9659-7F461C5D016C}" dt="2020-07-30T14:10:19.135" v="328" actId="1076"/>
          <ac:picMkLst>
            <pc:docMk/>
            <pc:sldMk cId="4072724571" sldId="310"/>
            <ac:picMk id="9" creationId="{4A84A39B-9F64-4867-A7DC-D01746182C34}"/>
          </ac:picMkLst>
        </pc:picChg>
        <pc:picChg chg="add mod">
          <ac:chgData name="Rolando E. Montero A." userId="db44b2c1daed2876" providerId="LiveId" clId="{8180AE7F-B166-4890-9659-7F461C5D016C}" dt="2020-07-30T14:10:16.005" v="327" actId="1076"/>
          <ac:picMkLst>
            <pc:docMk/>
            <pc:sldMk cId="4072724571" sldId="310"/>
            <ac:picMk id="11" creationId="{019CC094-CC5C-443D-B8E4-17CA38F3A3A0}"/>
          </ac:picMkLst>
        </pc:picChg>
        <pc:picChg chg="add mod">
          <ac:chgData name="Rolando E. Montero A." userId="db44b2c1daed2876" providerId="LiveId" clId="{8180AE7F-B166-4890-9659-7F461C5D016C}" dt="2020-07-30T14:10:12.590" v="326" actId="1076"/>
          <ac:picMkLst>
            <pc:docMk/>
            <pc:sldMk cId="4072724571" sldId="310"/>
            <ac:picMk id="13" creationId="{A418DAD8-8E54-43DD-8FB2-F7EAE2887D0B}"/>
          </ac:picMkLst>
        </pc:picChg>
        <pc:picChg chg="add mod">
          <ac:chgData name="Rolando E. Montero A." userId="db44b2c1daed2876" providerId="LiveId" clId="{8180AE7F-B166-4890-9659-7F461C5D016C}" dt="2020-07-30T14:10:30.214" v="331" actId="1076"/>
          <ac:picMkLst>
            <pc:docMk/>
            <pc:sldMk cId="4072724571" sldId="310"/>
            <ac:picMk id="15" creationId="{5A5271D7-7B93-4D35-A873-722A5C85E8C7}"/>
          </ac:picMkLst>
        </pc:picChg>
        <pc:picChg chg="add mod">
          <ac:chgData name="Rolando E. Montero A." userId="db44b2c1daed2876" providerId="LiveId" clId="{8180AE7F-B166-4890-9659-7F461C5D016C}" dt="2020-07-30T14:10:32.715" v="332" actId="1076"/>
          <ac:picMkLst>
            <pc:docMk/>
            <pc:sldMk cId="4072724571" sldId="310"/>
            <ac:picMk id="17" creationId="{DD258548-B095-4C33-8554-782BE1731CEB}"/>
          </ac:picMkLst>
        </pc:picChg>
        <pc:cxnChg chg="add mod">
          <ac:chgData name="Rolando E. Montero A." userId="db44b2c1daed2876" providerId="LiveId" clId="{8180AE7F-B166-4890-9659-7F461C5D016C}" dt="2020-07-30T14:11:23.380" v="343" actId="1076"/>
          <ac:cxnSpMkLst>
            <pc:docMk/>
            <pc:sldMk cId="4072724571" sldId="310"/>
            <ac:cxnSpMk id="19" creationId="{297157AB-12D6-4FBB-BAA7-C5F225E8660C}"/>
          </ac:cxnSpMkLst>
        </pc:cxnChg>
        <pc:cxnChg chg="add mod">
          <ac:chgData name="Rolando E. Montero A." userId="db44b2c1daed2876" providerId="LiveId" clId="{8180AE7F-B166-4890-9659-7F461C5D016C}" dt="2020-07-30T14:12:05.020" v="350" actId="465"/>
          <ac:cxnSpMkLst>
            <pc:docMk/>
            <pc:sldMk cId="4072724571" sldId="310"/>
            <ac:cxnSpMk id="20" creationId="{B49572C7-073D-4F9F-9D1D-D0ED792189AC}"/>
          </ac:cxnSpMkLst>
        </pc:cxnChg>
        <pc:cxnChg chg="add mod">
          <ac:chgData name="Rolando E. Montero A." userId="db44b2c1daed2876" providerId="LiveId" clId="{8180AE7F-B166-4890-9659-7F461C5D016C}" dt="2020-07-30T14:12:05.020" v="350" actId="465"/>
          <ac:cxnSpMkLst>
            <pc:docMk/>
            <pc:sldMk cId="4072724571" sldId="310"/>
            <ac:cxnSpMk id="21" creationId="{4D84771C-0901-45C4-89C3-899675757659}"/>
          </ac:cxnSpMkLst>
        </pc:cxnChg>
        <pc:cxnChg chg="add mod">
          <ac:chgData name="Rolando E. Montero A." userId="db44b2c1daed2876" providerId="LiveId" clId="{8180AE7F-B166-4890-9659-7F461C5D016C}" dt="2020-07-30T14:12:05.020" v="350" actId="465"/>
          <ac:cxnSpMkLst>
            <pc:docMk/>
            <pc:sldMk cId="4072724571" sldId="310"/>
            <ac:cxnSpMk id="22" creationId="{E38598CD-5DE9-45F9-87AB-D6EFDB1E9E58}"/>
          </ac:cxnSpMkLst>
        </pc:cxnChg>
        <pc:cxnChg chg="add mod">
          <ac:chgData name="Rolando E. Montero A." userId="db44b2c1daed2876" providerId="LiveId" clId="{8180AE7F-B166-4890-9659-7F461C5D016C}" dt="2020-07-30T14:12:05.020" v="350" actId="465"/>
          <ac:cxnSpMkLst>
            <pc:docMk/>
            <pc:sldMk cId="4072724571" sldId="310"/>
            <ac:cxnSpMk id="23" creationId="{F221D5AC-5F6F-41CE-8A22-FAE8B0866C9F}"/>
          </ac:cxnSpMkLst>
        </pc:cxnChg>
        <pc:cxnChg chg="add mod">
          <ac:chgData name="Rolando E. Montero A." userId="db44b2c1daed2876" providerId="LiveId" clId="{8180AE7F-B166-4890-9659-7F461C5D016C}" dt="2020-07-30T14:12:05.020" v="350" actId="465"/>
          <ac:cxnSpMkLst>
            <pc:docMk/>
            <pc:sldMk cId="4072724571" sldId="310"/>
            <ac:cxnSpMk id="24" creationId="{526D284C-D00F-45F4-BE40-57C507AC60CB}"/>
          </ac:cxnSpMkLst>
        </pc:cxnChg>
        <pc:cxnChg chg="add mod">
          <ac:chgData name="Rolando E. Montero A." userId="db44b2c1daed2876" providerId="LiveId" clId="{8180AE7F-B166-4890-9659-7F461C5D016C}" dt="2020-07-30T14:12:05.020" v="350" actId="465"/>
          <ac:cxnSpMkLst>
            <pc:docMk/>
            <pc:sldMk cId="4072724571" sldId="310"/>
            <ac:cxnSpMk id="25" creationId="{F4CAB616-C673-4013-A9B3-745C66AC2846}"/>
          </ac:cxnSpMkLst>
        </pc:cxnChg>
        <pc:cxnChg chg="add mod">
          <ac:chgData name="Rolando E. Montero A." userId="db44b2c1daed2876" providerId="LiveId" clId="{8180AE7F-B166-4890-9659-7F461C5D016C}" dt="2020-07-30T14:12:05.020" v="350" actId="465"/>
          <ac:cxnSpMkLst>
            <pc:docMk/>
            <pc:sldMk cId="4072724571" sldId="310"/>
            <ac:cxnSpMk id="26" creationId="{EB1B35E2-A304-49A8-A16B-AEDE42CFCEB2}"/>
          </ac:cxnSpMkLst>
        </pc:cxnChg>
        <pc:cxnChg chg="add mod">
          <ac:chgData name="Rolando E. Montero A." userId="db44b2c1daed2876" providerId="LiveId" clId="{8180AE7F-B166-4890-9659-7F461C5D016C}" dt="2020-07-30T14:11:50.450" v="349" actId="1076"/>
          <ac:cxnSpMkLst>
            <pc:docMk/>
            <pc:sldMk cId="4072724571" sldId="310"/>
            <ac:cxnSpMk id="27" creationId="{D1CD533F-1399-4E03-9463-DAA0D372E6BE}"/>
          </ac:cxnSpMkLst>
        </pc:cxnChg>
      </pc:sldChg>
      <pc:sldChg chg="addSp modSp mod">
        <pc:chgData name="Rolando E. Montero A." userId="db44b2c1daed2876" providerId="LiveId" clId="{8180AE7F-B166-4890-9659-7F461C5D016C}" dt="2020-07-30T15:59:40.563" v="529" actId="255"/>
        <pc:sldMkLst>
          <pc:docMk/>
          <pc:sldMk cId="3318526849" sldId="311"/>
        </pc:sldMkLst>
        <pc:spChg chg="mod">
          <ac:chgData name="Rolando E. Montero A." userId="db44b2c1daed2876" providerId="LiveId" clId="{8180AE7F-B166-4890-9659-7F461C5D016C}" dt="2020-07-30T15:58:47.551" v="519" actId="14100"/>
          <ac:spMkLst>
            <pc:docMk/>
            <pc:sldMk cId="3318526849" sldId="311"/>
            <ac:spMk id="2" creationId="{65E27266-F475-4DED-A224-79E38B502483}"/>
          </ac:spMkLst>
        </pc:spChg>
        <pc:spChg chg="add mod">
          <ac:chgData name="Rolando E. Montero A." userId="db44b2c1daed2876" providerId="LiveId" clId="{8180AE7F-B166-4890-9659-7F461C5D016C}" dt="2020-07-30T15:59:40.563" v="529" actId="255"/>
          <ac:spMkLst>
            <pc:docMk/>
            <pc:sldMk cId="3318526849" sldId="311"/>
            <ac:spMk id="6" creationId="{C18A56D3-4497-4D2E-B406-5C648ACBE392}"/>
          </ac:spMkLst>
        </pc:spChg>
        <pc:spChg chg="mod">
          <ac:chgData name="Rolando E. Montero A." userId="db44b2c1daed2876" providerId="LiveId" clId="{8180AE7F-B166-4890-9659-7F461C5D016C}" dt="2020-07-30T15:58:13.374" v="506" actId="1076"/>
          <ac:spMkLst>
            <pc:docMk/>
            <pc:sldMk cId="3318526849" sldId="311"/>
            <ac:spMk id="116" creationId="{9E6CD9B3-F14A-47EE-B0F2-22887F7CEC39}"/>
          </ac:spMkLst>
        </pc:spChg>
      </pc:sldChg>
      <pc:sldChg chg="addSp delSp modSp new mod">
        <pc:chgData name="Rolando E. Montero A." userId="db44b2c1daed2876" providerId="LiveId" clId="{8180AE7F-B166-4890-9659-7F461C5D016C}" dt="2020-07-30T15:58:02.623" v="503" actId="1076"/>
        <pc:sldMkLst>
          <pc:docMk/>
          <pc:sldMk cId="457338797" sldId="312"/>
        </pc:sldMkLst>
        <pc:spChg chg="del">
          <ac:chgData name="Rolando E. Montero A." userId="db44b2c1daed2876" providerId="LiveId" clId="{8180AE7F-B166-4890-9659-7F461C5D016C}" dt="2020-07-30T14:12:22.176" v="352" actId="478"/>
          <ac:spMkLst>
            <pc:docMk/>
            <pc:sldMk cId="457338797" sldId="312"/>
            <ac:spMk id="2" creationId="{B815AA07-2ADD-4D2C-B04F-6FBDB7FA67A4}"/>
          </ac:spMkLst>
        </pc:spChg>
        <pc:spChg chg="del">
          <ac:chgData name="Rolando E. Montero A." userId="db44b2c1daed2876" providerId="LiveId" clId="{8180AE7F-B166-4890-9659-7F461C5D016C}" dt="2020-07-30T14:12:22.176" v="352" actId="478"/>
          <ac:spMkLst>
            <pc:docMk/>
            <pc:sldMk cId="457338797" sldId="312"/>
            <ac:spMk id="3" creationId="{49DF559A-392F-4E16-BD98-668364DCE582}"/>
          </ac:spMkLst>
        </pc:spChg>
        <pc:spChg chg="add mod">
          <ac:chgData name="Rolando E. Montero A." userId="db44b2c1daed2876" providerId="LiveId" clId="{8180AE7F-B166-4890-9659-7F461C5D016C}" dt="2020-07-30T15:58:02.623" v="503" actId="1076"/>
          <ac:spMkLst>
            <pc:docMk/>
            <pc:sldMk cId="457338797" sldId="312"/>
            <ac:spMk id="5" creationId="{98904575-1BBF-407E-B230-0B84BE984305}"/>
          </ac:spMkLst>
        </pc:spChg>
      </pc:sldChg>
    </pc:docChg>
  </pc:docChgLst>
  <pc:docChgLst>
    <pc:chgData name="Rolando E. Montero A." userId="db44b2c1daed2876" providerId="LiveId" clId="{9E9C1F92-1DAC-443B-959C-C65D38100C90}"/>
    <pc:docChg chg="undo custSel addSld delSld modSld sldOrd modMainMaster modSection">
      <pc:chgData name="Rolando E. Montero A." userId="db44b2c1daed2876" providerId="LiveId" clId="{9E9C1F92-1DAC-443B-959C-C65D38100C90}" dt="2020-07-30T04:29:06.672" v="468" actId="20577"/>
      <pc:docMkLst>
        <pc:docMk/>
      </pc:docMkLst>
      <pc:sldChg chg="del">
        <pc:chgData name="Rolando E. Montero A." userId="db44b2c1daed2876" providerId="LiveId" clId="{9E9C1F92-1DAC-443B-959C-C65D38100C90}" dt="2020-07-30T02:09:04.465" v="0" actId="47"/>
        <pc:sldMkLst>
          <pc:docMk/>
          <pc:sldMk cId="1233314979" sldId="306"/>
        </pc:sldMkLst>
      </pc:sldChg>
      <pc:sldChg chg="addSp delSp modSp new mod modClrScheme chgLayout">
        <pc:chgData name="Rolando E. Montero A." userId="db44b2c1daed2876" providerId="LiveId" clId="{9E9C1F92-1DAC-443B-959C-C65D38100C90}" dt="2020-07-30T03:19:27.728" v="66"/>
        <pc:sldMkLst>
          <pc:docMk/>
          <pc:sldMk cId="2400105456" sldId="306"/>
        </pc:sldMkLst>
        <pc:spChg chg="mod ord">
          <ac:chgData name="Rolando E. Montero A." userId="db44b2c1daed2876" providerId="LiveId" clId="{9E9C1F92-1DAC-443B-959C-C65D38100C90}" dt="2020-07-30T02:13:57.054" v="51" actId="20577"/>
          <ac:spMkLst>
            <pc:docMk/>
            <pc:sldMk cId="2400105456" sldId="306"/>
            <ac:spMk id="2" creationId="{A6274ACA-D4BC-485B-985B-829E1C7C23A6}"/>
          </ac:spMkLst>
        </pc:spChg>
        <pc:spChg chg="del">
          <ac:chgData name="Rolando E. Montero A." userId="db44b2c1daed2876" providerId="LiveId" clId="{9E9C1F92-1DAC-443B-959C-C65D38100C90}" dt="2020-07-30T02:09:50.522" v="3" actId="478"/>
          <ac:spMkLst>
            <pc:docMk/>
            <pc:sldMk cId="2400105456" sldId="306"/>
            <ac:spMk id="3" creationId="{4C820A93-9D3C-4925-B130-2D8798A6F10A}"/>
          </ac:spMkLst>
        </pc:spChg>
        <pc:spChg chg="add mod ord">
          <ac:chgData name="Rolando E. Montero A." userId="db44b2c1daed2876" providerId="LiveId" clId="{9E9C1F92-1DAC-443B-959C-C65D38100C90}" dt="2020-07-30T02:13:26.249" v="40" actId="700"/>
          <ac:spMkLst>
            <pc:docMk/>
            <pc:sldMk cId="2400105456" sldId="306"/>
            <ac:spMk id="5" creationId="{2539C80E-4749-4631-ACA2-61B9740C66B2}"/>
          </ac:spMkLst>
        </pc:spChg>
        <pc:graphicFrameChg chg="add mod modGraphic">
          <ac:chgData name="Rolando E. Montero A." userId="db44b2c1daed2876" providerId="LiveId" clId="{9E9C1F92-1DAC-443B-959C-C65D38100C90}" dt="2020-07-30T03:19:27.728" v="66"/>
          <ac:graphicFrameMkLst>
            <pc:docMk/>
            <pc:sldMk cId="2400105456" sldId="306"/>
            <ac:graphicFrameMk id="4" creationId="{C8276553-2A79-437F-B57F-448598174CD7}"/>
          </ac:graphicFrameMkLst>
        </pc:graphicFrameChg>
      </pc:sldChg>
      <pc:sldChg chg="addSp delSp modSp new mod">
        <pc:chgData name="Rolando E. Montero A." userId="db44b2c1daed2876" providerId="LiveId" clId="{9E9C1F92-1DAC-443B-959C-C65D38100C90}" dt="2020-07-30T03:57:21.350" v="225" actId="1076"/>
        <pc:sldMkLst>
          <pc:docMk/>
          <pc:sldMk cId="250774861" sldId="307"/>
        </pc:sldMkLst>
        <pc:spChg chg="mod">
          <ac:chgData name="Rolando E. Montero A." userId="db44b2c1daed2876" providerId="LiveId" clId="{9E9C1F92-1DAC-443B-959C-C65D38100C90}" dt="2020-07-30T03:25:48.539" v="77" actId="120"/>
          <ac:spMkLst>
            <pc:docMk/>
            <pc:sldMk cId="250774861" sldId="307"/>
            <ac:spMk id="2" creationId="{65E27266-F475-4DED-A224-79E38B502483}"/>
          </ac:spMkLst>
        </pc:spChg>
        <pc:spChg chg="del mod">
          <ac:chgData name="Rolando E. Montero A." userId="db44b2c1daed2876" providerId="LiveId" clId="{9E9C1F92-1DAC-443B-959C-C65D38100C90}" dt="2020-07-30T03:27:24.358" v="80" actId="478"/>
          <ac:spMkLst>
            <pc:docMk/>
            <pc:sldMk cId="250774861" sldId="307"/>
            <ac:spMk id="3" creationId="{32C358D2-BDE6-4BA2-A2DB-081F6AB18A33}"/>
          </ac:spMkLst>
        </pc:spChg>
        <pc:spChg chg="add">
          <ac:chgData name="Rolando E. Montero A." userId="db44b2c1daed2876" providerId="LiveId" clId="{9E9C1F92-1DAC-443B-959C-C65D38100C90}" dt="2020-07-30T03:27:27.425" v="81"/>
          <ac:spMkLst>
            <pc:docMk/>
            <pc:sldMk cId="250774861" sldId="307"/>
            <ac:spMk id="4" creationId="{D38CAE91-AF79-4B64-B7B8-E25A03E7C9C4}"/>
          </ac:spMkLst>
        </pc:spChg>
        <pc:spChg chg="add mod">
          <ac:chgData name="Rolando E. Montero A." userId="db44b2c1daed2876" providerId="LiveId" clId="{9E9C1F92-1DAC-443B-959C-C65D38100C90}" dt="2020-07-30T03:32:51.573" v="101" actId="1076"/>
          <ac:spMkLst>
            <pc:docMk/>
            <pc:sldMk cId="250774861" sldId="307"/>
            <ac:spMk id="6" creationId="{BB694090-E586-4E38-AD5B-190C6F46C0B9}"/>
          </ac:spMkLst>
        </pc:spChg>
        <pc:spChg chg="add mod">
          <ac:chgData name="Rolando E. Montero A." userId="db44b2c1daed2876" providerId="LiveId" clId="{9E9C1F92-1DAC-443B-959C-C65D38100C90}" dt="2020-07-30T03:48:22.795" v="143" actId="1076"/>
          <ac:spMkLst>
            <pc:docMk/>
            <pc:sldMk cId="250774861" sldId="307"/>
            <ac:spMk id="8" creationId="{AC28B6ED-A7D4-4AE2-8527-60A642781C27}"/>
          </ac:spMkLst>
        </pc:spChg>
        <pc:spChg chg="add mod">
          <ac:chgData name="Rolando E. Montero A." userId="db44b2c1daed2876" providerId="LiveId" clId="{9E9C1F92-1DAC-443B-959C-C65D38100C90}" dt="2020-07-30T03:33:08.142" v="104" actId="1076"/>
          <ac:spMkLst>
            <pc:docMk/>
            <pc:sldMk cId="250774861" sldId="307"/>
            <ac:spMk id="10" creationId="{E498A2C4-348C-419C-8759-5BEFC2715614}"/>
          </ac:spMkLst>
        </pc:spChg>
        <pc:spChg chg="add mod">
          <ac:chgData name="Rolando E. Montero A." userId="db44b2c1daed2876" providerId="LiveId" clId="{9E9C1F92-1DAC-443B-959C-C65D38100C90}" dt="2020-07-30T03:32:49.018" v="100" actId="1076"/>
          <ac:spMkLst>
            <pc:docMk/>
            <pc:sldMk cId="250774861" sldId="307"/>
            <ac:spMk id="12" creationId="{98D66E55-F763-4FEC-9C4A-B02EB701CC53}"/>
          </ac:spMkLst>
        </pc:spChg>
        <pc:spChg chg="add mod">
          <ac:chgData name="Rolando E. Montero A." userId="db44b2c1daed2876" providerId="LiveId" clId="{9E9C1F92-1DAC-443B-959C-C65D38100C90}" dt="2020-07-30T03:32:35.076" v="96" actId="20577"/>
          <ac:spMkLst>
            <pc:docMk/>
            <pc:sldMk cId="250774861" sldId="307"/>
            <ac:spMk id="14" creationId="{E05EE331-B550-4266-81D6-AD4A099D5E88}"/>
          </ac:spMkLst>
        </pc:spChg>
        <pc:spChg chg="add mod">
          <ac:chgData name="Rolando E. Montero A." userId="db44b2c1daed2876" providerId="LiveId" clId="{9E9C1F92-1DAC-443B-959C-C65D38100C90}" dt="2020-07-30T03:44:47.613" v="113" actId="1076"/>
          <ac:spMkLst>
            <pc:docMk/>
            <pc:sldMk cId="250774861" sldId="307"/>
            <ac:spMk id="16" creationId="{0B801899-25AD-42C9-BCC7-2B77148702C5}"/>
          </ac:spMkLst>
        </pc:spChg>
        <pc:spChg chg="add mod">
          <ac:chgData name="Rolando E. Montero A." userId="db44b2c1daed2876" providerId="LiveId" clId="{9E9C1F92-1DAC-443B-959C-C65D38100C90}" dt="2020-07-30T03:52:29.334" v="188" actId="1076"/>
          <ac:spMkLst>
            <pc:docMk/>
            <pc:sldMk cId="250774861" sldId="307"/>
            <ac:spMk id="18" creationId="{17D6768F-21E4-4A88-9AFE-5FB8C6A10355}"/>
          </ac:spMkLst>
        </pc:spChg>
        <pc:spChg chg="add mod">
          <ac:chgData name="Rolando E. Montero A." userId="db44b2c1daed2876" providerId="LiveId" clId="{9E9C1F92-1DAC-443B-959C-C65D38100C90}" dt="2020-07-30T03:44:47.613" v="113" actId="1076"/>
          <ac:spMkLst>
            <pc:docMk/>
            <pc:sldMk cId="250774861" sldId="307"/>
            <ac:spMk id="20" creationId="{EB7983C0-1461-4DC4-9FC2-E4BACD212FE9}"/>
          </ac:spMkLst>
        </pc:spChg>
        <pc:spChg chg="add mod">
          <ac:chgData name="Rolando E. Montero A." userId="db44b2c1daed2876" providerId="LiveId" clId="{9E9C1F92-1DAC-443B-959C-C65D38100C90}" dt="2020-07-30T03:44:47.613" v="113" actId="1076"/>
          <ac:spMkLst>
            <pc:docMk/>
            <pc:sldMk cId="250774861" sldId="307"/>
            <ac:spMk id="22" creationId="{4C6D4A96-228B-4278-B811-D919F23FE214}"/>
          </ac:spMkLst>
        </pc:spChg>
        <pc:spChg chg="add mod">
          <ac:chgData name="Rolando E. Montero A." userId="db44b2c1daed2876" providerId="LiveId" clId="{9E9C1F92-1DAC-443B-959C-C65D38100C90}" dt="2020-07-30T03:44:47.613" v="113" actId="1076"/>
          <ac:spMkLst>
            <pc:docMk/>
            <pc:sldMk cId="250774861" sldId="307"/>
            <ac:spMk id="24" creationId="{10879CA2-C8E8-4495-A0D0-073C28FD02CC}"/>
          </ac:spMkLst>
        </pc:spChg>
        <pc:spChg chg="add mod">
          <ac:chgData name="Rolando E. Montero A." userId="db44b2c1daed2876" providerId="LiveId" clId="{9E9C1F92-1DAC-443B-959C-C65D38100C90}" dt="2020-07-30T03:57:12.404" v="223" actId="1076"/>
          <ac:spMkLst>
            <pc:docMk/>
            <pc:sldMk cId="250774861" sldId="307"/>
            <ac:spMk id="26" creationId="{1AEB376B-05B0-4A61-8745-434733D888CA}"/>
          </ac:spMkLst>
        </pc:spChg>
        <pc:spChg chg="add mod">
          <ac:chgData name="Rolando E. Montero A." userId="db44b2c1daed2876" providerId="LiveId" clId="{9E9C1F92-1DAC-443B-959C-C65D38100C90}" dt="2020-07-30T03:45:01.520" v="115" actId="1076"/>
          <ac:spMkLst>
            <pc:docMk/>
            <pc:sldMk cId="250774861" sldId="307"/>
            <ac:spMk id="28" creationId="{537CAE88-2501-4886-8B86-57F5683BF937}"/>
          </ac:spMkLst>
        </pc:spChg>
        <pc:spChg chg="add mod">
          <ac:chgData name="Rolando E. Montero A." userId="db44b2c1daed2876" providerId="LiveId" clId="{9E9C1F92-1DAC-443B-959C-C65D38100C90}" dt="2020-07-30T03:56:58.116" v="221" actId="1076"/>
          <ac:spMkLst>
            <pc:docMk/>
            <pc:sldMk cId="250774861" sldId="307"/>
            <ac:spMk id="30" creationId="{36D3988F-87C5-48A0-BB4E-1D38EACEE0DE}"/>
          </ac:spMkLst>
        </pc:spChg>
        <pc:spChg chg="add mod">
          <ac:chgData name="Rolando E. Montero A." userId="db44b2c1daed2876" providerId="LiveId" clId="{9E9C1F92-1DAC-443B-959C-C65D38100C90}" dt="2020-07-30T03:44:55.843" v="114" actId="1076"/>
          <ac:spMkLst>
            <pc:docMk/>
            <pc:sldMk cId="250774861" sldId="307"/>
            <ac:spMk id="32" creationId="{19F4C95A-04CD-48D0-9B5F-28635BE71790}"/>
          </ac:spMkLst>
        </pc:spChg>
        <pc:spChg chg="add mod">
          <ac:chgData name="Rolando E. Montero A." userId="db44b2c1daed2876" providerId="LiveId" clId="{9E9C1F92-1DAC-443B-959C-C65D38100C90}" dt="2020-07-30T03:57:21.350" v="225" actId="1076"/>
          <ac:spMkLst>
            <pc:docMk/>
            <pc:sldMk cId="250774861" sldId="307"/>
            <ac:spMk id="34" creationId="{C7535A83-D7E1-402C-A3EF-C8225B2A72F2}"/>
          </ac:spMkLst>
        </pc:spChg>
        <pc:graphicFrameChg chg="add del mod">
          <ac:chgData name="Rolando E. Montero A." userId="db44b2c1daed2876" providerId="LiveId" clId="{9E9C1F92-1DAC-443B-959C-C65D38100C90}" dt="2020-07-30T03:56:37.378" v="218" actId="478"/>
          <ac:graphicFrameMkLst>
            <pc:docMk/>
            <pc:sldMk cId="250774861" sldId="307"/>
            <ac:graphicFrameMk id="5" creationId="{B16E778C-C628-419F-B861-0D5D66A5597E}"/>
          </ac:graphicFrameMkLst>
        </pc:graphicFrameChg>
        <pc:cxnChg chg="add mod">
          <ac:chgData name="Rolando E. Montero A." userId="db44b2c1daed2876" providerId="LiveId" clId="{9E9C1F92-1DAC-443B-959C-C65D38100C90}" dt="2020-07-30T03:49:41.074" v="155" actId="1076"/>
          <ac:cxnSpMkLst>
            <pc:docMk/>
            <pc:sldMk cId="250774861" sldId="307"/>
            <ac:cxnSpMk id="36" creationId="{C2BB5B25-7D1C-4854-A4BE-4A135D22003C}"/>
          </ac:cxnSpMkLst>
        </pc:cxnChg>
        <pc:cxnChg chg="add mod">
          <ac:chgData name="Rolando E. Montero A." userId="db44b2c1daed2876" providerId="LiveId" clId="{9E9C1F92-1DAC-443B-959C-C65D38100C90}" dt="2020-07-30T03:47:14.894" v="127" actId="14100"/>
          <ac:cxnSpMkLst>
            <pc:docMk/>
            <pc:sldMk cId="250774861" sldId="307"/>
            <ac:cxnSpMk id="37" creationId="{8F95A28C-5A5B-42E6-9BA3-FEA5C0BF5F4D}"/>
          </ac:cxnSpMkLst>
        </pc:cxnChg>
        <pc:cxnChg chg="add mod">
          <ac:chgData name="Rolando E. Montero A." userId="db44b2c1daed2876" providerId="LiveId" clId="{9E9C1F92-1DAC-443B-959C-C65D38100C90}" dt="2020-07-30T03:52:25.482" v="187" actId="14100"/>
          <ac:cxnSpMkLst>
            <pc:docMk/>
            <pc:sldMk cId="250774861" sldId="307"/>
            <ac:cxnSpMk id="42" creationId="{4596CDD2-E360-4733-9AE5-655A50E4B1C7}"/>
          </ac:cxnSpMkLst>
        </pc:cxnChg>
        <pc:cxnChg chg="add mod">
          <ac:chgData name="Rolando E. Montero A." userId="db44b2c1daed2876" providerId="LiveId" clId="{9E9C1F92-1DAC-443B-959C-C65D38100C90}" dt="2020-07-30T03:48:31.080" v="144" actId="14100"/>
          <ac:cxnSpMkLst>
            <pc:docMk/>
            <pc:sldMk cId="250774861" sldId="307"/>
            <ac:cxnSpMk id="45" creationId="{CB413678-F62A-4B66-A001-83C1B9E98BDB}"/>
          </ac:cxnSpMkLst>
        </pc:cxnChg>
        <pc:cxnChg chg="add mod">
          <ac:chgData name="Rolando E. Montero A." userId="db44b2c1daed2876" providerId="LiveId" clId="{9E9C1F92-1DAC-443B-959C-C65D38100C90}" dt="2020-07-30T03:52:10.324" v="183" actId="14100"/>
          <ac:cxnSpMkLst>
            <pc:docMk/>
            <pc:sldMk cId="250774861" sldId="307"/>
            <ac:cxnSpMk id="48" creationId="{62109A36-3F14-4E42-B120-5245C99CF310}"/>
          </ac:cxnSpMkLst>
        </pc:cxnChg>
        <pc:cxnChg chg="add mod">
          <ac:chgData name="Rolando E. Montero A." userId="db44b2c1daed2876" providerId="LiveId" clId="{9E9C1F92-1DAC-443B-959C-C65D38100C90}" dt="2020-07-30T03:48:22.795" v="143" actId="1076"/>
          <ac:cxnSpMkLst>
            <pc:docMk/>
            <pc:sldMk cId="250774861" sldId="307"/>
            <ac:cxnSpMk id="53" creationId="{177D40E7-EA10-4820-AE1D-BE06ECD24D25}"/>
          </ac:cxnSpMkLst>
        </pc:cxnChg>
        <pc:cxnChg chg="add mod">
          <ac:chgData name="Rolando E. Montero A." userId="db44b2c1daed2876" providerId="LiveId" clId="{9E9C1F92-1DAC-443B-959C-C65D38100C90}" dt="2020-07-30T03:48:39.869" v="147" actId="14100"/>
          <ac:cxnSpMkLst>
            <pc:docMk/>
            <pc:sldMk cId="250774861" sldId="307"/>
            <ac:cxnSpMk id="59" creationId="{9A89A20D-7F39-4298-93A3-ADD8D9061086}"/>
          </ac:cxnSpMkLst>
        </pc:cxnChg>
        <pc:cxnChg chg="add mod">
          <ac:chgData name="Rolando E. Montero A." userId="db44b2c1daed2876" providerId="LiveId" clId="{9E9C1F92-1DAC-443B-959C-C65D38100C90}" dt="2020-07-30T03:49:14.625" v="151" actId="14100"/>
          <ac:cxnSpMkLst>
            <pc:docMk/>
            <pc:sldMk cId="250774861" sldId="307"/>
            <ac:cxnSpMk id="62" creationId="{A42261E5-EC42-427F-B0F8-23B95EC9942F}"/>
          </ac:cxnSpMkLst>
        </pc:cxnChg>
        <pc:cxnChg chg="add mod">
          <ac:chgData name="Rolando E. Montero A." userId="db44b2c1daed2876" providerId="LiveId" clId="{9E9C1F92-1DAC-443B-959C-C65D38100C90}" dt="2020-07-30T03:52:03.929" v="180" actId="14100"/>
          <ac:cxnSpMkLst>
            <pc:docMk/>
            <pc:sldMk cId="250774861" sldId="307"/>
            <ac:cxnSpMk id="65" creationId="{CA80A2FD-154C-46C1-80B2-9CE0C993F743}"/>
          </ac:cxnSpMkLst>
        </pc:cxnChg>
        <pc:cxnChg chg="add mod">
          <ac:chgData name="Rolando E. Montero A." userId="db44b2c1daed2876" providerId="LiveId" clId="{9E9C1F92-1DAC-443B-959C-C65D38100C90}" dt="2020-07-30T03:50:57.454" v="170" actId="14100"/>
          <ac:cxnSpMkLst>
            <pc:docMk/>
            <pc:sldMk cId="250774861" sldId="307"/>
            <ac:cxnSpMk id="66" creationId="{F140D129-5622-494B-9286-BD80833443C9}"/>
          </ac:cxnSpMkLst>
        </pc:cxnChg>
        <pc:cxnChg chg="add mod">
          <ac:chgData name="Rolando E. Montero A." userId="db44b2c1daed2876" providerId="LiveId" clId="{9E9C1F92-1DAC-443B-959C-C65D38100C90}" dt="2020-07-30T03:52:29.334" v="188" actId="1076"/>
          <ac:cxnSpMkLst>
            <pc:docMk/>
            <pc:sldMk cId="250774861" sldId="307"/>
            <ac:cxnSpMk id="67" creationId="{A597BE5C-4DD2-4BBA-941D-96B59E3983F0}"/>
          </ac:cxnSpMkLst>
        </pc:cxnChg>
        <pc:cxnChg chg="add mod">
          <ac:chgData name="Rolando E. Montero A." userId="db44b2c1daed2876" providerId="LiveId" clId="{9E9C1F92-1DAC-443B-959C-C65D38100C90}" dt="2020-07-30T03:52:29.334" v="188" actId="1076"/>
          <ac:cxnSpMkLst>
            <pc:docMk/>
            <pc:sldMk cId="250774861" sldId="307"/>
            <ac:cxnSpMk id="68" creationId="{FCE19133-CA97-48D8-B682-FC969BE3037C}"/>
          </ac:cxnSpMkLst>
        </pc:cxnChg>
        <pc:cxnChg chg="add mod">
          <ac:chgData name="Rolando E. Montero A." userId="db44b2c1daed2876" providerId="LiveId" clId="{9E9C1F92-1DAC-443B-959C-C65D38100C90}" dt="2020-07-30T03:52:29.334" v="188" actId="1076"/>
          <ac:cxnSpMkLst>
            <pc:docMk/>
            <pc:sldMk cId="250774861" sldId="307"/>
            <ac:cxnSpMk id="69" creationId="{00A2471D-CA3A-44F0-8BA8-BFB317A7EF02}"/>
          </ac:cxnSpMkLst>
        </pc:cxnChg>
        <pc:cxnChg chg="add mod">
          <ac:chgData name="Rolando E. Montero A." userId="db44b2c1daed2876" providerId="LiveId" clId="{9E9C1F92-1DAC-443B-959C-C65D38100C90}" dt="2020-07-30T03:52:29.334" v="188" actId="1076"/>
          <ac:cxnSpMkLst>
            <pc:docMk/>
            <pc:sldMk cId="250774861" sldId="307"/>
            <ac:cxnSpMk id="70" creationId="{CDE2A7F7-0424-499B-9B9D-010B56E1DF0B}"/>
          </ac:cxnSpMkLst>
        </pc:cxnChg>
        <pc:cxnChg chg="add mod">
          <ac:chgData name="Rolando E. Montero A." userId="db44b2c1daed2876" providerId="LiveId" clId="{9E9C1F92-1DAC-443B-959C-C65D38100C90}" dt="2020-07-30T03:54:04.782" v="214" actId="14100"/>
          <ac:cxnSpMkLst>
            <pc:docMk/>
            <pc:sldMk cId="250774861" sldId="307"/>
            <ac:cxnSpMk id="95" creationId="{693BCE3F-6F3D-4F86-82F6-C9ACBE44C224}"/>
          </ac:cxnSpMkLst>
        </pc:cxnChg>
        <pc:cxnChg chg="add mod">
          <ac:chgData name="Rolando E. Montero A." userId="db44b2c1daed2876" providerId="LiveId" clId="{9E9C1F92-1DAC-443B-959C-C65D38100C90}" dt="2020-07-30T03:57:21.350" v="225" actId="1076"/>
          <ac:cxnSpMkLst>
            <pc:docMk/>
            <pc:sldMk cId="250774861" sldId="307"/>
            <ac:cxnSpMk id="96" creationId="{CE880C8F-DF14-450F-BB9E-5F775E75DDC7}"/>
          </ac:cxnSpMkLst>
        </pc:cxnChg>
        <pc:cxnChg chg="add mod">
          <ac:chgData name="Rolando E. Montero A." userId="db44b2c1daed2876" providerId="LiveId" clId="{9E9C1F92-1DAC-443B-959C-C65D38100C90}" dt="2020-07-30T03:57:12.404" v="223" actId="1076"/>
          <ac:cxnSpMkLst>
            <pc:docMk/>
            <pc:sldMk cId="250774861" sldId="307"/>
            <ac:cxnSpMk id="97" creationId="{365D0780-3805-40A3-9616-2764E0BB2CA2}"/>
          </ac:cxnSpMkLst>
        </pc:cxnChg>
        <pc:cxnChg chg="add mod">
          <ac:chgData name="Rolando E. Montero A." userId="db44b2c1daed2876" providerId="LiveId" clId="{9E9C1F92-1DAC-443B-959C-C65D38100C90}" dt="2020-07-30T03:57:21.350" v="225" actId="1076"/>
          <ac:cxnSpMkLst>
            <pc:docMk/>
            <pc:sldMk cId="250774861" sldId="307"/>
            <ac:cxnSpMk id="98" creationId="{1BDF0C86-4B27-4A06-957B-B9029E99FEA4}"/>
          </ac:cxnSpMkLst>
        </pc:cxnChg>
        <pc:cxnChg chg="add mod">
          <ac:chgData name="Rolando E. Montero A." userId="db44b2c1daed2876" providerId="LiveId" clId="{9E9C1F92-1DAC-443B-959C-C65D38100C90}" dt="2020-07-30T03:56:58.116" v="221" actId="1076"/>
          <ac:cxnSpMkLst>
            <pc:docMk/>
            <pc:sldMk cId="250774861" sldId="307"/>
            <ac:cxnSpMk id="102" creationId="{34B46AB4-DC6E-4089-9AD2-8323DE189FC8}"/>
          </ac:cxnSpMkLst>
        </pc:cxnChg>
        <pc:cxnChg chg="add mod">
          <ac:chgData name="Rolando E. Montero A." userId="db44b2c1daed2876" providerId="LiveId" clId="{9E9C1F92-1DAC-443B-959C-C65D38100C90}" dt="2020-07-30T03:57:12.404" v="223" actId="1076"/>
          <ac:cxnSpMkLst>
            <pc:docMk/>
            <pc:sldMk cId="250774861" sldId="307"/>
            <ac:cxnSpMk id="103" creationId="{895484CD-FFB6-4AEA-ABC0-174763CC0BD0}"/>
          </ac:cxnSpMkLst>
        </pc:cxnChg>
        <pc:cxnChg chg="add mod">
          <ac:chgData name="Rolando E. Montero A." userId="db44b2c1daed2876" providerId="LiveId" clId="{9E9C1F92-1DAC-443B-959C-C65D38100C90}" dt="2020-07-30T03:56:58.116" v="221" actId="1076"/>
          <ac:cxnSpMkLst>
            <pc:docMk/>
            <pc:sldMk cId="250774861" sldId="307"/>
            <ac:cxnSpMk id="104" creationId="{48E5AD44-BC52-4EAA-BB1C-FF093B701867}"/>
          </ac:cxnSpMkLst>
        </pc:cxnChg>
      </pc:sldChg>
      <pc:sldChg chg="del">
        <pc:chgData name="Rolando E. Montero A." userId="db44b2c1daed2876" providerId="LiveId" clId="{9E9C1F92-1DAC-443B-959C-C65D38100C90}" dt="2020-07-30T02:09:28.089" v="1" actId="47"/>
        <pc:sldMkLst>
          <pc:docMk/>
          <pc:sldMk cId="2922354737" sldId="307"/>
        </pc:sldMkLst>
      </pc:sldChg>
      <pc:sldChg chg="addSp delSp modSp add mod">
        <pc:chgData name="Rolando E. Montero A." userId="db44b2c1daed2876" providerId="LiveId" clId="{9E9C1F92-1DAC-443B-959C-C65D38100C90}" dt="2020-07-30T04:13:20.245" v="328" actId="1076"/>
        <pc:sldMkLst>
          <pc:docMk/>
          <pc:sldMk cId="1527550607" sldId="308"/>
        </pc:sldMkLst>
        <pc:spChg chg="mod">
          <ac:chgData name="Rolando E. Montero A." userId="db44b2c1daed2876" providerId="LiveId" clId="{9E9C1F92-1DAC-443B-959C-C65D38100C90}" dt="2020-07-30T04:13:20.245" v="328" actId="1076"/>
          <ac:spMkLst>
            <pc:docMk/>
            <pc:sldMk cId="1527550607" sldId="308"/>
            <ac:spMk id="2" creationId="{65E27266-F475-4DED-A224-79E38B502483}"/>
          </ac:spMkLst>
        </pc:spChg>
        <pc:spChg chg="del mod">
          <ac:chgData name="Rolando E. Montero A." userId="db44b2c1daed2876" providerId="LiveId" clId="{9E9C1F92-1DAC-443B-959C-C65D38100C90}" dt="2020-07-30T04:00:16.800" v="242" actId="478"/>
          <ac:spMkLst>
            <pc:docMk/>
            <pc:sldMk cId="1527550607" sldId="308"/>
            <ac:spMk id="6" creationId="{BB694090-E586-4E38-AD5B-190C6F46C0B9}"/>
          </ac:spMkLst>
        </pc:spChg>
        <pc:spChg chg="del">
          <ac:chgData name="Rolando E. Montero A." userId="db44b2c1daed2876" providerId="LiveId" clId="{9E9C1F92-1DAC-443B-959C-C65D38100C90}" dt="2020-07-30T04:00:16.800" v="242" actId="478"/>
          <ac:spMkLst>
            <pc:docMk/>
            <pc:sldMk cId="1527550607" sldId="308"/>
            <ac:spMk id="8" creationId="{AC28B6ED-A7D4-4AE2-8527-60A642781C27}"/>
          </ac:spMkLst>
        </pc:spChg>
        <pc:spChg chg="del mod">
          <ac:chgData name="Rolando E. Montero A." userId="db44b2c1daed2876" providerId="LiveId" clId="{9E9C1F92-1DAC-443B-959C-C65D38100C90}" dt="2020-07-30T04:00:16.800" v="242" actId="478"/>
          <ac:spMkLst>
            <pc:docMk/>
            <pc:sldMk cId="1527550607" sldId="308"/>
            <ac:spMk id="10" creationId="{E498A2C4-348C-419C-8759-5BEFC2715614}"/>
          </ac:spMkLst>
        </pc:spChg>
        <pc:spChg chg="del mod">
          <ac:chgData name="Rolando E. Montero A." userId="db44b2c1daed2876" providerId="LiveId" clId="{9E9C1F92-1DAC-443B-959C-C65D38100C90}" dt="2020-07-30T04:00:16.800" v="242" actId="478"/>
          <ac:spMkLst>
            <pc:docMk/>
            <pc:sldMk cId="1527550607" sldId="308"/>
            <ac:spMk id="12" creationId="{98D66E55-F763-4FEC-9C4A-B02EB701CC53}"/>
          </ac:spMkLst>
        </pc:spChg>
        <pc:spChg chg="del mod">
          <ac:chgData name="Rolando E. Montero A." userId="db44b2c1daed2876" providerId="LiveId" clId="{9E9C1F92-1DAC-443B-959C-C65D38100C90}" dt="2020-07-30T04:00:16.800" v="242" actId="478"/>
          <ac:spMkLst>
            <pc:docMk/>
            <pc:sldMk cId="1527550607" sldId="308"/>
            <ac:spMk id="14" creationId="{E05EE331-B550-4266-81D6-AD4A099D5E88}"/>
          </ac:spMkLst>
        </pc:spChg>
        <pc:spChg chg="del">
          <ac:chgData name="Rolando E. Montero A." userId="db44b2c1daed2876" providerId="LiveId" clId="{9E9C1F92-1DAC-443B-959C-C65D38100C90}" dt="2020-07-30T04:00:16.800" v="242" actId="478"/>
          <ac:spMkLst>
            <pc:docMk/>
            <pc:sldMk cId="1527550607" sldId="308"/>
            <ac:spMk id="16" creationId="{0B801899-25AD-42C9-BCC7-2B77148702C5}"/>
          </ac:spMkLst>
        </pc:spChg>
        <pc:spChg chg="del">
          <ac:chgData name="Rolando E. Montero A." userId="db44b2c1daed2876" providerId="LiveId" clId="{9E9C1F92-1DAC-443B-959C-C65D38100C90}" dt="2020-07-30T04:00:16.800" v="242" actId="478"/>
          <ac:spMkLst>
            <pc:docMk/>
            <pc:sldMk cId="1527550607" sldId="308"/>
            <ac:spMk id="18" creationId="{17D6768F-21E4-4A88-9AFE-5FB8C6A10355}"/>
          </ac:spMkLst>
        </pc:spChg>
        <pc:spChg chg="del">
          <ac:chgData name="Rolando E. Montero A." userId="db44b2c1daed2876" providerId="LiveId" clId="{9E9C1F92-1DAC-443B-959C-C65D38100C90}" dt="2020-07-30T04:00:16.800" v="242" actId="478"/>
          <ac:spMkLst>
            <pc:docMk/>
            <pc:sldMk cId="1527550607" sldId="308"/>
            <ac:spMk id="20" creationId="{EB7983C0-1461-4DC4-9FC2-E4BACD212FE9}"/>
          </ac:spMkLst>
        </pc:spChg>
        <pc:spChg chg="del">
          <ac:chgData name="Rolando E. Montero A." userId="db44b2c1daed2876" providerId="LiveId" clId="{9E9C1F92-1DAC-443B-959C-C65D38100C90}" dt="2020-07-30T04:00:16.800" v="242" actId="478"/>
          <ac:spMkLst>
            <pc:docMk/>
            <pc:sldMk cId="1527550607" sldId="308"/>
            <ac:spMk id="22" creationId="{4C6D4A96-228B-4278-B811-D919F23FE214}"/>
          </ac:spMkLst>
        </pc:spChg>
        <pc:spChg chg="del">
          <ac:chgData name="Rolando E. Montero A." userId="db44b2c1daed2876" providerId="LiveId" clId="{9E9C1F92-1DAC-443B-959C-C65D38100C90}" dt="2020-07-30T04:00:16.800" v="242" actId="478"/>
          <ac:spMkLst>
            <pc:docMk/>
            <pc:sldMk cId="1527550607" sldId="308"/>
            <ac:spMk id="24" creationId="{10879CA2-C8E8-4495-A0D0-073C28FD02CC}"/>
          </ac:spMkLst>
        </pc:spChg>
        <pc:spChg chg="mod">
          <ac:chgData name="Rolando E. Montero A." userId="db44b2c1daed2876" providerId="LiveId" clId="{9E9C1F92-1DAC-443B-959C-C65D38100C90}" dt="2020-07-30T04:09:41.545" v="301" actId="1076"/>
          <ac:spMkLst>
            <pc:docMk/>
            <pc:sldMk cId="1527550607" sldId="308"/>
            <ac:spMk id="26" creationId="{1AEB376B-05B0-4A61-8745-434733D888CA}"/>
          </ac:spMkLst>
        </pc:spChg>
        <pc:spChg chg="mod">
          <ac:chgData name="Rolando E. Montero A." userId="db44b2c1daed2876" providerId="LiveId" clId="{9E9C1F92-1DAC-443B-959C-C65D38100C90}" dt="2020-07-30T04:07:44.855" v="282" actId="1076"/>
          <ac:spMkLst>
            <pc:docMk/>
            <pc:sldMk cId="1527550607" sldId="308"/>
            <ac:spMk id="28" creationId="{537CAE88-2501-4886-8B86-57F5683BF937}"/>
          </ac:spMkLst>
        </pc:spChg>
        <pc:spChg chg="mod">
          <ac:chgData name="Rolando E. Montero A." userId="db44b2c1daed2876" providerId="LiveId" clId="{9E9C1F92-1DAC-443B-959C-C65D38100C90}" dt="2020-07-30T04:07:38.431" v="281" actId="1076"/>
          <ac:spMkLst>
            <pc:docMk/>
            <pc:sldMk cId="1527550607" sldId="308"/>
            <ac:spMk id="30" creationId="{36D3988F-87C5-48A0-BB4E-1D38EACEE0DE}"/>
          </ac:spMkLst>
        </pc:spChg>
        <pc:spChg chg="mod">
          <ac:chgData name="Rolando E. Montero A." userId="db44b2c1daed2876" providerId="LiveId" clId="{9E9C1F92-1DAC-443B-959C-C65D38100C90}" dt="2020-07-30T04:08:24.747" v="286" actId="1076"/>
          <ac:spMkLst>
            <pc:docMk/>
            <pc:sldMk cId="1527550607" sldId="308"/>
            <ac:spMk id="32" creationId="{19F4C95A-04CD-48D0-9B5F-28635BE71790}"/>
          </ac:spMkLst>
        </pc:spChg>
        <pc:spChg chg="mod">
          <ac:chgData name="Rolando E. Montero A." userId="db44b2c1daed2876" providerId="LiveId" clId="{9E9C1F92-1DAC-443B-959C-C65D38100C90}" dt="2020-07-30T04:07:52.849" v="283" actId="1076"/>
          <ac:spMkLst>
            <pc:docMk/>
            <pc:sldMk cId="1527550607" sldId="308"/>
            <ac:spMk id="34" creationId="{C7535A83-D7E1-402C-A3EF-C8225B2A72F2}"/>
          </ac:spMkLst>
        </pc:spChg>
        <pc:spChg chg="add del">
          <ac:chgData name="Rolando E. Montero A." userId="db44b2c1daed2876" providerId="LiveId" clId="{9E9C1F92-1DAC-443B-959C-C65D38100C90}" dt="2020-07-30T03:59:59.041" v="239" actId="22"/>
          <ac:spMkLst>
            <pc:docMk/>
            <pc:sldMk cId="1527550607" sldId="308"/>
            <ac:spMk id="49" creationId="{D0030329-0B2C-453D-8973-F36B992CEB47}"/>
          </ac:spMkLst>
        </pc:spChg>
        <pc:spChg chg="add del">
          <ac:chgData name="Rolando E. Montero A." userId="db44b2c1daed2876" providerId="LiveId" clId="{9E9C1F92-1DAC-443B-959C-C65D38100C90}" dt="2020-07-30T04:00:08.403" v="241" actId="478"/>
          <ac:spMkLst>
            <pc:docMk/>
            <pc:sldMk cId="1527550607" sldId="308"/>
            <ac:spMk id="51" creationId="{AEAD24F7-B379-4191-8A9A-6003B6345A13}"/>
          </ac:spMkLst>
        </pc:spChg>
        <pc:spChg chg="add mod">
          <ac:chgData name="Rolando E. Montero A." userId="db44b2c1daed2876" providerId="LiveId" clId="{9E9C1F92-1DAC-443B-959C-C65D38100C90}" dt="2020-07-30T04:09:47.534" v="302" actId="1076"/>
          <ac:spMkLst>
            <pc:docMk/>
            <pc:sldMk cId="1527550607" sldId="308"/>
            <ac:spMk id="52" creationId="{7038B2F9-5683-44E2-A714-56909890EB80}"/>
          </ac:spMkLst>
        </pc:spChg>
        <pc:spChg chg="add mod">
          <ac:chgData name="Rolando E. Montero A." userId="db44b2c1daed2876" providerId="LiveId" clId="{9E9C1F92-1DAC-443B-959C-C65D38100C90}" dt="2020-07-30T04:08:30.405" v="287" actId="1076"/>
          <ac:spMkLst>
            <pc:docMk/>
            <pc:sldMk cId="1527550607" sldId="308"/>
            <ac:spMk id="54" creationId="{7703B576-E89E-4F49-A5E4-204323A8F4E6}"/>
          </ac:spMkLst>
        </pc:spChg>
        <pc:spChg chg="add mod">
          <ac:chgData name="Rolando E. Montero A." userId="db44b2c1daed2876" providerId="LiveId" clId="{9E9C1F92-1DAC-443B-959C-C65D38100C90}" dt="2020-07-30T04:08:03.661" v="284" actId="1076"/>
          <ac:spMkLst>
            <pc:docMk/>
            <pc:sldMk cId="1527550607" sldId="308"/>
            <ac:spMk id="55" creationId="{C5ED93D5-6E22-46D0-9353-FBC2FF387FC2}"/>
          </ac:spMkLst>
        </pc:spChg>
        <pc:cxnChg chg="del mod">
          <ac:chgData name="Rolando E. Montero A." userId="db44b2c1daed2876" providerId="LiveId" clId="{9E9C1F92-1DAC-443B-959C-C65D38100C90}" dt="2020-07-30T04:00:16.800" v="242" actId="478"/>
          <ac:cxnSpMkLst>
            <pc:docMk/>
            <pc:sldMk cId="1527550607" sldId="308"/>
            <ac:cxnSpMk id="36" creationId="{C2BB5B25-7D1C-4854-A4BE-4A135D22003C}"/>
          </ac:cxnSpMkLst>
        </pc:cxnChg>
        <pc:cxnChg chg="del mod">
          <ac:chgData name="Rolando E. Montero A." userId="db44b2c1daed2876" providerId="LiveId" clId="{9E9C1F92-1DAC-443B-959C-C65D38100C90}" dt="2020-07-30T04:00:16.800" v="242" actId="478"/>
          <ac:cxnSpMkLst>
            <pc:docMk/>
            <pc:sldMk cId="1527550607" sldId="308"/>
            <ac:cxnSpMk id="37" creationId="{8F95A28C-5A5B-42E6-9BA3-FEA5C0BF5F4D}"/>
          </ac:cxnSpMkLst>
        </pc:cxnChg>
        <pc:cxnChg chg="del mod">
          <ac:chgData name="Rolando E. Montero A." userId="db44b2c1daed2876" providerId="LiveId" clId="{9E9C1F92-1DAC-443B-959C-C65D38100C90}" dt="2020-07-30T04:00:16.800" v="242" actId="478"/>
          <ac:cxnSpMkLst>
            <pc:docMk/>
            <pc:sldMk cId="1527550607" sldId="308"/>
            <ac:cxnSpMk id="42" creationId="{4596CDD2-E360-4733-9AE5-655A50E4B1C7}"/>
          </ac:cxnSpMkLst>
        </pc:cxnChg>
        <pc:cxnChg chg="del mod">
          <ac:chgData name="Rolando E. Montero A." userId="db44b2c1daed2876" providerId="LiveId" clId="{9E9C1F92-1DAC-443B-959C-C65D38100C90}" dt="2020-07-30T04:00:16.800" v="242" actId="478"/>
          <ac:cxnSpMkLst>
            <pc:docMk/>
            <pc:sldMk cId="1527550607" sldId="308"/>
            <ac:cxnSpMk id="45" creationId="{CB413678-F62A-4B66-A001-83C1B9E98BDB}"/>
          </ac:cxnSpMkLst>
        </pc:cxnChg>
        <pc:cxnChg chg="del mod">
          <ac:chgData name="Rolando E. Montero A." userId="db44b2c1daed2876" providerId="LiveId" clId="{9E9C1F92-1DAC-443B-959C-C65D38100C90}" dt="2020-07-30T04:00:16.800" v="242" actId="478"/>
          <ac:cxnSpMkLst>
            <pc:docMk/>
            <pc:sldMk cId="1527550607" sldId="308"/>
            <ac:cxnSpMk id="48" creationId="{62109A36-3F14-4E42-B120-5245C99CF310}"/>
          </ac:cxnSpMkLst>
        </pc:cxnChg>
        <pc:cxnChg chg="del mod">
          <ac:chgData name="Rolando E. Montero A." userId="db44b2c1daed2876" providerId="LiveId" clId="{9E9C1F92-1DAC-443B-959C-C65D38100C90}" dt="2020-07-30T04:00:16.800" v="242" actId="478"/>
          <ac:cxnSpMkLst>
            <pc:docMk/>
            <pc:sldMk cId="1527550607" sldId="308"/>
            <ac:cxnSpMk id="53" creationId="{177D40E7-EA10-4820-AE1D-BE06ECD24D25}"/>
          </ac:cxnSpMkLst>
        </pc:cxnChg>
        <pc:cxnChg chg="add mod">
          <ac:chgData name="Rolando E. Montero A." userId="db44b2c1daed2876" providerId="LiveId" clId="{9E9C1F92-1DAC-443B-959C-C65D38100C90}" dt="2020-07-30T04:13:12.261" v="327" actId="14100"/>
          <ac:cxnSpMkLst>
            <pc:docMk/>
            <pc:sldMk cId="1527550607" sldId="308"/>
            <ac:cxnSpMk id="56" creationId="{B23DAD09-4D3B-462D-9C31-BA08E8FB3F6A}"/>
          </ac:cxnSpMkLst>
        </pc:cxnChg>
        <pc:cxnChg chg="add mod">
          <ac:chgData name="Rolando E. Montero A." userId="db44b2c1daed2876" providerId="LiveId" clId="{9E9C1F92-1DAC-443B-959C-C65D38100C90}" dt="2020-07-30T04:10:57.327" v="316" actId="14100"/>
          <ac:cxnSpMkLst>
            <pc:docMk/>
            <pc:sldMk cId="1527550607" sldId="308"/>
            <ac:cxnSpMk id="57" creationId="{115822BE-DE1D-41C4-843E-D9D5B9624D3B}"/>
          </ac:cxnSpMkLst>
        </pc:cxnChg>
        <pc:cxnChg chg="add mod">
          <ac:chgData name="Rolando E. Montero A." userId="db44b2c1daed2876" providerId="LiveId" clId="{9E9C1F92-1DAC-443B-959C-C65D38100C90}" dt="2020-07-30T04:12:37.519" v="319" actId="14100"/>
          <ac:cxnSpMkLst>
            <pc:docMk/>
            <pc:sldMk cId="1527550607" sldId="308"/>
            <ac:cxnSpMk id="58" creationId="{70C60A22-4AF3-4565-AB14-0EC84251F1C7}"/>
          </ac:cxnSpMkLst>
        </pc:cxnChg>
        <pc:cxnChg chg="del mod">
          <ac:chgData name="Rolando E. Montero A." userId="db44b2c1daed2876" providerId="LiveId" clId="{9E9C1F92-1DAC-443B-959C-C65D38100C90}" dt="2020-07-30T04:00:16.800" v="242" actId="478"/>
          <ac:cxnSpMkLst>
            <pc:docMk/>
            <pc:sldMk cId="1527550607" sldId="308"/>
            <ac:cxnSpMk id="59" creationId="{9A89A20D-7F39-4298-93A3-ADD8D9061086}"/>
          </ac:cxnSpMkLst>
        </pc:cxnChg>
        <pc:cxnChg chg="del mod">
          <ac:chgData name="Rolando E. Montero A." userId="db44b2c1daed2876" providerId="LiveId" clId="{9E9C1F92-1DAC-443B-959C-C65D38100C90}" dt="2020-07-30T04:00:16.800" v="242" actId="478"/>
          <ac:cxnSpMkLst>
            <pc:docMk/>
            <pc:sldMk cId="1527550607" sldId="308"/>
            <ac:cxnSpMk id="62" creationId="{A42261E5-EC42-427F-B0F8-23B95EC9942F}"/>
          </ac:cxnSpMkLst>
        </pc:cxnChg>
        <pc:cxnChg chg="del mod">
          <ac:chgData name="Rolando E. Montero A." userId="db44b2c1daed2876" providerId="LiveId" clId="{9E9C1F92-1DAC-443B-959C-C65D38100C90}" dt="2020-07-30T04:00:16.800" v="242" actId="478"/>
          <ac:cxnSpMkLst>
            <pc:docMk/>
            <pc:sldMk cId="1527550607" sldId="308"/>
            <ac:cxnSpMk id="65" creationId="{CA80A2FD-154C-46C1-80B2-9CE0C993F743}"/>
          </ac:cxnSpMkLst>
        </pc:cxnChg>
        <pc:cxnChg chg="del mod">
          <ac:chgData name="Rolando E. Montero A." userId="db44b2c1daed2876" providerId="LiveId" clId="{9E9C1F92-1DAC-443B-959C-C65D38100C90}" dt="2020-07-30T04:00:16.800" v="242" actId="478"/>
          <ac:cxnSpMkLst>
            <pc:docMk/>
            <pc:sldMk cId="1527550607" sldId="308"/>
            <ac:cxnSpMk id="66" creationId="{F140D129-5622-494B-9286-BD80833443C9}"/>
          </ac:cxnSpMkLst>
        </pc:cxnChg>
        <pc:cxnChg chg="del mod">
          <ac:chgData name="Rolando E. Montero A." userId="db44b2c1daed2876" providerId="LiveId" clId="{9E9C1F92-1DAC-443B-959C-C65D38100C90}" dt="2020-07-30T04:00:16.800" v="242" actId="478"/>
          <ac:cxnSpMkLst>
            <pc:docMk/>
            <pc:sldMk cId="1527550607" sldId="308"/>
            <ac:cxnSpMk id="67" creationId="{A597BE5C-4DD2-4BBA-941D-96B59E3983F0}"/>
          </ac:cxnSpMkLst>
        </pc:cxnChg>
        <pc:cxnChg chg="del mod">
          <ac:chgData name="Rolando E. Montero A." userId="db44b2c1daed2876" providerId="LiveId" clId="{9E9C1F92-1DAC-443B-959C-C65D38100C90}" dt="2020-07-30T04:00:16.800" v="242" actId="478"/>
          <ac:cxnSpMkLst>
            <pc:docMk/>
            <pc:sldMk cId="1527550607" sldId="308"/>
            <ac:cxnSpMk id="68" creationId="{FCE19133-CA97-48D8-B682-FC969BE3037C}"/>
          </ac:cxnSpMkLst>
        </pc:cxnChg>
        <pc:cxnChg chg="del mod">
          <ac:chgData name="Rolando E. Montero A." userId="db44b2c1daed2876" providerId="LiveId" clId="{9E9C1F92-1DAC-443B-959C-C65D38100C90}" dt="2020-07-30T04:00:16.800" v="242" actId="478"/>
          <ac:cxnSpMkLst>
            <pc:docMk/>
            <pc:sldMk cId="1527550607" sldId="308"/>
            <ac:cxnSpMk id="69" creationId="{00A2471D-CA3A-44F0-8BA8-BFB317A7EF02}"/>
          </ac:cxnSpMkLst>
        </pc:cxnChg>
        <pc:cxnChg chg="del mod">
          <ac:chgData name="Rolando E. Montero A." userId="db44b2c1daed2876" providerId="LiveId" clId="{9E9C1F92-1DAC-443B-959C-C65D38100C90}" dt="2020-07-30T04:00:16.800" v="242" actId="478"/>
          <ac:cxnSpMkLst>
            <pc:docMk/>
            <pc:sldMk cId="1527550607" sldId="308"/>
            <ac:cxnSpMk id="70" creationId="{CDE2A7F7-0424-499B-9B9D-010B56E1DF0B}"/>
          </ac:cxnSpMkLst>
        </pc:cxnChg>
        <pc:cxnChg chg="mod">
          <ac:chgData name="Rolando E. Montero A." userId="db44b2c1daed2876" providerId="LiveId" clId="{9E9C1F92-1DAC-443B-959C-C65D38100C90}" dt="2020-07-30T04:12:50.263" v="321" actId="14100"/>
          <ac:cxnSpMkLst>
            <pc:docMk/>
            <pc:sldMk cId="1527550607" sldId="308"/>
            <ac:cxnSpMk id="95" creationId="{693BCE3F-6F3D-4F86-82F6-C9ACBE44C224}"/>
          </ac:cxnSpMkLst>
        </pc:cxnChg>
        <pc:cxnChg chg="mod">
          <ac:chgData name="Rolando E. Montero A." userId="db44b2c1daed2876" providerId="LiveId" clId="{9E9C1F92-1DAC-443B-959C-C65D38100C90}" dt="2020-07-30T04:09:35.706" v="300" actId="14100"/>
          <ac:cxnSpMkLst>
            <pc:docMk/>
            <pc:sldMk cId="1527550607" sldId="308"/>
            <ac:cxnSpMk id="96" creationId="{CE880C8F-DF14-450F-BB9E-5F775E75DDC7}"/>
          </ac:cxnSpMkLst>
        </pc:cxnChg>
        <pc:cxnChg chg="mod">
          <ac:chgData name="Rolando E. Montero A." userId="db44b2c1daed2876" providerId="LiveId" clId="{9E9C1F92-1DAC-443B-959C-C65D38100C90}" dt="2020-07-30T04:08:53.495" v="291" actId="14100"/>
          <ac:cxnSpMkLst>
            <pc:docMk/>
            <pc:sldMk cId="1527550607" sldId="308"/>
            <ac:cxnSpMk id="97" creationId="{365D0780-3805-40A3-9616-2764E0BB2CA2}"/>
          </ac:cxnSpMkLst>
        </pc:cxnChg>
        <pc:cxnChg chg="mod">
          <ac:chgData name="Rolando E. Montero A." userId="db44b2c1daed2876" providerId="LiveId" clId="{9E9C1F92-1DAC-443B-959C-C65D38100C90}" dt="2020-07-30T04:12:27.490" v="318" actId="14100"/>
          <ac:cxnSpMkLst>
            <pc:docMk/>
            <pc:sldMk cId="1527550607" sldId="308"/>
            <ac:cxnSpMk id="98" creationId="{1BDF0C86-4B27-4A06-957B-B9029E99FEA4}"/>
          </ac:cxnSpMkLst>
        </pc:cxnChg>
        <pc:cxnChg chg="mod">
          <ac:chgData name="Rolando E. Montero A." userId="db44b2c1daed2876" providerId="LiveId" clId="{9E9C1F92-1DAC-443B-959C-C65D38100C90}" dt="2020-07-30T04:09:22.630" v="297" actId="14100"/>
          <ac:cxnSpMkLst>
            <pc:docMk/>
            <pc:sldMk cId="1527550607" sldId="308"/>
            <ac:cxnSpMk id="102" creationId="{34B46AB4-DC6E-4089-9AD2-8323DE189FC8}"/>
          </ac:cxnSpMkLst>
        </pc:cxnChg>
        <pc:cxnChg chg="mod">
          <ac:chgData name="Rolando E. Montero A." userId="db44b2c1daed2876" providerId="LiveId" clId="{9E9C1F92-1DAC-443B-959C-C65D38100C90}" dt="2020-07-30T04:13:01.759" v="324" actId="14100"/>
          <ac:cxnSpMkLst>
            <pc:docMk/>
            <pc:sldMk cId="1527550607" sldId="308"/>
            <ac:cxnSpMk id="103" creationId="{895484CD-FFB6-4AEA-ABC0-174763CC0BD0}"/>
          </ac:cxnSpMkLst>
        </pc:cxnChg>
        <pc:cxnChg chg="mod">
          <ac:chgData name="Rolando E. Montero A." userId="db44b2c1daed2876" providerId="LiveId" clId="{9E9C1F92-1DAC-443B-959C-C65D38100C90}" dt="2020-07-30T04:10:37.915" v="313" actId="14100"/>
          <ac:cxnSpMkLst>
            <pc:docMk/>
            <pc:sldMk cId="1527550607" sldId="308"/>
            <ac:cxnSpMk id="104" creationId="{48E5AD44-BC52-4EAA-BB1C-FF093B701867}"/>
          </ac:cxnSpMkLst>
        </pc:cxnChg>
      </pc:sldChg>
      <pc:sldChg chg="new del">
        <pc:chgData name="Rolando E. Montero A." userId="db44b2c1daed2876" providerId="LiveId" clId="{9E9C1F92-1DAC-443B-959C-C65D38100C90}" dt="2020-07-30T03:58:11.853" v="227" actId="47"/>
        <pc:sldMkLst>
          <pc:docMk/>
          <pc:sldMk cId="2848376793" sldId="308"/>
        </pc:sldMkLst>
      </pc:sldChg>
      <pc:sldChg chg="del">
        <pc:chgData name="Rolando E. Montero A." userId="db44b2c1daed2876" providerId="LiveId" clId="{9E9C1F92-1DAC-443B-959C-C65D38100C90}" dt="2020-07-30T02:09:04.465" v="0" actId="47"/>
        <pc:sldMkLst>
          <pc:docMk/>
          <pc:sldMk cId="3648105492" sldId="308"/>
        </pc:sldMkLst>
      </pc:sldChg>
      <pc:sldChg chg="addSp delSp modSp add mod ord modClrScheme chgLayout">
        <pc:chgData name="Rolando E. Montero A." userId="db44b2c1daed2876" providerId="LiveId" clId="{9E9C1F92-1DAC-443B-959C-C65D38100C90}" dt="2020-07-30T04:24:37.883" v="422" actId="1076"/>
        <pc:sldMkLst>
          <pc:docMk/>
          <pc:sldMk cId="1958064101" sldId="309"/>
        </pc:sldMkLst>
        <pc:spChg chg="mod ord">
          <ac:chgData name="Rolando E. Montero A." userId="db44b2c1daed2876" providerId="LiveId" clId="{9E9C1F92-1DAC-443B-959C-C65D38100C90}" dt="2020-07-30T04:24:13.578" v="417" actId="14100"/>
          <ac:spMkLst>
            <pc:docMk/>
            <pc:sldMk cId="1958064101" sldId="309"/>
            <ac:spMk id="2" creationId="{65E27266-F475-4DED-A224-79E38B502483}"/>
          </ac:spMkLst>
        </pc:spChg>
        <pc:spChg chg="add del mod ord">
          <ac:chgData name="Rolando E. Montero A." userId="db44b2c1daed2876" providerId="LiveId" clId="{9E9C1F92-1DAC-443B-959C-C65D38100C90}" dt="2020-07-30T04:15:56.826" v="339" actId="478"/>
          <ac:spMkLst>
            <pc:docMk/>
            <pc:sldMk cId="1958064101" sldId="309"/>
            <ac:spMk id="3" creationId="{92D66DC6-BBE5-4CF6-810C-D483E30D5289}"/>
          </ac:spMkLst>
        </pc:spChg>
        <pc:spChg chg="del">
          <ac:chgData name="Rolando E. Montero A." userId="db44b2c1daed2876" providerId="LiveId" clId="{9E9C1F92-1DAC-443B-959C-C65D38100C90}" dt="2020-07-30T04:15:10.991" v="333" actId="478"/>
          <ac:spMkLst>
            <pc:docMk/>
            <pc:sldMk cId="1958064101" sldId="309"/>
            <ac:spMk id="6" creationId="{BB694090-E586-4E38-AD5B-190C6F46C0B9}"/>
          </ac:spMkLst>
        </pc:spChg>
        <pc:spChg chg="del">
          <ac:chgData name="Rolando E. Montero A." userId="db44b2c1daed2876" providerId="LiveId" clId="{9E9C1F92-1DAC-443B-959C-C65D38100C90}" dt="2020-07-30T04:15:10.991" v="333" actId="478"/>
          <ac:spMkLst>
            <pc:docMk/>
            <pc:sldMk cId="1958064101" sldId="309"/>
            <ac:spMk id="8" creationId="{AC28B6ED-A7D4-4AE2-8527-60A642781C27}"/>
          </ac:spMkLst>
        </pc:spChg>
        <pc:spChg chg="del">
          <ac:chgData name="Rolando E. Montero A." userId="db44b2c1daed2876" providerId="LiveId" clId="{9E9C1F92-1DAC-443B-959C-C65D38100C90}" dt="2020-07-30T04:15:10.991" v="333" actId="478"/>
          <ac:spMkLst>
            <pc:docMk/>
            <pc:sldMk cId="1958064101" sldId="309"/>
            <ac:spMk id="10" creationId="{E498A2C4-348C-419C-8759-5BEFC2715614}"/>
          </ac:spMkLst>
        </pc:spChg>
        <pc:spChg chg="del">
          <ac:chgData name="Rolando E. Montero A." userId="db44b2c1daed2876" providerId="LiveId" clId="{9E9C1F92-1DAC-443B-959C-C65D38100C90}" dt="2020-07-30T04:15:10.991" v="333" actId="478"/>
          <ac:spMkLst>
            <pc:docMk/>
            <pc:sldMk cId="1958064101" sldId="309"/>
            <ac:spMk id="12" creationId="{98D66E55-F763-4FEC-9C4A-B02EB701CC53}"/>
          </ac:spMkLst>
        </pc:spChg>
        <pc:spChg chg="del">
          <ac:chgData name="Rolando E. Montero A." userId="db44b2c1daed2876" providerId="LiveId" clId="{9E9C1F92-1DAC-443B-959C-C65D38100C90}" dt="2020-07-30T04:15:10.991" v="333" actId="478"/>
          <ac:spMkLst>
            <pc:docMk/>
            <pc:sldMk cId="1958064101" sldId="309"/>
            <ac:spMk id="14" creationId="{E05EE331-B550-4266-81D6-AD4A099D5E88}"/>
          </ac:spMkLst>
        </pc:spChg>
        <pc:spChg chg="del">
          <ac:chgData name="Rolando E. Montero A." userId="db44b2c1daed2876" providerId="LiveId" clId="{9E9C1F92-1DAC-443B-959C-C65D38100C90}" dt="2020-07-30T04:15:10.991" v="333" actId="478"/>
          <ac:spMkLst>
            <pc:docMk/>
            <pc:sldMk cId="1958064101" sldId="309"/>
            <ac:spMk id="16" creationId="{0B801899-25AD-42C9-BCC7-2B77148702C5}"/>
          </ac:spMkLst>
        </pc:spChg>
        <pc:spChg chg="del">
          <ac:chgData name="Rolando E. Montero A." userId="db44b2c1daed2876" providerId="LiveId" clId="{9E9C1F92-1DAC-443B-959C-C65D38100C90}" dt="2020-07-30T04:15:10.991" v="333" actId="478"/>
          <ac:spMkLst>
            <pc:docMk/>
            <pc:sldMk cId="1958064101" sldId="309"/>
            <ac:spMk id="18" creationId="{17D6768F-21E4-4A88-9AFE-5FB8C6A10355}"/>
          </ac:spMkLst>
        </pc:spChg>
        <pc:spChg chg="del">
          <ac:chgData name="Rolando E. Montero A." userId="db44b2c1daed2876" providerId="LiveId" clId="{9E9C1F92-1DAC-443B-959C-C65D38100C90}" dt="2020-07-30T04:15:10.991" v="333" actId="478"/>
          <ac:spMkLst>
            <pc:docMk/>
            <pc:sldMk cId="1958064101" sldId="309"/>
            <ac:spMk id="20" creationId="{EB7983C0-1461-4DC4-9FC2-E4BACD212FE9}"/>
          </ac:spMkLst>
        </pc:spChg>
        <pc:spChg chg="del">
          <ac:chgData name="Rolando E. Montero A." userId="db44b2c1daed2876" providerId="LiveId" clId="{9E9C1F92-1DAC-443B-959C-C65D38100C90}" dt="2020-07-30T04:15:10.991" v="333" actId="478"/>
          <ac:spMkLst>
            <pc:docMk/>
            <pc:sldMk cId="1958064101" sldId="309"/>
            <ac:spMk id="22" creationId="{4C6D4A96-228B-4278-B811-D919F23FE214}"/>
          </ac:spMkLst>
        </pc:spChg>
        <pc:spChg chg="del">
          <ac:chgData name="Rolando E. Montero A." userId="db44b2c1daed2876" providerId="LiveId" clId="{9E9C1F92-1DAC-443B-959C-C65D38100C90}" dt="2020-07-30T04:15:10.991" v="333" actId="478"/>
          <ac:spMkLst>
            <pc:docMk/>
            <pc:sldMk cId="1958064101" sldId="309"/>
            <ac:spMk id="24" creationId="{10879CA2-C8E8-4495-A0D0-073C28FD02CC}"/>
          </ac:spMkLst>
        </pc:spChg>
        <pc:spChg chg="del mod">
          <ac:chgData name="Rolando E. Montero A." userId="db44b2c1daed2876" providerId="LiveId" clId="{9E9C1F92-1DAC-443B-959C-C65D38100C90}" dt="2020-07-30T04:19:26.777" v="359" actId="478"/>
          <ac:spMkLst>
            <pc:docMk/>
            <pc:sldMk cId="1958064101" sldId="309"/>
            <ac:spMk id="26" creationId="{1AEB376B-05B0-4A61-8745-434733D888CA}"/>
          </ac:spMkLst>
        </pc:spChg>
        <pc:spChg chg="mod">
          <ac:chgData name="Rolando E. Montero A." userId="db44b2c1daed2876" providerId="LiveId" clId="{9E9C1F92-1DAC-443B-959C-C65D38100C90}" dt="2020-07-30T04:24:37.883" v="422" actId="1076"/>
          <ac:spMkLst>
            <pc:docMk/>
            <pc:sldMk cId="1958064101" sldId="309"/>
            <ac:spMk id="28" creationId="{537CAE88-2501-4886-8B86-57F5683BF937}"/>
          </ac:spMkLst>
        </pc:spChg>
        <pc:spChg chg="del mod">
          <ac:chgData name="Rolando E. Montero A." userId="db44b2c1daed2876" providerId="LiveId" clId="{9E9C1F92-1DAC-443B-959C-C65D38100C90}" dt="2020-07-30T04:19:24.341" v="358" actId="478"/>
          <ac:spMkLst>
            <pc:docMk/>
            <pc:sldMk cId="1958064101" sldId="309"/>
            <ac:spMk id="30" creationId="{36D3988F-87C5-48A0-BB4E-1D38EACEE0DE}"/>
          </ac:spMkLst>
        </pc:spChg>
        <pc:spChg chg="del mod">
          <ac:chgData name="Rolando E. Montero A." userId="db44b2c1daed2876" providerId="LiveId" clId="{9E9C1F92-1DAC-443B-959C-C65D38100C90}" dt="2020-07-30T04:19:24.341" v="358" actId="478"/>
          <ac:spMkLst>
            <pc:docMk/>
            <pc:sldMk cId="1958064101" sldId="309"/>
            <ac:spMk id="32" creationId="{19F4C95A-04CD-48D0-9B5F-28635BE71790}"/>
          </ac:spMkLst>
        </pc:spChg>
        <pc:spChg chg="del mod">
          <ac:chgData name="Rolando E. Montero A." userId="db44b2c1daed2876" providerId="LiveId" clId="{9E9C1F92-1DAC-443B-959C-C65D38100C90}" dt="2020-07-30T04:19:24.341" v="358" actId="478"/>
          <ac:spMkLst>
            <pc:docMk/>
            <pc:sldMk cId="1958064101" sldId="309"/>
            <ac:spMk id="34" creationId="{C7535A83-D7E1-402C-A3EF-C8225B2A72F2}"/>
          </ac:spMkLst>
        </pc:spChg>
        <pc:spChg chg="add mod">
          <ac:chgData name="Rolando E. Montero A." userId="db44b2c1daed2876" providerId="LiveId" clId="{9E9C1F92-1DAC-443B-959C-C65D38100C90}" dt="2020-07-30T04:24:37.883" v="422" actId="1076"/>
          <ac:spMkLst>
            <pc:docMk/>
            <pc:sldMk cId="1958064101" sldId="309"/>
            <ac:spMk id="51" creationId="{181DBBDA-BCD0-422C-8ECE-BF75330C8297}"/>
          </ac:spMkLst>
        </pc:spChg>
        <pc:spChg chg="add mod">
          <ac:chgData name="Rolando E. Montero A." userId="db44b2c1daed2876" providerId="LiveId" clId="{9E9C1F92-1DAC-443B-959C-C65D38100C90}" dt="2020-07-30T04:24:37.883" v="422" actId="1076"/>
          <ac:spMkLst>
            <pc:docMk/>
            <pc:sldMk cId="1958064101" sldId="309"/>
            <ac:spMk id="52" creationId="{5EAAEA5F-C06D-4BA3-86FC-53B5E58A63DA}"/>
          </ac:spMkLst>
        </pc:spChg>
        <pc:spChg chg="add mod">
          <ac:chgData name="Rolando E. Montero A." userId="db44b2c1daed2876" providerId="LiveId" clId="{9E9C1F92-1DAC-443B-959C-C65D38100C90}" dt="2020-07-30T04:24:37.883" v="422" actId="1076"/>
          <ac:spMkLst>
            <pc:docMk/>
            <pc:sldMk cId="1958064101" sldId="309"/>
            <ac:spMk id="54" creationId="{6AB1C686-BBB3-4CAC-BFEC-E9DE0A126C47}"/>
          </ac:spMkLst>
        </pc:spChg>
        <pc:spChg chg="add mod">
          <ac:chgData name="Rolando E. Montero A." userId="db44b2c1daed2876" providerId="LiveId" clId="{9E9C1F92-1DAC-443B-959C-C65D38100C90}" dt="2020-07-30T04:24:37.883" v="422" actId="1076"/>
          <ac:spMkLst>
            <pc:docMk/>
            <pc:sldMk cId="1958064101" sldId="309"/>
            <ac:spMk id="55" creationId="{76B5DD52-DAC4-4143-943A-4E842F816D64}"/>
          </ac:spMkLst>
        </pc:spChg>
        <pc:spChg chg="add mod">
          <ac:chgData name="Rolando E. Montero A." userId="db44b2c1daed2876" providerId="LiveId" clId="{9E9C1F92-1DAC-443B-959C-C65D38100C90}" dt="2020-07-30T04:24:37.883" v="422" actId="1076"/>
          <ac:spMkLst>
            <pc:docMk/>
            <pc:sldMk cId="1958064101" sldId="309"/>
            <ac:spMk id="56" creationId="{E3BF4F5A-92C8-4ABE-A96D-89EDF061256F}"/>
          </ac:spMkLst>
        </pc:spChg>
        <pc:spChg chg="add mod">
          <ac:chgData name="Rolando E. Montero A." userId="db44b2c1daed2876" providerId="LiveId" clId="{9E9C1F92-1DAC-443B-959C-C65D38100C90}" dt="2020-07-30T04:24:30.173" v="421" actId="403"/>
          <ac:spMkLst>
            <pc:docMk/>
            <pc:sldMk cId="1958064101" sldId="309"/>
            <ac:spMk id="116" creationId="{9E6CD9B3-F14A-47EE-B0F2-22887F7CEC39}"/>
          </ac:spMkLst>
        </pc:spChg>
        <pc:cxnChg chg="del mod">
          <ac:chgData name="Rolando E. Montero A." userId="db44b2c1daed2876" providerId="LiveId" clId="{9E9C1F92-1DAC-443B-959C-C65D38100C90}" dt="2020-07-30T04:15:10.991" v="333" actId="478"/>
          <ac:cxnSpMkLst>
            <pc:docMk/>
            <pc:sldMk cId="1958064101" sldId="309"/>
            <ac:cxnSpMk id="36" creationId="{C2BB5B25-7D1C-4854-A4BE-4A135D22003C}"/>
          </ac:cxnSpMkLst>
        </pc:cxnChg>
        <pc:cxnChg chg="del mod">
          <ac:chgData name="Rolando E. Montero A." userId="db44b2c1daed2876" providerId="LiveId" clId="{9E9C1F92-1DAC-443B-959C-C65D38100C90}" dt="2020-07-30T04:15:10.991" v="333" actId="478"/>
          <ac:cxnSpMkLst>
            <pc:docMk/>
            <pc:sldMk cId="1958064101" sldId="309"/>
            <ac:cxnSpMk id="37" creationId="{8F95A28C-5A5B-42E6-9BA3-FEA5C0BF5F4D}"/>
          </ac:cxnSpMkLst>
        </pc:cxnChg>
        <pc:cxnChg chg="del mod">
          <ac:chgData name="Rolando E. Montero A." userId="db44b2c1daed2876" providerId="LiveId" clId="{9E9C1F92-1DAC-443B-959C-C65D38100C90}" dt="2020-07-30T04:15:10.991" v="333" actId="478"/>
          <ac:cxnSpMkLst>
            <pc:docMk/>
            <pc:sldMk cId="1958064101" sldId="309"/>
            <ac:cxnSpMk id="42" creationId="{4596CDD2-E360-4733-9AE5-655A50E4B1C7}"/>
          </ac:cxnSpMkLst>
        </pc:cxnChg>
        <pc:cxnChg chg="del mod">
          <ac:chgData name="Rolando E. Montero A." userId="db44b2c1daed2876" providerId="LiveId" clId="{9E9C1F92-1DAC-443B-959C-C65D38100C90}" dt="2020-07-30T04:15:10.991" v="333" actId="478"/>
          <ac:cxnSpMkLst>
            <pc:docMk/>
            <pc:sldMk cId="1958064101" sldId="309"/>
            <ac:cxnSpMk id="45" creationId="{CB413678-F62A-4B66-A001-83C1B9E98BDB}"/>
          </ac:cxnSpMkLst>
        </pc:cxnChg>
        <pc:cxnChg chg="del mod">
          <ac:chgData name="Rolando E. Montero A." userId="db44b2c1daed2876" providerId="LiveId" clId="{9E9C1F92-1DAC-443B-959C-C65D38100C90}" dt="2020-07-30T04:15:10.991" v="333" actId="478"/>
          <ac:cxnSpMkLst>
            <pc:docMk/>
            <pc:sldMk cId="1958064101" sldId="309"/>
            <ac:cxnSpMk id="48" creationId="{62109A36-3F14-4E42-B120-5245C99CF310}"/>
          </ac:cxnSpMkLst>
        </pc:cxnChg>
        <pc:cxnChg chg="del mod">
          <ac:chgData name="Rolando E. Montero A." userId="db44b2c1daed2876" providerId="LiveId" clId="{9E9C1F92-1DAC-443B-959C-C65D38100C90}" dt="2020-07-30T04:15:10.991" v="333" actId="478"/>
          <ac:cxnSpMkLst>
            <pc:docMk/>
            <pc:sldMk cId="1958064101" sldId="309"/>
            <ac:cxnSpMk id="53" creationId="{177D40E7-EA10-4820-AE1D-BE06ECD24D25}"/>
          </ac:cxnSpMkLst>
        </pc:cxnChg>
        <pc:cxnChg chg="add mod">
          <ac:chgData name="Rolando E. Montero A." userId="db44b2c1daed2876" providerId="LiveId" clId="{9E9C1F92-1DAC-443B-959C-C65D38100C90}" dt="2020-07-30T04:24:37.883" v="422" actId="1076"/>
          <ac:cxnSpMkLst>
            <pc:docMk/>
            <pc:sldMk cId="1958064101" sldId="309"/>
            <ac:cxnSpMk id="57" creationId="{D44F25B8-7138-4D89-879E-B85DBE930743}"/>
          </ac:cxnSpMkLst>
        </pc:cxnChg>
        <pc:cxnChg chg="add mod">
          <ac:chgData name="Rolando E. Montero A." userId="db44b2c1daed2876" providerId="LiveId" clId="{9E9C1F92-1DAC-443B-959C-C65D38100C90}" dt="2020-07-30T04:24:37.883" v="422" actId="1076"/>
          <ac:cxnSpMkLst>
            <pc:docMk/>
            <pc:sldMk cId="1958064101" sldId="309"/>
            <ac:cxnSpMk id="58" creationId="{6920606C-4652-449C-A75E-51306737A25F}"/>
          </ac:cxnSpMkLst>
        </pc:cxnChg>
        <pc:cxnChg chg="del mod">
          <ac:chgData name="Rolando E. Montero A." userId="db44b2c1daed2876" providerId="LiveId" clId="{9E9C1F92-1DAC-443B-959C-C65D38100C90}" dt="2020-07-30T04:15:10.991" v="333" actId="478"/>
          <ac:cxnSpMkLst>
            <pc:docMk/>
            <pc:sldMk cId="1958064101" sldId="309"/>
            <ac:cxnSpMk id="59" creationId="{9A89A20D-7F39-4298-93A3-ADD8D9061086}"/>
          </ac:cxnSpMkLst>
        </pc:cxnChg>
        <pc:cxnChg chg="add mod">
          <ac:chgData name="Rolando E. Montero A." userId="db44b2c1daed2876" providerId="LiveId" clId="{9E9C1F92-1DAC-443B-959C-C65D38100C90}" dt="2020-07-30T04:24:37.883" v="422" actId="1076"/>
          <ac:cxnSpMkLst>
            <pc:docMk/>
            <pc:sldMk cId="1958064101" sldId="309"/>
            <ac:cxnSpMk id="60" creationId="{0A367930-EB00-418E-87A7-C57B4E605A28}"/>
          </ac:cxnSpMkLst>
        </pc:cxnChg>
        <pc:cxnChg chg="add del mod">
          <ac:chgData name="Rolando E. Montero A." userId="db44b2c1daed2876" providerId="LiveId" clId="{9E9C1F92-1DAC-443B-959C-C65D38100C90}" dt="2020-07-30T04:18:29.157" v="347" actId="478"/>
          <ac:cxnSpMkLst>
            <pc:docMk/>
            <pc:sldMk cId="1958064101" sldId="309"/>
            <ac:cxnSpMk id="61" creationId="{E436D6A4-CFB6-4EF5-A27B-119FE9D74907}"/>
          </ac:cxnSpMkLst>
        </pc:cxnChg>
        <pc:cxnChg chg="del mod">
          <ac:chgData name="Rolando E. Montero A." userId="db44b2c1daed2876" providerId="LiveId" clId="{9E9C1F92-1DAC-443B-959C-C65D38100C90}" dt="2020-07-30T04:15:10.991" v="333" actId="478"/>
          <ac:cxnSpMkLst>
            <pc:docMk/>
            <pc:sldMk cId="1958064101" sldId="309"/>
            <ac:cxnSpMk id="62" creationId="{A42261E5-EC42-427F-B0F8-23B95EC9942F}"/>
          </ac:cxnSpMkLst>
        </pc:cxnChg>
        <pc:cxnChg chg="add mod">
          <ac:chgData name="Rolando E. Montero A." userId="db44b2c1daed2876" providerId="LiveId" clId="{9E9C1F92-1DAC-443B-959C-C65D38100C90}" dt="2020-07-30T04:24:37.883" v="422" actId="1076"/>
          <ac:cxnSpMkLst>
            <pc:docMk/>
            <pc:sldMk cId="1958064101" sldId="309"/>
            <ac:cxnSpMk id="63" creationId="{373C333D-1771-4CE1-B47D-1A9D6651B0D0}"/>
          </ac:cxnSpMkLst>
        </pc:cxnChg>
        <pc:cxnChg chg="add mod">
          <ac:chgData name="Rolando E. Montero A." userId="db44b2c1daed2876" providerId="LiveId" clId="{9E9C1F92-1DAC-443B-959C-C65D38100C90}" dt="2020-07-30T04:24:37.883" v="422" actId="1076"/>
          <ac:cxnSpMkLst>
            <pc:docMk/>
            <pc:sldMk cId="1958064101" sldId="309"/>
            <ac:cxnSpMk id="64" creationId="{5893B0CB-E001-41E5-9240-0AAD399171D9}"/>
          </ac:cxnSpMkLst>
        </pc:cxnChg>
        <pc:cxnChg chg="del mod">
          <ac:chgData name="Rolando E. Montero A." userId="db44b2c1daed2876" providerId="LiveId" clId="{9E9C1F92-1DAC-443B-959C-C65D38100C90}" dt="2020-07-30T04:15:10.991" v="333" actId="478"/>
          <ac:cxnSpMkLst>
            <pc:docMk/>
            <pc:sldMk cId="1958064101" sldId="309"/>
            <ac:cxnSpMk id="65" creationId="{CA80A2FD-154C-46C1-80B2-9CE0C993F743}"/>
          </ac:cxnSpMkLst>
        </pc:cxnChg>
        <pc:cxnChg chg="del mod">
          <ac:chgData name="Rolando E. Montero A." userId="db44b2c1daed2876" providerId="LiveId" clId="{9E9C1F92-1DAC-443B-959C-C65D38100C90}" dt="2020-07-30T04:15:10.991" v="333" actId="478"/>
          <ac:cxnSpMkLst>
            <pc:docMk/>
            <pc:sldMk cId="1958064101" sldId="309"/>
            <ac:cxnSpMk id="66" creationId="{F140D129-5622-494B-9286-BD80833443C9}"/>
          </ac:cxnSpMkLst>
        </pc:cxnChg>
        <pc:cxnChg chg="del mod">
          <ac:chgData name="Rolando E. Montero A." userId="db44b2c1daed2876" providerId="LiveId" clId="{9E9C1F92-1DAC-443B-959C-C65D38100C90}" dt="2020-07-30T04:15:10.991" v="333" actId="478"/>
          <ac:cxnSpMkLst>
            <pc:docMk/>
            <pc:sldMk cId="1958064101" sldId="309"/>
            <ac:cxnSpMk id="67" creationId="{A597BE5C-4DD2-4BBA-941D-96B59E3983F0}"/>
          </ac:cxnSpMkLst>
        </pc:cxnChg>
        <pc:cxnChg chg="del mod">
          <ac:chgData name="Rolando E. Montero A." userId="db44b2c1daed2876" providerId="LiveId" clId="{9E9C1F92-1DAC-443B-959C-C65D38100C90}" dt="2020-07-30T04:15:10.991" v="333" actId="478"/>
          <ac:cxnSpMkLst>
            <pc:docMk/>
            <pc:sldMk cId="1958064101" sldId="309"/>
            <ac:cxnSpMk id="68" creationId="{FCE19133-CA97-48D8-B682-FC969BE3037C}"/>
          </ac:cxnSpMkLst>
        </pc:cxnChg>
        <pc:cxnChg chg="del mod">
          <ac:chgData name="Rolando E. Montero A." userId="db44b2c1daed2876" providerId="LiveId" clId="{9E9C1F92-1DAC-443B-959C-C65D38100C90}" dt="2020-07-30T04:15:10.991" v="333" actId="478"/>
          <ac:cxnSpMkLst>
            <pc:docMk/>
            <pc:sldMk cId="1958064101" sldId="309"/>
            <ac:cxnSpMk id="69" creationId="{00A2471D-CA3A-44F0-8BA8-BFB317A7EF02}"/>
          </ac:cxnSpMkLst>
        </pc:cxnChg>
        <pc:cxnChg chg="del mod">
          <ac:chgData name="Rolando E. Montero A." userId="db44b2c1daed2876" providerId="LiveId" clId="{9E9C1F92-1DAC-443B-959C-C65D38100C90}" dt="2020-07-30T04:15:10.991" v="333" actId="478"/>
          <ac:cxnSpMkLst>
            <pc:docMk/>
            <pc:sldMk cId="1958064101" sldId="309"/>
            <ac:cxnSpMk id="70" creationId="{CDE2A7F7-0424-499B-9B9D-010B56E1DF0B}"/>
          </ac:cxnSpMkLst>
        </pc:cxnChg>
        <pc:cxnChg chg="add mod">
          <ac:chgData name="Rolando E. Montero A." userId="db44b2c1daed2876" providerId="LiveId" clId="{9E9C1F92-1DAC-443B-959C-C65D38100C90}" dt="2020-07-30T04:24:37.883" v="422" actId="1076"/>
          <ac:cxnSpMkLst>
            <pc:docMk/>
            <pc:sldMk cId="1958064101" sldId="309"/>
            <ac:cxnSpMk id="71" creationId="{D2281C66-B9DD-4973-BFD8-987BA7771A7A}"/>
          </ac:cxnSpMkLst>
        </pc:cxnChg>
        <pc:cxnChg chg="add mod">
          <ac:chgData name="Rolando E. Montero A." userId="db44b2c1daed2876" providerId="LiveId" clId="{9E9C1F92-1DAC-443B-959C-C65D38100C90}" dt="2020-07-30T04:24:37.883" v="422" actId="1076"/>
          <ac:cxnSpMkLst>
            <pc:docMk/>
            <pc:sldMk cId="1958064101" sldId="309"/>
            <ac:cxnSpMk id="72" creationId="{A066715C-2B0F-4CEF-8C9B-167C9F10A76E}"/>
          </ac:cxnSpMkLst>
        </pc:cxnChg>
        <pc:cxnChg chg="del mod">
          <ac:chgData name="Rolando E. Montero A." userId="db44b2c1daed2876" providerId="LiveId" clId="{9E9C1F92-1DAC-443B-959C-C65D38100C90}" dt="2020-07-30T04:19:24.341" v="358" actId="478"/>
          <ac:cxnSpMkLst>
            <pc:docMk/>
            <pc:sldMk cId="1958064101" sldId="309"/>
            <ac:cxnSpMk id="95" creationId="{693BCE3F-6F3D-4F86-82F6-C9ACBE44C224}"/>
          </ac:cxnSpMkLst>
        </pc:cxnChg>
        <pc:cxnChg chg="mod">
          <ac:chgData name="Rolando E. Montero A." userId="db44b2c1daed2876" providerId="LiveId" clId="{9E9C1F92-1DAC-443B-959C-C65D38100C90}" dt="2020-07-30T04:24:37.883" v="422" actId="1076"/>
          <ac:cxnSpMkLst>
            <pc:docMk/>
            <pc:sldMk cId="1958064101" sldId="309"/>
            <ac:cxnSpMk id="96" creationId="{CE880C8F-DF14-450F-BB9E-5F775E75DDC7}"/>
          </ac:cxnSpMkLst>
        </pc:cxnChg>
        <pc:cxnChg chg="del mod">
          <ac:chgData name="Rolando E. Montero A." userId="db44b2c1daed2876" providerId="LiveId" clId="{9E9C1F92-1DAC-443B-959C-C65D38100C90}" dt="2020-07-30T04:19:24.341" v="358" actId="478"/>
          <ac:cxnSpMkLst>
            <pc:docMk/>
            <pc:sldMk cId="1958064101" sldId="309"/>
            <ac:cxnSpMk id="97" creationId="{365D0780-3805-40A3-9616-2764E0BB2CA2}"/>
          </ac:cxnSpMkLst>
        </pc:cxnChg>
        <pc:cxnChg chg="del mod">
          <ac:chgData name="Rolando E. Montero A." userId="db44b2c1daed2876" providerId="LiveId" clId="{9E9C1F92-1DAC-443B-959C-C65D38100C90}" dt="2020-07-30T04:19:24.341" v="358" actId="478"/>
          <ac:cxnSpMkLst>
            <pc:docMk/>
            <pc:sldMk cId="1958064101" sldId="309"/>
            <ac:cxnSpMk id="98" creationId="{1BDF0C86-4B27-4A06-957B-B9029E99FEA4}"/>
          </ac:cxnSpMkLst>
        </pc:cxnChg>
        <pc:cxnChg chg="mod">
          <ac:chgData name="Rolando E. Montero A." userId="db44b2c1daed2876" providerId="LiveId" clId="{9E9C1F92-1DAC-443B-959C-C65D38100C90}" dt="2020-07-30T04:24:37.883" v="422" actId="1076"/>
          <ac:cxnSpMkLst>
            <pc:docMk/>
            <pc:sldMk cId="1958064101" sldId="309"/>
            <ac:cxnSpMk id="102" creationId="{34B46AB4-DC6E-4089-9AD2-8323DE189FC8}"/>
          </ac:cxnSpMkLst>
        </pc:cxnChg>
        <pc:cxnChg chg="del mod">
          <ac:chgData name="Rolando E. Montero A." userId="db44b2c1daed2876" providerId="LiveId" clId="{9E9C1F92-1DAC-443B-959C-C65D38100C90}" dt="2020-07-30T04:19:24.341" v="358" actId="478"/>
          <ac:cxnSpMkLst>
            <pc:docMk/>
            <pc:sldMk cId="1958064101" sldId="309"/>
            <ac:cxnSpMk id="103" creationId="{895484CD-FFB6-4AEA-ABC0-174763CC0BD0}"/>
          </ac:cxnSpMkLst>
        </pc:cxnChg>
        <pc:cxnChg chg="del mod">
          <ac:chgData name="Rolando E. Montero A." userId="db44b2c1daed2876" providerId="LiveId" clId="{9E9C1F92-1DAC-443B-959C-C65D38100C90}" dt="2020-07-30T04:19:24.341" v="358" actId="478"/>
          <ac:cxnSpMkLst>
            <pc:docMk/>
            <pc:sldMk cId="1958064101" sldId="309"/>
            <ac:cxnSpMk id="104" creationId="{48E5AD44-BC52-4EAA-BB1C-FF093B701867}"/>
          </ac:cxnSpMkLst>
        </pc:cxnChg>
      </pc:sldChg>
      <pc:sldChg chg="del">
        <pc:chgData name="Rolando E. Montero A." userId="db44b2c1daed2876" providerId="LiveId" clId="{9E9C1F92-1DAC-443B-959C-C65D38100C90}" dt="2020-07-30T02:09:04.465" v="0" actId="47"/>
        <pc:sldMkLst>
          <pc:docMk/>
          <pc:sldMk cId="4267837510" sldId="309"/>
        </pc:sldMkLst>
      </pc:sldChg>
      <pc:sldChg chg="delSp modSp add mod">
        <pc:chgData name="Rolando E. Montero A." userId="db44b2c1daed2876" providerId="LiveId" clId="{9E9C1F92-1DAC-443B-959C-C65D38100C90}" dt="2020-07-30T04:25:37.348" v="431" actId="1076"/>
        <pc:sldMkLst>
          <pc:docMk/>
          <pc:sldMk cId="4072724571" sldId="310"/>
        </pc:sldMkLst>
        <pc:spChg chg="mod">
          <ac:chgData name="Rolando E. Montero A." userId="db44b2c1daed2876" providerId="LiveId" clId="{9E9C1F92-1DAC-443B-959C-C65D38100C90}" dt="2020-07-30T04:25:37.348" v="431" actId="1076"/>
          <ac:spMkLst>
            <pc:docMk/>
            <pc:sldMk cId="4072724571" sldId="310"/>
            <ac:spMk id="2" creationId="{65E27266-F475-4DED-A224-79E38B502483}"/>
          </ac:spMkLst>
        </pc:spChg>
        <pc:spChg chg="del">
          <ac:chgData name="Rolando E. Montero A." userId="db44b2c1daed2876" providerId="LiveId" clId="{9E9C1F92-1DAC-443B-959C-C65D38100C90}" dt="2020-07-30T04:25:14.370" v="425" actId="478"/>
          <ac:spMkLst>
            <pc:docMk/>
            <pc:sldMk cId="4072724571" sldId="310"/>
            <ac:spMk id="28" creationId="{537CAE88-2501-4886-8B86-57F5683BF937}"/>
          </ac:spMkLst>
        </pc:spChg>
        <pc:spChg chg="del">
          <ac:chgData name="Rolando E. Montero A." userId="db44b2c1daed2876" providerId="LiveId" clId="{9E9C1F92-1DAC-443B-959C-C65D38100C90}" dt="2020-07-30T04:25:14.370" v="425" actId="478"/>
          <ac:spMkLst>
            <pc:docMk/>
            <pc:sldMk cId="4072724571" sldId="310"/>
            <ac:spMk id="51" creationId="{181DBBDA-BCD0-422C-8ECE-BF75330C8297}"/>
          </ac:spMkLst>
        </pc:spChg>
        <pc:spChg chg="del">
          <ac:chgData name="Rolando E. Montero A." userId="db44b2c1daed2876" providerId="LiveId" clId="{9E9C1F92-1DAC-443B-959C-C65D38100C90}" dt="2020-07-30T04:25:14.370" v="425" actId="478"/>
          <ac:spMkLst>
            <pc:docMk/>
            <pc:sldMk cId="4072724571" sldId="310"/>
            <ac:spMk id="52" creationId="{5EAAEA5F-C06D-4BA3-86FC-53B5E58A63DA}"/>
          </ac:spMkLst>
        </pc:spChg>
        <pc:spChg chg="del">
          <ac:chgData name="Rolando E. Montero A." userId="db44b2c1daed2876" providerId="LiveId" clId="{9E9C1F92-1DAC-443B-959C-C65D38100C90}" dt="2020-07-30T04:25:14.370" v="425" actId="478"/>
          <ac:spMkLst>
            <pc:docMk/>
            <pc:sldMk cId="4072724571" sldId="310"/>
            <ac:spMk id="54" creationId="{6AB1C686-BBB3-4CAC-BFEC-E9DE0A126C47}"/>
          </ac:spMkLst>
        </pc:spChg>
        <pc:spChg chg="del">
          <ac:chgData name="Rolando E. Montero A." userId="db44b2c1daed2876" providerId="LiveId" clId="{9E9C1F92-1DAC-443B-959C-C65D38100C90}" dt="2020-07-30T04:25:14.370" v="425" actId="478"/>
          <ac:spMkLst>
            <pc:docMk/>
            <pc:sldMk cId="4072724571" sldId="310"/>
            <ac:spMk id="55" creationId="{76B5DD52-DAC4-4143-943A-4E842F816D64}"/>
          </ac:spMkLst>
        </pc:spChg>
        <pc:spChg chg="del">
          <ac:chgData name="Rolando E. Montero A." userId="db44b2c1daed2876" providerId="LiveId" clId="{9E9C1F92-1DAC-443B-959C-C65D38100C90}" dt="2020-07-30T04:25:14.370" v="425" actId="478"/>
          <ac:spMkLst>
            <pc:docMk/>
            <pc:sldMk cId="4072724571" sldId="310"/>
            <ac:spMk id="56" creationId="{E3BF4F5A-92C8-4ABE-A96D-89EDF061256F}"/>
          </ac:spMkLst>
        </pc:spChg>
        <pc:spChg chg="del">
          <ac:chgData name="Rolando E. Montero A." userId="db44b2c1daed2876" providerId="LiveId" clId="{9E9C1F92-1DAC-443B-959C-C65D38100C90}" dt="2020-07-30T04:25:11.686" v="424" actId="478"/>
          <ac:spMkLst>
            <pc:docMk/>
            <pc:sldMk cId="4072724571" sldId="310"/>
            <ac:spMk id="116" creationId="{9E6CD9B3-F14A-47EE-B0F2-22887F7CEC39}"/>
          </ac:spMkLst>
        </pc:spChg>
        <pc:cxnChg chg="del mod">
          <ac:chgData name="Rolando E. Montero A." userId="db44b2c1daed2876" providerId="LiveId" clId="{9E9C1F92-1DAC-443B-959C-C65D38100C90}" dt="2020-07-30T04:25:14.370" v="425" actId="478"/>
          <ac:cxnSpMkLst>
            <pc:docMk/>
            <pc:sldMk cId="4072724571" sldId="310"/>
            <ac:cxnSpMk id="57" creationId="{D44F25B8-7138-4D89-879E-B85DBE930743}"/>
          </ac:cxnSpMkLst>
        </pc:cxnChg>
        <pc:cxnChg chg="del mod">
          <ac:chgData name="Rolando E. Montero A." userId="db44b2c1daed2876" providerId="LiveId" clId="{9E9C1F92-1DAC-443B-959C-C65D38100C90}" dt="2020-07-30T04:25:14.370" v="425" actId="478"/>
          <ac:cxnSpMkLst>
            <pc:docMk/>
            <pc:sldMk cId="4072724571" sldId="310"/>
            <ac:cxnSpMk id="58" creationId="{6920606C-4652-449C-A75E-51306737A25F}"/>
          </ac:cxnSpMkLst>
        </pc:cxnChg>
        <pc:cxnChg chg="del mod">
          <ac:chgData name="Rolando E. Montero A." userId="db44b2c1daed2876" providerId="LiveId" clId="{9E9C1F92-1DAC-443B-959C-C65D38100C90}" dt="2020-07-30T04:25:14.370" v="425" actId="478"/>
          <ac:cxnSpMkLst>
            <pc:docMk/>
            <pc:sldMk cId="4072724571" sldId="310"/>
            <ac:cxnSpMk id="60" creationId="{0A367930-EB00-418E-87A7-C57B4E605A28}"/>
          </ac:cxnSpMkLst>
        </pc:cxnChg>
        <pc:cxnChg chg="del mod">
          <ac:chgData name="Rolando E. Montero A." userId="db44b2c1daed2876" providerId="LiveId" clId="{9E9C1F92-1DAC-443B-959C-C65D38100C90}" dt="2020-07-30T04:25:14.370" v="425" actId="478"/>
          <ac:cxnSpMkLst>
            <pc:docMk/>
            <pc:sldMk cId="4072724571" sldId="310"/>
            <ac:cxnSpMk id="63" creationId="{373C333D-1771-4CE1-B47D-1A9D6651B0D0}"/>
          </ac:cxnSpMkLst>
        </pc:cxnChg>
        <pc:cxnChg chg="del mod">
          <ac:chgData name="Rolando E. Montero A." userId="db44b2c1daed2876" providerId="LiveId" clId="{9E9C1F92-1DAC-443B-959C-C65D38100C90}" dt="2020-07-30T04:25:14.370" v="425" actId="478"/>
          <ac:cxnSpMkLst>
            <pc:docMk/>
            <pc:sldMk cId="4072724571" sldId="310"/>
            <ac:cxnSpMk id="64" creationId="{5893B0CB-E001-41E5-9240-0AAD399171D9}"/>
          </ac:cxnSpMkLst>
        </pc:cxnChg>
        <pc:cxnChg chg="del mod">
          <ac:chgData name="Rolando E. Montero A." userId="db44b2c1daed2876" providerId="LiveId" clId="{9E9C1F92-1DAC-443B-959C-C65D38100C90}" dt="2020-07-30T04:25:14.370" v="425" actId="478"/>
          <ac:cxnSpMkLst>
            <pc:docMk/>
            <pc:sldMk cId="4072724571" sldId="310"/>
            <ac:cxnSpMk id="71" creationId="{D2281C66-B9DD-4973-BFD8-987BA7771A7A}"/>
          </ac:cxnSpMkLst>
        </pc:cxnChg>
        <pc:cxnChg chg="del mod">
          <ac:chgData name="Rolando E. Montero A." userId="db44b2c1daed2876" providerId="LiveId" clId="{9E9C1F92-1DAC-443B-959C-C65D38100C90}" dt="2020-07-30T04:25:14.370" v="425" actId="478"/>
          <ac:cxnSpMkLst>
            <pc:docMk/>
            <pc:sldMk cId="4072724571" sldId="310"/>
            <ac:cxnSpMk id="72" creationId="{A066715C-2B0F-4CEF-8C9B-167C9F10A76E}"/>
          </ac:cxnSpMkLst>
        </pc:cxnChg>
        <pc:cxnChg chg="del mod">
          <ac:chgData name="Rolando E. Montero A." userId="db44b2c1daed2876" providerId="LiveId" clId="{9E9C1F92-1DAC-443B-959C-C65D38100C90}" dt="2020-07-30T04:25:14.370" v="425" actId="478"/>
          <ac:cxnSpMkLst>
            <pc:docMk/>
            <pc:sldMk cId="4072724571" sldId="310"/>
            <ac:cxnSpMk id="96" creationId="{CE880C8F-DF14-450F-BB9E-5F775E75DDC7}"/>
          </ac:cxnSpMkLst>
        </pc:cxnChg>
        <pc:cxnChg chg="del mod">
          <ac:chgData name="Rolando E. Montero A." userId="db44b2c1daed2876" providerId="LiveId" clId="{9E9C1F92-1DAC-443B-959C-C65D38100C90}" dt="2020-07-30T04:25:14.370" v="425" actId="478"/>
          <ac:cxnSpMkLst>
            <pc:docMk/>
            <pc:sldMk cId="4072724571" sldId="310"/>
            <ac:cxnSpMk id="102" creationId="{34B46AB4-DC6E-4089-9AD2-8323DE189FC8}"/>
          </ac:cxnSpMkLst>
        </pc:cxnChg>
      </pc:sldChg>
      <pc:sldChg chg="del">
        <pc:chgData name="Rolando E. Montero A." userId="db44b2c1daed2876" providerId="LiveId" clId="{9E9C1F92-1DAC-443B-959C-C65D38100C90}" dt="2020-07-30T02:09:04.465" v="0" actId="47"/>
        <pc:sldMkLst>
          <pc:docMk/>
          <pc:sldMk cId="4211028095" sldId="310"/>
        </pc:sldMkLst>
      </pc:sldChg>
      <pc:sldChg chg="new del">
        <pc:chgData name="Rolando E. Montero A." userId="db44b2c1daed2876" providerId="LiveId" clId="{9E9C1F92-1DAC-443B-959C-C65D38100C90}" dt="2020-07-30T04:25:45.134" v="433" actId="47"/>
        <pc:sldMkLst>
          <pc:docMk/>
          <pc:sldMk cId="2187050313" sldId="311"/>
        </pc:sldMkLst>
      </pc:sldChg>
      <pc:sldChg chg="delSp modSp add mod ord">
        <pc:chgData name="Rolando E. Montero A." userId="db44b2c1daed2876" providerId="LiveId" clId="{9E9C1F92-1DAC-443B-959C-C65D38100C90}" dt="2020-07-30T04:29:06.672" v="468" actId="20577"/>
        <pc:sldMkLst>
          <pc:docMk/>
          <pc:sldMk cId="3318526849" sldId="311"/>
        </pc:sldMkLst>
        <pc:spChg chg="mod">
          <ac:chgData name="Rolando E. Montero A." userId="db44b2c1daed2876" providerId="LiveId" clId="{9E9C1F92-1DAC-443B-959C-C65D38100C90}" dt="2020-07-30T04:26:47.923" v="440" actId="113"/>
          <ac:spMkLst>
            <pc:docMk/>
            <pc:sldMk cId="3318526849" sldId="311"/>
            <ac:spMk id="2" creationId="{65E27266-F475-4DED-A224-79E38B502483}"/>
          </ac:spMkLst>
        </pc:spChg>
        <pc:spChg chg="del">
          <ac:chgData name="Rolando E. Montero A." userId="db44b2c1daed2876" providerId="LiveId" clId="{9E9C1F92-1DAC-443B-959C-C65D38100C90}" dt="2020-07-30T04:26:58.295" v="441" actId="478"/>
          <ac:spMkLst>
            <pc:docMk/>
            <pc:sldMk cId="3318526849" sldId="311"/>
            <ac:spMk id="28" creationId="{537CAE88-2501-4886-8B86-57F5683BF937}"/>
          </ac:spMkLst>
        </pc:spChg>
        <pc:spChg chg="del">
          <ac:chgData name="Rolando E. Montero A." userId="db44b2c1daed2876" providerId="LiveId" clId="{9E9C1F92-1DAC-443B-959C-C65D38100C90}" dt="2020-07-30T04:26:58.295" v="441" actId="478"/>
          <ac:spMkLst>
            <pc:docMk/>
            <pc:sldMk cId="3318526849" sldId="311"/>
            <ac:spMk id="51" creationId="{181DBBDA-BCD0-422C-8ECE-BF75330C8297}"/>
          </ac:spMkLst>
        </pc:spChg>
        <pc:spChg chg="del">
          <ac:chgData name="Rolando E. Montero A." userId="db44b2c1daed2876" providerId="LiveId" clId="{9E9C1F92-1DAC-443B-959C-C65D38100C90}" dt="2020-07-30T04:26:58.295" v="441" actId="478"/>
          <ac:spMkLst>
            <pc:docMk/>
            <pc:sldMk cId="3318526849" sldId="311"/>
            <ac:spMk id="52" creationId="{5EAAEA5F-C06D-4BA3-86FC-53B5E58A63DA}"/>
          </ac:spMkLst>
        </pc:spChg>
        <pc:spChg chg="del">
          <ac:chgData name="Rolando E. Montero A." userId="db44b2c1daed2876" providerId="LiveId" clId="{9E9C1F92-1DAC-443B-959C-C65D38100C90}" dt="2020-07-30T04:26:58.295" v="441" actId="478"/>
          <ac:spMkLst>
            <pc:docMk/>
            <pc:sldMk cId="3318526849" sldId="311"/>
            <ac:spMk id="54" creationId="{6AB1C686-BBB3-4CAC-BFEC-E9DE0A126C47}"/>
          </ac:spMkLst>
        </pc:spChg>
        <pc:spChg chg="del">
          <ac:chgData name="Rolando E. Montero A." userId="db44b2c1daed2876" providerId="LiveId" clId="{9E9C1F92-1DAC-443B-959C-C65D38100C90}" dt="2020-07-30T04:26:58.295" v="441" actId="478"/>
          <ac:spMkLst>
            <pc:docMk/>
            <pc:sldMk cId="3318526849" sldId="311"/>
            <ac:spMk id="55" creationId="{76B5DD52-DAC4-4143-943A-4E842F816D64}"/>
          </ac:spMkLst>
        </pc:spChg>
        <pc:spChg chg="del">
          <ac:chgData name="Rolando E. Montero A." userId="db44b2c1daed2876" providerId="LiveId" clId="{9E9C1F92-1DAC-443B-959C-C65D38100C90}" dt="2020-07-30T04:26:58.295" v="441" actId="478"/>
          <ac:spMkLst>
            <pc:docMk/>
            <pc:sldMk cId="3318526849" sldId="311"/>
            <ac:spMk id="56" creationId="{E3BF4F5A-92C8-4ABE-A96D-89EDF061256F}"/>
          </ac:spMkLst>
        </pc:spChg>
        <pc:spChg chg="mod">
          <ac:chgData name="Rolando E. Montero A." userId="db44b2c1daed2876" providerId="LiveId" clId="{9E9C1F92-1DAC-443B-959C-C65D38100C90}" dt="2020-07-30T04:29:06.672" v="468" actId="20577"/>
          <ac:spMkLst>
            <pc:docMk/>
            <pc:sldMk cId="3318526849" sldId="311"/>
            <ac:spMk id="116" creationId="{9E6CD9B3-F14A-47EE-B0F2-22887F7CEC39}"/>
          </ac:spMkLst>
        </pc:spChg>
        <pc:cxnChg chg="del mod">
          <ac:chgData name="Rolando E. Montero A." userId="db44b2c1daed2876" providerId="LiveId" clId="{9E9C1F92-1DAC-443B-959C-C65D38100C90}" dt="2020-07-30T04:26:58.295" v="441" actId="478"/>
          <ac:cxnSpMkLst>
            <pc:docMk/>
            <pc:sldMk cId="3318526849" sldId="311"/>
            <ac:cxnSpMk id="57" creationId="{D44F25B8-7138-4D89-879E-B85DBE930743}"/>
          </ac:cxnSpMkLst>
        </pc:cxnChg>
        <pc:cxnChg chg="del mod">
          <ac:chgData name="Rolando E. Montero A." userId="db44b2c1daed2876" providerId="LiveId" clId="{9E9C1F92-1DAC-443B-959C-C65D38100C90}" dt="2020-07-30T04:26:58.295" v="441" actId="478"/>
          <ac:cxnSpMkLst>
            <pc:docMk/>
            <pc:sldMk cId="3318526849" sldId="311"/>
            <ac:cxnSpMk id="58" creationId="{6920606C-4652-449C-A75E-51306737A25F}"/>
          </ac:cxnSpMkLst>
        </pc:cxnChg>
        <pc:cxnChg chg="del mod">
          <ac:chgData name="Rolando E. Montero A." userId="db44b2c1daed2876" providerId="LiveId" clId="{9E9C1F92-1DAC-443B-959C-C65D38100C90}" dt="2020-07-30T04:26:58.295" v="441" actId="478"/>
          <ac:cxnSpMkLst>
            <pc:docMk/>
            <pc:sldMk cId="3318526849" sldId="311"/>
            <ac:cxnSpMk id="60" creationId="{0A367930-EB00-418E-87A7-C57B4E605A28}"/>
          </ac:cxnSpMkLst>
        </pc:cxnChg>
        <pc:cxnChg chg="del mod">
          <ac:chgData name="Rolando E. Montero A." userId="db44b2c1daed2876" providerId="LiveId" clId="{9E9C1F92-1DAC-443B-959C-C65D38100C90}" dt="2020-07-30T04:26:58.295" v="441" actId="478"/>
          <ac:cxnSpMkLst>
            <pc:docMk/>
            <pc:sldMk cId="3318526849" sldId="311"/>
            <ac:cxnSpMk id="63" creationId="{373C333D-1771-4CE1-B47D-1A9D6651B0D0}"/>
          </ac:cxnSpMkLst>
        </pc:cxnChg>
        <pc:cxnChg chg="del mod">
          <ac:chgData name="Rolando E. Montero A." userId="db44b2c1daed2876" providerId="LiveId" clId="{9E9C1F92-1DAC-443B-959C-C65D38100C90}" dt="2020-07-30T04:26:58.295" v="441" actId="478"/>
          <ac:cxnSpMkLst>
            <pc:docMk/>
            <pc:sldMk cId="3318526849" sldId="311"/>
            <ac:cxnSpMk id="64" creationId="{5893B0CB-E001-41E5-9240-0AAD399171D9}"/>
          </ac:cxnSpMkLst>
        </pc:cxnChg>
        <pc:cxnChg chg="del mod">
          <ac:chgData name="Rolando E. Montero A." userId="db44b2c1daed2876" providerId="LiveId" clId="{9E9C1F92-1DAC-443B-959C-C65D38100C90}" dt="2020-07-30T04:26:58.295" v="441" actId="478"/>
          <ac:cxnSpMkLst>
            <pc:docMk/>
            <pc:sldMk cId="3318526849" sldId="311"/>
            <ac:cxnSpMk id="71" creationId="{D2281C66-B9DD-4973-BFD8-987BA7771A7A}"/>
          </ac:cxnSpMkLst>
        </pc:cxnChg>
        <pc:cxnChg chg="del mod">
          <ac:chgData name="Rolando E. Montero A." userId="db44b2c1daed2876" providerId="LiveId" clId="{9E9C1F92-1DAC-443B-959C-C65D38100C90}" dt="2020-07-30T04:26:58.295" v="441" actId="478"/>
          <ac:cxnSpMkLst>
            <pc:docMk/>
            <pc:sldMk cId="3318526849" sldId="311"/>
            <ac:cxnSpMk id="72" creationId="{A066715C-2B0F-4CEF-8C9B-167C9F10A76E}"/>
          </ac:cxnSpMkLst>
        </pc:cxnChg>
        <pc:cxnChg chg="del mod">
          <ac:chgData name="Rolando E. Montero A." userId="db44b2c1daed2876" providerId="LiveId" clId="{9E9C1F92-1DAC-443B-959C-C65D38100C90}" dt="2020-07-30T04:26:58.295" v="441" actId="478"/>
          <ac:cxnSpMkLst>
            <pc:docMk/>
            <pc:sldMk cId="3318526849" sldId="311"/>
            <ac:cxnSpMk id="96" creationId="{CE880C8F-DF14-450F-BB9E-5F775E75DDC7}"/>
          </ac:cxnSpMkLst>
        </pc:cxnChg>
        <pc:cxnChg chg="del mod">
          <ac:chgData name="Rolando E. Montero A." userId="db44b2c1daed2876" providerId="LiveId" clId="{9E9C1F92-1DAC-443B-959C-C65D38100C90}" dt="2020-07-30T04:26:58.295" v="441" actId="478"/>
          <ac:cxnSpMkLst>
            <pc:docMk/>
            <pc:sldMk cId="3318526849" sldId="311"/>
            <ac:cxnSpMk id="102" creationId="{34B46AB4-DC6E-4089-9AD2-8323DE189FC8}"/>
          </ac:cxnSpMkLst>
        </pc:cxnChg>
      </pc:sldChg>
      <pc:sldChg chg="del">
        <pc:chgData name="Rolando E. Montero A." userId="db44b2c1daed2876" providerId="LiveId" clId="{9E9C1F92-1DAC-443B-959C-C65D38100C90}" dt="2020-07-30T02:09:04.465" v="0" actId="47"/>
        <pc:sldMkLst>
          <pc:docMk/>
          <pc:sldMk cId="3417960250" sldId="311"/>
        </pc:sldMkLst>
      </pc:sldChg>
      <pc:sldChg chg="del">
        <pc:chgData name="Rolando E. Montero A." userId="db44b2c1daed2876" providerId="LiveId" clId="{9E9C1F92-1DAC-443B-959C-C65D38100C90}" dt="2020-07-30T02:09:04.465" v="0" actId="47"/>
        <pc:sldMkLst>
          <pc:docMk/>
          <pc:sldMk cId="153059044" sldId="312"/>
        </pc:sldMkLst>
      </pc:sldChg>
      <pc:sldChg chg="del">
        <pc:chgData name="Rolando E. Montero A." userId="db44b2c1daed2876" providerId="LiveId" clId="{9E9C1F92-1DAC-443B-959C-C65D38100C90}" dt="2020-07-30T02:09:04.465" v="0" actId="47"/>
        <pc:sldMkLst>
          <pc:docMk/>
          <pc:sldMk cId="3510998389" sldId="313"/>
        </pc:sldMkLst>
      </pc:sldChg>
      <pc:sldMasterChg chg="delSp modSp mod">
        <pc:chgData name="Rolando E. Montero A." userId="db44b2c1daed2876" providerId="LiveId" clId="{9E9C1F92-1DAC-443B-959C-C65D38100C90}" dt="2020-07-30T02:13:10.923" v="39" actId="403"/>
        <pc:sldMasterMkLst>
          <pc:docMk/>
          <pc:sldMasterMk cId="1688634423" sldId="2147483733"/>
        </pc:sldMasterMkLst>
        <pc:spChg chg="mod">
          <ac:chgData name="Rolando E. Montero A." userId="db44b2c1daed2876" providerId="LiveId" clId="{9E9C1F92-1DAC-443B-959C-C65D38100C90}" dt="2020-07-30T02:13:10.923" v="39" actId="403"/>
          <ac:spMkLst>
            <pc:docMk/>
            <pc:sldMasterMk cId="1688634423" sldId="2147483733"/>
            <ac:spMk id="3" creationId="{00000000-0000-0000-0000-000000000000}"/>
          </ac:spMkLst>
        </pc:spChg>
        <pc:spChg chg="del">
          <ac:chgData name="Rolando E. Montero A." userId="db44b2c1daed2876" providerId="LiveId" clId="{9E9C1F92-1DAC-443B-959C-C65D38100C90}" dt="2020-07-30T02:13:02.768" v="37" actId="478"/>
          <ac:spMkLst>
            <pc:docMk/>
            <pc:sldMasterMk cId="1688634423" sldId="2147483733"/>
            <ac:spMk id="4" creationId="{00000000-0000-0000-0000-000000000000}"/>
          </ac:spMkLst>
        </pc:spChg>
        <pc:spChg chg="del">
          <ac:chgData name="Rolando E. Montero A." userId="db44b2c1daed2876" providerId="LiveId" clId="{9E9C1F92-1DAC-443B-959C-C65D38100C90}" dt="2020-07-30T02:13:02.768" v="37" actId="478"/>
          <ac:spMkLst>
            <pc:docMk/>
            <pc:sldMasterMk cId="1688634423" sldId="2147483733"/>
            <ac:spMk id="5" creationId="{00000000-0000-0000-0000-000000000000}"/>
          </ac:spMkLst>
        </pc:spChg>
        <pc:spChg chg="del">
          <ac:chgData name="Rolando E. Montero A." userId="db44b2c1daed2876" providerId="LiveId" clId="{9E9C1F92-1DAC-443B-959C-C65D38100C90}" dt="2020-07-30T02:13:02.768" v="37" actId="478"/>
          <ac:spMkLst>
            <pc:docMk/>
            <pc:sldMasterMk cId="1688634423" sldId="2147483733"/>
            <ac:spMk id="6" creationId="{00000000-0000-0000-0000-000000000000}"/>
          </ac:spMkLst>
        </pc:spChg>
        <pc:spChg chg="topLvl">
          <ac:chgData name="Rolando E. Montero A." userId="db44b2c1daed2876" providerId="LiveId" clId="{9E9C1F92-1DAC-443B-959C-C65D38100C90}" dt="2020-07-30T02:12:48.885" v="36" actId="478"/>
          <ac:spMkLst>
            <pc:docMk/>
            <pc:sldMasterMk cId="1688634423" sldId="2147483733"/>
            <ac:spMk id="11" creationId="{00000000-0000-0000-0000-000000000000}"/>
          </ac:spMkLst>
        </pc:spChg>
        <pc:spChg chg="del topLvl">
          <ac:chgData name="Rolando E. Montero A." userId="db44b2c1daed2876" providerId="LiveId" clId="{9E9C1F92-1DAC-443B-959C-C65D38100C90}" dt="2020-07-30T02:12:48.885" v="36" actId="478"/>
          <ac:spMkLst>
            <pc:docMk/>
            <pc:sldMasterMk cId="1688634423" sldId="2147483733"/>
            <ac:spMk id="12" creationId="{00000000-0000-0000-0000-000000000000}"/>
          </ac:spMkLst>
        </pc:spChg>
        <pc:spChg chg="del">
          <ac:chgData name="Rolando E. Montero A." userId="db44b2c1daed2876" providerId="LiveId" clId="{9E9C1F92-1DAC-443B-959C-C65D38100C90}" dt="2020-07-30T02:12:41.242" v="35" actId="478"/>
          <ac:spMkLst>
            <pc:docMk/>
            <pc:sldMasterMk cId="1688634423" sldId="2147483733"/>
            <ac:spMk id="13" creationId="{00000000-0000-0000-0000-000000000000}"/>
          </ac:spMkLst>
        </pc:spChg>
        <pc:grpChg chg="del">
          <ac:chgData name="Rolando E. Montero A." userId="db44b2c1daed2876" providerId="LiveId" clId="{9E9C1F92-1DAC-443B-959C-C65D38100C90}" dt="2020-07-30T02:12:48.885" v="36" actId="478"/>
          <ac:grpSpMkLst>
            <pc:docMk/>
            <pc:sldMasterMk cId="1688634423" sldId="2147483733"/>
            <ac:grpSpMk id="10" creationId="{00000000-0000-0000-0000-000000000000}"/>
          </ac:grpSpMkLst>
        </pc:grpChg>
      </pc:sldMasterChg>
    </pc:docChg>
  </pc:docChgLst>
  <pc:docChgLst>
    <pc:chgData name="Rolando E. Montero A." userId="db44b2c1daed2876" providerId="LiveId" clId="{5B074A77-EFB9-486C-8293-184E779709B4}"/>
    <pc:docChg chg="custSel addSld delSld modSld delSection modSection">
      <pc:chgData name="Rolando E. Montero A." userId="db44b2c1daed2876" providerId="LiveId" clId="{5B074A77-EFB9-486C-8293-184E779709B4}" dt="2020-07-20T15:15:15.785" v="55" actId="14100"/>
      <pc:docMkLst>
        <pc:docMk/>
      </pc:docMkLst>
      <pc:sldChg chg="del">
        <pc:chgData name="Rolando E. Montero A." userId="db44b2c1daed2876" providerId="LiveId" clId="{5B074A77-EFB9-486C-8293-184E779709B4}" dt="2020-07-20T15:00:22.923" v="0" actId="47"/>
        <pc:sldMkLst>
          <pc:docMk/>
          <pc:sldMk cId="0" sldId="258"/>
        </pc:sldMkLst>
      </pc:sldChg>
      <pc:sldChg chg="del">
        <pc:chgData name="Rolando E. Montero A." userId="db44b2c1daed2876" providerId="LiveId" clId="{5B074A77-EFB9-486C-8293-184E779709B4}" dt="2020-07-20T15:00:22.923" v="0" actId="47"/>
        <pc:sldMkLst>
          <pc:docMk/>
          <pc:sldMk cId="0" sldId="262"/>
        </pc:sldMkLst>
      </pc:sldChg>
      <pc:sldChg chg="del">
        <pc:chgData name="Rolando E. Montero A." userId="db44b2c1daed2876" providerId="LiveId" clId="{5B074A77-EFB9-486C-8293-184E779709B4}" dt="2020-07-20T15:00:22.923" v="0" actId="47"/>
        <pc:sldMkLst>
          <pc:docMk/>
          <pc:sldMk cId="0" sldId="263"/>
        </pc:sldMkLst>
      </pc:sldChg>
      <pc:sldChg chg="del">
        <pc:chgData name="Rolando E. Montero A." userId="db44b2c1daed2876" providerId="LiveId" clId="{5B074A77-EFB9-486C-8293-184E779709B4}" dt="2020-07-20T15:00:22.923" v="0" actId="47"/>
        <pc:sldMkLst>
          <pc:docMk/>
          <pc:sldMk cId="0" sldId="264"/>
        </pc:sldMkLst>
      </pc:sldChg>
      <pc:sldChg chg="del">
        <pc:chgData name="Rolando E. Montero A." userId="db44b2c1daed2876" providerId="LiveId" clId="{5B074A77-EFB9-486C-8293-184E779709B4}" dt="2020-07-20T15:00:22.923" v="0" actId="47"/>
        <pc:sldMkLst>
          <pc:docMk/>
          <pc:sldMk cId="0" sldId="265"/>
        </pc:sldMkLst>
      </pc:sldChg>
      <pc:sldChg chg="del">
        <pc:chgData name="Rolando E. Montero A." userId="db44b2c1daed2876" providerId="LiveId" clId="{5B074A77-EFB9-486C-8293-184E779709B4}" dt="2020-07-20T15:00:22.923" v="0" actId="47"/>
        <pc:sldMkLst>
          <pc:docMk/>
          <pc:sldMk cId="0" sldId="266"/>
        </pc:sldMkLst>
      </pc:sldChg>
      <pc:sldChg chg="del">
        <pc:chgData name="Rolando E. Montero A." userId="db44b2c1daed2876" providerId="LiveId" clId="{5B074A77-EFB9-486C-8293-184E779709B4}" dt="2020-07-20T15:00:22.923" v="0" actId="47"/>
        <pc:sldMkLst>
          <pc:docMk/>
          <pc:sldMk cId="0" sldId="267"/>
        </pc:sldMkLst>
      </pc:sldChg>
      <pc:sldChg chg="del">
        <pc:chgData name="Rolando E. Montero A." userId="db44b2c1daed2876" providerId="LiveId" clId="{5B074A77-EFB9-486C-8293-184E779709B4}" dt="2020-07-20T15:00:22.923" v="0" actId="47"/>
        <pc:sldMkLst>
          <pc:docMk/>
          <pc:sldMk cId="0" sldId="268"/>
        </pc:sldMkLst>
      </pc:sldChg>
      <pc:sldChg chg="del">
        <pc:chgData name="Rolando E. Montero A." userId="db44b2c1daed2876" providerId="LiveId" clId="{5B074A77-EFB9-486C-8293-184E779709B4}" dt="2020-07-20T15:00:22.923" v="0" actId="47"/>
        <pc:sldMkLst>
          <pc:docMk/>
          <pc:sldMk cId="0" sldId="269"/>
        </pc:sldMkLst>
      </pc:sldChg>
      <pc:sldChg chg="del">
        <pc:chgData name="Rolando E. Montero A." userId="db44b2c1daed2876" providerId="LiveId" clId="{5B074A77-EFB9-486C-8293-184E779709B4}" dt="2020-07-20T15:00:22.923" v="0" actId="47"/>
        <pc:sldMkLst>
          <pc:docMk/>
          <pc:sldMk cId="0" sldId="270"/>
        </pc:sldMkLst>
      </pc:sldChg>
      <pc:sldChg chg="addSp delSp modSp new mod modClrScheme chgLayout">
        <pc:chgData name="Rolando E. Montero A." userId="db44b2c1daed2876" providerId="LiveId" clId="{5B074A77-EFB9-486C-8293-184E779709B4}" dt="2020-07-20T15:10:30.641" v="31" actId="1076"/>
        <pc:sldMkLst>
          <pc:docMk/>
          <pc:sldMk cId="1233314979" sldId="306"/>
        </pc:sldMkLst>
        <pc:spChg chg="del mod">
          <ac:chgData name="Rolando E. Montero A." userId="db44b2c1daed2876" providerId="LiveId" clId="{5B074A77-EFB9-486C-8293-184E779709B4}" dt="2020-07-20T15:09:40.122" v="26" actId="478"/>
          <ac:spMkLst>
            <pc:docMk/>
            <pc:sldMk cId="1233314979" sldId="306"/>
            <ac:spMk id="2" creationId="{F293F188-FAA4-4CA7-9B9F-D0205B05DAD6}"/>
          </ac:spMkLst>
        </pc:spChg>
        <pc:spChg chg="del mod">
          <ac:chgData name="Rolando E. Montero A." userId="db44b2c1daed2876" providerId="LiveId" clId="{5B074A77-EFB9-486C-8293-184E779709B4}" dt="2020-07-20T15:03:17.415" v="17" actId="478"/>
          <ac:spMkLst>
            <pc:docMk/>
            <pc:sldMk cId="1233314979" sldId="306"/>
            <ac:spMk id="3" creationId="{413B2558-E425-4B05-A814-48EE5C60FB6F}"/>
          </ac:spMkLst>
        </pc:spChg>
        <pc:spChg chg="add del mod">
          <ac:chgData name="Rolando E. Montero A." userId="db44b2c1daed2876" providerId="LiveId" clId="{5B074A77-EFB9-486C-8293-184E779709B4}" dt="2020-07-20T15:09:40.122" v="26" actId="478"/>
          <ac:spMkLst>
            <pc:docMk/>
            <pc:sldMk cId="1233314979" sldId="306"/>
            <ac:spMk id="5" creationId="{3A297295-827E-4731-9B43-742E92C4D700}"/>
          </ac:spMkLst>
        </pc:spChg>
        <pc:spChg chg="add del mod">
          <ac:chgData name="Rolando E. Montero A." userId="db44b2c1daed2876" providerId="LiveId" clId="{5B074A77-EFB9-486C-8293-184E779709B4}" dt="2020-07-20T15:09:45.768" v="27" actId="700"/>
          <ac:spMkLst>
            <pc:docMk/>
            <pc:sldMk cId="1233314979" sldId="306"/>
            <ac:spMk id="7" creationId="{6F4336E0-AFD2-4BB0-B91E-6AF787C4ED63}"/>
          </ac:spMkLst>
        </pc:spChg>
        <pc:picChg chg="add mod">
          <ac:chgData name="Rolando E. Montero A." userId="db44b2c1daed2876" providerId="LiveId" clId="{5B074A77-EFB9-486C-8293-184E779709B4}" dt="2020-07-20T15:10:30.641" v="31" actId="1076"/>
          <ac:picMkLst>
            <pc:docMk/>
            <pc:sldMk cId="1233314979" sldId="306"/>
            <ac:picMk id="8" creationId="{836AAFA1-1CCE-4CEE-8C25-081A4DAF3D5B}"/>
          </ac:picMkLst>
        </pc:picChg>
      </pc:sldChg>
      <pc:sldChg chg="del">
        <pc:chgData name="Rolando E. Montero A." userId="db44b2c1daed2876" providerId="LiveId" clId="{5B074A77-EFB9-486C-8293-184E779709B4}" dt="2020-07-20T15:00:22.923" v="0" actId="47"/>
        <pc:sldMkLst>
          <pc:docMk/>
          <pc:sldMk cId="2725056563" sldId="306"/>
        </pc:sldMkLst>
      </pc:sldChg>
      <pc:sldChg chg="addSp delSp modSp new mod">
        <pc:chgData name="Rolando E. Montero A." userId="db44b2c1daed2876" providerId="LiveId" clId="{5B074A77-EFB9-486C-8293-184E779709B4}" dt="2020-07-20T15:09:30.244" v="25" actId="1076"/>
        <pc:sldMkLst>
          <pc:docMk/>
          <pc:sldMk cId="2922354737" sldId="307"/>
        </pc:sldMkLst>
        <pc:spChg chg="del">
          <ac:chgData name="Rolando E. Montero A." userId="db44b2c1daed2876" providerId="LiveId" clId="{5B074A77-EFB9-486C-8293-184E779709B4}" dt="2020-07-20T15:09:12.578" v="19" actId="478"/>
          <ac:spMkLst>
            <pc:docMk/>
            <pc:sldMk cId="2922354737" sldId="307"/>
            <ac:spMk id="2" creationId="{180DA1C6-13B6-4C2E-9B42-F3B0E4B7C4BA}"/>
          </ac:spMkLst>
        </pc:spChg>
        <pc:spChg chg="del">
          <ac:chgData name="Rolando E. Montero A." userId="db44b2c1daed2876" providerId="LiveId" clId="{5B074A77-EFB9-486C-8293-184E779709B4}" dt="2020-07-20T15:09:12.578" v="19" actId="478"/>
          <ac:spMkLst>
            <pc:docMk/>
            <pc:sldMk cId="2922354737" sldId="307"/>
            <ac:spMk id="3" creationId="{8F659018-324A-4A69-929A-C9ED4BE3F17D}"/>
          </ac:spMkLst>
        </pc:spChg>
        <pc:picChg chg="add mod">
          <ac:chgData name="Rolando E. Montero A." userId="db44b2c1daed2876" providerId="LiveId" clId="{5B074A77-EFB9-486C-8293-184E779709B4}" dt="2020-07-20T15:09:30.244" v="25" actId="1076"/>
          <ac:picMkLst>
            <pc:docMk/>
            <pc:sldMk cId="2922354737" sldId="307"/>
            <ac:picMk id="4" creationId="{5B3696F2-FA07-4948-8CDC-ABDD164AC1E8}"/>
          </ac:picMkLst>
        </pc:picChg>
      </pc:sldChg>
      <pc:sldChg chg="addSp modSp new mod">
        <pc:chgData name="Rolando E. Montero A." userId="db44b2c1daed2876" providerId="LiveId" clId="{5B074A77-EFB9-486C-8293-184E779709B4}" dt="2020-07-20T15:11:39.249" v="35" actId="14100"/>
        <pc:sldMkLst>
          <pc:docMk/>
          <pc:sldMk cId="3648105492" sldId="308"/>
        </pc:sldMkLst>
        <pc:picChg chg="add mod">
          <ac:chgData name="Rolando E. Montero A." userId="db44b2c1daed2876" providerId="LiveId" clId="{5B074A77-EFB9-486C-8293-184E779709B4}" dt="2020-07-20T15:11:39.249" v="35" actId="14100"/>
          <ac:picMkLst>
            <pc:docMk/>
            <pc:sldMk cId="3648105492" sldId="308"/>
            <ac:picMk id="2" creationId="{70A21BA4-D570-4A5D-831C-87706CE281D6}"/>
          </ac:picMkLst>
        </pc:picChg>
      </pc:sldChg>
      <pc:sldChg chg="addSp modSp new mod">
        <pc:chgData name="Rolando E. Montero A." userId="db44b2c1daed2876" providerId="LiveId" clId="{5B074A77-EFB9-486C-8293-184E779709B4}" dt="2020-07-20T15:12:07.242" v="39" actId="14100"/>
        <pc:sldMkLst>
          <pc:docMk/>
          <pc:sldMk cId="4267837510" sldId="309"/>
        </pc:sldMkLst>
        <pc:picChg chg="add mod">
          <ac:chgData name="Rolando E. Montero A." userId="db44b2c1daed2876" providerId="LiveId" clId="{5B074A77-EFB9-486C-8293-184E779709B4}" dt="2020-07-20T15:12:07.242" v="39" actId="14100"/>
          <ac:picMkLst>
            <pc:docMk/>
            <pc:sldMk cId="4267837510" sldId="309"/>
            <ac:picMk id="2" creationId="{A912CD36-9D6F-435A-A4DA-49872A4AC313}"/>
          </ac:picMkLst>
        </pc:picChg>
      </pc:sldChg>
      <pc:sldChg chg="addSp modSp new mod">
        <pc:chgData name="Rolando E. Montero A." userId="db44b2c1daed2876" providerId="LiveId" clId="{5B074A77-EFB9-486C-8293-184E779709B4}" dt="2020-07-20T15:12:38.461" v="43" actId="14100"/>
        <pc:sldMkLst>
          <pc:docMk/>
          <pc:sldMk cId="4211028095" sldId="310"/>
        </pc:sldMkLst>
        <pc:picChg chg="add mod">
          <ac:chgData name="Rolando E. Montero A." userId="db44b2c1daed2876" providerId="LiveId" clId="{5B074A77-EFB9-486C-8293-184E779709B4}" dt="2020-07-20T15:12:38.461" v="43" actId="14100"/>
          <ac:picMkLst>
            <pc:docMk/>
            <pc:sldMk cId="4211028095" sldId="310"/>
            <ac:picMk id="2" creationId="{97A78802-4B8C-44A6-BAFC-7F6CCFC9513C}"/>
          </ac:picMkLst>
        </pc:picChg>
      </pc:sldChg>
      <pc:sldChg chg="addSp modSp new mod">
        <pc:chgData name="Rolando E. Montero A." userId="db44b2c1daed2876" providerId="LiveId" clId="{5B074A77-EFB9-486C-8293-184E779709B4}" dt="2020-07-20T15:13:13.645" v="47" actId="14100"/>
        <pc:sldMkLst>
          <pc:docMk/>
          <pc:sldMk cId="3417960250" sldId="311"/>
        </pc:sldMkLst>
        <pc:picChg chg="add mod">
          <ac:chgData name="Rolando E. Montero A." userId="db44b2c1daed2876" providerId="LiveId" clId="{5B074A77-EFB9-486C-8293-184E779709B4}" dt="2020-07-20T15:13:13.645" v="47" actId="14100"/>
          <ac:picMkLst>
            <pc:docMk/>
            <pc:sldMk cId="3417960250" sldId="311"/>
            <ac:picMk id="2" creationId="{8AC23E2D-0717-4E34-ABE4-5B5E7BCF11C9}"/>
          </ac:picMkLst>
        </pc:picChg>
      </pc:sldChg>
      <pc:sldChg chg="addSp modSp new mod">
        <pc:chgData name="Rolando E. Montero A." userId="db44b2c1daed2876" providerId="LiveId" clId="{5B074A77-EFB9-486C-8293-184E779709B4}" dt="2020-07-20T15:14:51.897" v="51" actId="14100"/>
        <pc:sldMkLst>
          <pc:docMk/>
          <pc:sldMk cId="153059044" sldId="312"/>
        </pc:sldMkLst>
        <pc:picChg chg="add mod">
          <ac:chgData name="Rolando E. Montero A." userId="db44b2c1daed2876" providerId="LiveId" clId="{5B074A77-EFB9-486C-8293-184E779709B4}" dt="2020-07-20T15:14:51.897" v="51" actId="14100"/>
          <ac:picMkLst>
            <pc:docMk/>
            <pc:sldMk cId="153059044" sldId="312"/>
            <ac:picMk id="2" creationId="{60C9CDF4-ED78-4F8E-B944-13C00F765445}"/>
          </ac:picMkLst>
        </pc:picChg>
      </pc:sldChg>
      <pc:sldChg chg="addSp modSp new mod">
        <pc:chgData name="Rolando E. Montero A." userId="db44b2c1daed2876" providerId="LiveId" clId="{5B074A77-EFB9-486C-8293-184E779709B4}" dt="2020-07-20T15:15:15.785" v="55" actId="14100"/>
        <pc:sldMkLst>
          <pc:docMk/>
          <pc:sldMk cId="3510998389" sldId="313"/>
        </pc:sldMkLst>
        <pc:picChg chg="add mod">
          <ac:chgData name="Rolando E. Montero A." userId="db44b2c1daed2876" providerId="LiveId" clId="{5B074A77-EFB9-486C-8293-184E779709B4}" dt="2020-07-20T15:15:15.785" v="55" actId="14100"/>
          <ac:picMkLst>
            <pc:docMk/>
            <pc:sldMk cId="3510998389" sldId="313"/>
            <ac:picMk id="2" creationId="{7AEE5F71-463B-490D-B3B0-6C80183B7360}"/>
          </ac:picMkLst>
        </pc:picChg>
      </pc:sldChg>
      <pc:sldMasterChg chg="delSldLayout">
        <pc:chgData name="Rolando E. Montero A." userId="db44b2c1daed2876" providerId="LiveId" clId="{5B074A77-EFB9-486C-8293-184E779709B4}" dt="2020-07-20T15:00:22.923" v="0" actId="47"/>
        <pc:sldMasterMkLst>
          <pc:docMk/>
          <pc:sldMasterMk cId="4106453503" sldId="2147483712"/>
        </pc:sldMasterMkLst>
        <pc:sldLayoutChg chg="del">
          <pc:chgData name="Rolando E. Montero A." userId="db44b2c1daed2876" providerId="LiveId" clId="{5B074A77-EFB9-486C-8293-184E779709B4}" dt="2020-07-20T15:00:22.923" v="0" actId="47"/>
          <pc:sldLayoutMkLst>
            <pc:docMk/>
            <pc:sldMasterMk cId="4106453503" sldId="2147483712"/>
            <pc:sldLayoutMk cId="712909702" sldId="2147483734"/>
          </pc:sldLayoutMkLst>
        </pc:sldLayoutChg>
      </pc:sldMaster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Brickwork-HD-R1a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 useBgFill="1">
        <p:nvSpPr>
          <p:cNvPr id="12" name="Freeform 11"/>
          <p:cNvSpPr/>
          <p:nvPr/>
        </p:nvSpPr>
        <p:spPr>
          <a:xfrm>
            <a:off x="-15875" y="0"/>
            <a:ext cx="11683810" cy="6588125"/>
          </a:xfrm>
          <a:custGeom>
            <a:avLst/>
            <a:gdLst/>
            <a:ahLst/>
            <a:cxnLst/>
            <a:rect l="l" t="t" r="r" b="b"/>
            <a:pathLst>
              <a:path w="11683810" h="6588125">
                <a:moveTo>
                  <a:pt x="0" y="0"/>
                </a:moveTo>
                <a:lnTo>
                  <a:pt x="11318691" y="0"/>
                </a:lnTo>
                <a:lnTo>
                  <a:pt x="11683810" y="5976938"/>
                </a:lnTo>
                <a:lnTo>
                  <a:pt x="15875" y="6588125"/>
                </a:lnTo>
                <a:cubicBezTo>
                  <a:pt x="10583" y="4386792"/>
                  <a:pt x="5292" y="2185458"/>
                  <a:pt x="0" y="0"/>
                </a:cubicBezTo>
                <a:close/>
              </a:path>
            </a:pathLst>
          </a:custGeom>
          <a:ln>
            <a:noFill/>
          </a:ln>
          <a:effectLst>
            <a:outerShdw blurRad="101600" dist="152400" dir="4380000" algn="tl" rotWithShape="0">
              <a:srgbClr val="000000">
                <a:alpha val="4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4" name="Freeform 13"/>
          <p:cNvSpPr/>
          <p:nvPr/>
        </p:nvSpPr>
        <p:spPr>
          <a:xfrm>
            <a:off x="0" y="4282257"/>
            <a:ext cx="11329257" cy="2028845"/>
          </a:xfrm>
          <a:custGeom>
            <a:avLst/>
            <a:gdLst/>
            <a:ahLst/>
            <a:cxnLst/>
            <a:rect l="l" t="t" r="r" b="b"/>
            <a:pathLst>
              <a:path w="11329257" h="2028845">
                <a:moveTo>
                  <a:pt x="0" y="588520"/>
                </a:moveTo>
                <a:lnTo>
                  <a:pt x="11244075" y="0"/>
                </a:lnTo>
                <a:lnTo>
                  <a:pt x="11329257" y="1424838"/>
                </a:lnTo>
                <a:lnTo>
                  <a:pt x="0" y="2028845"/>
                </a:lnTo>
                <a:lnTo>
                  <a:pt x="0" y="588520"/>
                </a:lnTo>
                <a:close/>
              </a:path>
            </a:pathLst>
          </a:custGeom>
          <a:gradFill flip="none" rotWithShape="1">
            <a:gsLst>
              <a:gs pos="34000">
                <a:schemeClr val="accent2"/>
              </a:gs>
              <a:gs pos="100000">
                <a:schemeClr val="accent2">
                  <a:lumMod val="5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6" name="Freeform 25"/>
          <p:cNvSpPr/>
          <p:nvPr/>
        </p:nvSpPr>
        <p:spPr>
          <a:xfrm>
            <a:off x="0" y="0"/>
            <a:ext cx="8719579" cy="456877"/>
          </a:xfrm>
          <a:custGeom>
            <a:avLst/>
            <a:gdLst/>
            <a:ahLst/>
            <a:cxnLst/>
            <a:rect l="l" t="t" r="r" b="b"/>
            <a:pathLst>
              <a:path w="8719579" h="456877">
                <a:moveTo>
                  <a:pt x="0" y="0"/>
                </a:moveTo>
                <a:lnTo>
                  <a:pt x="8719579" y="0"/>
                </a:lnTo>
                <a:lnTo>
                  <a:pt x="0" y="456877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34000">
                <a:schemeClr val="accent2"/>
              </a:gs>
              <a:gs pos="100000">
                <a:schemeClr val="accent2">
                  <a:lumMod val="5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5" name="Freeform 14"/>
          <p:cNvSpPr/>
          <p:nvPr/>
        </p:nvSpPr>
        <p:spPr>
          <a:xfrm rot="21420000">
            <a:off x="-161800" y="293317"/>
            <a:ext cx="11367116" cy="5751804"/>
          </a:xfrm>
          <a:custGeom>
            <a:avLst/>
            <a:gdLst/>
            <a:ahLst/>
            <a:cxnLst/>
            <a:rect l="l" t="t" r="r" b="b"/>
            <a:pathLst>
              <a:path w="11367116" h="5751804">
                <a:moveTo>
                  <a:pt x="11346705" y="0"/>
                </a:moveTo>
                <a:cubicBezTo>
                  <a:pt x="11353509" y="1915114"/>
                  <a:pt x="11360312" y="3830229"/>
                  <a:pt x="11367116" y="5745343"/>
                </a:cubicBezTo>
                <a:lnTo>
                  <a:pt x="0" y="5751804"/>
                </a:lnTo>
              </a:path>
            </a:pathLst>
          </a:custGeom>
          <a:ln w="82550">
            <a:solidFill>
              <a:schemeClr val="tx1">
                <a:lumMod val="50000"/>
                <a:lumOff val="50000"/>
              </a:schemeClr>
            </a:solidFill>
            <a:miter lim="800000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 rot="21420000">
            <a:off x="891201" y="662656"/>
            <a:ext cx="9755187" cy="2766528"/>
          </a:xfrm>
        </p:spPr>
        <p:txBody>
          <a:bodyPr anchor="b">
            <a:normAutofit/>
          </a:bodyPr>
          <a:lstStyle>
            <a:lvl1pPr algn="r">
              <a:defRPr sz="8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 rot="21420000">
            <a:off x="983062" y="3505209"/>
            <a:ext cx="9755187" cy="550333"/>
          </a:xfrm>
        </p:spPr>
        <p:txBody>
          <a:bodyPr anchor="t">
            <a:noAutofit/>
          </a:bodyPr>
          <a:lstStyle>
            <a:lvl1pPr marL="0" indent="0" algn="r">
              <a:buNone/>
              <a:defRPr sz="28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 dirty="0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 rot="21420000">
            <a:off x="4948541" y="4578463"/>
            <a:ext cx="6143653" cy="1163112"/>
          </a:xfrm>
        </p:spPr>
        <p:txBody>
          <a:bodyPr/>
          <a:lstStyle>
            <a:lvl1pPr algn="ctr">
              <a:defRPr sz="5400">
                <a:solidFill>
                  <a:schemeClr val="accent2">
                    <a:lumMod val="50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8/3/2020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 rot="21420000">
            <a:off x="-9144" y="4882896"/>
            <a:ext cx="4050792" cy="1197864"/>
          </a:xfrm>
        </p:spPr>
        <p:txBody>
          <a:bodyPr vert="horz" lIns="91440" tIns="45720" rIns="91440" bIns="45720" rtlCol="0" anchor="ctr"/>
          <a:lstStyle>
            <a:lvl1pPr algn="r">
              <a:defRPr lang="en-US" sz="5400" dirty="0"/>
            </a:lvl1pPr>
          </a:lstStyle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 rot="21420000">
            <a:off x="9851758" y="3832648"/>
            <a:ext cx="907186" cy="498470"/>
          </a:xfrm>
        </p:spPr>
        <p:txBody>
          <a:bodyPr/>
          <a:lstStyle>
            <a:lvl1pPr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B6F15528-21DE-4FAA-801E-634DDDAF4B2B}" type="slidenum">
              <a:rPr lang="es-CL" smtClean="0"/>
              <a:t>‹Nº›</a:t>
            </a:fld>
            <a:endParaRPr lang="es-CL"/>
          </a:p>
        </p:txBody>
      </p:sp>
      <p:sp>
        <p:nvSpPr>
          <p:cNvPr id="25" name="5-Point Star 24"/>
          <p:cNvSpPr/>
          <p:nvPr/>
        </p:nvSpPr>
        <p:spPr>
          <a:xfrm rot="21420000">
            <a:off x="4221385" y="5111356"/>
            <a:ext cx="515386" cy="515386"/>
          </a:xfrm>
          <a:prstGeom prst="star5">
            <a:avLst>
              <a:gd name="adj" fmla="val 26693"/>
              <a:gd name="hf" fmla="val 105146"/>
              <a:gd name="vf" fmla="val 110557"/>
            </a:avLst>
          </a:prstGeom>
          <a:solidFill>
            <a:schemeClr val="tx1">
              <a:alpha val="4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8882763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685800" y="2063396"/>
            <a:ext cx="10394707" cy="3311189"/>
          </a:xfrm>
        </p:spPr>
        <p:txBody>
          <a:bodyPr/>
          <a:lstStyle/>
          <a:p>
            <a:pPr lvl="0"/>
            <a:r>
              <a:rPr lang="es-ES" dirty="0"/>
              <a:t>Haga clic para modificar los estilos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8/3/2020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2264369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4707" cy="3193487"/>
          </a:xfrm>
        </p:spPr>
        <p:txBody>
          <a:bodyPr anchor="b">
            <a:normAutofit/>
          </a:bodyPr>
          <a:lstStyle>
            <a:lvl1pPr algn="l">
              <a:defRPr sz="54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3742267"/>
            <a:ext cx="10394707" cy="1639614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8/3/2020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3000440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6882" cy="1158140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685800" y="2063396"/>
            <a:ext cx="5088714" cy="3311189"/>
          </a:xfrm>
        </p:spPr>
        <p:txBody>
          <a:bodyPr anchor="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5993971" y="2063396"/>
            <a:ext cx="5086538" cy="3311189"/>
          </a:xfrm>
        </p:spPr>
        <p:txBody>
          <a:bodyPr anchor="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8/3/2020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7262891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4707" cy="1158140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8356" y="2063396"/>
            <a:ext cx="4856158" cy="679994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6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685802" y="2861733"/>
            <a:ext cx="5088712" cy="2512852"/>
          </a:xfrm>
        </p:spPr>
        <p:txBody>
          <a:bodyPr anchor="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8191" y="2063396"/>
            <a:ext cx="4864491" cy="679994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6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5993969" y="2861733"/>
            <a:ext cx="5088713" cy="2512852"/>
          </a:xfrm>
        </p:spPr>
        <p:txBody>
          <a:bodyPr anchor="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8/3/2020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1214458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8/3/2020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104373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8/3/2020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7841269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3643" y="685800"/>
            <a:ext cx="4126860" cy="2023252"/>
          </a:xfrm>
        </p:spPr>
        <p:txBody>
          <a:bodyPr anchor="b">
            <a:normAutofit/>
          </a:bodyPr>
          <a:lstStyle>
            <a:lvl1pPr algn="ctr">
              <a:defRPr sz="36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5046132" y="685800"/>
            <a:ext cx="6034375" cy="4688785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93642" y="2709052"/>
            <a:ext cx="4126861" cy="2665533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8/3/2020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522463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685800"/>
            <a:ext cx="6345302" cy="2023252"/>
          </a:xfrm>
        </p:spPr>
        <p:txBody>
          <a:bodyPr anchor="b">
            <a:normAutofit/>
          </a:bodyPr>
          <a:lstStyle>
            <a:lvl1pPr algn="ctr">
              <a:defRPr sz="36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82362" y="0"/>
            <a:ext cx="3598146" cy="5071533"/>
          </a:xfr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1" y="2709052"/>
            <a:ext cx="6345301" cy="2362481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8/3/2020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5170732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 panorámic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106333"/>
            <a:ext cx="10394708" cy="58884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5801" y="685799"/>
            <a:ext cx="10392513" cy="3194903"/>
          </a:xfr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780" y="4702923"/>
            <a:ext cx="10394728" cy="682472"/>
          </a:xfrm>
        </p:spPr>
        <p:txBody>
          <a:bodyPr anchor="t"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8/3/2020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9559471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6902" cy="3194903"/>
          </a:xfrm>
        </p:spPr>
        <p:txBody>
          <a:bodyPr anchor="ctr">
            <a:normAutofit/>
          </a:bodyPr>
          <a:lstStyle>
            <a:lvl1pPr algn="ctr">
              <a:defRPr sz="48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779" y="4106333"/>
            <a:ext cx="10394729" cy="127360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8/3/2020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06093327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1732" y="685800"/>
            <a:ext cx="9525020" cy="2916704"/>
          </a:xfrm>
        </p:spPr>
        <p:txBody>
          <a:bodyPr anchor="ctr">
            <a:normAutofit/>
          </a:bodyPr>
          <a:lstStyle>
            <a:lvl1pPr algn="ctr">
              <a:defRPr sz="48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550264" y="3610032"/>
            <a:ext cx="8667956" cy="377768"/>
          </a:xfrm>
        </p:spPr>
        <p:txBody>
          <a:bodyPr anchor="t">
            <a:normAutofit/>
          </a:bodyPr>
          <a:lstStyle>
            <a:lvl1pPr marL="0" indent="0" algn="r">
              <a:buNone/>
              <a:defRPr sz="14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1" y="4106334"/>
            <a:ext cx="10396882" cy="1268252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8/3/2020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s-CL" smtClean="0"/>
              <a:t>‹Nº›</a:t>
            </a:fld>
            <a:endParaRPr lang="es-CL"/>
          </a:p>
        </p:txBody>
      </p:sp>
      <p:sp>
        <p:nvSpPr>
          <p:cNvPr id="13" name="TextBox 12"/>
          <p:cNvSpPr txBox="1"/>
          <p:nvPr/>
        </p:nvSpPr>
        <p:spPr>
          <a:xfrm>
            <a:off x="685801" y="89262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473083" y="292282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13087493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723854"/>
            <a:ext cx="10394707" cy="2511835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4247468"/>
            <a:ext cx="10394707" cy="114064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8/3/2020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96003280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85802" y="685800"/>
            <a:ext cx="10394706" cy="1151965"/>
          </a:xfrm>
        </p:spPr>
        <p:txBody>
          <a:bodyPr/>
          <a:lstStyle>
            <a:lvl1pPr algn="ctr"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802" y="206339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802" y="2639658"/>
            <a:ext cx="3310128" cy="273492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34622" y="206339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234621" y="2639658"/>
            <a:ext cx="3310128" cy="273492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770380" y="206339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770380" y="2639658"/>
            <a:ext cx="3310128" cy="273492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8/3/2020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1363319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de image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6882" cy="1151965"/>
          </a:xfrm>
        </p:spPr>
        <p:txBody>
          <a:bodyPr/>
          <a:lstStyle>
            <a:lvl1pPr algn="ctr"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91840" y="381302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2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5780" y="2063395"/>
            <a:ext cx="3310128" cy="1536725"/>
          </a:xfrm>
          <a:prstGeom prst="roundRect">
            <a:avLst>
              <a:gd name="adj" fmla="val 0"/>
            </a:avLst>
          </a:prstGeo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91840" y="4389287"/>
            <a:ext cx="3310128" cy="98529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37410" y="381302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2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235999" y="2063395"/>
            <a:ext cx="3310128" cy="1535237"/>
          </a:xfrm>
          <a:prstGeom prst="roundRect">
            <a:avLst>
              <a:gd name="adj" fmla="val 0"/>
            </a:avLst>
          </a:prstGeo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235999" y="4389286"/>
            <a:ext cx="3310128" cy="98530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768944" y="381302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2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768819" y="2063394"/>
            <a:ext cx="3310128" cy="1537196"/>
          </a:xfrm>
          <a:prstGeom prst="roundRect">
            <a:avLst>
              <a:gd name="adj" fmla="val 0"/>
            </a:avLst>
          </a:prstGeo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768819" y="4389284"/>
            <a:ext cx="3310128" cy="985302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8/3/2020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17687293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685800" y="2063396"/>
            <a:ext cx="10394707" cy="3311190"/>
          </a:xfrm>
        </p:spPr>
        <p:txBody>
          <a:bodyPr vert="eaVert" anchor="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8/3/2020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96906099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15862" y="685800"/>
            <a:ext cx="2264646" cy="4688785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685800" y="685800"/>
            <a:ext cx="7904431" cy="4688785"/>
          </a:xfrm>
        </p:spPr>
        <p:txBody>
          <a:bodyPr vert="eaVert" anchor="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8/3/2020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94114411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0" i="0">
                <a:solidFill>
                  <a:srgbClr val="F65F46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3639687"/>
            <a:ext cx="5303520" cy="40158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3639687"/>
            <a:ext cx="5303520" cy="40158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8/3/2020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1587461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0" i="0">
                <a:solidFill>
                  <a:srgbClr val="F65F46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8/3/2020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1470637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Brickwork-HD-R1a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 useBgFill="1">
        <p:nvSpPr>
          <p:cNvPr id="12" name="Freeform 11"/>
          <p:cNvSpPr/>
          <p:nvPr/>
        </p:nvSpPr>
        <p:spPr>
          <a:xfrm>
            <a:off x="-15875" y="0"/>
            <a:ext cx="11683810" cy="6588125"/>
          </a:xfrm>
          <a:custGeom>
            <a:avLst/>
            <a:gdLst/>
            <a:ahLst/>
            <a:cxnLst/>
            <a:rect l="l" t="t" r="r" b="b"/>
            <a:pathLst>
              <a:path w="11683810" h="6588125">
                <a:moveTo>
                  <a:pt x="0" y="0"/>
                </a:moveTo>
                <a:lnTo>
                  <a:pt x="11318691" y="0"/>
                </a:lnTo>
                <a:lnTo>
                  <a:pt x="11683810" y="5976938"/>
                </a:lnTo>
                <a:lnTo>
                  <a:pt x="15875" y="6588125"/>
                </a:lnTo>
                <a:cubicBezTo>
                  <a:pt x="10583" y="4386792"/>
                  <a:pt x="5292" y="2185458"/>
                  <a:pt x="0" y="0"/>
                </a:cubicBezTo>
                <a:close/>
              </a:path>
            </a:pathLst>
          </a:custGeom>
          <a:ln>
            <a:noFill/>
          </a:ln>
          <a:effectLst>
            <a:outerShdw blurRad="101600" dist="152400" dir="4380000" algn="tl" rotWithShape="0">
              <a:srgbClr val="000000">
                <a:alpha val="4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4" name="Freeform 13"/>
          <p:cNvSpPr/>
          <p:nvPr/>
        </p:nvSpPr>
        <p:spPr>
          <a:xfrm>
            <a:off x="0" y="4282257"/>
            <a:ext cx="11329257" cy="2028845"/>
          </a:xfrm>
          <a:custGeom>
            <a:avLst/>
            <a:gdLst/>
            <a:ahLst/>
            <a:cxnLst/>
            <a:rect l="l" t="t" r="r" b="b"/>
            <a:pathLst>
              <a:path w="11329257" h="2028845">
                <a:moveTo>
                  <a:pt x="0" y="588520"/>
                </a:moveTo>
                <a:lnTo>
                  <a:pt x="11244075" y="0"/>
                </a:lnTo>
                <a:lnTo>
                  <a:pt x="11329257" y="1424838"/>
                </a:lnTo>
                <a:lnTo>
                  <a:pt x="0" y="2028845"/>
                </a:lnTo>
                <a:lnTo>
                  <a:pt x="0" y="588520"/>
                </a:lnTo>
                <a:close/>
              </a:path>
            </a:pathLst>
          </a:custGeom>
          <a:gradFill flip="none" rotWithShape="1">
            <a:gsLst>
              <a:gs pos="34000">
                <a:schemeClr val="accent2"/>
              </a:gs>
              <a:gs pos="100000">
                <a:schemeClr val="accent2">
                  <a:lumMod val="5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6" name="Freeform 25"/>
          <p:cNvSpPr/>
          <p:nvPr/>
        </p:nvSpPr>
        <p:spPr>
          <a:xfrm>
            <a:off x="0" y="0"/>
            <a:ext cx="8719579" cy="456877"/>
          </a:xfrm>
          <a:custGeom>
            <a:avLst/>
            <a:gdLst/>
            <a:ahLst/>
            <a:cxnLst/>
            <a:rect l="l" t="t" r="r" b="b"/>
            <a:pathLst>
              <a:path w="8719579" h="456877">
                <a:moveTo>
                  <a:pt x="0" y="0"/>
                </a:moveTo>
                <a:lnTo>
                  <a:pt x="8719579" y="0"/>
                </a:lnTo>
                <a:lnTo>
                  <a:pt x="0" y="456877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34000">
                <a:schemeClr val="accent2"/>
              </a:gs>
              <a:gs pos="100000">
                <a:schemeClr val="accent2">
                  <a:lumMod val="5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5" name="Freeform 14"/>
          <p:cNvSpPr/>
          <p:nvPr/>
        </p:nvSpPr>
        <p:spPr>
          <a:xfrm rot="21420000">
            <a:off x="-161800" y="293317"/>
            <a:ext cx="11367116" cy="5751804"/>
          </a:xfrm>
          <a:custGeom>
            <a:avLst/>
            <a:gdLst/>
            <a:ahLst/>
            <a:cxnLst/>
            <a:rect l="l" t="t" r="r" b="b"/>
            <a:pathLst>
              <a:path w="11367116" h="5751804">
                <a:moveTo>
                  <a:pt x="11346705" y="0"/>
                </a:moveTo>
                <a:cubicBezTo>
                  <a:pt x="11353509" y="1915114"/>
                  <a:pt x="11360312" y="3830229"/>
                  <a:pt x="11367116" y="5745343"/>
                </a:cubicBezTo>
                <a:lnTo>
                  <a:pt x="0" y="5751804"/>
                </a:lnTo>
              </a:path>
            </a:pathLst>
          </a:custGeom>
          <a:ln w="82550">
            <a:solidFill>
              <a:schemeClr val="tx1">
                <a:lumMod val="50000"/>
                <a:lumOff val="50000"/>
              </a:schemeClr>
            </a:solidFill>
            <a:miter lim="800000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 rot="21420000">
            <a:off x="891201" y="662656"/>
            <a:ext cx="9755187" cy="2766528"/>
          </a:xfrm>
        </p:spPr>
        <p:txBody>
          <a:bodyPr anchor="b">
            <a:normAutofit/>
          </a:bodyPr>
          <a:lstStyle>
            <a:lvl1pPr algn="r">
              <a:defRPr sz="8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 rot="21420000">
            <a:off x="983062" y="3505209"/>
            <a:ext cx="9755187" cy="550333"/>
          </a:xfrm>
        </p:spPr>
        <p:txBody>
          <a:bodyPr anchor="t">
            <a:noAutofit/>
          </a:bodyPr>
          <a:lstStyle>
            <a:lvl1pPr marL="0" indent="0" algn="r">
              <a:buNone/>
              <a:defRPr sz="28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 dirty="0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 rot="21420000">
            <a:off x="4948541" y="4578463"/>
            <a:ext cx="6143653" cy="1163112"/>
          </a:xfrm>
          <a:prstGeom prst="rect">
            <a:avLst/>
          </a:prstGeom>
        </p:spPr>
        <p:txBody>
          <a:bodyPr/>
          <a:lstStyle>
            <a:lvl1pPr algn="ctr">
              <a:defRPr sz="5400">
                <a:solidFill>
                  <a:schemeClr val="accent2">
                    <a:lumMod val="50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8/3/2020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 rot="21420000">
            <a:off x="-9144" y="4882896"/>
            <a:ext cx="4050792" cy="119786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lang="en-US" sz="5400" dirty="0"/>
            </a:lvl1pPr>
          </a:lstStyle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 rot="21420000">
            <a:off x="9851758" y="3832648"/>
            <a:ext cx="907186" cy="498470"/>
          </a:xfrm>
          <a:prstGeom prst="rect">
            <a:avLst/>
          </a:prstGeom>
        </p:spPr>
        <p:txBody>
          <a:bodyPr/>
          <a:lstStyle>
            <a:lvl1pPr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B6F15528-21DE-4FAA-801E-634DDDAF4B2B}" type="slidenum">
              <a:rPr lang="es-CL" smtClean="0"/>
              <a:t>‹Nº›</a:t>
            </a:fld>
            <a:endParaRPr lang="es-CL"/>
          </a:p>
        </p:txBody>
      </p:sp>
      <p:sp>
        <p:nvSpPr>
          <p:cNvPr id="25" name="5-Point Star 24"/>
          <p:cNvSpPr/>
          <p:nvPr/>
        </p:nvSpPr>
        <p:spPr>
          <a:xfrm rot="21420000">
            <a:off x="4221385" y="5111356"/>
            <a:ext cx="515386" cy="515386"/>
          </a:xfrm>
          <a:prstGeom prst="star5">
            <a:avLst>
              <a:gd name="adj" fmla="val 26693"/>
              <a:gd name="hf" fmla="val 105146"/>
              <a:gd name="vf" fmla="val 110557"/>
            </a:avLst>
          </a:prstGeom>
          <a:solidFill>
            <a:schemeClr val="tx1">
              <a:alpha val="4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56805699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685800" y="2063396"/>
            <a:ext cx="10394707" cy="3311189"/>
          </a:xfrm>
        </p:spPr>
        <p:txBody>
          <a:bodyPr/>
          <a:lstStyle/>
          <a:p>
            <a:pPr lvl="0"/>
            <a:r>
              <a:rPr lang="es-ES" dirty="0"/>
              <a:t>Haga clic para modificar los estilos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298083" y="5757334"/>
            <a:ext cx="3784600" cy="498470"/>
          </a:xfrm>
          <a:prstGeom prst="rect">
            <a:avLst/>
          </a:prstGeom>
        </p:spPr>
        <p:txBody>
          <a:bodyPr/>
          <a:lstStyle/>
          <a:p>
            <a:fld id="{1D8BD707-D9CF-40AE-B4C6-C98DA3205C09}" type="datetimeFigureOut">
              <a:rPr lang="en-US" smtClean="0"/>
              <a:t>8/3/2020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1" y="5757334"/>
            <a:ext cx="5499719" cy="498470"/>
          </a:xfrm>
          <a:prstGeom prst="rect">
            <a:avLst/>
          </a:prstGeom>
        </p:spPr>
        <p:txBody>
          <a:bodyPr/>
          <a:lstStyle/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287121" y="5757334"/>
            <a:ext cx="907186" cy="498470"/>
          </a:xfrm>
          <a:prstGeom prst="rect">
            <a:avLst/>
          </a:prstGeom>
        </p:spPr>
        <p:txBody>
          <a:bodyPr/>
          <a:lstStyle/>
          <a:p>
            <a:fld id="{B6F15528-21DE-4FAA-801E-634DDDAF4B2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80958442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4707" cy="3193487"/>
          </a:xfrm>
        </p:spPr>
        <p:txBody>
          <a:bodyPr anchor="b">
            <a:normAutofit/>
          </a:bodyPr>
          <a:lstStyle>
            <a:lvl1pPr algn="l">
              <a:defRPr sz="54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3742267"/>
            <a:ext cx="10394707" cy="1639614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298083" y="5757334"/>
            <a:ext cx="3784600" cy="498470"/>
          </a:xfrm>
          <a:prstGeom prst="rect">
            <a:avLst/>
          </a:prstGeom>
        </p:spPr>
        <p:txBody>
          <a:bodyPr/>
          <a:lstStyle/>
          <a:p>
            <a:fld id="{1D8BD707-D9CF-40AE-B4C6-C98DA3205C09}" type="datetimeFigureOut">
              <a:rPr lang="en-US" smtClean="0"/>
              <a:t>8/3/2020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1" y="5757334"/>
            <a:ext cx="5499719" cy="498470"/>
          </a:xfrm>
          <a:prstGeom prst="rect">
            <a:avLst/>
          </a:prstGeom>
        </p:spPr>
        <p:txBody>
          <a:bodyPr/>
          <a:lstStyle/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287121" y="5757334"/>
            <a:ext cx="907186" cy="498470"/>
          </a:xfrm>
          <a:prstGeom prst="rect">
            <a:avLst/>
          </a:prstGeom>
        </p:spPr>
        <p:txBody>
          <a:bodyPr/>
          <a:lstStyle/>
          <a:p>
            <a:fld id="{B6F15528-21DE-4FAA-801E-634DDDAF4B2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23838992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6882" cy="1158140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685800" y="2063396"/>
            <a:ext cx="5088714" cy="3311189"/>
          </a:xfrm>
        </p:spPr>
        <p:txBody>
          <a:bodyPr anchor="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5993971" y="2063396"/>
            <a:ext cx="5086538" cy="3311189"/>
          </a:xfrm>
        </p:spPr>
        <p:txBody>
          <a:bodyPr anchor="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98083" y="5757334"/>
            <a:ext cx="3784600" cy="498470"/>
          </a:xfrm>
          <a:prstGeom prst="rect">
            <a:avLst/>
          </a:prstGeom>
        </p:spPr>
        <p:txBody>
          <a:bodyPr/>
          <a:lstStyle/>
          <a:p>
            <a:fld id="{1D8BD707-D9CF-40AE-B4C6-C98DA3205C09}" type="datetimeFigureOut">
              <a:rPr lang="en-US" smtClean="0"/>
              <a:t>8/3/2020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1" y="5757334"/>
            <a:ext cx="5499719" cy="498470"/>
          </a:xfrm>
          <a:prstGeom prst="rect">
            <a:avLst/>
          </a:prstGeom>
        </p:spPr>
        <p:txBody>
          <a:bodyPr/>
          <a:lstStyle/>
          <a:p>
            <a:endParaRPr lang="es-C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287121" y="5757334"/>
            <a:ext cx="907186" cy="498470"/>
          </a:xfrm>
          <a:prstGeom prst="rect">
            <a:avLst/>
          </a:prstGeom>
        </p:spPr>
        <p:txBody>
          <a:bodyPr/>
          <a:lstStyle/>
          <a:p>
            <a:fld id="{B6F15528-21DE-4FAA-801E-634DDDAF4B2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2219561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4707" cy="1158140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8356" y="2063396"/>
            <a:ext cx="4856158" cy="679994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6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685802" y="2861733"/>
            <a:ext cx="5088712" cy="2512852"/>
          </a:xfrm>
        </p:spPr>
        <p:txBody>
          <a:bodyPr anchor="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8191" y="2063396"/>
            <a:ext cx="4864491" cy="679994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6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5993969" y="2861733"/>
            <a:ext cx="5088713" cy="2512852"/>
          </a:xfrm>
        </p:spPr>
        <p:txBody>
          <a:bodyPr anchor="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7298083" y="5757334"/>
            <a:ext cx="3784600" cy="498470"/>
          </a:xfrm>
          <a:prstGeom prst="rect">
            <a:avLst/>
          </a:prstGeom>
        </p:spPr>
        <p:txBody>
          <a:bodyPr/>
          <a:lstStyle/>
          <a:p>
            <a:fld id="{1D8BD707-D9CF-40AE-B4C6-C98DA3205C09}" type="datetimeFigureOut">
              <a:rPr lang="en-US" smtClean="0"/>
              <a:t>8/3/2020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685801" y="5757334"/>
            <a:ext cx="5499719" cy="498470"/>
          </a:xfrm>
          <a:prstGeom prst="rect">
            <a:avLst/>
          </a:prstGeom>
        </p:spPr>
        <p:txBody>
          <a:bodyPr/>
          <a:lstStyle/>
          <a:p>
            <a:endParaRPr lang="es-CL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6287121" y="5757334"/>
            <a:ext cx="907186" cy="498470"/>
          </a:xfrm>
          <a:prstGeom prst="rect">
            <a:avLst/>
          </a:prstGeom>
        </p:spPr>
        <p:txBody>
          <a:bodyPr/>
          <a:lstStyle/>
          <a:p>
            <a:fld id="{B6F15528-21DE-4FAA-801E-634DDDAF4B2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93746076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7298083" y="5757334"/>
            <a:ext cx="3784600" cy="498470"/>
          </a:xfrm>
          <a:prstGeom prst="rect">
            <a:avLst/>
          </a:prstGeom>
        </p:spPr>
        <p:txBody>
          <a:bodyPr/>
          <a:lstStyle/>
          <a:p>
            <a:fld id="{1D8BD707-D9CF-40AE-B4C6-C98DA3205C09}" type="datetimeFigureOut">
              <a:rPr lang="en-US" smtClean="0"/>
              <a:t>8/3/2020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685801" y="5757334"/>
            <a:ext cx="5499719" cy="498470"/>
          </a:xfrm>
          <a:prstGeom prst="rect">
            <a:avLst/>
          </a:prstGeom>
        </p:spPr>
        <p:txBody>
          <a:bodyPr/>
          <a:lstStyle/>
          <a:p>
            <a:endParaRPr lang="es-C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287121" y="5757334"/>
            <a:ext cx="907186" cy="498470"/>
          </a:xfrm>
          <a:prstGeom prst="rect">
            <a:avLst/>
          </a:prstGeom>
        </p:spPr>
        <p:txBody>
          <a:bodyPr/>
          <a:lstStyle/>
          <a:p>
            <a:fld id="{B6F15528-21DE-4FAA-801E-634DDDAF4B2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021498660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7298083" y="5757334"/>
            <a:ext cx="3784600" cy="498470"/>
          </a:xfrm>
          <a:prstGeom prst="rect">
            <a:avLst/>
          </a:prstGeom>
        </p:spPr>
        <p:txBody>
          <a:bodyPr/>
          <a:lstStyle/>
          <a:p>
            <a:fld id="{1D8BD707-D9CF-40AE-B4C6-C98DA3205C09}" type="datetimeFigureOut">
              <a:rPr lang="en-US" smtClean="0"/>
              <a:t>8/3/2020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685801" y="5757334"/>
            <a:ext cx="5499719" cy="498470"/>
          </a:xfrm>
          <a:prstGeom prst="rect">
            <a:avLst/>
          </a:prstGeom>
        </p:spPr>
        <p:txBody>
          <a:bodyPr/>
          <a:lstStyle/>
          <a:p>
            <a:endParaRPr lang="es-C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287121" y="5757334"/>
            <a:ext cx="907186" cy="498470"/>
          </a:xfrm>
          <a:prstGeom prst="rect">
            <a:avLst/>
          </a:prstGeom>
        </p:spPr>
        <p:txBody>
          <a:bodyPr/>
          <a:lstStyle/>
          <a:p>
            <a:fld id="{B6F15528-21DE-4FAA-801E-634DDDAF4B2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428533311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3643" y="685800"/>
            <a:ext cx="4126860" cy="2023252"/>
          </a:xfrm>
        </p:spPr>
        <p:txBody>
          <a:bodyPr anchor="b">
            <a:normAutofit/>
          </a:bodyPr>
          <a:lstStyle>
            <a:lvl1pPr algn="ctr">
              <a:defRPr sz="36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5046132" y="685800"/>
            <a:ext cx="6034375" cy="4688785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93642" y="2709052"/>
            <a:ext cx="4126861" cy="2665533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98083" y="5757334"/>
            <a:ext cx="3784600" cy="498470"/>
          </a:xfrm>
          <a:prstGeom prst="rect">
            <a:avLst/>
          </a:prstGeom>
        </p:spPr>
        <p:txBody>
          <a:bodyPr/>
          <a:lstStyle/>
          <a:p>
            <a:fld id="{1D8BD707-D9CF-40AE-B4C6-C98DA3205C09}" type="datetimeFigureOut">
              <a:rPr lang="en-US" smtClean="0"/>
              <a:t>8/3/2020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1" y="5757334"/>
            <a:ext cx="5499719" cy="498470"/>
          </a:xfrm>
          <a:prstGeom prst="rect">
            <a:avLst/>
          </a:prstGeom>
        </p:spPr>
        <p:txBody>
          <a:bodyPr/>
          <a:lstStyle/>
          <a:p>
            <a:endParaRPr lang="es-C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287121" y="5757334"/>
            <a:ext cx="907186" cy="498470"/>
          </a:xfrm>
          <a:prstGeom prst="rect">
            <a:avLst/>
          </a:prstGeom>
        </p:spPr>
        <p:txBody>
          <a:bodyPr/>
          <a:lstStyle/>
          <a:p>
            <a:fld id="{B6F15528-21DE-4FAA-801E-634DDDAF4B2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096812503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685800"/>
            <a:ext cx="6345302" cy="2023252"/>
          </a:xfrm>
        </p:spPr>
        <p:txBody>
          <a:bodyPr anchor="b">
            <a:normAutofit/>
          </a:bodyPr>
          <a:lstStyle>
            <a:lvl1pPr algn="ctr">
              <a:defRPr sz="36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82362" y="0"/>
            <a:ext cx="3598146" cy="5071533"/>
          </a:xfr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1" y="2709052"/>
            <a:ext cx="6345301" cy="2362481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98083" y="5757334"/>
            <a:ext cx="3784600" cy="498470"/>
          </a:xfrm>
          <a:prstGeom prst="rect">
            <a:avLst/>
          </a:prstGeom>
        </p:spPr>
        <p:txBody>
          <a:bodyPr/>
          <a:lstStyle/>
          <a:p>
            <a:fld id="{1D8BD707-D9CF-40AE-B4C6-C98DA3205C09}" type="datetimeFigureOut">
              <a:rPr lang="en-US" smtClean="0"/>
              <a:t>8/3/2020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1" y="5757334"/>
            <a:ext cx="5499719" cy="498470"/>
          </a:xfrm>
          <a:prstGeom prst="rect">
            <a:avLst/>
          </a:prstGeom>
        </p:spPr>
        <p:txBody>
          <a:bodyPr/>
          <a:lstStyle/>
          <a:p>
            <a:endParaRPr lang="es-C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287121" y="5757334"/>
            <a:ext cx="907186" cy="498470"/>
          </a:xfrm>
          <a:prstGeom prst="rect">
            <a:avLst/>
          </a:prstGeom>
        </p:spPr>
        <p:txBody>
          <a:bodyPr/>
          <a:lstStyle/>
          <a:p>
            <a:fld id="{B6F15528-21DE-4FAA-801E-634DDDAF4B2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948998583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 panorámic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106333"/>
            <a:ext cx="10394708" cy="58884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5801" y="685799"/>
            <a:ext cx="10392513" cy="3194903"/>
          </a:xfr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780" y="4702923"/>
            <a:ext cx="10394728" cy="682472"/>
          </a:xfrm>
        </p:spPr>
        <p:txBody>
          <a:bodyPr anchor="t"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98083" y="5757334"/>
            <a:ext cx="3784600" cy="498470"/>
          </a:xfrm>
          <a:prstGeom prst="rect">
            <a:avLst/>
          </a:prstGeom>
        </p:spPr>
        <p:txBody>
          <a:bodyPr/>
          <a:lstStyle/>
          <a:p>
            <a:fld id="{1D8BD707-D9CF-40AE-B4C6-C98DA3205C09}" type="datetimeFigureOut">
              <a:rPr lang="en-US" smtClean="0"/>
              <a:t>8/3/2020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1" y="5757334"/>
            <a:ext cx="5499719" cy="498470"/>
          </a:xfrm>
          <a:prstGeom prst="rect">
            <a:avLst/>
          </a:prstGeom>
        </p:spPr>
        <p:txBody>
          <a:bodyPr/>
          <a:lstStyle/>
          <a:p>
            <a:endParaRPr lang="es-C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287121" y="5757334"/>
            <a:ext cx="907186" cy="498470"/>
          </a:xfrm>
          <a:prstGeom prst="rect">
            <a:avLst/>
          </a:prstGeom>
        </p:spPr>
        <p:txBody>
          <a:bodyPr/>
          <a:lstStyle/>
          <a:p>
            <a:fld id="{B6F15528-21DE-4FAA-801E-634DDDAF4B2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537223220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6902" cy="3194903"/>
          </a:xfrm>
        </p:spPr>
        <p:txBody>
          <a:bodyPr anchor="ctr">
            <a:normAutofit/>
          </a:bodyPr>
          <a:lstStyle>
            <a:lvl1pPr algn="ctr">
              <a:defRPr sz="48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779" y="4106333"/>
            <a:ext cx="10394729" cy="127360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98083" y="5757334"/>
            <a:ext cx="3784600" cy="498470"/>
          </a:xfrm>
          <a:prstGeom prst="rect">
            <a:avLst/>
          </a:prstGeom>
        </p:spPr>
        <p:txBody>
          <a:bodyPr/>
          <a:lstStyle/>
          <a:p>
            <a:fld id="{1D8BD707-D9CF-40AE-B4C6-C98DA3205C09}" type="datetimeFigureOut">
              <a:rPr lang="en-US" smtClean="0"/>
              <a:t>8/3/2020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1" y="5757334"/>
            <a:ext cx="5499719" cy="498470"/>
          </a:xfrm>
          <a:prstGeom prst="rect">
            <a:avLst/>
          </a:prstGeom>
        </p:spPr>
        <p:txBody>
          <a:bodyPr/>
          <a:lstStyle/>
          <a:p>
            <a:endParaRPr lang="es-C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287121" y="5757334"/>
            <a:ext cx="907186" cy="498470"/>
          </a:xfrm>
          <a:prstGeom prst="rect">
            <a:avLst/>
          </a:prstGeom>
        </p:spPr>
        <p:txBody>
          <a:bodyPr/>
          <a:lstStyle/>
          <a:p>
            <a:fld id="{B6F15528-21DE-4FAA-801E-634DDDAF4B2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101065083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1732" y="685800"/>
            <a:ext cx="9525020" cy="2916704"/>
          </a:xfrm>
        </p:spPr>
        <p:txBody>
          <a:bodyPr anchor="ctr">
            <a:normAutofit/>
          </a:bodyPr>
          <a:lstStyle>
            <a:lvl1pPr algn="ctr">
              <a:defRPr sz="48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550264" y="3610032"/>
            <a:ext cx="8667956" cy="377768"/>
          </a:xfrm>
        </p:spPr>
        <p:txBody>
          <a:bodyPr anchor="t">
            <a:normAutofit/>
          </a:bodyPr>
          <a:lstStyle>
            <a:lvl1pPr marL="0" indent="0" algn="r">
              <a:buNone/>
              <a:defRPr sz="14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1" y="4106334"/>
            <a:ext cx="10396882" cy="1268252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98083" y="5757334"/>
            <a:ext cx="3784600" cy="498470"/>
          </a:xfrm>
          <a:prstGeom prst="rect">
            <a:avLst/>
          </a:prstGeom>
        </p:spPr>
        <p:txBody>
          <a:bodyPr/>
          <a:lstStyle/>
          <a:p>
            <a:fld id="{1D8BD707-D9CF-40AE-B4C6-C98DA3205C09}" type="datetimeFigureOut">
              <a:rPr lang="en-US" smtClean="0"/>
              <a:t>8/3/2020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1" y="5757334"/>
            <a:ext cx="5499719" cy="498470"/>
          </a:xfrm>
          <a:prstGeom prst="rect">
            <a:avLst/>
          </a:prstGeom>
        </p:spPr>
        <p:txBody>
          <a:bodyPr/>
          <a:lstStyle/>
          <a:p>
            <a:endParaRPr lang="es-C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287121" y="5757334"/>
            <a:ext cx="907186" cy="498470"/>
          </a:xfrm>
          <a:prstGeom prst="rect">
            <a:avLst/>
          </a:prstGeom>
        </p:spPr>
        <p:txBody>
          <a:bodyPr/>
          <a:lstStyle/>
          <a:p>
            <a:fld id="{B6F15528-21DE-4FAA-801E-634DDDAF4B2B}" type="slidenum">
              <a:rPr lang="es-CL" smtClean="0"/>
              <a:t>‹Nº›</a:t>
            </a:fld>
            <a:endParaRPr lang="es-CL"/>
          </a:p>
        </p:txBody>
      </p:sp>
      <p:sp>
        <p:nvSpPr>
          <p:cNvPr id="13" name="TextBox 12"/>
          <p:cNvSpPr txBox="1"/>
          <p:nvPr/>
        </p:nvSpPr>
        <p:spPr>
          <a:xfrm>
            <a:off x="685801" y="89262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473083" y="292282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423301636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723854"/>
            <a:ext cx="10394707" cy="2511835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4247468"/>
            <a:ext cx="10394707" cy="114064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98083" y="5757334"/>
            <a:ext cx="3784600" cy="498470"/>
          </a:xfrm>
          <a:prstGeom prst="rect">
            <a:avLst/>
          </a:prstGeom>
        </p:spPr>
        <p:txBody>
          <a:bodyPr/>
          <a:lstStyle/>
          <a:p>
            <a:fld id="{1D8BD707-D9CF-40AE-B4C6-C98DA3205C09}" type="datetimeFigureOut">
              <a:rPr lang="en-US" smtClean="0"/>
              <a:t>8/3/2020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1" y="5757334"/>
            <a:ext cx="5499719" cy="498470"/>
          </a:xfrm>
          <a:prstGeom prst="rect">
            <a:avLst/>
          </a:prstGeom>
        </p:spPr>
        <p:txBody>
          <a:bodyPr/>
          <a:lstStyle/>
          <a:p>
            <a:endParaRPr lang="es-C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287121" y="5757334"/>
            <a:ext cx="907186" cy="498470"/>
          </a:xfrm>
          <a:prstGeom prst="rect">
            <a:avLst/>
          </a:prstGeom>
        </p:spPr>
        <p:txBody>
          <a:bodyPr/>
          <a:lstStyle/>
          <a:p>
            <a:fld id="{B6F15528-21DE-4FAA-801E-634DDDAF4B2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83234855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85802" y="685800"/>
            <a:ext cx="10394706" cy="1151965"/>
          </a:xfrm>
        </p:spPr>
        <p:txBody>
          <a:bodyPr/>
          <a:lstStyle>
            <a:lvl1pPr algn="ctr"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802" y="206339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802" y="2639658"/>
            <a:ext cx="3310128" cy="273492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34622" y="206339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234621" y="2639658"/>
            <a:ext cx="3310128" cy="273492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770380" y="206339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770380" y="2639658"/>
            <a:ext cx="3310128" cy="273492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7298083" y="5757334"/>
            <a:ext cx="3784600" cy="498470"/>
          </a:xfrm>
          <a:prstGeom prst="rect">
            <a:avLst/>
          </a:prstGeom>
        </p:spPr>
        <p:txBody>
          <a:bodyPr/>
          <a:lstStyle/>
          <a:p>
            <a:fld id="{1D8BD707-D9CF-40AE-B4C6-C98DA3205C09}" type="datetimeFigureOut">
              <a:rPr lang="en-US" smtClean="0"/>
              <a:t>8/3/2020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685801" y="5757334"/>
            <a:ext cx="5499719" cy="498470"/>
          </a:xfrm>
          <a:prstGeom prst="rect">
            <a:avLst/>
          </a:prstGeom>
        </p:spPr>
        <p:txBody>
          <a:bodyPr/>
          <a:lstStyle/>
          <a:p>
            <a:endParaRPr lang="es-C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287121" y="5757334"/>
            <a:ext cx="907186" cy="498470"/>
          </a:xfrm>
          <a:prstGeom prst="rect">
            <a:avLst/>
          </a:prstGeom>
        </p:spPr>
        <p:txBody>
          <a:bodyPr/>
          <a:lstStyle/>
          <a:p>
            <a:fld id="{B6F15528-21DE-4FAA-801E-634DDDAF4B2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934752260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de image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6882" cy="1151965"/>
          </a:xfrm>
        </p:spPr>
        <p:txBody>
          <a:bodyPr/>
          <a:lstStyle>
            <a:lvl1pPr algn="ctr"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91840" y="381302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2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5780" y="2063395"/>
            <a:ext cx="3310128" cy="1536725"/>
          </a:xfrm>
          <a:prstGeom prst="roundRect">
            <a:avLst>
              <a:gd name="adj" fmla="val 0"/>
            </a:avLst>
          </a:prstGeo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91840" y="4389287"/>
            <a:ext cx="3310128" cy="98529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37410" y="381302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2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235999" y="2063395"/>
            <a:ext cx="3310128" cy="1535237"/>
          </a:xfrm>
          <a:prstGeom prst="roundRect">
            <a:avLst>
              <a:gd name="adj" fmla="val 0"/>
            </a:avLst>
          </a:prstGeo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235999" y="4389286"/>
            <a:ext cx="3310128" cy="98530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768944" y="381302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2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768819" y="2063394"/>
            <a:ext cx="3310128" cy="1537196"/>
          </a:xfrm>
          <a:prstGeom prst="roundRect">
            <a:avLst>
              <a:gd name="adj" fmla="val 0"/>
            </a:avLst>
          </a:prstGeo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768819" y="4389284"/>
            <a:ext cx="3310128" cy="985302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7298083" y="5757334"/>
            <a:ext cx="3784600" cy="498470"/>
          </a:xfrm>
          <a:prstGeom prst="rect">
            <a:avLst/>
          </a:prstGeom>
        </p:spPr>
        <p:txBody>
          <a:bodyPr/>
          <a:lstStyle/>
          <a:p>
            <a:fld id="{1D8BD707-D9CF-40AE-B4C6-C98DA3205C09}" type="datetimeFigureOut">
              <a:rPr lang="en-US" smtClean="0"/>
              <a:t>8/3/2020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685801" y="5757334"/>
            <a:ext cx="5499719" cy="498470"/>
          </a:xfrm>
          <a:prstGeom prst="rect">
            <a:avLst/>
          </a:prstGeom>
        </p:spPr>
        <p:txBody>
          <a:bodyPr/>
          <a:lstStyle/>
          <a:p>
            <a:endParaRPr lang="es-C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287121" y="5757334"/>
            <a:ext cx="907186" cy="498470"/>
          </a:xfrm>
          <a:prstGeom prst="rect">
            <a:avLst/>
          </a:prstGeom>
        </p:spPr>
        <p:txBody>
          <a:bodyPr/>
          <a:lstStyle/>
          <a:p>
            <a:fld id="{B6F15528-21DE-4FAA-801E-634DDDAF4B2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088758472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685800" y="2063396"/>
            <a:ext cx="10394707" cy="3311190"/>
          </a:xfrm>
        </p:spPr>
        <p:txBody>
          <a:bodyPr vert="eaVert" anchor="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298083" y="5757334"/>
            <a:ext cx="3784600" cy="498470"/>
          </a:xfrm>
          <a:prstGeom prst="rect">
            <a:avLst/>
          </a:prstGeom>
        </p:spPr>
        <p:txBody>
          <a:bodyPr/>
          <a:lstStyle/>
          <a:p>
            <a:fld id="{1D8BD707-D9CF-40AE-B4C6-C98DA3205C09}" type="datetimeFigureOut">
              <a:rPr lang="en-US" smtClean="0"/>
              <a:t>8/3/2020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1" y="5757334"/>
            <a:ext cx="5499719" cy="498470"/>
          </a:xfrm>
          <a:prstGeom prst="rect">
            <a:avLst/>
          </a:prstGeom>
        </p:spPr>
        <p:txBody>
          <a:bodyPr/>
          <a:lstStyle/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287121" y="5757334"/>
            <a:ext cx="907186" cy="498470"/>
          </a:xfrm>
          <a:prstGeom prst="rect">
            <a:avLst/>
          </a:prstGeom>
        </p:spPr>
        <p:txBody>
          <a:bodyPr/>
          <a:lstStyle/>
          <a:p>
            <a:fld id="{B6F15528-21DE-4FAA-801E-634DDDAF4B2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857692368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15862" y="685800"/>
            <a:ext cx="2264646" cy="4688785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685800" y="685800"/>
            <a:ext cx="7904431" cy="4688785"/>
          </a:xfrm>
        </p:spPr>
        <p:txBody>
          <a:bodyPr vert="eaVert" anchor="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298083" y="5757334"/>
            <a:ext cx="3784600" cy="498470"/>
          </a:xfrm>
          <a:prstGeom prst="rect">
            <a:avLst/>
          </a:prstGeom>
        </p:spPr>
        <p:txBody>
          <a:bodyPr/>
          <a:lstStyle/>
          <a:p>
            <a:fld id="{1D8BD707-D9CF-40AE-B4C6-C98DA3205C09}" type="datetimeFigureOut">
              <a:rPr lang="en-US" smtClean="0"/>
              <a:t>8/3/2020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1" y="5757334"/>
            <a:ext cx="5499719" cy="498470"/>
          </a:xfrm>
          <a:prstGeom prst="rect">
            <a:avLst/>
          </a:prstGeom>
        </p:spPr>
        <p:txBody>
          <a:bodyPr/>
          <a:lstStyle/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287121" y="5757334"/>
            <a:ext cx="907186" cy="498470"/>
          </a:xfrm>
          <a:prstGeom prst="rect">
            <a:avLst/>
          </a:prstGeom>
        </p:spPr>
        <p:txBody>
          <a:bodyPr/>
          <a:lstStyle/>
          <a:p>
            <a:fld id="{B6F15528-21DE-4FAA-801E-634DDDAF4B2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737985549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0" i="0">
                <a:solidFill>
                  <a:srgbClr val="F65F46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3639687"/>
            <a:ext cx="5303520" cy="40158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3639687"/>
            <a:ext cx="5303520" cy="40158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>
          <a:xfrm>
            <a:off x="685801" y="5757334"/>
            <a:ext cx="5499719" cy="498470"/>
          </a:xfrm>
          <a:prstGeom prst="rect">
            <a:avLst/>
          </a:prstGeom>
        </p:spPr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>
          <a:xfrm>
            <a:off x="7298083" y="5757334"/>
            <a:ext cx="3784600" cy="498470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8/3/2020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>
          <a:xfrm>
            <a:off x="6287121" y="5757334"/>
            <a:ext cx="907186" cy="498470"/>
          </a:xfrm>
          <a:prstGeom prst="rect">
            <a:avLst/>
          </a:prstGeom>
        </p:spPr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17234560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0" i="0">
                <a:solidFill>
                  <a:srgbClr val="F65F46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>
          <a:xfrm>
            <a:off x="685801" y="5757334"/>
            <a:ext cx="5499719" cy="498470"/>
          </a:xfrm>
          <a:prstGeom prst="rect">
            <a:avLst/>
          </a:prstGeom>
        </p:spPr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>
          <a:xfrm>
            <a:off x="7298083" y="5757334"/>
            <a:ext cx="3784600" cy="498470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8/3/2020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>
          <a:xfrm>
            <a:off x="6287121" y="5757334"/>
            <a:ext cx="907186" cy="498470"/>
          </a:xfrm>
          <a:prstGeom prst="rect">
            <a:avLst/>
          </a:prstGeom>
        </p:spPr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9102185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3.jp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7.xml"/><Relationship Id="rId13" Type="http://schemas.openxmlformats.org/officeDocument/2006/relationships/slideLayout" Target="../slideLayouts/slideLayout32.xml"/><Relationship Id="rId18" Type="http://schemas.openxmlformats.org/officeDocument/2006/relationships/slideLayout" Target="../slideLayouts/slideLayout37.xml"/><Relationship Id="rId3" Type="http://schemas.openxmlformats.org/officeDocument/2006/relationships/slideLayout" Target="../slideLayouts/slideLayout22.xml"/><Relationship Id="rId21" Type="http://schemas.openxmlformats.org/officeDocument/2006/relationships/image" Target="../media/image3.jpg"/><Relationship Id="rId7" Type="http://schemas.openxmlformats.org/officeDocument/2006/relationships/slideLayout" Target="../slideLayouts/slideLayout26.xml"/><Relationship Id="rId12" Type="http://schemas.openxmlformats.org/officeDocument/2006/relationships/slideLayout" Target="../slideLayouts/slideLayout31.xml"/><Relationship Id="rId17" Type="http://schemas.openxmlformats.org/officeDocument/2006/relationships/slideLayout" Target="../slideLayouts/slideLayout36.xml"/><Relationship Id="rId2" Type="http://schemas.openxmlformats.org/officeDocument/2006/relationships/slideLayout" Target="../slideLayouts/slideLayout21.xml"/><Relationship Id="rId16" Type="http://schemas.openxmlformats.org/officeDocument/2006/relationships/slideLayout" Target="../slideLayouts/slideLayout35.xml"/><Relationship Id="rId20" Type="http://schemas.openxmlformats.org/officeDocument/2006/relationships/theme" Target="../theme/theme2.xml"/><Relationship Id="rId1" Type="http://schemas.openxmlformats.org/officeDocument/2006/relationships/slideLayout" Target="../slideLayouts/slideLayout20.xml"/><Relationship Id="rId6" Type="http://schemas.openxmlformats.org/officeDocument/2006/relationships/slideLayout" Target="../slideLayouts/slideLayout25.xml"/><Relationship Id="rId11" Type="http://schemas.openxmlformats.org/officeDocument/2006/relationships/slideLayout" Target="../slideLayouts/slideLayout30.xml"/><Relationship Id="rId5" Type="http://schemas.openxmlformats.org/officeDocument/2006/relationships/slideLayout" Target="../slideLayouts/slideLayout24.xml"/><Relationship Id="rId15" Type="http://schemas.openxmlformats.org/officeDocument/2006/relationships/slideLayout" Target="../slideLayouts/slideLayout34.xml"/><Relationship Id="rId10" Type="http://schemas.openxmlformats.org/officeDocument/2006/relationships/slideLayout" Target="../slideLayouts/slideLayout29.xml"/><Relationship Id="rId19" Type="http://schemas.openxmlformats.org/officeDocument/2006/relationships/slideLayout" Target="../slideLayouts/slideLayout38.xml"/><Relationship Id="rId4" Type="http://schemas.openxmlformats.org/officeDocument/2006/relationships/slideLayout" Target="../slideLayouts/slideLayout23.xml"/><Relationship Id="rId9" Type="http://schemas.openxmlformats.org/officeDocument/2006/relationships/slideLayout" Target="../slideLayouts/slideLayout28.xml"/><Relationship Id="rId14" Type="http://schemas.openxmlformats.org/officeDocument/2006/relationships/slideLayout" Target="../slideLayouts/slideLayout3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Brickwork-HD-R1a.jpg"/>
          <p:cNvPicPr>
            <a:picLocks noChangeAspect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10" name="Group 9"/>
          <p:cNvGrpSpPr/>
          <p:nvPr/>
        </p:nvGrpSpPr>
        <p:grpSpPr>
          <a:xfrm>
            <a:off x="-25397" y="0"/>
            <a:ext cx="12005350" cy="6644081"/>
            <a:chOff x="-25397" y="0"/>
            <a:chExt cx="12005350" cy="6644081"/>
          </a:xfrm>
        </p:grpSpPr>
        <p:sp useBgFill="1">
          <p:nvSpPr>
            <p:cNvPr id="11" name="Rectangle 10"/>
            <p:cNvSpPr/>
            <p:nvPr/>
          </p:nvSpPr>
          <p:spPr>
            <a:xfrm>
              <a:off x="1" y="0"/>
              <a:ext cx="11979952" cy="6644081"/>
            </a:xfrm>
            <a:prstGeom prst="rect">
              <a:avLst/>
            </a:prstGeom>
            <a:ln>
              <a:noFill/>
            </a:ln>
            <a:effectLst>
              <a:outerShdw blurRad="98425" dist="76200" dir="4380000" algn="tl" rotWithShape="0">
                <a:srgbClr val="000000">
                  <a:alpha val="68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>
            <a:xfrm>
              <a:off x="-25397" y="0"/>
              <a:ext cx="11773291" cy="6419514"/>
            </a:xfrm>
            <a:custGeom>
              <a:avLst/>
              <a:gdLst/>
              <a:ahLst/>
              <a:cxnLst/>
              <a:rect l="l" t="t" r="r" b="b"/>
              <a:pathLst>
                <a:path w="11773291" h="6419514">
                  <a:moveTo>
                    <a:pt x="11750059" y="0"/>
                  </a:moveTo>
                  <a:lnTo>
                    <a:pt x="11773291" y="6419514"/>
                  </a:lnTo>
                  <a:lnTo>
                    <a:pt x="0" y="6411047"/>
                  </a:lnTo>
                </a:path>
              </a:pathLst>
            </a:custGeom>
            <a:ln w="82550">
              <a:solidFill>
                <a:schemeClr val="tx1">
                  <a:lumMod val="50000"/>
                  <a:lumOff val="50000"/>
                </a:schemeClr>
              </a:solidFill>
              <a:miter lim="800000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sp>
        <p:sp>
          <p:nvSpPr>
            <p:cNvPr id="13" name="Rectangle 12"/>
            <p:cNvSpPr/>
            <p:nvPr/>
          </p:nvSpPr>
          <p:spPr>
            <a:xfrm>
              <a:off x="1" y="5600215"/>
              <a:ext cx="11706512" cy="780581"/>
            </a:xfrm>
            <a:prstGeom prst="rect">
              <a:avLst/>
            </a:prstGeom>
            <a:gradFill flip="none" rotWithShape="1">
              <a:gsLst>
                <a:gs pos="34000">
                  <a:schemeClr val="accent2"/>
                </a:gs>
                <a:gs pos="100000">
                  <a:schemeClr val="accent2">
                    <a:lumMod val="5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6882" cy="11519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063396"/>
            <a:ext cx="10396883" cy="331118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98083" y="5757334"/>
            <a:ext cx="3784600" cy="4984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200" cap="all" baseline="0">
                <a:solidFill>
                  <a:schemeClr val="accent2">
                    <a:lumMod val="50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8/3/2020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1" y="5757334"/>
            <a:ext cx="5499719" cy="4984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200" cap="all" baseline="0">
                <a:solidFill>
                  <a:schemeClr val="accent2">
                    <a:lumMod val="50000"/>
                  </a:schemeClr>
                </a:solidFill>
              </a:defRPr>
            </a:lvl1pPr>
          </a:lstStyle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287121" y="5757334"/>
            <a:ext cx="907186" cy="4984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200" cap="all" baseline="0">
                <a:solidFill>
                  <a:schemeClr val="accent2">
                    <a:lumMod val="50000"/>
                  </a:schemeClr>
                </a:solidFill>
              </a:defRPr>
            </a:lvl1pPr>
          </a:lstStyle>
          <a:p>
            <a:fld id="{B6F15528-21DE-4FAA-801E-634DDDAF4B2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1064535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3" r:id="rId1"/>
    <p:sldLayoutId id="2147483714" r:id="rId2"/>
    <p:sldLayoutId id="2147483715" r:id="rId3"/>
    <p:sldLayoutId id="2147483716" r:id="rId4"/>
    <p:sldLayoutId id="2147483717" r:id="rId5"/>
    <p:sldLayoutId id="2147483718" r:id="rId6"/>
    <p:sldLayoutId id="2147483719" r:id="rId7"/>
    <p:sldLayoutId id="2147483720" r:id="rId8"/>
    <p:sldLayoutId id="2147483721" r:id="rId9"/>
    <p:sldLayoutId id="2147483722" r:id="rId10"/>
    <p:sldLayoutId id="2147483723" r:id="rId11"/>
    <p:sldLayoutId id="2147483724" r:id="rId12"/>
    <p:sldLayoutId id="2147483725" r:id="rId13"/>
    <p:sldLayoutId id="2147483726" r:id="rId14"/>
    <p:sldLayoutId id="2147483727" r:id="rId15"/>
    <p:sldLayoutId id="2147483728" r:id="rId16"/>
    <p:sldLayoutId id="2147483729" r:id="rId17"/>
    <p:sldLayoutId id="2147483731" r:id="rId18"/>
    <p:sldLayoutId id="2147483732" r:id="rId19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kern="1200" cap="all" baseline="0">
          <a:solidFill>
            <a:schemeClr val="accent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3200" kern="1200" cap="none" baseline="0">
          <a:solidFill>
            <a:schemeClr val="tx1"/>
          </a:solidFill>
          <a:effectLst/>
          <a:latin typeface="HP Simplified" panose="020B0604020204020204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2800" kern="1200" cap="none" baseline="0">
          <a:solidFill>
            <a:schemeClr val="tx1"/>
          </a:solidFill>
          <a:effectLst/>
          <a:latin typeface="HP Simplified" panose="020B0604020204020204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2400" kern="1200" cap="none" baseline="0">
          <a:solidFill>
            <a:schemeClr val="tx1"/>
          </a:solidFill>
          <a:effectLst/>
          <a:latin typeface="HP Simplified" panose="020B0604020204020204" pitchFamily="34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2000" kern="1200" cap="none" baseline="0">
          <a:solidFill>
            <a:schemeClr val="tx1"/>
          </a:solidFill>
          <a:effectLst/>
          <a:latin typeface="HP Simplified" panose="020B0604020204020204" pitchFamily="34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2000" kern="1200" cap="none" baseline="0">
          <a:solidFill>
            <a:schemeClr val="tx1"/>
          </a:solidFill>
          <a:effectLst/>
          <a:latin typeface="HP Simplified" panose="020B0604020204020204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Brickwork-HD-R1a.jpg"/>
          <p:cNvPicPr>
            <a:picLocks noChangeAspect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 useBgFill="1">
        <p:nvSpPr>
          <p:cNvPr id="11" name="Rectangle 10"/>
          <p:cNvSpPr/>
          <p:nvPr/>
        </p:nvSpPr>
        <p:spPr>
          <a:xfrm>
            <a:off x="1" y="0"/>
            <a:ext cx="11979952" cy="6644081"/>
          </a:xfrm>
          <a:prstGeom prst="rect">
            <a:avLst/>
          </a:prstGeom>
          <a:ln>
            <a:noFill/>
          </a:ln>
          <a:effectLst>
            <a:outerShdw blurRad="98425" dist="76200" dir="4380000" algn="tl" rotWithShape="0">
              <a:srgbClr val="000000">
                <a:alpha val="6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6882" cy="11519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063396"/>
            <a:ext cx="10396883" cy="410880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886344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4" r:id="rId1"/>
    <p:sldLayoutId id="2147483735" r:id="rId2"/>
    <p:sldLayoutId id="2147483736" r:id="rId3"/>
    <p:sldLayoutId id="2147483737" r:id="rId4"/>
    <p:sldLayoutId id="2147483738" r:id="rId5"/>
    <p:sldLayoutId id="2147483739" r:id="rId6"/>
    <p:sldLayoutId id="2147483740" r:id="rId7"/>
    <p:sldLayoutId id="2147483741" r:id="rId8"/>
    <p:sldLayoutId id="2147483742" r:id="rId9"/>
    <p:sldLayoutId id="2147483743" r:id="rId10"/>
    <p:sldLayoutId id="2147483744" r:id="rId11"/>
    <p:sldLayoutId id="2147483745" r:id="rId12"/>
    <p:sldLayoutId id="2147483746" r:id="rId13"/>
    <p:sldLayoutId id="2147483747" r:id="rId14"/>
    <p:sldLayoutId id="2147483748" r:id="rId15"/>
    <p:sldLayoutId id="2147483749" r:id="rId16"/>
    <p:sldLayoutId id="2147483750" r:id="rId17"/>
    <p:sldLayoutId id="2147483751" r:id="rId18"/>
    <p:sldLayoutId id="2147483752" r:id="rId19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kern="1200" cap="all" baseline="0">
          <a:solidFill>
            <a:schemeClr val="accent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3600" kern="1200" cap="none" baseline="0">
          <a:solidFill>
            <a:schemeClr val="tx1"/>
          </a:solidFill>
          <a:effectLst/>
          <a:latin typeface="HP Simplified" panose="020B0604020204020204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3200" kern="1200" cap="none" baseline="0">
          <a:solidFill>
            <a:schemeClr val="tx1"/>
          </a:solidFill>
          <a:effectLst/>
          <a:latin typeface="HP Simplified" panose="020B0604020204020204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2800" kern="1200" cap="none" baseline="0">
          <a:solidFill>
            <a:schemeClr val="tx1"/>
          </a:solidFill>
          <a:effectLst/>
          <a:latin typeface="HP Simplified" panose="020B0604020204020204" pitchFamily="34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2400" kern="1200" cap="none" baseline="0">
          <a:solidFill>
            <a:schemeClr val="tx1"/>
          </a:solidFill>
          <a:effectLst/>
          <a:latin typeface="HP Simplified" panose="020B0604020204020204" pitchFamily="34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2400" kern="1200" cap="none" baseline="0">
          <a:solidFill>
            <a:schemeClr val="tx1"/>
          </a:solidFill>
          <a:effectLst/>
          <a:latin typeface="HP Simplified" panose="020B0604020204020204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https://matrixcalc.org/es/" TargetMode="External"/><Relationship Id="rId1" Type="http://schemas.openxmlformats.org/officeDocument/2006/relationships/slideLayout" Target="../slideLayouts/slideLayout2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2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4B9814E9-AA5A-44D6-AC60-BAD70EFEA63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CL" dirty="0"/>
              <a:t>Teoría de Grafos</a:t>
            </a:r>
          </a:p>
        </p:txBody>
      </p:sp>
      <p:sp>
        <p:nvSpPr>
          <p:cNvPr id="5" name="Subtítulo 4">
            <a:extLst>
              <a:ext uri="{FF2B5EF4-FFF2-40B4-BE49-F238E27FC236}">
                <a16:creationId xmlns:a16="http://schemas.microsoft.com/office/drawing/2014/main" id="{518F2013-4D40-4305-9C6C-77B2D54E267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s-CL" dirty="0"/>
              <a:t>Teoremas y Álgebra - Práctica</a:t>
            </a:r>
          </a:p>
        </p:txBody>
      </p:sp>
    </p:spTree>
    <p:extLst>
      <p:ext uri="{BB962C8B-B14F-4D97-AF65-F5344CB8AC3E}">
        <p14:creationId xmlns:p14="http://schemas.microsoft.com/office/powerpoint/2010/main" val="1918236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6274ACA-D4BC-485B-985B-829E1C7C23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400" y="331450"/>
            <a:ext cx="10396882" cy="1151965"/>
          </a:xfrm>
        </p:spPr>
        <p:txBody>
          <a:bodyPr/>
          <a:lstStyle/>
          <a:p>
            <a:r>
              <a:rPr lang="es-CL" dirty="0"/>
              <a:t>objetivos</a:t>
            </a:r>
          </a:p>
        </p:txBody>
      </p:sp>
      <p:sp>
        <p:nvSpPr>
          <p:cNvPr id="5" name="Marcador de contenido 4">
            <a:extLst>
              <a:ext uri="{FF2B5EF4-FFF2-40B4-BE49-F238E27FC236}">
                <a16:creationId xmlns:a16="http://schemas.microsoft.com/office/drawing/2014/main" id="{2539C80E-4749-4631-ACA2-61B9740C66B2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lang="es-CL"/>
          </a:p>
        </p:txBody>
      </p:sp>
      <p:graphicFrame>
        <p:nvGraphicFramePr>
          <p:cNvPr id="4" name="Tabla 3">
            <a:extLst>
              <a:ext uri="{FF2B5EF4-FFF2-40B4-BE49-F238E27FC236}">
                <a16:creationId xmlns:a16="http://schemas.microsoft.com/office/drawing/2014/main" id="{C8276553-2A79-437F-B57F-448598174CD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68287770"/>
              </p:ext>
            </p:extLst>
          </p:nvPr>
        </p:nvGraphicFramePr>
        <p:xfrm>
          <a:off x="533400" y="1295400"/>
          <a:ext cx="11125199" cy="4625426"/>
        </p:xfrm>
        <a:graphic>
          <a:graphicData uri="http://schemas.openxmlformats.org/drawingml/2006/table">
            <a:tbl>
              <a:tblPr firstCol="1" bandRow="1">
                <a:tableStyleId>{5C22544A-7EE6-4342-B048-85BDC9FD1C3A}</a:tableStyleId>
              </a:tblPr>
              <a:tblGrid>
                <a:gridCol w="1524000">
                  <a:extLst>
                    <a:ext uri="{9D8B030D-6E8A-4147-A177-3AD203B41FA5}">
                      <a16:colId xmlns:a16="http://schemas.microsoft.com/office/drawing/2014/main" val="2332767990"/>
                    </a:ext>
                  </a:extLst>
                </a:gridCol>
                <a:gridCol w="9601199">
                  <a:extLst>
                    <a:ext uri="{9D8B030D-6E8A-4147-A177-3AD203B41FA5}">
                      <a16:colId xmlns:a16="http://schemas.microsoft.com/office/drawing/2014/main" val="3367803006"/>
                    </a:ext>
                  </a:extLst>
                </a:gridCol>
              </a:tblGrid>
              <a:tr h="1447800">
                <a:tc>
                  <a:txBody>
                    <a:bodyPr/>
                    <a:lstStyle/>
                    <a:p>
                      <a:pPr marR="147320"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2400" kern="50" dirty="0">
                          <a:effectLst/>
                          <a:latin typeface="HP Simplified" panose="020B0604020204020204" pitchFamily="34" charset="0"/>
                        </a:rPr>
                        <a:t>Propósito</a:t>
                      </a:r>
                      <a:endParaRPr lang="es-CL" sz="2400" kern="50" dirty="0">
                        <a:effectLst/>
                        <a:latin typeface="HP Simplified" panose="020B0604020204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4925" marR="34925" marT="34925" marB="349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CL" sz="2400" dirty="0">
                          <a:effectLst/>
                          <a:latin typeface="HP Simplified" panose="020B0604020204020204" pitchFamily="34" charset="0"/>
                        </a:rPr>
                        <a:t>Estudiar interrelaciones entre elementos que interactúan unos con otros. Dado un escenario donde ciertos objetos se relacionan se puede “modelar el grafo” y luego aplicar algoritmos para resolver diversos problemas</a:t>
                      </a:r>
                      <a:endParaRPr lang="es-CL" sz="2400" dirty="0">
                        <a:solidFill>
                          <a:srgbClr val="000000"/>
                        </a:solidFill>
                        <a:effectLst/>
                        <a:latin typeface="HP Simplified" panose="020B0604020204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4925" marR="34925" marT="34925" marB="34925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553596175"/>
                  </a:ext>
                </a:extLst>
              </a:tr>
              <a:tr h="2209800">
                <a:tc>
                  <a:txBody>
                    <a:bodyPr/>
                    <a:lstStyle/>
                    <a:p>
                      <a:pPr marR="147320"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2400" kern="50">
                          <a:effectLst/>
                          <a:latin typeface="HP Simplified" panose="020B0604020204020204" pitchFamily="34" charset="0"/>
                        </a:rPr>
                        <a:t>Objetivos</a:t>
                      </a:r>
                      <a:endParaRPr lang="es-CL" sz="2400" kern="50">
                        <a:effectLst/>
                        <a:latin typeface="HP Simplified" panose="020B0604020204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4925" marR="34925" marT="34925" marB="349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811213" indent="-811213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811213" algn="l"/>
                        </a:tabLst>
                      </a:pPr>
                      <a:r>
                        <a:rPr lang="es-ES" sz="2400" b="1" kern="50" dirty="0">
                          <a:effectLst/>
                          <a:latin typeface="HP Simplified" panose="020B0604020204020204" pitchFamily="34" charset="0"/>
                        </a:rPr>
                        <a:t>OA 4 </a:t>
                      </a:r>
                      <a:r>
                        <a:rPr lang="es-ES" sz="2400" kern="50" dirty="0">
                          <a:effectLst/>
                          <a:latin typeface="HP Simplified" panose="020B0604020204020204" pitchFamily="34" charset="0"/>
                        </a:rPr>
                        <a:t>	Crear aplicaciones y realizar análisis mediante procesadores simbólicos, de geometría dinámica y de análisis estadístico.</a:t>
                      </a:r>
                      <a:endParaRPr lang="es-CL" sz="2400" kern="50" dirty="0">
                        <a:effectLst/>
                        <a:latin typeface="HP Simplified" panose="020B0604020204020204" pitchFamily="34" charset="0"/>
                      </a:endParaRPr>
                    </a:p>
                    <a:p>
                      <a:pPr marL="811213" indent="-811213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811213" algn="l"/>
                        </a:tabLst>
                      </a:pPr>
                      <a:r>
                        <a:rPr lang="es-ES" sz="2400" b="1" kern="50" dirty="0">
                          <a:effectLst/>
                          <a:latin typeface="HP Simplified" panose="020B0604020204020204" pitchFamily="34" charset="0"/>
                        </a:rPr>
                        <a:t>OA g </a:t>
                      </a:r>
                      <a:r>
                        <a:rPr lang="es-ES" sz="2400" kern="50" dirty="0">
                          <a:effectLst/>
                          <a:latin typeface="HP Simplified" panose="020B0604020204020204" pitchFamily="34" charset="0"/>
                        </a:rPr>
                        <a:t>	Elaborar representaciones, tanto en forma manual como digital, y justificar cómo una misma información puede ser utilizada según el tipo de representación.</a:t>
                      </a:r>
                      <a:endParaRPr lang="es-CL" sz="2400" kern="50" dirty="0">
                        <a:effectLst/>
                        <a:latin typeface="HP Simplified" panose="020B0604020204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4925" marR="34925" marT="34925" marB="34925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535054022"/>
                  </a:ext>
                </a:extLst>
              </a:tr>
              <a:tr h="967826">
                <a:tc>
                  <a:txBody>
                    <a:bodyPr/>
                    <a:lstStyle/>
                    <a:p>
                      <a:pPr marR="147320"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2400" kern="50">
                          <a:effectLst/>
                          <a:latin typeface="HP Simplified" panose="020B0604020204020204" pitchFamily="34" charset="0"/>
                        </a:rPr>
                        <a:t>Actitudes</a:t>
                      </a:r>
                      <a:endParaRPr lang="es-CL" sz="2400" kern="50">
                        <a:effectLst/>
                        <a:latin typeface="HP Simplified" panose="020B0604020204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4925" marR="34925" marT="34925" marB="349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2400" kern="50" dirty="0">
                          <a:effectLst/>
                          <a:latin typeface="HP Simplified" panose="020B0604020204020204" pitchFamily="34" charset="0"/>
                        </a:rPr>
                        <a:t>Pensar con conciencia, reconociendo que los errores ofrecen oportunidades para el aprendizaje.</a:t>
                      </a:r>
                      <a:endParaRPr lang="es-CL" sz="2400" kern="50" dirty="0">
                        <a:effectLst/>
                        <a:latin typeface="HP Simplified" panose="020B0604020204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4925" marR="34925" marT="34925" marB="34925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1060845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001054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5E27266-F475-4DED-A224-79E38B5024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1789" y="381001"/>
            <a:ext cx="10396882" cy="1377596"/>
          </a:xfrm>
        </p:spPr>
        <p:txBody>
          <a:bodyPr>
            <a:noAutofit/>
          </a:bodyPr>
          <a:lstStyle/>
          <a:p>
            <a:pPr marL="900113" indent="-900113"/>
            <a:r>
              <a:rPr lang="es-MX" sz="4000" b="1" cap="none" dirty="0">
                <a:latin typeface="HP Simplified" panose="020B0604020204020204" pitchFamily="34" charset="0"/>
              </a:rPr>
              <a:t>1)</a:t>
            </a:r>
            <a:r>
              <a:rPr lang="es-MX" sz="4000" cap="none" dirty="0">
                <a:latin typeface="HP Simplified" panose="020B0604020204020204" pitchFamily="34" charset="0"/>
              </a:rPr>
              <a:t>	¿Cuándo un grafo es euleriano?  Indicar cual de los siguientes grafos son eulerianos:</a:t>
            </a:r>
            <a:endParaRPr lang="es-CL" sz="4000" cap="none" dirty="0">
              <a:latin typeface="HP Simplified" panose="020B0604020204020204" pitchFamily="34" charset="0"/>
            </a:endParaRP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D38CAE91-AF79-4B64-B7B8-E25A03E7C9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CL"/>
          </a:p>
        </p:txBody>
      </p:sp>
      <p:grpSp>
        <p:nvGrpSpPr>
          <p:cNvPr id="7" name="Grupo 6">
            <a:extLst>
              <a:ext uri="{FF2B5EF4-FFF2-40B4-BE49-F238E27FC236}">
                <a16:creationId xmlns:a16="http://schemas.microsoft.com/office/drawing/2014/main" id="{805EC2BB-D4BB-48CD-AD50-689936B40D8A}"/>
              </a:ext>
            </a:extLst>
          </p:cNvPr>
          <p:cNvGrpSpPr/>
          <p:nvPr/>
        </p:nvGrpSpPr>
        <p:grpSpPr>
          <a:xfrm>
            <a:off x="617934" y="2139597"/>
            <a:ext cx="2251126" cy="1723253"/>
            <a:chOff x="609600" y="2555158"/>
            <a:chExt cx="2251126" cy="1723253"/>
          </a:xfrm>
        </p:grpSpPr>
        <p:sp>
          <p:nvSpPr>
            <p:cNvPr id="6" name="Elipse 5">
              <a:extLst>
                <a:ext uri="{FF2B5EF4-FFF2-40B4-BE49-F238E27FC236}">
                  <a16:creationId xmlns:a16="http://schemas.microsoft.com/office/drawing/2014/main" id="{BB694090-E586-4E38-AD5B-190C6F46C0B9}"/>
                </a:ext>
              </a:extLst>
            </p:cNvPr>
            <p:cNvSpPr/>
            <p:nvPr/>
          </p:nvSpPr>
          <p:spPr>
            <a:xfrm>
              <a:off x="609600" y="2555158"/>
              <a:ext cx="381000" cy="3810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L" dirty="0"/>
                <a:t>a</a:t>
              </a:r>
            </a:p>
          </p:txBody>
        </p:sp>
        <p:sp>
          <p:nvSpPr>
            <p:cNvPr id="8" name="Elipse 7">
              <a:extLst>
                <a:ext uri="{FF2B5EF4-FFF2-40B4-BE49-F238E27FC236}">
                  <a16:creationId xmlns:a16="http://schemas.microsoft.com/office/drawing/2014/main" id="{AC28B6ED-A7D4-4AE2-8527-60A642781C27}"/>
                </a:ext>
              </a:extLst>
            </p:cNvPr>
            <p:cNvSpPr/>
            <p:nvPr/>
          </p:nvSpPr>
          <p:spPr>
            <a:xfrm>
              <a:off x="1544663" y="3221594"/>
              <a:ext cx="381000" cy="3810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L" dirty="0"/>
                <a:t>e</a:t>
              </a:r>
            </a:p>
          </p:txBody>
        </p:sp>
        <p:sp>
          <p:nvSpPr>
            <p:cNvPr id="10" name="Elipse 9">
              <a:extLst>
                <a:ext uri="{FF2B5EF4-FFF2-40B4-BE49-F238E27FC236}">
                  <a16:creationId xmlns:a16="http://schemas.microsoft.com/office/drawing/2014/main" id="{E498A2C4-348C-419C-8759-5BEFC2715614}"/>
                </a:ext>
              </a:extLst>
            </p:cNvPr>
            <p:cNvSpPr/>
            <p:nvPr/>
          </p:nvSpPr>
          <p:spPr>
            <a:xfrm>
              <a:off x="2479726" y="2557466"/>
              <a:ext cx="381000" cy="3810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L" dirty="0"/>
                <a:t>b</a:t>
              </a:r>
            </a:p>
          </p:txBody>
        </p:sp>
        <p:sp>
          <p:nvSpPr>
            <p:cNvPr id="12" name="Elipse 11">
              <a:extLst>
                <a:ext uri="{FF2B5EF4-FFF2-40B4-BE49-F238E27FC236}">
                  <a16:creationId xmlns:a16="http://schemas.microsoft.com/office/drawing/2014/main" id="{98D66E55-F763-4FEC-9C4A-B02EB701CC53}"/>
                </a:ext>
              </a:extLst>
            </p:cNvPr>
            <p:cNvSpPr/>
            <p:nvPr/>
          </p:nvSpPr>
          <p:spPr>
            <a:xfrm>
              <a:off x="2479726" y="3897411"/>
              <a:ext cx="381000" cy="3810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L" dirty="0"/>
                <a:t>c</a:t>
              </a:r>
            </a:p>
          </p:txBody>
        </p:sp>
        <p:sp>
          <p:nvSpPr>
            <p:cNvPr id="14" name="Elipse 13">
              <a:extLst>
                <a:ext uri="{FF2B5EF4-FFF2-40B4-BE49-F238E27FC236}">
                  <a16:creationId xmlns:a16="http://schemas.microsoft.com/office/drawing/2014/main" id="{E05EE331-B550-4266-81D6-AD4A099D5E88}"/>
                </a:ext>
              </a:extLst>
            </p:cNvPr>
            <p:cNvSpPr/>
            <p:nvPr/>
          </p:nvSpPr>
          <p:spPr>
            <a:xfrm>
              <a:off x="609600" y="3897411"/>
              <a:ext cx="381000" cy="3810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L" dirty="0"/>
                <a:t>d</a:t>
              </a:r>
            </a:p>
          </p:txBody>
        </p:sp>
        <p:cxnSp>
          <p:nvCxnSpPr>
            <p:cNvPr id="36" name="Conector recto 35">
              <a:extLst>
                <a:ext uri="{FF2B5EF4-FFF2-40B4-BE49-F238E27FC236}">
                  <a16:creationId xmlns:a16="http://schemas.microsoft.com/office/drawing/2014/main" id="{C2BB5B25-7D1C-4854-A4BE-4A135D22003C}"/>
                </a:ext>
              </a:extLst>
            </p:cNvPr>
            <p:cNvCxnSpPr>
              <a:cxnSpLocks/>
              <a:stCxn id="6" idx="6"/>
              <a:endCxn id="10" idx="2"/>
            </p:cNvCxnSpPr>
            <p:nvPr/>
          </p:nvCxnSpPr>
          <p:spPr>
            <a:xfrm>
              <a:off x="990600" y="2745658"/>
              <a:ext cx="1489126" cy="2308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Conector recto 36">
              <a:extLst>
                <a:ext uri="{FF2B5EF4-FFF2-40B4-BE49-F238E27FC236}">
                  <a16:creationId xmlns:a16="http://schemas.microsoft.com/office/drawing/2014/main" id="{8F95A28C-5A5B-42E6-9BA3-FEA5C0BF5F4D}"/>
                </a:ext>
              </a:extLst>
            </p:cNvPr>
            <p:cNvCxnSpPr>
              <a:cxnSpLocks/>
              <a:stCxn id="14" idx="6"/>
              <a:endCxn id="12" idx="2"/>
            </p:cNvCxnSpPr>
            <p:nvPr/>
          </p:nvCxnSpPr>
          <p:spPr>
            <a:xfrm>
              <a:off x="990600" y="4087911"/>
              <a:ext cx="1489126" cy="0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Conector recto 44">
              <a:extLst>
                <a:ext uri="{FF2B5EF4-FFF2-40B4-BE49-F238E27FC236}">
                  <a16:creationId xmlns:a16="http://schemas.microsoft.com/office/drawing/2014/main" id="{CB413678-F62A-4B66-A001-83C1B9E98BDB}"/>
                </a:ext>
              </a:extLst>
            </p:cNvPr>
            <p:cNvCxnSpPr>
              <a:cxnSpLocks/>
              <a:stCxn id="6" idx="5"/>
              <a:endCxn id="8" idx="1"/>
            </p:cNvCxnSpPr>
            <p:nvPr/>
          </p:nvCxnSpPr>
          <p:spPr>
            <a:xfrm>
              <a:off x="934804" y="2880362"/>
              <a:ext cx="665655" cy="397028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Conector recto 52">
              <a:extLst>
                <a:ext uri="{FF2B5EF4-FFF2-40B4-BE49-F238E27FC236}">
                  <a16:creationId xmlns:a16="http://schemas.microsoft.com/office/drawing/2014/main" id="{177D40E7-EA10-4820-AE1D-BE06ECD24D25}"/>
                </a:ext>
              </a:extLst>
            </p:cNvPr>
            <p:cNvCxnSpPr>
              <a:cxnSpLocks/>
              <a:stCxn id="8" idx="5"/>
              <a:endCxn id="12" idx="1"/>
            </p:cNvCxnSpPr>
            <p:nvPr/>
          </p:nvCxnSpPr>
          <p:spPr>
            <a:xfrm>
              <a:off x="1869867" y="3546798"/>
              <a:ext cx="665655" cy="406409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Conector recto 58">
              <a:extLst>
                <a:ext uri="{FF2B5EF4-FFF2-40B4-BE49-F238E27FC236}">
                  <a16:creationId xmlns:a16="http://schemas.microsoft.com/office/drawing/2014/main" id="{9A89A20D-7F39-4298-93A3-ADD8D9061086}"/>
                </a:ext>
              </a:extLst>
            </p:cNvPr>
            <p:cNvCxnSpPr>
              <a:cxnSpLocks/>
              <a:stCxn id="8" idx="7"/>
              <a:endCxn id="10" idx="3"/>
            </p:cNvCxnSpPr>
            <p:nvPr/>
          </p:nvCxnSpPr>
          <p:spPr>
            <a:xfrm flipV="1">
              <a:off x="1869867" y="2882670"/>
              <a:ext cx="665655" cy="394720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Conector recto 61">
              <a:extLst>
                <a:ext uri="{FF2B5EF4-FFF2-40B4-BE49-F238E27FC236}">
                  <a16:creationId xmlns:a16="http://schemas.microsoft.com/office/drawing/2014/main" id="{A42261E5-EC42-427F-B0F8-23B95EC9942F}"/>
                </a:ext>
              </a:extLst>
            </p:cNvPr>
            <p:cNvCxnSpPr>
              <a:cxnSpLocks/>
              <a:stCxn id="14" idx="7"/>
              <a:endCxn id="8" idx="3"/>
            </p:cNvCxnSpPr>
            <p:nvPr/>
          </p:nvCxnSpPr>
          <p:spPr>
            <a:xfrm flipV="1">
              <a:off x="934804" y="3546798"/>
              <a:ext cx="665655" cy="406409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" name="Grupo 4">
            <a:extLst>
              <a:ext uri="{FF2B5EF4-FFF2-40B4-BE49-F238E27FC236}">
                <a16:creationId xmlns:a16="http://schemas.microsoft.com/office/drawing/2014/main" id="{AF95A83D-E951-470E-B3BA-C07A836B4BB2}"/>
              </a:ext>
            </a:extLst>
          </p:cNvPr>
          <p:cNvGrpSpPr/>
          <p:nvPr/>
        </p:nvGrpSpPr>
        <p:grpSpPr>
          <a:xfrm>
            <a:off x="4241207" y="2139597"/>
            <a:ext cx="2251126" cy="1723253"/>
            <a:chOff x="4232873" y="2555158"/>
            <a:chExt cx="2251126" cy="1723253"/>
          </a:xfrm>
        </p:grpSpPr>
        <p:sp>
          <p:nvSpPr>
            <p:cNvPr id="16" name="Elipse 15">
              <a:extLst>
                <a:ext uri="{FF2B5EF4-FFF2-40B4-BE49-F238E27FC236}">
                  <a16:creationId xmlns:a16="http://schemas.microsoft.com/office/drawing/2014/main" id="{0B801899-25AD-42C9-BCC7-2B77148702C5}"/>
                </a:ext>
              </a:extLst>
            </p:cNvPr>
            <p:cNvSpPr/>
            <p:nvPr/>
          </p:nvSpPr>
          <p:spPr>
            <a:xfrm>
              <a:off x="4232873" y="2555158"/>
              <a:ext cx="381000" cy="3810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L" dirty="0"/>
                <a:t>a</a:t>
              </a:r>
            </a:p>
          </p:txBody>
        </p:sp>
        <p:sp>
          <p:nvSpPr>
            <p:cNvPr id="18" name="Elipse 17">
              <a:extLst>
                <a:ext uri="{FF2B5EF4-FFF2-40B4-BE49-F238E27FC236}">
                  <a16:creationId xmlns:a16="http://schemas.microsoft.com/office/drawing/2014/main" id="{17D6768F-21E4-4A88-9AFE-5FB8C6A10355}"/>
                </a:ext>
              </a:extLst>
            </p:cNvPr>
            <p:cNvSpPr/>
            <p:nvPr/>
          </p:nvSpPr>
          <p:spPr>
            <a:xfrm>
              <a:off x="5167936" y="3186415"/>
              <a:ext cx="381000" cy="3810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L" dirty="0"/>
                <a:t>e</a:t>
              </a:r>
            </a:p>
          </p:txBody>
        </p:sp>
        <p:sp>
          <p:nvSpPr>
            <p:cNvPr id="20" name="Elipse 19">
              <a:extLst>
                <a:ext uri="{FF2B5EF4-FFF2-40B4-BE49-F238E27FC236}">
                  <a16:creationId xmlns:a16="http://schemas.microsoft.com/office/drawing/2014/main" id="{EB7983C0-1461-4DC4-9FC2-E4BACD212FE9}"/>
                </a:ext>
              </a:extLst>
            </p:cNvPr>
            <p:cNvSpPr/>
            <p:nvPr/>
          </p:nvSpPr>
          <p:spPr>
            <a:xfrm>
              <a:off x="6102999" y="2557466"/>
              <a:ext cx="381000" cy="3810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L" dirty="0"/>
                <a:t>b</a:t>
              </a:r>
            </a:p>
          </p:txBody>
        </p:sp>
        <p:sp>
          <p:nvSpPr>
            <p:cNvPr id="22" name="Elipse 21">
              <a:extLst>
                <a:ext uri="{FF2B5EF4-FFF2-40B4-BE49-F238E27FC236}">
                  <a16:creationId xmlns:a16="http://schemas.microsoft.com/office/drawing/2014/main" id="{4C6D4A96-228B-4278-B811-D919F23FE214}"/>
                </a:ext>
              </a:extLst>
            </p:cNvPr>
            <p:cNvSpPr/>
            <p:nvPr/>
          </p:nvSpPr>
          <p:spPr>
            <a:xfrm>
              <a:off x="6102999" y="3897411"/>
              <a:ext cx="381000" cy="3810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L" dirty="0"/>
                <a:t>c</a:t>
              </a:r>
            </a:p>
          </p:txBody>
        </p:sp>
        <p:sp>
          <p:nvSpPr>
            <p:cNvPr id="24" name="Elipse 23">
              <a:extLst>
                <a:ext uri="{FF2B5EF4-FFF2-40B4-BE49-F238E27FC236}">
                  <a16:creationId xmlns:a16="http://schemas.microsoft.com/office/drawing/2014/main" id="{10879CA2-C8E8-4495-A0D0-073C28FD02CC}"/>
                </a:ext>
              </a:extLst>
            </p:cNvPr>
            <p:cNvSpPr/>
            <p:nvPr/>
          </p:nvSpPr>
          <p:spPr>
            <a:xfrm>
              <a:off x="4232873" y="3897411"/>
              <a:ext cx="381000" cy="3810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L" dirty="0"/>
                <a:t>d</a:t>
              </a:r>
            </a:p>
          </p:txBody>
        </p:sp>
        <p:cxnSp>
          <p:nvCxnSpPr>
            <p:cNvPr id="42" name="Conector recto 41">
              <a:extLst>
                <a:ext uri="{FF2B5EF4-FFF2-40B4-BE49-F238E27FC236}">
                  <a16:creationId xmlns:a16="http://schemas.microsoft.com/office/drawing/2014/main" id="{4596CDD2-E360-4733-9AE5-655A50E4B1C7}"/>
                </a:ext>
              </a:extLst>
            </p:cNvPr>
            <p:cNvCxnSpPr>
              <a:cxnSpLocks/>
              <a:stCxn id="16" idx="4"/>
              <a:endCxn id="24" idx="0"/>
            </p:cNvCxnSpPr>
            <p:nvPr/>
          </p:nvCxnSpPr>
          <p:spPr>
            <a:xfrm>
              <a:off x="4423373" y="2936158"/>
              <a:ext cx="0" cy="961253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Conector recto 47">
              <a:extLst>
                <a:ext uri="{FF2B5EF4-FFF2-40B4-BE49-F238E27FC236}">
                  <a16:creationId xmlns:a16="http://schemas.microsoft.com/office/drawing/2014/main" id="{62109A36-3F14-4E42-B120-5245C99CF310}"/>
                </a:ext>
              </a:extLst>
            </p:cNvPr>
            <p:cNvCxnSpPr>
              <a:cxnSpLocks/>
              <a:stCxn id="22" idx="0"/>
              <a:endCxn id="20" idx="4"/>
            </p:cNvCxnSpPr>
            <p:nvPr/>
          </p:nvCxnSpPr>
          <p:spPr>
            <a:xfrm flipV="1">
              <a:off x="6293499" y="2938466"/>
              <a:ext cx="0" cy="958945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Conector recto 64">
              <a:extLst>
                <a:ext uri="{FF2B5EF4-FFF2-40B4-BE49-F238E27FC236}">
                  <a16:creationId xmlns:a16="http://schemas.microsoft.com/office/drawing/2014/main" id="{CA80A2FD-154C-46C1-80B2-9CE0C993F743}"/>
                </a:ext>
              </a:extLst>
            </p:cNvPr>
            <p:cNvCxnSpPr>
              <a:cxnSpLocks/>
              <a:stCxn id="24" idx="6"/>
              <a:endCxn id="22" idx="2"/>
            </p:cNvCxnSpPr>
            <p:nvPr/>
          </p:nvCxnSpPr>
          <p:spPr>
            <a:xfrm>
              <a:off x="4613873" y="4087911"/>
              <a:ext cx="1489126" cy="0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Conector recto 65">
              <a:extLst>
                <a:ext uri="{FF2B5EF4-FFF2-40B4-BE49-F238E27FC236}">
                  <a16:creationId xmlns:a16="http://schemas.microsoft.com/office/drawing/2014/main" id="{F140D129-5622-494B-9286-BD80833443C9}"/>
                </a:ext>
              </a:extLst>
            </p:cNvPr>
            <p:cNvCxnSpPr>
              <a:cxnSpLocks/>
              <a:stCxn id="16" idx="6"/>
              <a:endCxn id="20" idx="2"/>
            </p:cNvCxnSpPr>
            <p:nvPr/>
          </p:nvCxnSpPr>
          <p:spPr>
            <a:xfrm>
              <a:off x="4613873" y="2745658"/>
              <a:ext cx="1489126" cy="2308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Conector recto 66">
              <a:extLst>
                <a:ext uri="{FF2B5EF4-FFF2-40B4-BE49-F238E27FC236}">
                  <a16:creationId xmlns:a16="http://schemas.microsoft.com/office/drawing/2014/main" id="{A597BE5C-4DD2-4BBA-941D-96B59E3983F0}"/>
                </a:ext>
              </a:extLst>
            </p:cNvPr>
            <p:cNvCxnSpPr>
              <a:cxnSpLocks/>
              <a:stCxn id="16" idx="5"/>
              <a:endCxn id="18" idx="1"/>
            </p:cNvCxnSpPr>
            <p:nvPr/>
          </p:nvCxnSpPr>
          <p:spPr>
            <a:xfrm>
              <a:off x="4558077" y="2880362"/>
              <a:ext cx="665655" cy="361849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Conector recto 67">
              <a:extLst>
                <a:ext uri="{FF2B5EF4-FFF2-40B4-BE49-F238E27FC236}">
                  <a16:creationId xmlns:a16="http://schemas.microsoft.com/office/drawing/2014/main" id="{FCE19133-CA97-48D8-B682-FC969BE3037C}"/>
                </a:ext>
              </a:extLst>
            </p:cNvPr>
            <p:cNvCxnSpPr>
              <a:cxnSpLocks/>
              <a:stCxn id="18" idx="5"/>
              <a:endCxn id="22" idx="1"/>
            </p:cNvCxnSpPr>
            <p:nvPr/>
          </p:nvCxnSpPr>
          <p:spPr>
            <a:xfrm>
              <a:off x="5493140" y="3511619"/>
              <a:ext cx="665655" cy="441588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Conector recto 68">
              <a:extLst>
                <a:ext uri="{FF2B5EF4-FFF2-40B4-BE49-F238E27FC236}">
                  <a16:creationId xmlns:a16="http://schemas.microsoft.com/office/drawing/2014/main" id="{00A2471D-CA3A-44F0-8BA8-BFB317A7EF02}"/>
                </a:ext>
              </a:extLst>
            </p:cNvPr>
            <p:cNvCxnSpPr>
              <a:cxnSpLocks/>
              <a:stCxn id="18" idx="7"/>
              <a:endCxn id="20" idx="3"/>
            </p:cNvCxnSpPr>
            <p:nvPr/>
          </p:nvCxnSpPr>
          <p:spPr>
            <a:xfrm flipV="1">
              <a:off x="5493140" y="2882670"/>
              <a:ext cx="665655" cy="359541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Conector recto 69">
              <a:extLst>
                <a:ext uri="{FF2B5EF4-FFF2-40B4-BE49-F238E27FC236}">
                  <a16:creationId xmlns:a16="http://schemas.microsoft.com/office/drawing/2014/main" id="{CDE2A7F7-0424-499B-9B9D-010B56E1DF0B}"/>
                </a:ext>
              </a:extLst>
            </p:cNvPr>
            <p:cNvCxnSpPr>
              <a:cxnSpLocks/>
              <a:stCxn id="24" idx="7"/>
              <a:endCxn id="18" idx="3"/>
            </p:cNvCxnSpPr>
            <p:nvPr/>
          </p:nvCxnSpPr>
          <p:spPr>
            <a:xfrm flipV="1">
              <a:off x="4558077" y="3511619"/>
              <a:ext cx="665655" cy="441588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" name="Grupo 2">
            <a:extLst>
              <a:ext uri="{FF2B5EF4-FFF2-40B4-BE49-F238E27FC236}">
                <a16:creationId xmlns:a16="http://schemas.microsoft.com/office/drawing/2014/main" id="{388E1651-4B19-4AD0-96B8-3126B4A5F092}"/>
              </a:ext>
            </a:extLst>
          </p:cNvPr>
          <p:cNvGrpSpPr/>
          <p:nvPr/>
        </p:nvGrpSpPr>
        <p:grpSpPr>
          <a:xfrm>
            <a:off x="7637219" y="2139597"/>
            <a:ext cx="3586513" cy="1723253"/>
            <a:chOff x="7628885" y="2555158"/>
            <a:chExt cx="3586513" cy="1723253"/>
          </a:xfrm>
        </p:grpSpPr>
        <p:sp>
          <p:nvSpPr>
            <p:cNvPr id="26" name="Elipse 25">
              <a:extLst>
                <a:ext uri="{FF2B5EF4-FFF2-40B4-BE49-F238E27FC236}">
                  <a16:creationId xmlns:a16="http://schemas.microsoft.com/office/drawing/2014/main" id="{1AEB376B-05B0-4A61-8745-434733D888CA}"/>
                </a:ext>
              </a:extLst>
            </p:cNvPr>
            <p:cNvSpPr/>
            <p:nvPr/>
          </p:nvSpPr>
          <p:spPr>
            <a:xfrm>
              <a:off x="7628886" y="2555158"/>
              <a:ext cx="381000" cy="3810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L" dirty="0"/>
                <a:t>a</a:t>
              </a:r>
            </a:p>
          </p:txBody>
        </p:sp>
        <p:sp>
          <p:nvSpPr>
            <p:cNvPr id="28" name="Elipse 27">
              <a:extLst>
                <a:ext uri="{FF2B5EF4-FFF2-40B4-BE49-F238E27FC236}">
                  <a16:creationId xmlns:a16="http://schemas.microsoft.com/office/drawing/2014/main" id="{537CAE88-2501-4886-8B86-57F5683BF937}"/>
                </a:ext>
              </a:extLst>
            </p:cNvPr>
            <p:cNvSpPr/>
            <p:nvPr/>
          </p:nvSpPr>
          <p:spPr>
            <a:xfrm>
              <a:off x="10834398" y="3897411"/>
              <a:ext cx="381000" cy="3810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L" dirty="0"/>
                <a:t>e</a:t>
              </a:r>
            </a:p>
          </p:txBody>
        </p:sp>
        <p:sp>
          <p:nvSpPr>
            <p:cNvPr id="30" name="Elipse 29">
              <a:extLst>
                <a:ext uri="{FF2B5EF4-FFF2-40B4-BE49-F238E27FC236}">
                  <a16:creationId xmlns:a16="http://schemas.microsoft.com/office/drawing/2014/main" id="{36D3988F-87C5-48A0-BB4E-1D38EACEE0DE}"/>
                </a:ext>
              </a:extLst>
            </p:cNvPr>
            <p:cNvSpPr/>
            <p:nvPr/>
          </p:nvSpPr>
          <p:spPr>
            <a:xfrm>
              <a:off x="9330542" y="2555158"/>
              <a:ext cx="381000" cy="3810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L" dirty="0"/>
                <a:t>b</a:t>
              </a:r>
            </a:p>
          </p:txBody>
        </p:sp>
        <p:sp>
          <p:nvSpPr>
            <p:cNvPr id="32" name="Elipse 31">
              <a:extLst>
                <a:ext uri="{FF2B5EF4-FFF2-40B4-BE49-F238E27FC236}">
                  <a16:creationId xmlns:a16="http://schemas.microsoft.com/office/drawing/2014/main" id="{19F4C95A-04CD-48D0-9B5F-28635BE71790}"/>
                </a:ext>
              </a:extLst>
            </p:cNvPr>
            <p:cNvSpPr/>
            <p:nvPr/>
          </p:nvSpPr>
          <p:spPr>
            <a:xfrm>
              <a:off x="9345272" y="3897411"/>
              <a:ext cx="381000" cy="3810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L" dirty="0"/>
                <a:t>c</a:t>
              </a:r>
            </a:p>
          </p:txBody>
        </p:sp>
        <p:sp>
          <p:nvSpPr>
            <p:cNvPr id="34" name="Elipse 33">
              <a:extLst>
                <a:ext uri="{FF2B5EF4-FFF2-40B4-BE49-F238E27FC236}">
                  <a16:creationId xmlns:a16="http://schemas.microsoft.com/office/drawing/2014/main" id="{C7535A83-D7E1-402C-A3EF-C8225B2A72F2}"/>
                </a:ext>
              </a:extLst>
            </p:cNvPr>
            <p:cNvSpPr/>
            <p:nvPr/>
          </p:nvSpPr>
          <p:spPr>
            <a:xfrm>
              <a:off x="7628885" y="3897411"/>
              <a:ext cx="381000" cy="3810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L" dirty="0"/>
                <a:t>d</a:t>
              </a:r>
            </a:p>
          </p:txBody>
        </p:sp>
        <p:cxnSp>
          <p:nvCxnSpPr>
            <p:cNvPr id="95" name="Conector recto 94">
              <a:extLst>
                <a:ext uri="{FF2B5EF4-FFF2-40B4-BE49-F238E27FC236}">
                  <a16:creationId xmlns:a16="http://schemas.microsoft.com/office/drawing/2014/main" id="{693BCE3F-6F3D-4F86-82F6-C9ACBE44C224}"/>
                </a:ext>
              </a:extLst>
            </p:cNvPr>
            <p:cNvCxnSpPr>
              <a:cxnSpLocks/>
              <a:stCxn id="32" idx="6"/>
              <a:endCxn id="28" idx="2"/>
            </p:cNvCxnSpPr>
            <p:nvPr/>
          </p:nvCxnSpPr>
          <p:spPr>
            <a:xfrm>
              <a:off x="9726272" y="4087911"/>
              <a:ext cx="1108126" cy="0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Conector recto 95">
              <a:extLst>
                <a:ext uri="{FF2B5EF4-FFF2-40B4-BE49-F238E27FC236}">
                  <a16:creationId xmlns:a16="http://schemas.microsoft.com/office/drawing/2014/main" id="{CE880C8F-DF14-450F-BB9E-5F775E75DDC7}"/>
                </a:ext>
              </a:extLst>
            </p:cNvPr>
            <p:cNvCxnSpPr>
              <a:cxnSpLocks/>
              <a:stCxn id="34" idx="6"/>
              <a:endCxn id="32" idx="2"/>
            </p:cNvCxnSpPr>
            <p:nvPr/>
          </p:nvCxnSpPr>
          <p:spPr>
            <a:xfrm>
              <a:off x="8009885" y="4087911"/>
              <a:ext cx="1335387" cy="0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Conector recto 96">
              <a:extLst>
                <a:ext uri="{FF2B5EF4-FFF2-40B4-BE49-F238E27FC236}">
                  <a16:creationId xmlns:a16="http://schemas.microsoft.com/office/drawing/2014/main" id="{365D0780-3805-40A3-9616-2764E0BB2CA2}"/>
                </a:ext>
              </a:extLst>
            </p:cNvPr>
            <p:cNvCxnSpPr>
              <a:cxnSpLocks/>
              <a:stCxn id="26" idx="6"/>
              <a:endCxn id="30" idx="2"/>
            </p:cNvCxnSpPr>
            <p:nvPr/>
          </p:nvCxnSpPr>
          <p:spPr>
            <a:xfrm>
              <a:off x="8009886" y="2745658"/>
              <a:ext cx="1320656" cy="0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Conector recto 97">
              <a:extLst>
                <a:ext uri="{FF2B5EF4-FFF2-40B4-BE49-F238E27FC236}">
                  <a16:creationId xmlns:a16="http://schemas.microsoft.com/office/drawing/2014/main" id="{1BDF0C86-4B27-4A06-957B-B9029E99FEA4}"/>
                </a:ext>
              </a:extLst>
            </p:cNvPr>
            <p:cNvCxnSpPr>
              <a:cxnSpLocks/>
              <a:stCxn id="26" idx="4"/>
              <a:endCxn id="34" idx="0"/>
            </p:cNvCxnSpPr>
            <p:nvPr/>
          </p:nvCxnSpPr>
          <p:spPr>
            <a:xfrm flipH="1">
              <a:off x="7819385" y="2936158"/>
              <a:ext cx="1" cy="961253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Conector recto 101">
              <a:extLst>
                <a:ext uri="{FF2B5EF4-FFF2-40B4-BE49-F238E27FC236}">
                  <a16:creationId xmlns:a16="http://schemas.microsoft.com/office/drawing/2014/main" id="{34B46AB4-DC6E-4089-9AD2-8323DE189FC8}"/>
                </a:ext>
              </a:extLst>
            </p:cNvPr>
            <p:cNvCxnSpPr>
              <a:cxnSpLocks/>
              <a:stCxn id="30" idx="4"/>
              <a:endCxn id="32" idx="0"/>
            </p:cNvCxnSpPr>
            <p:nvPr/>
          </p:nvCxnSpPr>
          <p:spPr>
            <a:xfrm>
              <a:off x="9521042" y="2936158"/>
              <a:ext cx="14730" cy="961253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Conector recto 102">
              <a:extLst>
                <a:ext uri="{FF2B5EF4-FFF2-40B4-BE49-F238E27FC236}">
                  <a16:creationId xmlns:a16="http://schemas.microsoft.com/office/drawing/2014/main" id="{895484CD-FFB6-4AEA-ABC0-174763CC0BD0}"/>
                </a:ext>
              </a:extLst>
            </p:cNvPr>
            <p:cNvCxnSpPr>
              <a:cxnSpLocks/>
              <a:stCxn id="26" idx="5"/>
              <a:endCxn id="32" idx="1"/>
            </p:cNvCxnSpPr>
            <p:nvPr/>
          </p:nvCxnSpPr>
          <p:spPr>
            <a:xfrm>
              <a:off x="7954090" y="2880362"/>
              <a:ext cx="1446978" cy="1072845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Conector recto 103">
              <a:extLst>
                <a:ext uri="{FF2B5EF4-FFF2-40B4-BE49-F238E27FC236}">
                  <a16:creationId xmlns:a16="http://schemas.microsoft.com/office/drawing/2014/main" id="{48E5AD44-BC52-4EAA-BB1C-FF093B701867}"/>
                </a:ext>
              </a:extLst>
            </p:cNvPr>
            <p:cNvCxnSpPr>
              <a:cxnSpLocks/>
              <a:stCxn id="30" idx="5"/>
              <a:endCxn id="28" idx="1"/>
            </p:cNvCxnSpPr>
            <p:nvPr/>
          </p:nvCxnSpPr>
          <p:spPr>
            <a:xfrm>
              <a:off x="9655746" y="2880362"/>
              <a:ext cx="1234448" cy="1072845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4" name="CuadroTexto 43">
            <a:extLst>
              <a:ext uri="{FF2B5EF4-FFF2-40B4-BE49-F238E27FC236}">
                <a16:creationId xmlns:a16="http://schemas.microsoft.com/office/drawing/2014/main" id="{268956E1-8DC5-4794-BE08-29A63BF4DFED}"/>
              </a:ext>
            </a:extLst>
          </p:cNvPr>
          <p:cNvSpPr txBox="1"/>
          <p:nvPr/>
        </p:nvSpPr>
        <p:spPr>
          <a:xfrm>
            <a:off x="1608793" y="3775439"/>
            <a:ext cx="39478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3200" b="1" dirty="0">
                <a:solidFill>
                  <a:schemeClr val="accent1"/>
                </a:solidFill>
                <a:latin typeface="Gadugi" panose="020B0502040204020203" pitchFamily="34" charset="0"/>
                <a:ea typeface="Gadugi" panose="020B0502040204020203" pitchFamily="34" charset="0"/>
              </a:rPr>
              <a:t>G</a:t>
            </a:r>
            <a:endParaRPr lang="es-CL" sz="3200" b="1" dirty="0">
              <a:solidFill>
                <a:schemeClr val="accent1"/>
              </a:solidFill>
              <a:latin typeface="Gadugi" panose="020B0502040204020203" pitchFamily="34" charset="0"/>
              <a:ea typeface="Gadugi" panose="020B0502040204020203" pitchFamily="34" charset="0"/>
            </a:endParaRP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C25FBBD5-9E87-4418-AB4C-2889A7B6B3F7}"/>
              </a:ext>
            </a:extLst>
          </p:cNvPr>
          <p:cNvSpPr txBox="1"/>
          <p:nvPr/>
        </p:nvSpPr>
        <p:spPr>
          <a:xfrm>
            <a:off x="5232066" y="3775439"/>
            <a:ext cx="39478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3200" b="1" dirty="0">
                <a:solidFill>
                  <a:schemeClr val="accent1"/>
                </a:solidFill>
                <a:latin typeface="Gadugi" panose="020B0502040204020203" pitchFamily="34" charset="0"/>
                <a:ea typeface="Gadugi" panose="020B0502040204020203" pitchFamily="34" charset="0"/>
              </a:rPr>
              <a:t>H</a:t>
            </a:r>
            <a:endParaRPr lang="es-CL" sz="3200" b="1" dirty="0">
              <a:solidFill>
                <a:schemeClr val="accent1"/>
              </a:solidFill>
              <a:latin typeface="Gadugi" panose="020B0502040204020203" pitchFamily="34" charset="0"/>
              <a:ea typeface="Gadugi" panose="020B0502040204020203" pitchFamily="34" charset="0"/>
            </a:endParaRP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881B2304-CC8D-45EF-A1C3-350C074BE0CE}"/>
              </a:ext>
            </a:extLst>
          </p:cNvPr>
          <p:cNvSpPr txBox="1"/>
          <p:nvPr/>
        </p:nvSpPr>
        <p:spPr>
          <a:xfrm>
            <a:off x="8751850" y="3775438"/>
            <a:ext cx="39478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3200" b="1" dirty="0">
                <a:solidFill>
                  <a:schemeClr val="accent1"/>
                </a:solidFill>
                <a:latin typeface="Gadugi" panose="020B0502040204020203" pitchFamily="34" charset="0"/>
                <a:ea typeface="Gadugi" panose="020B0502040204020203" pitchFamily="34" charset="0"/>
              </a:rPr>
              <a:t>J</a:t>
            </a:r>
            <a:endParaRPr lang="es-CL" sz="3200" b="1" dirty="0">
              <a:solidFill>
                <a:schemeClr val="accent1"/>
              </a:solidFill>
              <a:latin typeface="Gadugi" panose="020B0502040204020203" pitchFamily="34" charset="0"/>
              <a:ea typeface="Gadugi" panose="020B0502040204020203" pitchFamily="34" charset="0"/>
            </a:endParaRPr>
          </a:p>
        </p:txBody>
      </p:sp>
      <p:sp>
        <p:nvSpPr>
          <p:cNvPr id="50" name="CuadroTexto 49">
            <a:extLst>
              <a:ext uri="{FF2B5EF4-FFF2-40B4-BE49-F238E27FC236}">
                <a16:creationId xmlns:a16="http://schemas.microsoft.com/office/drawing/2014/main" id="{8D065E84-6466-434F-82FE-3D333BE6F4D1}"/>
              </a:ext>
            </a:extLst>
          </p:cNvPr>
          <p:cNvSpPr txBox="1"/>
          <p:nvPr/>
        </p:nvSpPr>
        <p:spPr>
          <a:xfrm>
            <a:off x="1608792" y="4433025"/>
            <a:ext cx="9614939" cy="120032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900113" indent="-900113" defTabSz="914400">
              <a:lnSpc>
                <a:spcPct val="90000"/>
              </a:lnSpc>
              <a:spcBef>
                <a:spcPct val="0"/>
              </a:spcBef>
              <a:buNone/>
              <a:defRPr sz="4000" b="1" cap="none" baseline="0">
                <a:solidFill>
                  <a:schemeClr val="accent1"/>
                </a:solidFill>
                <a:effectLst/>
                <a:latin typeface="HP Simplified" panose="020B0604020204020204" pitchFamily="34" charset="0"/>
                <a:ea typeface="+mj-ea"/>
                <a:cs typeface="+mj-cs"/>
              </a:defRPr>
            </a:lvl1pPr>
          </a:lstStyle>
          <a:p>
            <a:pPr marL="0" indent="0" defTabSz="900113"/>
            <a:r>
              <a:rPr lang="es-MX" sz="3600" b="0" dirty="0">
                <a:solidFill>
                  <a:schemeClr val="bg1">
                    <a:lumMod val="50000"/>
                  </a:schemeClr>
                </a:solidFill>
              </a:rPr>
              <a:t>¿Cuándo dos grafo son isomorfos? ¿En los grafos, existe un par que sean isomorfo?</a:t>
            </a:r>
            <a:endParaRPr lang="es-CL" sz="3600" b="0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07748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5E27266-F475-4DED-A224-79E38B5024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marL="900113" indent="-900113"/>
            <a:r>
              <a:rPr lang="es-MX" sz="4000" b="1" cap="none" dirty="0">
                <a:latin typeface="HP Simplified" panose="020B0604020204020204" pitchFamily="34" charset="0"/>
              </a:rPr>
              <a:t>2)</a:t>
            </a:r>
            <a:r>
              <a:rPr lang="es-MX" sz="4000" cap="none" dirty="0">
                <a:latin typeface="HP Simplified" panose="020B0604020204020204" pitchFamily="34" charset="0"/>
              </a:rPr>
              <a:t>	¿Cuándo un grafo es hamiltoniano?</a:t>
            </a:r>
            <a:br>
              <a:rPr lang="es-MX" sz="4000" cap="none" dirty="0">
                <a:latin typeface="HP Simplified" panose="020B0604020204020204" pitchFamily="34" charset="0"/>
              </a:rPr>
            </a:br>
            <a:r>
              <a:rPr lang="es-MX" sz="4000" cap="none" dirty="0">
                <a:latin typeface="HP Simplified" panose="020B0604020204020204" pitchFamily="34" charset="0"/>
              </a:rPr>
              <a:t>¿Cuál de los grafos es hamiltoniano?</a:t>
            </a:r>
            <a:endParaRPr lang="es-CL" sz="4000" cap="none" dirty="0">
              <a:latin typeface="HP Simplified" panose="020B0604020204020204" pitchFamily="34" charset="0"/>
            </a:endParaRP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D38CAE91-AF79-4B64-B7B8-E25A03E7C9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CL"/>
          </a:p>
        </p:txBody>
      </p:sp>
      <p:grpSp>
        <p:nvGrpSpPr>
          <p:cNvPr id="5" name="Grupo 4">
            <a:extLst>
              <a:ext uri="{FF2B5EF4-FFF2-40B4-BE49-F238E27FC236}">
                <a16:creationId xmlns:a16="http://schemas.microsoft.com/office/drawing/2014/main" id="{ED774DF7-3E0A-4F68-B49B-60971D033731}"/>
              </a:ext>
            </a:extLst>
          </p:cNvPr>
          <p:cNvGrpSpPr/>
          <p:nvPr/>
        </p:nvGrpSpPr>
        <p:grpSpPr>
          <a:xfrm>
            <a:off x="1143000" y="2133600"/>
            <a:ext cx="5111852" cy="3872839"/>
            <a:chOff x="5940374" y="1542357"/>
            <a:chExt cx="5111852" cy="3872839"/>
          </a:xfrm>
        </p:grpSpPr>
        <p:sp>
          <p:nvSpPr>
            <p:cNvPr id="26" name="Elipse 25">
              <a:extLst>
                <a:ext uri="{FF2B5EF4-FFF2-40B4-BE49-F238E27FC236}">
                  <a16:creationId xmlns:a16="http://schemas.microsoft.com/office/drawing/2014/main" id="{1AEB376B-05B0-4A61-8745-434733D888CA}"/>
                </a:ext>
              </a:extLst>
            </p:cNvPr>
            <p:cNvSpPr/>
            <p:nvPr/>
          </p:nvSpPr>
          <p:spPr>
            <a:xfrm>
              <a:off x="7123087" y="3344068"/>
              <a:ext cx="381000" cy="3810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L" dirty="0"/>
                <a:t>4</a:t>
              </a:r>
            </a:p>
          </p:txBody>
        </p:sp>
        <p:sp>
          <p:nvSpPr>
            <p:cNvPr id="28" name="Elipse 27">
              <a:extLst>
                <a:ext uri="{FF2B5EF4-FFF2-40B4-BE49-F238E27FC236}">
                  <a16:creationId xmlns:a16="http://schemas.microsoft.com/office/drawing/2014/main" id="{537CAE88-2501-4886-8B86-57F5683BF937}"/>
                </a:ext>
              </a:extLst>
            </p:cNvPr>
            <p:cNvSpPr/>
            <p:nvPr/>
          </p:nvSpPr>
          <p:spPr>
            <a:xfrm>
              <a:off x="8305800" y="5032595"/>
              <a:ext cx="381000" cy="3810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L" dirty="0"/>
                <a:t>2</a:t>
              </a:r>
            </a:p>
          </p:txBody>
        </p:sp>
        <p:sp>
          <p:nvSpPr>
            <p:cNvPr id="30" name="Elipse 29">
              <a:extLst>
                <a:ext uri="{FF2B5EF4-FFF2-40B4-BE49-F238E27FC236}">
                  <a16:creationId xmlns:a16="http://schemas.microsoft.com/office/drawing/2014/main" id="{36D3988F-87C5-48A0-BB4E-1D38EACEE0DE}"/>
                </a:ext>
              </a:extLst>
            </p:cNvPr>
            <p:cNvSpPr/>
            <p:nvPr/>
          </p:nvSpPr>
          <p:spPr>
            <a:xfrm>
              <a:off x="10671226" y="5032595"/>
              <a:ext cx="381000" cy="3810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L" dirty="0"/>
                <a:t>3</a:t>
              </a:r>
            </a:p>
          </p:txBody>
        </p:sp>
        <p:sp>
          <p:nvSpPr>
            <p:cNvPr id="32" name="Elipse 31">
              <a:extLst>
                <a:ext uri="{FF2B5EF4-FFF2-40B4-BE49-F238E27FC236}">
                  <a16:creationId xmlns:a16="http://schemas.microsoft.com/office/drawing/2014/main" id="{19F4C95A-04CD-48D0-9B5F-28635BE71790}"/>
                </a:ext>
              </a:extLst>
            </p:cNvPr>
            <p:cNvSpPr/>
            <p:nvPr/>
          </p:nvSpPr>
          <p:spPr>
            <a:xfrm>
              <a:off x="8336129" y="3339187"/>
              <a:ext cx="381000" cy="3810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L" dirty="0"/>
                <a:t>7</a:t>
              </a:r>
            </a:p>
          </p:txBody>
        </p:sp>
        <p:sp>
          <p:nvSpPr>
            <p:cNvPr id="34" name="Elipse 33">
              <a:extLst>
                <a:ext uri="{FF2B5EF4-FFF2-40B4-BE49-F238E27FC236}">
                  <a16:creationId xmlns:a16="http://schemas.microsoft.com/office/drawing/2014/main" id="{C7535A83-D7E1-402C-A3EF-C8225B2A72F2}"/>
                </a:ext>
              </a:extLst>
            </p:cNvPr>
            <p:cNvSpPr/>
            <p:nvPr/>
          </p:nvSpPr>
          <p:spPr>
            <a:xfrm>
              <a:off x="5940374" y="5034196"/>
              <a:ext cx="381000" cy="3810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L" dirty="0"/>
                <a:t>1</a:t>
              </a:r>
            </a:p>
          </p:txBody>
        </p:sp>
        <p:cxnSp>
          <p:nvCxnSpPr>
            <p:cNvPr id="95" name="Conector recto 94">
              <a:extLst>
                <a:ext uri="{FF2B5EF4-FFF2-40B4-BE49-F238E27FC236}">
                  <a16:creationId xmlns:a16="http://schemas.microsoft.com/office/drawing/2014/main" id="{693BCE3F-6F3D-4F86-82F6-C9ACBE44C224}"/>
                </a:ext>
              </a:extLst>
            </p:cNvPr>
            <p:cNvCxnSpPr>
              <a:cxnSpLocks/>
              <a:stCxn id="52" idx="3"/>
              <a:endCxn id="55" idx="7"/>
            </p:cNvCxnSpPr>
            <p:nvPr/>
          </p:nvCxnSpPr>
          <p:spPr>
            <a:xfrm flipH="1">
              <a:off x="8631004" y="3664391"/>
              <a:ext cx="937330" cy="637701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Conector recto 95">
              <a:extLst>
                <a:ext uri="{FF2B5EF4-FFF2-40B4-BE49-F238E27FC236}">
                  <a16:creationId xmlns:a16="http://schemas.microsoft.com/office/drawing/2014/main" id="{CE880C8F-DF14-450F-BB9E-5F775E75DDC7}"/>
                </a:ext>
              </a:extLst>
            </p:cNvPr>
            <p:cNvCxnSpPr>
              <a:cxnSpLocks/>
              <a:stCxn id="28" idx="6"/>
              <a:endCxn id="30" idx="2"/>
            </p:cNvCxnSpPr>
            <p:nvPr/>
          </p:nvCxnSpPr>
          <p:spPr>
            <a:xfrm>
              <a:off x="8686800" y="5223095"/>
              <a:ext cx="1984426" cy="0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Conector recto 96">
              <a:extLst>
                <a:ext uri="{FF2B5EF4-FFF2-40B4-BE49-F238E27FC236}">
                  <a16:creationId xmlns:a16="http://schemas.microsoft.com/office/drawing/2014/main" id="{365D0780-3805-40A3-9616-2764E0BB2CA2}"/>
                </a:ext>
              </a:extLst>
            </p:cNvPr>
            <p:cNvCxnSpPr>
              <a:cxnSpLocks/>
              <a:stCxn id="54" idx="5"/>
              <a:endCxn id="30" idx="1"/>
            </p:cNvCxnSpPr>
            <p:nvPr/>
          </p:nvCxnSpPr>
          <p:spPr>
            <a:xfrm>
              <a:off x="8631004" y="1867561"/>
              <a:ext cx="2096018" cy="3220830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Conector recto 97">
              <a:extLst>
                <a:ext uri="{FF2B5EF4-FFF2-40B4-BE49-F238E27FC236}">
                  <a16:creationId xmlns:a16="http://schemas.microsoft.com/office/drawing/2014/main" id="{1BDF0C86-4B27-4A06-957B-B9029E99FEA4}"/>
                </a:ext>
              </a:extLst>
            </p:cNvPr>
            <p:cNvCxnSpPr>
              <a:cxnSpLocks/>
              <a:stCxn id="32" idx="2"/>
              <a:endCxn id="26" idx="6"/>
            </p:cNvCxnSpPr>
            <p:nvPr/>
          </p:nvCxnSpPr>
          <p:spPr>
            <a:xfrm flipH="1">
              <a:off x="7504087" y="3529687"/>
              <a:ext cx="832042" cy="4881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Conector recto 101">
              <a:extLst>
                <a:ext uri="{FF2B5EF4-FFF2-40B4-BE49-F238E27FC236}">
                  <a16:creationId xmlns:a16="http://schemas.microsoft.com/office/drawing/2014/main" id="{34B46AB4-DC6E-4089-9AD2-8323DE189FC8}"/>
                </a:ext>
              </a:extLst>
            </p:cNvPr>
            <p:cNvCxnSpPr>
              <a:cxnSpLocks/>
              <a:stCxn id="28" idx="2"/>
              <a:endCxn id="34" idx="6"/>
            </p:cNvCxnSpPr>
            <p:nvPr/>
          </p:nvCxnSpPr>
          <p:spPr>
            <a:xfrm flipH="1">
              <a:off x="6321374" y="5223095"/>
              <a:ext cx="1984426" cy="1601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Conector recto 102">
              <a:extLst>
                <a:ext uri="{FF2B5EF4-FFF2-40B4-BE49-F238E27FC236}">
                  <a16:creationId xmlns:a16="http://schemas.microsoft.com/office/drawing/2014/main" id="{895484CD-FFB6-4AEA-ABC0-174763CC0BD0}"/>
                </a:ext>
              </a:extLst>
            </p:cNvPr>
            <p:cNvCxnSpPr>
              <a:cxnSpLocks/>
              <a:stCxn id="26" idx="5"/>
              <a:endCxn id="55" idx="1"/>
            </p:cNvCxnSpPr>
            <p:nvPr/>
          </p:nvCxnSpPr>
          <p:spPr>
            <a:xfrm>
              <a:off x="7448291" y="3669272"/>
              <a:ext cx="913305" cy="632820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Conector recto 103">
              <a:extLst>
                <a:ext uri="{FF2B5EF4-FFF2-40B4-BE49-F238E27FC236}">
                  <a16:creationId xmlns:a16="http://schemas.microsoft.com/office/drawing/2014/main" id="{48E5AD44-BC52-4EAA-BB1C-FF093B701867}"/>
                </a:ext>
              </a:extLst>
            </p:cNvPr>
            <p:cNvCxnSpPr>
              <a:cxnSpLocks/>
              <a:stCxn id="26" idx="3"/>
              <a:endCxn id="34" idx="7"/>
            </p:cNvCxnSpPr>
            <p:nvPr/>
          </p:nvCxnSpPr>
          <p:spPr>
            <a:xfrm flipH="1">
              <a:off x="6265578" y="3669272"/>
              <a:ext cx="913305" cy="1420720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2" name="Elipse 51">
              <a:extLst>
                <a:ext uri="{FF2B5EF4-FFF2-40B4-BE49-F238E27FC236}">
                  <a16:creationId xmlns:a16="http://schemas.microsoft.com/office/drawing/2014/main" id="{7038B2F9-5683-44E2-A714-56909890EB80}"/>
                </a:ext>
              </a:extLst>
            </p:cNvPr>
            <p:cNvSpPr/>
            <p:nvPr/>
          </p:nvSpPr>
          <p:spPr>
            <a:xfrm>
              <a:off x="9512538" y="3339187"/>
              <a:ext cx="381000" cy="3810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L" dirty="0"/>
                <a:t>6</a:t>
              </a:r>
            </a:p>
          </p:txBody>
        </p:sp>
        <p:sp>
          <p:nvSpPr>
            <p:cNvPr id="54" name="Elipse 53">
              <a:extLst>
                <a:ext uri="{FF2B5EF4-FFF2-40B4-BE49-F238E27FC236}">
                  <a16:creationId xmlns:a16="http://schemas.microsoft.com/office/drawing/2014/main" id="{7703B576-E89E-4F49-A5E4-204323A8F4E6}"/>
                </a:ext>
              </a:extLst>
            </p:cNvPr>
            <p:cNvSpPr/>
            <p:nvPr/>
          </p:nvSpPr>
          <p:spPr>
            <a:xfrm>
              <a:off x="8305800" y="1542357"/>
              <a:ext cx="381000" cy="3810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L" dirty="0"/>
                <a:t>8</a:t>
              </a:r>
            </a:p>
          </p:txBody>
        </p:sp>
        <p:sp>
          <p:nvSpPr>
            <p:cNvPr id="55" name="Elipse 54">
              <a:extLst>
                <a:ext uri="{FF2B5EF4-FFF2-40B4-BE49-F238E27FC236}">
                  <a16:creationId xmlns:a16="http://schemas.microsoft.com/office/drawing/2014/main" id="{C5ED93D5-6E22-46D0-9353-FBC2FF387FC2}"/>
                </a:ext>
              </a:extLst>
            </p:cNvPr>
            <p:cNvSpPr/>
            <p:nvPr/>
          </p:nvSpPr>
          <p:spPr>
            <a:xfrm>
              <a:off x="8305800" y="4246296"/>
              <a:ext cx="381000" cy="3810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L" dirty="0"/>
                <a:t>5</a:t>
              </a:r>
            </a:p>
          </p:txBody>
        </p:sp>
        <p:cxnSp>
          <p:nvCxnSpPr>
            <p:cNvPr id="56" name="Conector recto 55">
              <a:extLst>
                <a:ext uri="{FF2B5EF4-FFF2-40B4-BE49-F238E27FC236}">
                  <a16:creationId xmlns:a16="http://schemas.microsoft.com/office/drawing/2014/main" id="{B23DAD09-4D3B-462D-9C31-BA08E8FB3F6A}"/>
                </a:ext>
              </a:extLst>
            </p:cNvPr>
            <p:cNvCxnSpPr>
              <a:cxnSpLocks/>
              <a:stCxn id="55" idx="4"/>
              <a:endCxn id="28" idx="0"/>
            </p:cNvCxnSpPr>
            <p:nvPr/>
          </p:nvCxnSpPr>
          <p:spPr>
            <a:xfrm>
              <a:off x="8496300" y="4627296"/>
              <a:ext cx="0" cy="405299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Conector recto 56">
              <a:extLst>
                <a:ext uri="{FF2B5EF4-FFF2-40B4-BE49-F238E27FC236}">
                  <a16:creationId xmlns:a16="http://schemas.microsoft.com/office/drawing/2014/main" id="{115822BE-DE1D-41C4-843E-D9D5B9624D3B}"/>
                </a:ext>
              </a:extLst>
            </p:cNvPr>
            <p:cNvCxnSpPr>
              <a:cxnSpLocks/>
              <a:stCxn id="54" idx="3"/>
              <a:endCxn id="26" idx="7"/>
            </p:cNvCxnSpPr>
            <p:nvPr/>
          </p:nvCxnSpPr>
          <p:spPr>
            <a:xfrm flipH="1">
              <a:off x="7448291" y="1867561"/>
              <a:ext cx="913305" cy="1532303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Conector recto 57">
              <a:extLst>
                <a:ext uri="{FF2B5EF4-FFF2-40B4-BE49-F238E27FC236}">
                  <a16:creationId xmlns:a16="http://schemas.microsoft.com/office/drawing/2014/main" id="{70C60A22-4AF3-4565-AB14-0EC84251F1C7}"/>
                </a:ext>
              </a:extLst>
            </p:cNvPr>
            <p:cNvCxnSpPr>
              <a:cxnSpLocks/>
              <a:stCxn id="32" idx="6"/>
              <a:endCxn id="52" idx="2"/>
            </p:cNvCxnSpPr>
            <p:nvPr/>
          </p:nvCxnSpPr>
          <p:spPr>
            <a:xfrm>
              <a:off x="8717129" y="3529687"/>
              <a:ext cx="795409" cy="0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3" name="Grupo 52">
            <a:extLst>
              <a:ext uri="{FF2B5EF4-FFF2-40B4-BE49-F238E27FC236}">
                <a16:creationId xmlns:a16="http://schemas.microsoft.com/office/drawing/2014/main" id="{87F287C3-370F-4DCB-B749-922FE72C4012}"/>
              </a:ext>
            </a:extLst>
          </p:cNvPr>
          <p:cNvGrpSpPr/>
          <p:nvPr/>
        </p:nvGrpSpPr>
        <p:grpSpPr>
          <a:xfrm>
            <a:off x="7232073" y="2324100"/>
            <a:ext cx="3850610" cy="3279400"/>
            <a:chOff x="7162800" y="2178130"/>
            <a:chExt cx="3850610" cy="3279400"/>
          </a:xfrm>
        </p:grpSpPr>
        <p:sp>
          <p:nvSpPr>
            <p:cNvPr id="6" name="Elipse 5">
              <a:extLst>
                <a:ext uri="{FF2B5EF4-FFF2-40B4-BE49-F238E27FC236}">
                  <a16:creationId xmlns:a16="http://schemas.microsoft.com/office/drawing/2014/main" id="{2D6F4EA3-8049-413A-93CF-3347880454B6}"/>
                </a:ext>
              </a:extLst>
            </p:cNvPr>
            <p:cNvSpPr/>
            <p:nvPr/>
          </p:nvSpPr>
          <p:spPr>
            <a:xfrm>
              <a:off x="7162800" y="3224955"/>
              <a:ext cx="381000" cy="381000"/>
            </a:xfrm>
            <a:prstGeom prst="ellipse">
              <a:avLst/>
            </a:prstGeom>
            <a:ln w="381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L" dirty="0"/>
                <a:t>1</a:t>
              </a:r>
            </a:p>
          </p:txBody>
        </p:sp>
        <p:sp>
          <p:nvSpPr>
            <p:cNvPr id="7" name="Elipse 6">
              <a:extLst>
                <a:ext uri="{FF2B5EF4-FFF2-40B4-BE49-F238E27FC236}">
                  <a16:creationId xmlns:a16="http://schemas.microsoft.com/office/drawing/2014/main" id="{E0844F10-5CAC-43DA-B36C-64C818998B64}"/>
                </a:ext>
              </a:extLst>
            </p:cNvPr>
            <p:cNvSpPr/>
            <p:nvPr/>
          </p:nvSpPr>
          <p:spPr>
            <a:xfrm>
              <a:off x="8993532" y="2178130"/>
              <a:ext cx="381000" cy="381000"/>
            </a:xfrm>
            <a:prstGeom prst="ellipse">
              <a:avLst/>
            </a:prstGeom>
            <a:ln w="381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L" dirty="0"/>
                <a:t>2</a:t>
              </a:r>
            </a:p>
          </p:txBody>
        </p:sp>
        <p:sp>
          <p:nvSpPr>
            <p:cNvPr id="8" name="Elipse 7">
              <a:extLst>
                <a:ext uri="{FF2B5EF4-FFF2-40B4-BE49-F238E27FC236}">
                  <a16:creationId xmlns:a16="http://schemas.microsoft.com/office/drawing/2014/main" id="{25936DD5-BC26-45E3-91BA-3FDDF0B7927C}"/>
                </a:ext>
              </a:extLst>
            </p:cNvPr>
            <p:cNvSpPr/>
            <p:nvPr/>
          </p:nvSpPr>
          <p:spPr>
            <a:xfrm>
              <a:off x="10632410" y="3224955"/>
              <a:ext cx="381000" cy="381000"/>
            </a:xfrm>
            <a:prstGeom prst="ellipse">
              <a:avLst/>
            </a:prstGeom>
            <a:ln w="381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L" dirty="0"/>
                <a:t>3</a:t>
              </a:r>
            </a:p>
          </p:txBody>
        </p:sp>
        <p:sp>
          <p:nvSpPr>
            <p:cNvPr id="9" name="Elipse 8">
              <a:extLst>
                <a:ext uri="{FF2B5EF4-FFF2-40B4-BE49-F238E27FC236}">
                  <a16:creationId xmlns:a16="http://schemas.microsoft.com/office/drawing/2014/main" id="{0196E3B3-988E-4E9A-A45D-318408E72786}"/>
                </a:ext>
              </a:extLst>
            </p:cNvPr>
            <p:cNvSpPr/>
            <p:nvPr/>
          </p:nvSpPr>
          <p:spPr>
            <a:xfrm>
              <a:off x="7791450" y="5069845"/>
              <a:ext cx="381000" cy="381000"/>
            </a:xfrm>
            <a:prstGeom prst="ellipse">
              <a:avLst/>
            </a:prstGeom>
            <a:ln w="381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L" dirty="0"/>
                <a:t>4</a:t>
              </a:r>
            </a:p>
          </p:txBody>
        </p:sp>
        <p:sp>
          <p:nvSpPr>
            <p:cNvPr id="10" name="Elipse 9">
              <a:extLst>
                <a:ext uri="{FF2B5EF4-FFF2-40B4-BE49-F238E27FC236}">
                  <a16:creationId xmlns:a16="http://schemas.microsoft.com/office/drawing/2014/main" id="{6EFC2187-E64C-4793-9CF8-9BF6CE6B97E4}"/>
                </a:ext>
              </a:extLst>
            </p:cNvPr>
            <p:cNvSpPr/>
            <p:nvPr/>
          </p:nvSpPr>
          <p:spPr>
            <a:xfrm>
              <a:off x="10251410" y="5076530"/>
              <a:ext cx="381000" cy="381000"/>
            </a:xfrm>
            <a:prstGeom prst="ellipse">
              <a:avLst/>
            </a:prstGeom>
            <a:ln w="381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L" dirty="0"/>
                <a:t>5</a:t>
              </a:r>
            </a:p>
          </p:txBody>
        </p:sp>
        <p:cxnSp>
          <p:nvCxnSpPr>
            <p:cNvPr id="35" name="Conector recto 34">
              <a:extLst>
                <a:ext uri="{FF2B5EF4-FFF2-40B4-BE49-F238E27FC236}">
                  <a16:creationId xmlns:a16="http://schemas.microsoft.com/office/drawing/2014/main" id="{3AC9C64C-3062-461A-BD31-CA274FBEE013}"/>
                </a:ext>
              </a:extLst>
            </p:cNvPr>
            <p:cNvCxnSpPr>
              <a:cxnSpLocks/>
              <a:stCxn id="9" idx="7"/>
              <a:endCxn id="7" idx="4"/>
            </p:cNvCxnSpPr>
            <p:nvPr/>
          </p:nvCxnSpPr>
          <p:spPr>
            <a:xfrm flipV="1">
              <a:off x="8116654" y="2559130"/>
              <a:ext cx="1067378" cy="2566511"/>
            </a:xfrm>
            <a:prstGeom prst="line">
              <a:avLst/>
            </a:prstGeom>
            <a:ln w="3810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Conector recto 36">
              <a:extLst>
                <a:ext uri="{FF2B5EF4-FFF2-40B4-BE49-F238E27FC236}">
                  <a16:creationId xmlns:a16="http://schemas.microsoft.com/office/drawing/2014/main" id="{06718468-08A1-4AC5-A6D9-60F01ABA3A99}"/>
                </a:ext>
              </a:extLst>
            </p:cNvPr>
            <p:cNvCxnSpPr>
              <a:cxnSpLocks/>
              <a:stCxn id="10" idx="1"/>
              <a:endCxn id="7" idx="4"/>
            </p:cNvCxnSpPr>
            <p:nvPr/>
          </p:nvCxnSpPr>
          <p:spPr>
            <a:xfrm flipH="1" flipV="1">
              <a:off x="9184032" y="2559130"/>
              <a:ext cx="1123174" cy="2573196"/>
            </a:xfrm>
            <a:prstGeom prst="line">
              <a:avLst/>
            </a:prstGeom>
            <a:ln w="3810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Conector recto 39">
              <a:extLst>
                <a:ext uri="{FF2B5EF4-FFF2-40B4-BE49-F238E27FC236}">
                  <a16:creationId xmlns:a16="http://schemas.microsoft.com/office/drawing/2014/main" id="{D5485837-BE70-4395-A70F-5C54453A697E}"/>
                </a:ext>
              </a:extLst>
            </p:cNvPr>
            <p:cNvCxnSpPr>
              <a:cxnSpLocks/>
              <a:stCxn id="10" idx="1"/>
              <a:endCxn id="6" idx="6"/>
            </p:cNvCxnSpPr>
            <p:nvPr/>
          </p:nvCxnSpPr>
          <p:spPr>
            <a:xfrm flipH="1" flipV="1">
              <a:off x="7543800" y="3415455"/>
              <a:ext cx="2763406" cy="1716871"/>
            </a:xfrm>
            <a:prstGeom prst="line">
              <a:avLst/>
            </a:prstGeom>
            <a:ln w="3810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Conector recto 43">
              <a:extLst>
                <a:ext uri="{FF2B5EF4-FFF2-40B4-BE49-F238E27FC236}">
                  <a16:creationId xmlns:a16="http://schemas.microsoft.com/office/drawing/2014/main" id="{B7D6DAB4-7578-4EC5-9046-3CE89B6D4938}"/>
                </a:ext>
              </a:extLst>
            </p:cNvPr>
            <p:cNvCxnSpPr>
              <a:cxnSpLocks/>
              <a:stCxn id="6" idx="6"/>
              <a:endCxn id="8" idx="2"/>
            </p:cNvCxnSpPr>
            <p:nvPr/>
          </p:nvCxnSpPr>
          <p:spPr>
            <a:xfrm>
              <a:off x="7543800" y="3415455"/>
              <a:ext cx="3088610" cy="0"/>
            </a:xfrm>
            <a:prstGeom prst="line">
              <a:avLst/>
            </a:prstGeom>
            <a:ln w="3810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Conector recto 46">
              <a:extLst>
                <a:ext uri="{FF2B5EF4-FFF2-40B4-BE49-F238E27FC236}">
                  <a16:creationId xmlns:a16="http://schemas.microsoft.com/office/drawing/2014/main" id="{8763F0E7-56FE-4330-9A3C-C8F7B8B528EE}"/>
                </a:ext>
              </a:extLst>
            </p:cNvPr>
            <p:cNvCxnSpPr>
              <a:cxnSpLocks/>
              <a:stCxn id="9" idx="7"/>
              <a:endCxn id="8" idx="2"/>
            </p:cNvCxnSpPr>
            <p:nvPr/>
          </p:nvCxnSpPr>
          <p:spPr>
            <a:xfrm flipV="1">
              <a:off x="8116654" y="3415455"/>
              <a:ext cx="2515756" cy="1710186"/>
            </a:xfrm>
            <a:prstGeom prst="line">
              <a:avLst/>
            </a:prstGeom>
            <a:ln w="3810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7" name="CuadroTexto 66">
            <a:extLst>
              <a:ext uri="{FF2B5EF4-FFF2-40B4-BE49-F238E27FC236}">
                <a16:creationId xmlns:a16="http://schemas.microsoft.com/office/drawing/2014/main" id="{20802396-32DA-4152-A05D-5197E99F8F3F}"/>
              </a:ext>
            </a:extLst>
          </p:cNvPr>
          <p:cNvSpPr txBox="1"/>
          <p:nvPr/>
        </p:nvSpPr>
        <p:spPr>
          <a:xfrm>
            <a:off x="1524000" y="2709959"/>
            <a:ext cx="46697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3200" b="1" dirty="0">
                <a:solidFill>
                  <a:schemeClr val="accent5">
                    <a:lumMod val="75000"/>
                  </a:schemeClr>
                </a:solidFill>
                <a:latin typeface="HP Simplified" panose="020B0604020204020204" pitchFamily="34" charset="0"/>
              </a:rPr>
              <a:t>A</a:t>
            </a:r>
            <a:endParaRPr lang="es-CL" sz="3200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60" name="CuadroTexto 59">
            <a:extLst>
              <a:ext uri="{FF2B5EF4-FFF2-40B4-BE49-F238E27FC236}">
                <a16:creationId xmlns:a16="http://schemas.microsoft.com/office/drawing/2014/main" id="{C9DCDCDB-76CF-49A7-AC0E-2BF471F90CD7}"/>
              </a:ext>
            </a:extLst>
          </p:cNvPr>
          <p:cNvSpPr txBox="1"/>
          <p:nvPr/>
        </p:nvSpPr>
        <p:spPr>
          <a:xfrm>
            <a:off x="7556350" y="2709959"/>
            <a:ext cx="46697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3200" b="1" dirty="0">
                <a:solidFill>
                  <a:schemeClr val="accent5">
                    <a:lumMod val="75000"/>
                  </a:schemeClr>
                </a:solidFill>
                <a:latin typeface="HP Simplified" panose="020B0604020204020204" pitchFamily="34" charset="0"/>
              </a:rPr>
              <a:t>B</a:t>
            </a:r>
            <a:endParaRPr lang="es-CL" sz="3200" b="1" dirty="0">
              <a:solidFill>
                <a:schemeClr val="accent5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275506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5E27266-F475-4DED-A224-79E38B5024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1" y="685800"/>
            <a:ext cx="10515600" cy="1151965"/>
          </a:xfrm>
        </p:spPr>
        <p:txBody>
          <a:bodyPr>
            <a:noAutofit/>
          </a:bodyPr>
          <a:lstStyle/>
          <a:p>
            <a:pPr marL="900113" indent="-900113"/>
            <a:r>
              <a:rPr lang="es-MX" sz="4000" b="1" cap="none" dirty="0">
                <a:latin typeface="HP Simplified" panose="020B0604020204020204" pitchFamily="34" charset="0"/>
              </a:rPr>
              <a:t>4)</a:t>
            </a:r>
            <a:r>
              <a:rPr lang="es-MX" sz="4000" cap="none" dirty="0">
                <a:latin typeface="HP Simplified" panose="020B0604020204020204" pitchFamily="34" charset="0"/>
              </a:rPr>
              <a:t>	Una condominio ha contratado a una empresa de seguridad para que patrulle la zona cuyo mapa está esquematizado en el siguiente grafo:</a:t>
            </a:r>
            <a:endParaRPr lang="es-CL" sz="4000" cap="none" dirty="0">
              <a:latin typeface="HP Simplified" panose="020B0604020204020204" pitchFamily="34" charset="0"/>
            </a:endParaRP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D38CAE91-AF79-4B64-B7B8-E25A03E7C9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CL"/>
          </a:p>
        </p:txBody>
      </p:sp>
      <p:sp>
        <p:nvSpPr>
          <p:cNvPr id="28" name="Elipse 27">
            <a:extLst>
              <a:ext uri="{FF2B5EF4-FFF2-40B4-BE49-F238E27FC236}">
                <a16:creationId xmlns:a16="http://schemas.microsoft.com/office/drawing/2014/main" id="{537CAE88-2501-4886-8B86-57F5683BF937}"/>
              </a:ext>
            </a:extLst>
          </p:cNvPr>
          <p:cNvSpPr/>
          <p:nvPr/>
        </p:nvSpPr>
        <p:spPr>
          <a:xfrm>
            <a:off x="10134600" y="5378908"/>
            <a:ext cx="381000" cy="381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/>
              <a:t>f</a:t>
            </a:r>
          </a:p>
        </p:txBody>
      </p:sp>
      <p:cxnSp>
        <p:nvCxnSpPr>
          <p:cNvPr id="96" name="Conector recto 95">
            <a:extLst>
              <a:ext uri="{FF2B5EF4-FFF2-40B4-BE49-F238E27FC236}">
                <a16:creationId xmlns:a16="http://schemas.microsoft.com/office/drawing/2014/main" id="{CE880C8F-DF14-450F-BB9E-5F775E75DDC7}"/>
              </a:ext>
            </a:extLst>
          </p:cNvPr>
          <p:cNvCxnSpPr>
            <a:cxnSpLocks/>
            <a:stCxn id="28" idx="6"/>
            <a:endCxn id="55" idx="3"/>
          </p:cNvCxnSpPr>
          <p:nvPr/>
        </p:nvCxnSpPr>
        <p:spPr>
          <a:xfrm flipV="1">
            <a:off x="10515600" y="4634654"/>
            <a:ext cx="609859" cy="934754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Conector recto 101">
            <a:extLst>
              <a:ext uri="{FF2B5EF4-FFF2-40B4-BE49-F238E27FC236}">
                <a16:creationId xmlns:a16="http://schemas.microsoft.com/office/drawing/2014/main" id="{34B46AB4-DC6E-4089-9AD2-8323DE189FC8}"/>
              </a:ext>
            </a:extLst>
          </p:cNvPr>
          <p:cNvCxnSpPr>
            <a:cxnSpLocks/>
            <a:stCxn id="28" idx="0"/>
            <a:endCxn id="52" idx="4"/>
          </p:cNvCxnSpPr>
          <p:nvPr/>
        </p:nvCxnSpPr>
        <p:spPr>
          <a:xfrm flipV="1">
            <a:off x="10325100" y="3979454"/>
            <a:ext cx="0" cy="1399454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Elipse 50">
            <a:extLst>
              <a:ext uri="{FF2B5EF4-FFF2-40B4-BE49-F238E27FC236}">
                <a16:creationId xmlns:a16="http://schemas.microsoft.com/office/drawing/2014/main" id="{181DBBDA-BCD0-422C-8ECE-BF75330C8297}"/>
              </a:ext>
            </a:extLst>
          </p:cNvPr>
          <p:cNvSpPr/>
          <p:nvPr/>
        </p:nvSpPr>
        <p:spPr>
          <a:xfrm>
            <a:off x="9199537" y="2967197"/>
            <a:ext cx="381000" cy="381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/>
              <a:t>a</a:t>
            </a:r>
          </a:p>
        </p:txBody>
      </p:sp>
      <p:sp>
        <p:nvSpPr>
          <p:cNvPr id="52" name="Elipse 51">
            <a:extLst>
              <a:ext uri="{FF2B5EF4-FFF2-40B4-BE49-F238E27FC236}">
                <a16:creationId xmlns:a16="http://schemas.microsoft.com/office/drawing/2014/main" id="{5EAAEA5F-C06D-4BA3-86FC-53B5E58A63DA}"/>
              </a:ext>
            </a:extLst>
          </p:cNvPr>
          <p:cNvSpPr/>
          <p:nvPr/>
        </p:nvSpPr>
        <p:spPr>
          <a:xfrm>
            <a:off x="10134600" y="3598454"/>
            <a:ext cx="381000" cy="381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/>
              <a:t>e</a:t>
            </a:r>
          </a:p>
        </p:txBody>
      </p:sp>
      <p:sp>
        <p:nvSpPr>
          <p:cNvPr id="54" name="Elipse 53">
            <a:extLst>
              <a:ext uri="{FF2B5EF4-FFF2-40B4-BE49-F238E27FC236}">
                <a16:creationId xmlns:a16="http://schemas.microsoft.com/office/drawing/2014/main" id="{6AB1C686-BBB3-4CAC-BFEC-E9DE0A126C47}"/>
              </a:ext>
            </a:extLst>
          </p:cNvPr>
          <p:cNvSpPr/>
          <p:nvPr/>
        </p:nvSpPr>
        <p:spPr>
          <a:xfrm>
            <a:off x="11069663" y="2969505"/>
            <a:ext cx="381000" cy="381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/>
              <a:t>b</a:t>
            </a:r>
          </a:p>
        </p:txBody>
      </p:sp>
      <p:sp>
        <p:nvSpPr>
          <p:cNvPr id="55" name="Elipse 54">
            <a:extLst>
              <a:ext uri="{FF2B5EF4-FFF2-40B4-BE49-F238E27FC236}">
                <a16:creationId xmlns:a16="http://schemas.microsoft.com/office/drawing/2014/main" id="{76B5DD52-DAC4-4143-943A-4E842F816D64}"/>
              </a:ext>
            </a:extLst>
          </p:cNvPr>
          <p:cNvSpPr/>
          <p:nvPr/>
        </p:nvSpPr>
        <p:spPr>
          <a:xfrm>
            <a:off x="11069663" y="4309450"/>
            <a:ext cx="381000" cy="381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/>
              <a:t>c</a:t>
            </a:r>
          </a:p>
        </p:txBody>
      </p:sp>
      <p:sp>
        <p:nvSpPr>
          <p:cNvPr id="56" name="Elipse 55">
            <a:extLst>
              <a:ext uri="{FF2B5EF4-FFF2-40B4-BE49-F238E27FC236}">
                <a16:creationId xmlns:a16="http://schemas.microsoft.com/office/drawing/2014/main" id="{E3BF4F5A-92C8-4ABE-A96D-89EDF061256F}"/>
              </a:ext>
            </a:extLst>
          </p:cNvPr>
          <p:cNvSpPr/>
          <p:nvPr/>
        </p:nvSpPr>
        <p:spPr>
          <a:xfrm>
            <a:off x="9199537" y="4309450"/>
            <a:ext cx="381000" cy="381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/>
              <a:t>d</a:t>
            </a:r>
          </a:p>
        </p:txBody>
      </p:sp>
      <p:cxnSp>
        <p:nvCxnSpPr>
          <p:cNvPr id="57" name="Conector recto 56">
            <a:extLst>
              <a:ext uri="{FF2B5EF4-FFF2-40B4-BE49-F238E27FC236}">
                <a16:creationId xmlns:a16="http://schemas.microsoft.com/office/drawing/2014/main" id="{D44F25B8-7138-4D89-879E-B85DBE930743}"/>
              </a:ext>
            </a:extLst>
          </p:cNvPr>
          <p:cNvCxnSpPr>
            <a:cxnSpLocks/>
            <a:stCxn id="51" idx="4"/>
            <a:endCxn id="56" idx="0"/>
          </p:cNvCxnSpPr>
          <p:nvPr/>
        </p:nvCxnSpPr>
        <p:spPr>
          <a:xfrm>
            <a:off x="9390037" y="3348197"/>
            <a:ext cx="0" cy="961253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Conector recto 57">
            <a:extLst>
              <a:ext uri="{FF2B5EF4-FFF2-40B4-BE49-F238E27FC236}">
                <a16:creationId xmlns:a16="http://schemas.microsoft.com/office/drawing/2014/main" id="{6920606C-4652-449C-A75E-51306737A25F}"/>
              </a:ext>
            </a:extLst>
          </p:cNvPr>
          <p:cNvCxnSpPr>
            <a:cxnSpLocks/>
            <a:stCxn id="55" idx="0"/>
            <a:endCxn id="54" idx="4"/>
          </p:cNvCxnSpPr>
          <p:nvPr/>
        </p:nvCxnSpPr>
        <p:spPr>
          <a:xfrm flipV="1">
            <a:off x="11260163" y="3350505"/>
            <a:ext cx="0" cy="958945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Conector recto 59">
            <a:extLst>
              <a:ext uri="{FF2B5EF4-FFF2-40B4-BE49-F238E27FC236}">
                <a16:creationId xmlns:a16="http://schemas.microsoft.com/office/drawing/2014/main" id="{0A367930-EB00-418E-87A7-C57B4E605A28}"/>
              </a:ext>
            </a:extLst>
          </p:cNvPr>
          <p:cNvCxnSpPr>
            <a:cxnSpLocks/>
            <a:stCxn id="56" idx="6"/>
            <a:endCxn id="55" idx="2"/>
          </p:cNvCxnSpPr>
          <p:nvPr/>
        </p:nvCxnSpPr>
        <p:spPr>
          <a:xfrm>
            <a:off x="9580537" y="4499950"/>
            <a:ext cx="1489126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Conector recto 62">
            <a:extLst>
              <a:ext uri="{FF2B5EF4-FFF2-40B4-BE49-F238E27FC236}">
                <a16:creationId xmlns:a16="http://schemas.microsoft.com/office/drawing/2014/main" id="{373C333D-1771-4CE1-B47D-1A9D6651B0D0}"/>
              </a:ext>
            </a:extLst>
          </p:cNvPr>
          <p:cNvCxnSpPr>
            <a:cxnSpLocks/>
            <a:stCxn id="51" idx="5"/>
            <a:endCxn id="52" idx="1"/>
          </p:cNvCxnSpPr>
          <p:nvPr/>
        </p:nvCxnSpPr>
        <p:spPr>
          <a:xfrm>
            <a:off x="9524741" y="3292401"/>
            <a:ext cx="665655" cy="361849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Conector recto 63">
            <a:extLst>
              <a:ext uri="{FF2B5EF4-FFF2-40B4-BE49-F238E27FC236}">
                <a16:creationId xmlns:a16="http://schemas.microsoft.com/office/drawing/2014/main" id="{5893B0CB-E001-41E5-9240-0AAD399171D9}"/>
              </a:ext>
            </a:extLst>
          </p:cNvPr>
          <p:cNvCxnSpPr>
            <a:cxnSpLocks/>
            <a:stCxn id="52" idx="5"/>
            <a:endCxn id="55" idx="1"/>
          </p:cNvCxnSpPr>
          <p:nvPr/>
        </p:nvCxnSpPr>
        <p:spPr>
          <a:xfrm>
            <a:off x="10459804" y="3923658"/>
            <a:ext cx="665655" cy="441588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Conector recto 70">
            <a:extLst>
              <a:ext uri="{FF2B5EF4-FFF2-40B4-BE49-F238E27FC236}">
                <a16:creationId xmlns:a16="http://schemas.microsoft.com/office/drawing/2014/main" id="{D2281C66-B9DD-4973-BFD8-987BA7771A7A}"/>
              </a:ext>
            </a:extLst>
          </p:cNvPr>
          <p:cNvCxnSpPr>
            <a:cxnSpLocks/>
            <a:stCxn id="52" idx="7"/>
            <a:endCxn id="54" idx="3"/>
          </p:cNvCxnSpPr>
          <p:nvPr/>
        </p:nvCxnSpPr>
        <p:spPr>
          <a:xfrm flipV="1">
            <a:off x="10459804" y="3294709"/>
            <a:ext cx="665655" cy="359541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Conector recto 71">
            <a:extLst>
              <a:ext uri="{FF2B5EF4-FFF2-40B4-BE49-F238E27FC236}">
                <a16:creationId xmlns:a16="http://schemas.microsoft.com/office/drawing/2014/main" id="{A066715C-2B0F-4CEF-8C9B-167C9F10A76E}"/>
              </a:ext>
            </a:extLst>
          </p:cNvPr>
          <p:cNvCxnSpPr>
            <a:cxnSpLocks/>
            <a:stCxn id="56" idx="7"/>
            <a:endCxn id="52" idx="3"/>
          </p:cNvCxnSpPr>
          <p:nvPr/>
        </p:nvCxnSpPr>
        <p:spPr>
          <a:xfrm flipV="1">
            <a:off x="9524741" y="3923658"/>
            <a:ext cx="665655" cy="441588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6" name="CuadroTexto 115">
            <a:extLst>
              <a:ext uri="{FF2B5EF4-FFF2-40B4-BE49-F238E27FC236}">
                <a16:creationId xmlns:a16="http://schemas.microsoft.com/office/drawing/2014/main" id="{9E6CD9B3-F14A-47EE-B0F2-22887F7CEC39}"/>
              </a:ext>
            </a:extLst>
          </p:cNvPr>
          <p:cNvSpPr txBox="1"/>
          <p:nvPr/>
        </p:nvSpPr>
        <p:spPr>
          <a:xfrm>
            <a:off x="1398068" y="2523564"/>
            <a:ext cx="7056906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6695" indent="1905" algn="just"/>
            <a:r>
              <a:rPr lang="es-ES" sz="3200" dirty="0">
                <a:solidFill>
                  <a:schemeClr val="bg1">
                    <a:lumMod val="50000"/>
                  </a:schemeClr>
                </a:solidFill>
                <a:effectLst/>
                <a:latin typeface="HP Simplified" panose="020B0604020204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La empresa de seguridad quiere realizar el servicio con </a:t>
            </a:r>
            <a:r>
              <a:rPr lang="es-ES" sz="3200" b="1" dirty="0">
                <a:solidFill>
                  <a:schemeClr val="bg1">
                    <a:lumMod val="50000"/>
                  </a:schemeClr>
                </a:solidFill>
                <a:effectLst/>
                <a:latin typeface="HP Simplified" panose="020B0604020204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un solo vehículo </a:t>
            </a:r>
            <a:r>
              <a:rPr lang="es-ES" sz="3200" dirty="0">
                <a:solidFill>
                  <a:schemeClr val="bg1">
                    <a:lumMod val="50000"/>
                  </a:schemeClr>
                </a:solidFill>
                <a:effectLst/>
                <a:latin typeface="HP Simplified" panose="020B0604020204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y quiere determinar la existencia de un recorrido de manera que se vigilen los </a:t>
            </a:r>
            <a:r>
              <a:rPr lang="es-ES" sz="3200" b="1" dirty="0">
                <a:solidFill>
                  <a:schemeClr val="bg1">
                    <a:lumMod val="50000"/>
                  </a:schemeClr>
                </a:solidFill>
                <a:effectLst/>
                <a:latin typeface="HP Simplified" panose="020B0604020204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tramos</a:t>
            </a:r>
            <a:r>
              <a:rPr lang="es-ES" sz="3200" dirty="0">
                <a:solidFill>
                  <a:schemeClr val="bg1">
                    <a:lumMod val="50000"/>
                  </a:schemeClr>
                </a:solidFill>
                <a:effectLst/>
                <a:latin typeface="HP Simplified" panose="020B0604020204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del condominio </a:t>
            </a:r>
            <a:r>
              <a:rPr lang="es-ES" sz="3200" b="1" dirty="0">
                <a:solidFill>
                  <a:schemeClr val="bg1">
                    <a:lumMod val="50000"/>
                  </a:schemeClr>
                </a:solidFill>
                <a:effectLst/>
                <a:latin typeface="HP Simplified" panose="020B0604020204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una única vez</a:t>
            </a:r>
            <a:r>
              <a:rPr lang="es-ES" sz="3200" dirty="0">
                <a:solidFill>
                  <a:schemeClr val="bg1">
                    <a:lumMod val="50000"/>
                  </a:schemeClr>
                </a:solidFill>
                <a:effectLst/>
                <a:latin typeface="HP Simplified" panose="020B0604020204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¿Cuál es ese recorrido? ¿Es la única solución?</a:t>
            </a:r>
            <a:endParaRPr lang="es-CL" sz="2800" dirty="0">
              <a:solidFill>
                <a:schemeClr val="bg1">
                  <a:lumMod val="50000"/>
                </a:schemeClr>
              </a:solidFill>
              <a:effectLst/>
              <a:latin typeface="HP Simplified" panose="020B0604020204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580641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5E27266-F475-4DED-A224-79E38B5024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7700" y="1219200"/>
            <a:ext cx="10896600" cy="1151965"/>
          </a:xfrm>
        </p:spPr>
        <p:txBody>
          <a:bodyPr>
            <a:noAutofit/>
          </a:bodyPr>
          <a:lstStyle/>
          <a:p>
            <a:pPr marL="900113" indent="-900113"/>
            <a:r>
              <a:rPr lang="es-MX" sz="4000" b="1" cap="none" dirty="0">
                <a:latin typeface="HP Simplified" panose="020B0604020204020204" pitchFamily="34" charset="0"/>
              </a:rPr>
              <a:t>5)</a:t>
            </a:r>
            <a:r>
              <a:rPr lang="es-MX" sz="4000" cap="none" dirty="0">
                <a:latin typeface="HP Simplified" panose="020B0604020204020204" pitchFamily="34" charset="0"/>
              </a:rPr>
              <a:t>	Para armar una red, tenemos 6 computadoras y 9 cables de conexión. Queremos que cada computadora se conecte con otras 3. ¿Existe alguna forma de conectarlos? ¿Es única?</a:t>
            </a:r>
            <a:endParaRPr lang="es-CL" sz="4000" cap="none" dirty="0">
              <a:latin typeface="HP Simplified" panose="020B0604020204020204" pitchFamily="34" charset="0"/>
            </a:endParaRP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D38CAE91-AF79-4B64-B7B8-E25A03E7C9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CL"/>
          </a:p>
        </p:txBody>
      </p:sp>
      <p:pic>
        <p:nvPicPr>
          <p:cNvPr id="5" name="Gráfico 4" descr="Monitor">
            <a:extLst>
              <a:ext uri="{FF2B5EF4-FFF2-40B4-BE49-F238E27FC236}">
                <a16:creationId xmlns:a16="http://schemas.microsoft.com/office/drawing/2014/main" id="{9BB546DA-2788-48D8-87D2-96CBFEA7F41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67000" y="3124200"/>
            <a:ext cx="914400" cy="914400"/>
          </a:xfrm>
          <a:prstGeom prst="rect">
            <a:avLst/>
          </a:prstGeom>
        </p:spPr>
      </p:pic>
      <p:pic>
        <p:nvPicPr>
          <p:cNvPr id="9" name="Gráfico 8" descr="Monitor">
            <a:extLst>
              <a:ext uri="{FF2B5EF4-FFF2-40B4-BE49-F238E27FC236}">
                <a16:creationId xmlns:a16="http://schemas.microsoft.com/office/drawing/2014/main" id="{4A84A39B-9F64-4867-A7DC-D01746182C3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966364" y="5604164"/>
            <a:ext cx="914400" cy="914400"/>
          </a:xfrm>
          <a:prstGeom prst="rect">
            <a:avLst/>
          </a:prstGeom>
        </p:spPr>
      </p:pic>
      <p:pic>
        <p:nvPicPr>
          <p:cNvPr id="11" name="Gráfico 10" descr="Monitor">
            <a:extLst>
              <a:ext uri="{FF2B5EF4-FFF2-40B4-BE49-F238E27FC236}">
                <a16:creationId xmlns:a16="http://schemas.microsoft.com/office/drawing/2014/main" id="{019CC094-CC5C-443D-B8E4-17CA38F3A3A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966364" y="4424491"/>
            <a:ext cx="914400" cy="914400"/>
          </a:xfrm>
          <a:prstGeom prst="rect">
            <a:avLst/>
          </a:prstGeom>
        </p:spPr>
      </p:pic>
      <p:pic>
        <p:nvPicPr>
          <p:cNvPr id="13" name="Gráfico 12" descr="Monitor">
            <a:extLst>
              <a:ext uri="{FF2B5EF4-FFF2-40B4-BE49-F238E27FC236}">
                <a16:creationId xmlns:a16="http://schemas.microsoft.com/office/drawing/2014/main" id="{A418DAD8-8E54-43DD-8FB2-F7EAE2887D0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001000" y="3124200"/>
            <a:ext cx="914400" cy="914400"/>
          </a:xfrm>
          <a:prstGeom prst="rect">
            <a:avLst/>
          </a:prstGeom>
        </p:spPr>
      </p:pic>
      <p:pic>
        <p:nvPicPr>
          <p:cNvPr id="15" name="Gráfico 14" descr="Monitor">
            <a:extLst>
              <a:ext uri="{FF2B5EF4-FFF2-40B4-BE49-F238E27FC236}">
                <a16:creationId xmlns:a16="http://schemas.microsoft.com/office/drawing/2014/main" id="{5A5271D7-7B93-4D35-A873-722A5C85E8C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67000" y="4346255"/>
            <a:ext cx="914400" cy="914400"/>
          </a:xfrm>
          <a:prstGeom prst="rect">
            <a:avLst/>
          </a:prstGeom>
        </p:spPr>
      </p:pic>
      <p:pic>
        <p:nvPicPr>
          <p:cNvPr id="17" name="Gráfico 16" descr="Monitor">
            <a:extLst>
              <a:ext uri="{FF2B5EF4-FFF2-40B4-BE49-F238E27FC236}">
                <a16:creationId xmlns:a16="http://schemas.microsoft.com/office/drawing/2014/main" id="{DD258548-B095-4C33-8554-782BE1731CE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67000" y="5540601"/>
            <a:ext cx="914400" cy="914400"/>
          </a:xfrm>
          <a:prstGeom prst="rect">
            <a:avLst/>
          </a:prstGeom>
        </p:spPr>
      </p:pic>
      <p:cxnSp>
        <p:nvCxnSpPr>
          <p:cNvPr id="19" name="Conector recto 18">
            <a:extLst>
              <a:ext uri="{FF2B5EF4-FFF2-40B4-BE49-F238E27FC236}">
                <a16:creationId xmlns:a16="http://schemas.microsoft.com/office/drawing/2014/main" id="{297157AB-12D6-4FBB-BAA7-C5F225E8660C}"/>
              </a:ext>
            </a:extLst>
          </p:cNvPr>
          <p:cNvCxnSpPr>
            <a:cxnSpLocks/>
          </p:cNvCxnSpPr>
          <p:nvPr/>
        </p:nvCxnSpPr>
        <p:spPr>
          <a:xfrm>
            <a:off x="4495800" y="3276600"/>
            <a:ext cx="1981200" cy="0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ector recto 19">
            <a:extLst>
              <a:ext uri="{FF2B5EF4-FFF2-40B4-BE49-F238E27FC236}">
                <a16:creationId xmlns:a16="http://schemas.microsoft.com/office/drawing/2014/main" id="{B49572C7-073D-4F9F-9D1D-D0ED792189AC}"/>
              </a:ext>
            </a:extLst>
          </p:cNvPr>
          <p:cNvCxnSpPr>
            <a:cxnSpLocks/>
          </p:cNvCxnSpPr>
          <p:nvPr/>
        </p:nvCxnSpPr>
        <p:spPr>
          <a:xfrm>
            <a:off x="4495800" y="3648075"/>
            <a:ext cx="1981200" cy="0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ector recto 20">
            <a:extLst>
              <a:ext uri="{FF2B5EF4-FFF2-40B4-BE49-F238E27FC236}">
                <a16:creationId xmlns:a16="http://schemas.microsoft.com/office/drawing/2014/main" id="{4D84771C-0901-45C4-89C3-899675757659}"/>
              </a:ext>
            </a:extLst>
          </p:cNvPr>
          <p:cNvCxnSpPr>
            <a:cxnSpLocks/>
          </p:cNvCxnSpPr>
          <p:nvPr/>
        </p:nvCxnSpPr>
        <p:spPr>
          <a:xfrm>
            <a:off x="4495800" y="4019550"/>
            <a:ext cx="1981200" cy="0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ector recto 21">
            <a:extLst>
              <a:ext uri="{FF2B5EF4-FFF2-40B4-BE49-F238E27FC236}">
                <a16:creationId xmlns:a16="http://schemas.microsoft.com/office/drawing/2014/main" id="{E38598CD-5DE9-45F9-87AB-D6EFDB1E9E58}"/>
              </a:ext>
            </a:extLst>
          </p:cNvPr>
          <p:cNvCxnSpPr>
            <a:cxnSpLocks/>
          </p:cNvCxnSpPr>
          <p:nvPr/>
        </p:nvCxnSpPr>
        <p:spPr>
          <a:xfrm>
            <a:off x="4495800" y="4391025"/>
            <a:ext cx="1981200" cy="0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ector recto 22">
            <a:extLst>
              <a:ext uri="{FF2B5EF4-FFF2-40B4-BE49-F238E27FC236}">
                <a16:creationId xmlns:a16="http://schemas.microsoft.com/office/drawing/2014/main" id="{F221D5AC-5F6F-41CE-8A22-FAE8B0866C9F}"/>
              </a:ext>
            </a:extLst>
          </p:cNvPr>
          <p:cNvCxnSpPr>
            <a:cxnSpLocks/>
          </p:cNvCxnSpPr>
          <p:nvPr/>
        </p:nvCxnSpPr>
        <p:spPr>
          <a:xfrm>
            <a:off x="4495800" y="4762500"/>
            <a:ext cx="1981200" cy="0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ector recto 23">
            <a:extLst>
              <a:ext uri="{FF2B5EF4-FFF2-40B4-BE49-F238E27FC236}">
                <a16:creationId xmlns:a16="http://schemas.microsoft.com/office/drawing/2014/main" id="{526D284C-D00F-45F4-BE40-57C507AC60CB}"/>
              </a:ext>
            </a:extLst>
          </p:cNvPr>
          <p:cNvCxnSpPr>
            <a:cxnSpLocks/>
          </p:cNvCxnSpPr>
          <p:nvPr/>
        </p:nvCxnSpPr>
        <p:spPr>
          <a:xfrm>
            <a:off x="4495800" y="5133975"/>
            <a:ext cx="1981200" cy="0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ector recto 24">
            <a:extLst>
              <a:ext uri="{FF2B5EF4-FFF2-40B4-BE49-F238E27FC236}">
                <a16:creationId xmlns:a16="http://schemas.microsoft.com/office/drawing/2014/main" id="{F4CAB616-C673-4013-A9B3-745C66AC2846}"/>
              </a:ext>
            </a:extLst>
          </p:cNvPr>
          <p:cNvCxnSpPr>
            <a:cxnSpLocks/>
          </p:cNvCxnSpPr>
          <p:nvPr/>
        </p:nvCxnSpPr>
        <p:spPr>
          <a:xfrm>
            <a:off x="4495800" y="5505450"/>
            <a:ext cx="1981200" cy="0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onector recto 25">
            <a:extLst>
              <a:ext uri="{FF2B5EF4-FFF2-40B4-BE49-F238E27FC236}">
                <a16:creationId xmlns:a16="http://schemas.microsoft.com/office/drawing/2014/main" id="{EB1B35E2-A304-49A8-A16B-AEDE42CFCEB2}"/>
              </a:ext>
            </a:extLst>
          </p:cNvPr>
          <p:cNvCxnSpPr>
            <a:cxnSpLocks/>
          </p:cNvCxnSpPr>
          <p:nvPr/>
        </p:nvCxnSpPr>
        <p:spPr>
          <a:xfrm>
            <a:off x="4495800" y="5876925"/>
            <a:ext cx="1981200" cy="0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ector recto 26">
            <a:extLst>
              <a:ext uri="{FF2B5EF4-FFF2-40B4-BE49-F238E27FC236}">
                <a16:creationId xmlns:a16="http://schemas.microsoft.com/office/drawing/2014/main" id="{D1CD533F-1399-4E03-9463-DAA0D372E6BE}"/>
              </a:ext>
            </a:extLst>
          </p:cNvPr>
          <p:cNvCxnSpPr>
            <a:cxnSpLocks/>
          </p:cNvCxnSpPr>
          <p:nvPr/>
        </p:nvCxnSpPr>
        <p:spPr>
          <a:xfrm>
            <a:off x="4495800" y="6248400"/>
            <a:ext cx="1981200" cy="0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727245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5E27266-F475-4DED-A224-79E38B5024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7205"/>
            <a:ext cx="10744201" cy="1600196"/>
          </a:xfrm>
        </p:spPr>
        <p:txBody>
          <a:bodyPr>
            <a:noAutofit/>
          </a:bodyPr>
          <a:lstStyle/>
          <a:p>
            <a:pPr marL="900113" indent="-900113"/>
            <a:r>
              <a:rPr lang="es-MX" sz="2400" b="1" cap="none" dirty="0">
                <a:latin typeface="HP Simplified" panose="020B0604020204020204" pitchFamily="34" charset="0"/>
              </a:rPr>
              <a:t>6)</a:t>
            </a:r>
            <a:r>
              <a:rPr lang="es-MX" sz="2400" cap="none" dirty="0">
                <a:latin typeface="HP Simplified" panose="020B0604020204020204" pitchFamily="34" charset="0"/>
              </a:rPr>
              <a:t>	En un colegio X hay alumnos de tres pueblos </a:t>
            </a:r>
            <a:r>
              <a:rPr lang="es-MX" sz="2400" b="1" cap="none" dirty="0">
                <a:latin typeface="HP Simplified" panose="020B0604020204020204" pitchFamily="34" charset="0"/>
              </a:rPr>
              <a:t>A</a:t>
            </a:r>
            <a:r>
              <a:rPr lang="es-MX" sz="2400" cap="none" dirty="0">
                <a:latin typeface="HP Simplified" panose="020B0604020204020204" pitchFamily="34" charset="0"/>
              </a:rPr>
              <a:t>, </a:t>
            </a:r>
            <a:r>
              <a:rPr lang="es-MX" sz="2400" b="1" cap="none" dirty="0">
                <a:latin typeface="HP Simplified" panose="020B0604020204020204" pitchFamily="34" charset="0"/>
              </a:rPr>
              <a:t>B</a:t>
            </a:r>
            <a:r>
              <a:rPr lang="es-MX" sz="2400" cap="none" dirty="0">
                <a:latin typeface="HP Simplified" panose="020B0604020204020204" pitchFamily="34" charset="0"/>
              </a:rPr>
              <a:t> y </a:t>
            </a:r>
            <a:r>
              <a:rPr lang="es-MX" sz="2400" b="1" cap="none" dirty="0">
                <a:latin typeface="HP Simplified" panose="020B0604020204020204" pitchFamily="34" charset="0"/>
              </a:rPr>
              <a:t>C</a:t>
            </a:r>
            <a:r>
              <a:rPr lang="es-MX" sz="2400" cap="none" dirty="0">
                <a:latin typeface="HP Simplified" panose="020B0604020204020204" pitchFamily="34" charset="0"/>
              </a:rPr>
              <a:t>. La distancia entre </a:t>
            </a:r>
            <a:r>
              <a:rPr lang="es-MX" sz="2400" b="1" cap="none" dirty="0">
                <a:latin typeface="HP Simplified" panose="020B0604020204020204" pitchFamily="34" charset="0"/>
              </a:rPr>
              <a:t>A</a:t>
            </a:r>
            <a:r>
              <a:rPr lang="es-MX" sz="2400" cap="none" dirty="0">
                <a:latin typeface="HP Simplified" panose="020B0604020204020204" pitchFamily="34" charset="0"/>
              </a:rPr>
              <a:t> y </a:t>
            </a:r>
            <a:r>
              <a:rPr lang="es-MX" sz="2400" b="1" cap="none" dirty="0">
                <a:latin typeface="HP Simplified" panose="020B0604020204020204" pitchFamily="34" charset="0"/>
              </a:rPr>
              <a:t>B</a:t>
            </a:r>
            <a:r>
              <a:rPr lang="es-MX" sz="2400" cap="none" dirty="0">
                <a:latin typeface="HP Simplified" panose="020B0604020204020204" pitchFamily="34" charset="0"/>
              </a:rPr>
              <a:t> es </a:t>
            </a:r>
            <a:r>
              <a:rPr lang="es-MX" sz="2400" b="1" cap="none" dirty="0">
                <a:latin typeface="HP Simplified" panose="020B0604020204020204" pitchFamily="34" charset="0"/>
              </a:rPr>
              <a:t>6</a:t>
            </a:r>
            <a:r>
              <a:rPr lang="es-MX" sz="2400" cap="none" dirty="0">
                <a:latin typeface="HP Simplified" panose="020B0604020204020204" pitchFamily="34" charset="0"/>
              </a:rPr>
              <a:t> km, la de </a:t>
            </a:r>
            <a:r>
              <a:rPr lang="es-MX" sz="2400" b="1" cap="none" dirty="0">
                <a:latin typeface="HP Simplified" panose="020B0604020204020204" pitchFamily="34" charset="0"/>
              </a:rPr>
              <a:t>B</a:t>
            </a:r>
            <a:r>
              <a:rPr lang="es-MX" sz="2400" cap="none" dirty="0">
                <a:latin typeface="HP Simplified" panose="020B0604020204020204" pitchFamily="34" charset="0"/>
              </a:rPr>
              <a:t> a </a:t>
            </a:r>
            <a:r>
              <a:rPr lang="es-MX" sz="2400" b="1" cap="none" dirty="0">
                <a:latin typeface="HP Simplified" panose="020B0604020204020204" pitchFamily="34" charset="0"/>
              </a:rPr>
              <a:t>C </a:t>
            </a:r>
            <a:r>
              <a:rPr lang="es-MX" sz="2400" cap="none" dirty="0">
                <a:latin typeface="HP Simplified" panose="020B0604020204020204" pitchFamily="34" charset="0"/>
              </a:rPr>
              <a:t>es 7km, la de </a:t>
            </a:r>
            <a:r>
              <a:rPr lang="es-MX" sz="2400" b="1" cap="none" dirty="0">
                <a:latin typeface="HP Simplified" panose="020B0604020204020204" pitchFamily="34" charset="0"/>
              </a:rPr>
              <a:t>A </a:t>
            </a:r>
            <a:r>
              <a:rPr lang="es-MX" sz="2400" cap="none" dirty="0" err="1">
                <a:latin typeface="HP Simplified" panose="020B0604020204020204" pitchFamily="34" charset="0"/>
              </a:rPr>
              <a:t>a</a:t>
            </a:r>
            <a:r>
              <a:rPr lang="es-MX" sz="2400" cap="none" dirty="0">
                <a:latin typeface="HP Simplified" panose="020B0604020204020204" pitchFamily="34" charset="0"/>
              </a:rPr>
              <a:t> </a:t>
            </a:r>
            <a:r>
              <a:rPr lang="es-MX" sz="2400" b="1" cap="none" dirty="0">
                <a:latin typeface="HP Simplified" panose="020B0604020204020204" pitchFamily="34" charset="0"/>
              </a:rPr>
              <a:t>C</a:t>
            </a:r>
            <a:r>
              <a:rPr lang="es-MX" sz="2400" cap="none" dirty="0">
                <a:latin typeface="HP Simplified" panose="020B0604020204020204" pitchFamily="34" charset="0"/>
              </a:rPr>
              <a:t> es 10 km y la de </a:t>
            </a:r>
            <a:r>
              <a:rPr lang="es-MX" sz="2400" b="1" cap="none" dirty="0">
                <a:latin typeface="HP Simplified" panose="020B0604020204020204" pitchFamily="34" charset="0"/>
              </a:rPr>
              <a:t>A </a:t>
            </a:r>
            <a:r>
              <a:rPr lang="es-MX" sz="2400" cap="none" dirty="0" err="1">
                <a:latin typeface="HP Simplified" panose="020B0604020204020204" pitchFamily="34" charset="0"/>
              </a:rPr>
              <a:t>a</a:t>
            </a:r>
            <a:r>
              <a:rPr lang="es-MX" sz="2400" cap="none" dirty="0">
                <a:latin typeface="HP Simplified" panose="020B0604020204020204" pitchFamily="34" charset="0"/>
              </a:rPr>
              <a:t> </a:t>
            </a:r>
            <a:r>
              <a:rPr lang="es-MX" sz="2400" b="1" cap="none" dirty="0">
                <a:latin typeface="HP Simplified" panose="020B0604020204020204" pitchFamily="34" charset="0"/>
              </a:rPr>
              <a:t>X</a:t>
            </a:r>
            <a:r>
              <a:rPr lang="es-MX" sz="2400" cap="none" dirty="0">
                <a:latin typeface="HP Simplified" panose="020B0604020204020204" pitchFamily="34" charset="0"/>
              </a:rPr>
              <a:t> es 8 km. Una empresa de transporte escolar hace dos rutas:</a:t>
            </a:r>
            <a:endParaRPr lang="es-CL" sz="2400" b="1" cap="none" dirty="0">
              <a:latin typeface="HP Simplified" panose="020B0604020204020204" pitchFamily="34" charset="0"/>
            </a:endParaRP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D38CAE91-AF79-4B64-B7B8-E25A03E7C9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CL"/>
          </a:p>
        </p:txBody>
      </p:sp>
      <p:sp>
        <p:nvSpPr>
          <p:cNvPr id="116" name="CuadroTexto 115">
            <a:extLst>
              <a:ext uri="{FF2B5EF4-FFF2-40B4-BE49-F238E27FC236}">
                <a16:creationId xmlns:a16="http://schemas.microsoft.com/office/drawing/2014/main" id="{9E6CD9B3-F14A-47EE-B0F2-22887F7CEC39}"/>
              </a:ext>
            </a:extLst>
          </p:cNvPr>
          <p:cNvSpPr txBox="1"/>
          <p:nvPr/>
        </p:nvSpPr>
        <p:spPr>
          <a:xfrm>
            <a:off x="1371600" y="2971800"/>
            <a:ext cx="9829801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19138" indent="-492125">
              <a:tabLst>
                <a:tab pos="719138" algn="l"/>
              </a:tabLst>
            </a:pPr>
            <a:r>
              <a:rPr lang="es-MX" sz="2400" b="1" dirty="0">
                <a:solidFill>
                  <a:schemeClr val="bg2">
                    <a:lumMod val="50000"/>
                  </a:schemeClr>
                </a:solidFill>
                <a:effectLst/>
                <a:latin typeface="HP Simplified" panose="020B0604020204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a)</a:t>
            </a:r>
            <a:r>
              <a:rPr lang="es-MX" sz="2400" dirty="0">
                <a:solidFill>
                  <a:schemeClr val="bg2">
                    <a:lumMod val="50000"/>
                  </a:schemeClr>
                </a:solidFill>
                <a:effectLst/>
                <a:latin typeface="HP Simplified" panose="020B0604020204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	Dibujar el grafo y su matriz de adyacencia, pero con sus ponderaciones.</a:t>
            </a:r>
          </a:p>
          <a:p>
            <a:pPr marL="719138" indent="-492125">
              <a:tabLst>
                <a:tab pos="719138" algn="l"/>
              </a:tabLst>
            </a:pPr>
            <a:r>
              <a:rPr lang="es-MX" sz="2400" b="1" dirty="0">
                <a:solidFill>
                  <a:schemeClr val="bg2">
                    <a:lumMod val="50000"/>
                  </a:schemeClr>
                </a:solidFill>
                <a:effectLst/>
                <a:latin typeface="HP Simplified" panose="020B0604020204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b)</a:t>
            </a:r>
            <a:r>
              <a:rPr lang="es-MX" sz="2400" dirty="0">
                <a:solidFill>
                  <a:schemeClr val="bg2">
                    <a:lumMod val="50000"/>
                  </a:schemeClr>
                </a:solidFill>
                <a:effectLst/>
                <a:latin typeface="HP Simplified" panose="020B0604020204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	Determinar una matriz  de 2x3, que guarde las </a:t>
            </a:r>
            <a:r>
              <a:rPr lang="es-MX" sz="2400" b="1" dirty="0">
                <a:solidFill>
                  <a:schemeClr val="bg2">
                    <a:lumMod val="50000"/>
                  </a:schemeClr>
                </a:solidFill>
                <a:effectLst/>
                <a:latin typeface="HP Simplified" panose="020B0604020204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distancias de cada pueblo </a:t>
            </a:r>
            <a:r>
              <a:rPr lang="es-MX" sz="2400" dirty="0">
                <a:solidFill>
                  <a:schemeClr val="bg2">
                    <a:lumMod val="50000"/>
                  </a:schemeClr>
                </a:solidFill>
                <a:effectLst/>
                <a:latin typeface="HP Simplified" panose="020B0604020204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al colegio X </a:t>
            </a:r>
            <a:r>
              <a:rPr lang="es-MX" sz="2400" b="1" dirty="0">
                <a:solidFill>
                  <a:schemeClr val="bg2">
                    <a:lumMod val="50000"/>
                  </a:schemeClr>
                </a:solidFill>
                <a:effectLst/>
                <a:latin typeface="HP Simplified" panose="020B0604020204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por cada ruta</a:t>
            </a:r>
            <a:r>
              <a:rPr lang="es-MX" sz="2400" dirty="0">
                <a:solidFill>
                  <a:schemeClr val="bg2">
                    <a:lumMod val="50000"/>
                  </a:schemeClr>
                </a:solidFill>
                <a:effectLst/>
                <a:latin typeface="HP Simplified" panose="020B0604020204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C18A56D3-4497-4D2E-B406-5C648ACBE392}"/>
              </a:ext>
            </a:extLst>
          </p:cNvPr>
          <p:cNvSpPr txBox="1"/>
          <p:nvPr/>
        </p:nvSpPr>
        <p:spPr>
          <a:xfrm>
            <a:off x="1371600" y="1868274"/>
            <a:ext cx="613756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2400" b="1" cap="none" dirty="0">
                <a:solidFill>
                  <a:schemeClr val="accent1"/>
                </a:solidFill>
                <a:latin typeface="HP Simplified" panose="020B0604020204020204" pitchFamily="34" charset="0"/>
              </a:rPr>
              <a:t>La ruta 1 parte de B y recorre C, A y X.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2400" b="1" cap="none" dirty="0">
                <a:solidFill>
                  <a:schemeClr val="accent1"/>
                </a:solidFill>
                <a:latin typeface="HP Simplified" panose="020B0604020204020204" pitchFamily="34" charset="0"/>
              </a:rPr>
              <a:t>La ruta 2 parte de C y recorre B, A y X.</a:t>
            </a:r>
            <a:endParaRPr lang="es-CL" sz="2400" dirty="0">
              <a:solidFill>
                <a:schemeClr val="accent1"/>
              </a:solidFill>
            </a:endParaRPr>
          </a:p>
        </p:txBody>
      </p:sp>
      <p:sp>
        <p:nvSpPr>
          <p:cNvPr id="3" name="Bocadillo: rectángulo 2">
            <a:extLst>
              <a:ext uri="{FF2B5EF4-FFF2-40B4-BE49-F238E27FC236}">
                <a16:creationId xmlns:a16="http://schemas.microsoft.com/office/drawing/2014/main" id="{5DD81628-352A-4DDF-8D38-95473FBBD767}"/>
              </a:ext>
            </a:extLst>
          </p:cNvPr>
          <p:cNvSpPr/>
          <p:nvPr/>
        </p:nvSpPr>
        <p:spPr>
          <a:xfrm>
            <a:off x="5181600" y="4267200"/>
            <a:ext cx="2057400" cy="609600"/>
          </a:xfrm>
          <a:prstGeom prst="wedgeRectCallout">
            <a:avLst>
              <a:gd name="adj1" fmla="val -23337"/>
              <a:gd name="adj2" fmla="val -68486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sz="2400" dirty="0">
                <a:latin typeface="HP Simplified" panose="020B0604020204020204" pitchFamily="34" charset="0"/>
              </a:rPr>
              <a:t>FILAS</a:t>
            </a:r>
          </a:p>
        </p:txBody>
      </p:sp>
      <p:sp>
        <p:nvSpPr>
          <p:cNvPr id="7" name="Bocadillo: rectángulo 6">
            <a:extLst>
              <a:ext uri="{FF2B5EF4-FFF2-40B4-BE49-F238E27FC236}">
                <a16:creationId xmlns:a16="http://schemas.microsoft.com/office/drawing/2014/main" id="{BF84D828-12A7-4657-A553-E896B89FF7DD}"/>
              </a:ext>
            </a:extLst>
          </p:cNvPr>
          <p:cNvSpPr/>
          <p:nvPr/>
        </p:nvSpPr>
        <p:spPr>
          <a:xfrm>
            <a:off x="8382000" y="3867973"/>
            <a:ext cx="2057400" cy="609600"/>
          </a:xfrm>
          <a:prstGeom prst="wedgeRectCallout">
            <a:avLst>
              <a:gd name="adj1" fmla="val -23337"/>
              <a:gd name="adj2" fmla="val -68486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sz="2400" dirty="0">
                <a:latin typeface="HP Simplified" panose="020B0604020204020204" pitchFamily="34" charset="0"/>
              </a:rPr>
              <a:t>COLUMNAS</a:t>
            </a:r>
          </a:p>
        </p:txBody>
      </p:sp>
    </p:spTree>
    <p:extLst>
      <p:ext uri="{BB962C8B-B14F-4D97-AF65-F5344CB8AC3E}">
        <p14:creationId xmlns:p14="http://schemas.microsoft.com/office/powerpoint/2010/main" val="33185268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7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98904575-1BBF-407E-B230-0B84BE984305}"/>
              </a:ext>
            </a:extLst>
          </p:cNvPr>
          <p:cNvSpPr txBox="1"/>
          <p:nvPr/>
        </p:nvSpPr>
        <p:spPr>
          <a:xfrm>
            <a:off x="1333500" y="1295400"/>
            <a:ext cx="9525000" cy="46012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19138" indent="-492125">
              <a:tabLst>
                <a:tab pos="719138" algn="l"/>
              </a:tabLst>
            </a:pPr>
            <a:r>
              <a:rPr lang="es-MX" sz="2400" b="1" dirty="0">
                <a:solidFill>
                  <a:schemeClr val="bg2">
                    <a:lumMod val="50000"/>
                  </a:schemeClr>
                </a:solidFill>
                <a:effectLst/>
                <a:latin typeface="HP Simplified" panose="020B0604020204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c)</a:t>
            </a:r>
            <a:r>
              <a:rPr lang="es-MX" sz="2400" dirty="0">
                <a:solidFill>
                  <a:schemeClr val="bg2">
                    <a:lumMod val="50000"/>
                  </a:schemeClr>
                </a:solidFill>
                <a:effectLst/>
                <a:latin typeface="HP Simplified" panose="020B0604020204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	La cantidad de alumnos que se suben al bus en cada ruta es:</a:t>
            </a:r>
          </a:p>
          <a:p>
            <a:pPr marL="1349375" lvl="2" indent="-360363">
              <a:buSzPct val="115000"/>
              <a:buFont typeface="Arial" panose="020B0604020202020204" pitchFamily="34" charset="0"/>
              <a:buChar char="•"/>
              <a:tabLst>
                <a:tab pos="1349375" algn="l"/>
              </a:tabLst>
            </a:pPr>
            <a:r>
              <a:rPr lang="es-MX" sz="2400" dirty="0">
                <a:solidFill>
                  <a:schemeClr val="bg2">
                    <a:lumMod val="50000"/>
                  </a:schemeClr>
                </a:solidFill>
                <a:effectLst/>
                <a:latin typeface="HP Simplified" panose="020B0604020204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Pueblo A: 10 alumnos en la ruta 1 y 9 en la ruta 2. </a:t>
            </a:r>
          </a:p>
          <a:p>
            <a:pPr marL="1349375" lvl="2" indent="-360363">
              <a:buSzPct val="115000"/>
              <a:buFont typeface="Arial" panose="020B0604020202020204" pitchFamily="34" charset="0"/>
              <a:buChar char="•"/>
              <a:tabLst>
                <a:tab pos="1349375" algn="l"/>
              </a:tabLst>
            </a:pPr>
            <a:r>
              <a:rPr lang="es-MX" sz="2400" dirty="0">
                <a:solidFill>
                  <a:schemeClr val="bg2">
                    <a:lumMod val="50000"/>
                  </a:schemeClr>
                </a:solidFill>
                <a:effectLst/>
                <a:latin typeface="HP Simplified" panose="020B0604020204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Pueblo B: 15 alumnos en la ruta 1 y 8 en la ruta 2.</a:t>
            </a:r>
          </a:p>
          <a:p>
            <a:pPr marL="1349375" lvl="2" indent="-360363">
              <a:buSzPct val="115000"/>
              <a:buFont typeface="Arial" panose="020B0604020202020204" pitchFamily="34" charset="0"/>
              <a:buChar char="•"/>
              <a:tabLst>
                <a:tab pos="1349375" algn="l"/>
              </a:tabLst>
            </a:pPr>
            <a:r>
              <a:rPr lang="es-MX" sz="2400" dirty="0">
                <a:solidFill>
                  <a:schemeClr val="bg2">
                    <a:lumMod val="50000"/>
                  </a:schemeClr>
                </a:solidFill>
                <a:effectLst/>
                <a:latin typeface="HP Simplified" panose="020B0604020204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Pueblo C: 5 alumnos en la ruta 1 y 9 en la ruta 2.</a:t>
            </a:r>
          </a:p>
          <a:p>
            <a:pPr marL="719138" indent="-492125">
              <a:tabLst>
                <a:tab pos="719138" algn="l"/>
              </a:tabLst>
            </a:pPr>
            <a:r>
              <a:rPr lang="es-MX" sz="2400" dirty="0">
                <a:solidFill>
                  <a:schemeClr val="bg2">
                    <a:lumMod val="50000"/>
                  </a:schemeClr>
                </a:solidFill>
                <a:effectLst/>
                <a:latin typeface="HP Simplified" panose="020B0604020204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	Determinar una matriz de 3x2 que guarde </a:t>
            </a:r>
            <a:r>
              <a:rPr lang="es-MX" sz="2400" b="1" dirty="0">
                <a:solidFill>
                  <a:schemeClr val="bg2">
                    <a:lumMod val="50000"/>
                  </a:schemeClr>
                </a:solidFill>
                <a:effectLst/>
                <a:latin typeface="HP Simplified" panose="020B0604020204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la cantidad de alumnos </a:t>
            </a:r>
            <a:r>
              <a:rPr lang="es-MX" sz="2400" dirty="0">
                <a:solidFill>
                  <a:schemeClr val="bg2">
                    <a:lumMod val="50000"/>
                  </a:schemeClr>
                </a:solidFill>
                <a:effectLst/>
                <a:latin typeface="HP Simplified" panose="020B0604020204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que siguen </a:t>
            </a:r>
            <a:r>
              <a:rPr lang="es-MX" sz="2400" b="1" dirty="0">
                <a:solidFill>
                  <a:schemeClr val="bg2">
                    <a:lumMod val="50000"/>
                  </a:schemeClr>
                </a:solidFill>
                <a:effectLst/>
                <a:latin typeface="HP Simplified" panose="020B0604020204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cada ruta</a:t>
            </a:r>
            <a:r>
              <a:rPr lang="es-MX" sz="2400" dirty="0">
                <a:solidFill>
                  <a:schemeClr val="bg2">
                    <a:lumMod val="50000"/>
                  </a:schemeClr>
                </a:solidFill>
                <a:effectLst/>
                <a:latin typeface="HP Simplified" panose="020B0604020204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en cada pueblo.</a:t>
            </a:r>
          </a:p>
          <a:p>
            <a:pPr marL="719138" indent="-492125">
              <a:tabLst>
                <a:tab pos="719138" algn="l"/>
              </a:tabLst>
            </a:pPr>
            <a:endParaRPr lang="es-MX" sz="2400" dirty="0">
              <a:solidFill>
                <a:schemeClr val="bg2">
                  <a:lumMod val="50000"/>
                </a:schemeClr>
              </a:solidFill>
              <a:effectLst/>
              <a:latin typeface="HP Simplified" panose="020B0604020204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19138" indent="-492125">
              <a:tabLst>
                <a:tab pos="719138" algn="l"/>
              </a:tabLst>
            </a:pPr>
            <a:endParaRPr lang="es-MX" sz="2400" dirty="0">
              <a:solidFill>
                <a:schemeClr val="bg2">
                  <a:lumMod val="50000"/>
                </a:schemeClr>
              </a:solidFill>
              <a:latin typeface="HP Simplified" panose="020B0604020204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19138" indent="-492125">
              <a:tabLst>
                <a:tab pos="719138" algn="l"/>
              </a:tabLst>
            </a:pPr>
            <a:endParaRPr lang="es-MX" sz="2400" dirty="0">
              <a:solidFill>
                <a:schemeClr val="bg2">
                  <a:lumMod val="50000"/>
                </a:schemeClr>
              </a:solidFill>
              <a:effectLst/>
              <a:latin typeface="HP Simplified" panose="020B0604020204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19138" indent="-492125">
              <a:spcBef>
                <a:spcPts val="600"/>
              </a:spcBef>
              <a:tabLst>
                <a:tab pos="719138" algn="l"/>
                <a:tab pos="9324975" algn="r"/>
              </a:tabLst>
            </a:pPr>
            <a:r>
              <a:rPr lang="es-MX" sz="2400" b="1" dirty="0">
                <a:solidFill>
                  <a:schemeClr val="bg2">
                    <a:lumMod val="50000"/>
                  </a:schemeClr>
                </a:solidFill>
                <a:effectLst/>
                <a:latin typeface="HP Simplified" panose="020B0604020204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d)</a:t>
            </a:r>
            <a:r>
              <a:rPr lang="es-MX" sz="2400" dirty="0">
                <a:solidFill>
                  <a:schemeClr val="bg2">
                    <a:lumMod val="50000"/>
                  </a:schemeClr>
                </a:solidFill>
                <a:effectLst/>
                <a:latin typeface="HP Simplified" panose="020B0604020204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	Suponiendo que se cobra a cada alumno 85 pesos por km recorrido, determinar cuál es la ruta que más le conviene a la empresa y por qué.	</a:t>
            </a:r>
            <a:r>
              <a:rPr lang="es-CL" sz="2400" dirty="0">
                <a:latin typeface="HP Simplified" panose="020B0604020204020204" pitchFamily="34" charset="0"/>
                <a:hlinkClick r:id="rId2"/>
              </a:rPr>
              <a:t> https://matrixcalc.org/es/</a:t>
            </a:r>
            <a:endParaRPr lang="es-MX" sz="2400" dirty="0">
              <a:solidFill>
                <a:schemeClr val="bg2">
                  <a:lumMod val="50000"/>
                </a:schemeClr>
              </a:solidFill>
              <a:effectLst/>
              <a:latin typeface="HP Simplified" panose="020B0604020204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Bocadillo: rectángulo 2">
            <a:extLst>
              <a:ext uri="{FF2B5EF4-FFF2-40B4-BE49-F238E27FC236}">
                <a16:creationId xmlns:a16="http://schemas.microsoft.com/office/drawing/2014/main" id="{1A5DDB58-4FCF-4F51-A904-78438426BBD1}"/>
              </a:ext>
            </a:extLst>
          </p:cNvPr>
          <p:cNvSpPr/>
          <p:nvPr/>
        </p:nvSpPr>
        <p:spPr>
          <a:xfrm>
            <a:off x="7848600" y="3226698"/>
            <a:ext cx="2057400" cy="609600"/>
          </a:xfrm>
          <a:prstGeom prst="wedgeRectCallout">
            <a:avLst>
              <a:gd name="adj1" fmla="val -23337"/>
              <a:gd name="adj2" fmla="val -68486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sz="2400" dirty="0">
                <a:latin typeface="HP Simplified" panose="020B0604020204020204" pitchFamily="34" charset="0"/>
              </a:rPr>
              <a:t>FILAS</a:t>
            </a:r>
          </a:p>
        </p:txBody>
      </p:sp>
      <p:sp>
        <p:nvSpPr>
          <p:cNvPr id="4" name="Bocadillo: rectángulo 3">
            <a:extLst>
              <a:ext uri="{FF2B5EF4-FFF2-40B4-BE49-F238E27FC236}">
                <a16:creationId xmlns:a16="http://schemas.microsoft.com/office/drawing/2014/main" id="{EFA5F061-0714-4099-A2CB-316306DFF27B}"/>
              </a:ext>
            </a:extLst>
          </p:cNvPr>
          <p:cNvSpPr/>
          <p:nvPr/>
        </p:nvSpPr>
        <p:spPr>
          <a:xfrm>
            <a:off x="3810000" y="3681204"/>
            <a:ext cx="2057400" cy="609600"/>
          </a:xfrm>
          <a:prstGeom prst="wedgeRectCallout">
            <a:avLst>
              <a:gd name="adj1" fmla="val -23337"/>
              <a:gd name="adj2" fmla="val -68486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sz="2400" dirty="0">
                <a:latin typeface="HP Simplified" panose="020B0604020204020204" pitchFamily="34" charset="0"/>
              </a:rPr>
              <a:t>COLUMNAS</a:t>
            </a:r>
          </a:p>
        </p:txBody>
      </p:sp>
    </p:spTree>
    <p:extLst>
      <p:ext uri="{BB962C8B-B14F-4D97-AF65-F5344CB8AC3E}">
        <p14:creationId xmlns:p14="http://schemas.microsoft.com/office/powerpoint/2010/main" val="4573387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633618C-D072-4558-877C-43FB0AE8CA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marL="806450" indent="-806450"/>
            <a:r>
              <a:rPr lang="es-MX" sz="4000" b="1" cap="none" dirty="0">
                <a:latin typeface="HP Simplified" panose="020B0604020204020204" pitchFamily="34" charset="0"/>
              </a:rPr>
              <a:t>7)</a:t>
            </a:r>
            <a:r>
              <a:rPr lang="es-MX" sz="4000" cap="none" dirty="0">
                <a:latin typeface="HP Simplified" panose="020B0604020204020204" pitchFamily="34" charset="0"/>
              </a:rPr>
              <a:t>	Dadas las matrices de adyacencia A, B y C de tres grafos, determinar si existe isomorfismo entre ellos, luego dibujar los grafos.</a:t>
            </a:r>
            <a:endParaRPr lang="es-CL" sz="4000" cap="none" dirty="0">
              <a:latin typeface="HP Simplified" panose="020B0604020204020204" pitchFamily="34" charset="0"/>
            </a:endParaRP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82570EF5-AF49-46F4-A179-F975E129C1A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49708" r="47708"/>
          <a:stretch/>
        </p:blipFill>
        <p:spPr>
          <a:xfrm>
            <a:off x="7945707" y="2372058"/>
            <a:ext cx="3581400" cy="2072461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04E494BD-8C0F-40A6-9358-A01819533EA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49708"/>
          <a:stretch/>
        </p:blipFill>
        <p:spPr>
          <a:xfrm>
            <a:off x="1066800" y="2376351"/>
            <a:ext cx="6848856" cy="20724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13726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633618C-D072-4558-877C-43FB0AE8CA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marL="806450" indent="-806450"/>
            <a:r>
              <a:rPr lang="es-MX" sz="4000" b="1" cap="none" dirty="0">
                <a:latin typeface="HP Simplified" panose="020B0604020204020204" pitchFamily="34" charset="0"/>
              </a:rPr>
              <a:t>8)	</a:t>
            </a:r>
            <a:r>
              <a:rPr lang="es-MX" sz="4000" cap="none" dirty="0">
                <a:latin typeface="HP Simplified" panose="020B0604020204020204" pitchFamily="34" charset="0"/>
              </a:rPr>
              <a:t> En el grafo de la figura sea L(v</a:t>
            </a:r>
            <a:r>
              <a:rPr lang="es-MX" sz="4000" cap="none" baseline="-25000" dirty="0">
                <a:latin typeface="HP Simplified" panose="020B0604020204020204" pitchFamily="34" charset="0"/>
              </a:rPr>
              <a:t>i</a:t>
            </a:r>
            <a:r>
              <a:rPr lang="es-MX" sz="4000" cap="none" dirty="0">
                <a:latin typeface="HP Simplified" panose="020B0604020204020204" pitchFamily="34" charset="0"/>
              </a:rPr>
              <a:t>) la longitud del camino más corto entre los vértices u y v</a:t>
            </a:r>
            <a:r>
              <a:rPr lang="es-MX" sz="4000" cap="none" baseline="-25000" dirty="0">
                <a:latin typeface="HP Simplified" panose="020B0604020204020204" pitchFamily="34" charset="0"/>
              </a:rPr>
              <a:t>i</a:t>
            </a:r>
            <a:endParaRPr lang="es-CL" sz="4000" cap="none" baseline="-25000" dirty="0">
              <a:latin typeface="HP Simplified" panose="020B0604020204020204" pitchFamily="34" charset="0"/>
            </a:endParaRPr>
          </a:p>
        </p:txBody>
      </p:sp>
      <p:grpSp>
        <p:nvGrpSpPr>
          <p:cNvPr id="4" name="Grupo 3">
            <a:extLst>
              <a:ext uri="{FF2B5EF4-FFF2-40B4-BE49-F238E27FC236}">
                <a16:creationId xmlns:a16="http://schemas.microsoft.com/office/drawing/2014/main" id="{DE26063E-CE2A-4135-9B58-30484D7FC84D}"/>
              </a:ext>
            </a:extLst>
          </p:cNvPr>
          <p:cNvGrpSpPr>
            <a:grpSpLocks/>
          </p:cNvGrpSpPr>
          <p:nvPr/>
        </p:nvGrpSpPr>
        <p:grpSpPr bwMode="auto">
          <a:xfrm>
            <a:off x="1109317" y="1601556"/>
            <a:ext cx="7120283" cy="5027844"/>
            <a:chOff x="1535" y="1905"/>
            <a:chExt cx="3647" cy="2269"/>
          </a:xfrm>
        </p:grpSpPr>
        <p:cxnSp>
          <p:nvCxnSpPr>
            <p:cNvPr id="6" name="Line 16">
              <a:extLst>
                <a:ext uri="{FF2B5EF4-FFF2-40B4-BE49-F238E27FC236}">
                  <a16:creationId xmlns:a16="http://schemas.microsoft.com/office/drawing/2014/main" id="{F86EA1F4-DB60-420A-95E4-857112661539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1872" y="2160"/>
              <a:ext cx="1152" cy="115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7" name="Line 17">
              <a:extLst>
                <a:ext uri="{FF2B5EF4-FFF2-40B4-BE49-F238E27FC236}">
                  <a16:creationId xmlns:a16="http://schemas.microsoft.com/office/drawing/2014/main" id="{35CD41A6-93EF-45B1-88D3-8DA36901A402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2592" y="2160"/>
              <a:ext cx="432" cy="144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8" name="Line 18">
              <a:extLst>
                <a:ext uri="{FF2B5EF4-FFF2-40B4-BE49-F238E27FC236}">
                  <a16:creationId xmlns:a16="http://schemas.microsoft.com/office/drawing/2014/main" id="{2AB59A4B-6E13-483D-9DB2-A5F8C12199C3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3024" y="2160"/>
              <a:ext cx="1728" cy="1008"/>
            </a:xfrm>
            <a:prstGeom prst="line">
              <a:avLst/>
            </a:prstGeom>
            <a:noFill/>
            <a:ln w="28575">
              <a:solidFill>
                <a:schemeClr val="bg2">
                  <a:lumMod val="50000"/>
                </a:schemeClr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9" name="Arc 19">
              <a:extLst>
                <a:ext uri="{FF2B5EF4-FFF2-40B4-BE49-F238E27FC236}">
                  <a16:creationId xmlns:a16="http://schemas.microsoft.com/office/drawing/2014/main" id="{1311DCD8-7E01-47D7-82FE-62661D99BA04}"/>
                </a:ext>
              </a:extLst>
            </p:cNvPr>
            <p:cNvSpPr>
              <a:spLocks/>
            </p:cNvSpPr>
            <p:nvPr/>
          </p:nvSpPr>
          <p:spPr bwMode="auto">
            <a:xfrm>
              <a:off x="1872" y="3312"/>
              <a:ext cx="720" cy="288"/>
            </a:xfrm>
            <a:custGeom>
              <a:avLst/>
              <a:gdLst>
                <a:gd name="G0" fmla="+- 0 0 0"/>
                <a:gd name="G1" fmla="+- 21600 0 0"/>
                <a:gd name="G2" fmla="+- 21600 0 0"/>
                <a:gd name="T0" fmla="*/ 0 w 21600"/>
                <a:gd name="T1" fmla="*/ 0 h 21600"/>
                <a:gd name="T2" fmla="*/ 21600 w 21600"/>
                <a:gd name="T3" fmla="*/ 21600 h 21600"/>
                <a:gd name="T4" fmla="*/ 0 w 21600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s-CL" sz="4800"/>
            </a:p>
          </p:txBody>
        </p:sp>
        <p:sp>
          <p:nvSpPr>
            <p:cNvPr id="10" name="Arc 20">
              <a:extLst>
                <a:ext uri="{FF2B5EF4-FFF2-40B4-BE49-F238E27FC236}">
                  <a16:creationId xmlns:a16="http://schemas.microsoft.com/office/drawing/2014/main" id="{9439F591-8247-4D52-8DB2-F6F65AB3411F}"/>
                </a:ext>
              </a:extLst>
            </p:cNvPr>
            <p:cNvSpPr>
              <a:spLocks/>
            </p:cNvSpPr>
            <p:nvPr/>
          </p:nvSpPr>
          <p:spPr bwMode="auto">
            <a:xfrm flipH="1" flipV="1">
              <a:off x="1872" y="3312"/>
              <a:ext cx="720" cy="288"/>
            </a:xfrm>
            <a:custGeom>
              <a:avLst/>
              <a:gdLst>
                <a:gd name="G0" fmla="+- 0 0 0"/>
                <a:gd name="G1" fmla="+- 21600 0 0"/>
                <a:gd name="G2" fmla="+- 21600 0 0"/>
                <a:gd name="T0" fmla="*/ 0 w 21600"/>
                <a:gd name="T1" fmla="*/ 0 h 21600"/>
                <a:gd name="T2" fmla="*/ 21600 w 21600"/>
                <a:gd name="T3" fmla="*/ 21600 h 21600"/>
                <a:gd name="T4" fmla="*/ 0 w 21600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s-CL" sz="4800"/>
            </a:p>
          </p:txBody>
        </p:sp>
        <p:cxnSp>
          <p:nvCxnSpPr>
            <p:cNvPr id="11" name="Line 21">
              <a:extLst>
                <a:ext uri="{FF2B5EF4-FFF2-40B4-BE49-F238E27FC236}">
                  <a16:creationId xmlns:a16="http://schemas.microsoft.com/office/drawing/2014/main" id="{5E029F3D-9B10-4AF4-B1D6-9CDCBB3306D9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2592" y="3600"/>
              <a:ext cx="1296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2" name="Line 22">
              <a:extLst>
                <a:ext uri="{FF2B5EF4-FFF2-40B4-BE49-F238E27FC236}">
                  <a16:creationId xmlns:a16="http://schemas.microsoft.com/office/drawing/2014/main" id="{00342A17-16B7-44BC-A718-7FC4F5E47783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3888" y="3168"/>
              <a:ext cx="864" cy="43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3" name="Freeform 23">
              <a:extLst>
                <a:ext uri="{FF2B5EF4-FFF2-40B4-BE49-F238E27FC236}">
                  <a16:creationId xmlns:a16="http://schemas.microsoft.com/office/drawing/2014/main" id="{2700C3CA-A382-4DEC-BC3B-CF568FC958A2}"/>
                </a:ext>
              </a:extLst>
            </p:cNvPr>
            <p:cNvSpPr>
              <a:spLocks/>
            </p:cNvSpPr>
            <p:nvPr/>
          </p:nvSpPr>
          <p:spPr bwMode="auto">
            <a:xfrm>
              <a:off x="2592" y="3168"/>
              <a:ext cx="2160" cy="936"/>
            </a:xfrm>
            <a:custGeom>
              <a:avLst/>
              <a:gdLst>
                <a:gd name="T0" fmla="*/ 2160 w 2160"/>
                <a:gd name="T1" fmla="*/ 0 h 936"/>
                <a:gd name="T2" fmla="*/ 1296 w 2160"/>
                <a:gd name="T3" fmla="*/ 864 h 936"/>
                <a:gd name="T4" fmla="*/ 0 w 2160"/>
                <a:gd name="T5" fmla="*/ 432 h 9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" h="936">
                  <a:moveTo>
                    <a:pt x="2160" y="0"/>
                  </a:moveTo>
                  <a:cubicBezTo>
                    <a:pt x="1908" y="396"/>
                    <a:pt x="1656" y="792"/>
                    <a:pt x="1296" y="864"/>
                  </a:cubicBezTo>
                  <a:cubicBezTo>
                    <a:pt x="936" y="936"/>
                    <a:pt x="216" y="504"/>
                    <a:pt x="0" y="432"/>
                  </a:cubicBezTo>
                </a:path>
              </a:pathLst>
            </a:cu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s-CL" sz="4800"/>
            </a:p>
          </p:txBody>
        </p:sp>
        <p:sp>
          <p:nvSpPr>
            <p:cNvPr id="14" name="Freeform 24">
              <a:extLst>
                <a:ext uri="{FF2B5EF4-FFF2-40B4-BE49-F238E27FC236}">
                  <a16:creationId xmlns:a16="http://schemas.microsoft.com/office/drawing/2014/main" id="{16806A97-E5AF-48FA-8D58-BBBED21B4602}"/>
                </a:ext>
              </a:extLst>
            </p:cNvPr>
            <p:cNvSpPr>
              <a:spLocks/>
            </p:cNvSpPr>
            <p:nvPr/>
          </p:nvSpPr>
          <p:spPr bwMode="auto">
            <a:xfrm>
              <a:off x="3888" y="3096"/>
              <a:ext cx="864" cy="504"/>
            </a:xfrm>
            <a:custGeom>
              <a:avLst/>
              <a:gdLst>
                <a:gd name="T0" fmla="*/ 0 w 864"/>
                <a:gd name="T1" fmla="*/ 504 h 504"/>
                <a:gd name="T2" fmla="*/ 432 w 864"/>
                <a:gd name="T3" fmla="*/ 72 h 504"/>
                <a:gd name="T4" fmla="*/ 864 w 864"/>
                <a:gd name="T5" fmla="*/ 72 h 5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864" h="504">
                  <a:moveTo>
                    <a:pt x="0" y="504"/>
                  </a:moveTo>
                  <a:cubicBezTo>
                    <a:pt x="144" y="324"/>
                    <a:pt x="288" y="144"/>
                    <a:pt x="432" y="72"/>
                  </a:cubicBezTo>
                  <a:cubicBezTo>
                    <a:pt x="576" y="0"/>
                    <a:pt x="720" y="36"/>
                    <a:pt x="864" y="72"/>
                  </a:cubicBezTo>
                </a:path>
              </a:pathLst>
            </a:cu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s-CL" sz="4800"/>
            </a:p>
          </p:txBody>
        </p:sp>
        <p:sp>
          <p:nvSpPr>
            <p:cNvPr id="15" name="Freeform 25">
              <a:extLst>
                <a:ext uri="{FF2B5EF4-FFF2-40B4-BE49-F238E27FC236}">
                  <a16:creationId xmlns:a16="http://schemas.microsoft.com/office/drawing/2014/main" id="{40C95D9F-BB65-42B3-B7B8-B13F0DDB2E31}"/>
                </a:ext>
              </a:extLst>
            </p:cNvPr>
            <p:cNvSpPr>
              <a:spLocks/>
            </p:cNvSpPr>
            <p:nvPr/>
          </p:nvSpPr>
          <p:spPr bwMode="auto">
            <a:xfrm>
              <a:off x="3024" y="2160"/>
              <a:ext cx="864" cy="1440"/>
            </a:xfrm>
            <a:custGeom>
              <a:avLst/>
              <a:gdLst>
                <a:gd name="T0" fmla="*/ 864 w 864"/>
                <a:gd name="T1" fmla="*/ 1440 h 1440"/>
                <a:gd name="T2" fmla="*/ 144 w 864"/>
                <a:gd name="T3" fmla="*/ 720 h 1440"/>
                <a:gd name="T4" fmla="*/ 0 w 864"/>
                <a:gd name="T5" fmla="*/ 0 h 1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864" h="1440">
                  <a:moveTo>
                    <a:pt x="864" y="1440"/>
                  </a:moveTo>
                  <a:cubicBezTo>
                    <a:pt x="576" y="1200"/>
                    <a:pt x="288" y="960"/>
                    <a:pt x="144" y="720"/>
                  </a:cubicBezTo>
                  <a:cubicBezTo>
                    <a:pt x="0" y="480"/>
                    <a:pt x="0" y="240"/>
                    <a:pt x="0" y="0"/>
                  </a:cubicBezTo>
                </a:path>
              </a:pathLst>
            </a:custGeom>
            <a:noFill/>
            <a:ln w="28575">
              <a:solidFill>
                <a:schemeClr val="bg1">
                  <a:lumMod val="50000"/>
                </a:schemeClr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s-CL" sz="4800"/>
            </a:p>
          </p:txBody>
        </p:sp>
        <p:sp>
          <p:nvSpPr>
            <p:cNvPr id="16" name="Freeform 26">
              <a:extLst>
                <a:ext uri="{FF2B5EF4-FFF2-40B4-BE49-F238E27FC236}">
                  <a16:creationId xmlns:a16="http://schemas.microsoft.com/office/drawing/2014/main" id="{B5E7DBA3-9FCF-4D16-8E07-2B7E5017FB70}"/>
                </a:ext>
              </a:extLst>
            </p:cNvPr>
            <p:cNvSpPr>
              <a:spLocks/>
            </p:cNvSpPr>
            <p:nvPr/>
          </p:nvSpPr>
          <p:spPr bwMode="auto">
            <a:xfrm>
              <a:off x="3024" y="2160"/>
              <a:ext cx="864" cy="1440"/>
            </a:xfrm>
            <a:custGeom>
              <a:avLst/>
              <a:gdLst>
                <a:gd name="T0" fmla="*/ 0 w 864"/>
                <a:gd name="T1" fmla="*/ 0 h 1440"/>
                <a:gd name="T2" fmla="*/ 720 w 864"/>
                <a:gd name="T3" fmla="*/ 720 h 1440"/>
                <a:gd name="T4" fmla="*/ 864 w 864"/>
                <a:gd name="T5" fmla="*/ 1440 h 1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864" h="1440">
                  <a:moveTo>
                    <a:pt x="0" y="0"/>
                  </a:moveTo>
                  <a:cubicBezTo>
                    <a:pt x="288" y="240"/>
                    <a:pt x="576" y="480"/>
                    <a:pt x="720" y="720"/>
                  </a:cubicBezTo>
                  <a:cubicBezTo>
                    <a:pt x="864" y="960"/>
                    <a:pt x="864" y="1200"/>
                    <a:pt x="864" y="1440"/>
                  </a:cubicBezTo>
                </a:path>
              </a:pathLst>
            </a:cu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s-CL" sz="4800"/>
            </a:p>
          </p:txBody>
        </p:sp>
        <p:sp>
          <p:nvSpPr>
            <p:cNvPr id="17" name="Text Box 27">
              <a:extLst>
                <a:ext uri="{FF2B5EF4-FFF2-40B4-BE49-F238E27FC236}">
                  <a16:creationId xmlns:a16="http://schemas.microsoft.com/office/drawing/2014/main" id="{EA5EDF71-6DF8-490C-90D6-269DF59C79E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58" y="2381"/>
              <a:ext cx="432" cy="4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pPr>
                <a:lnSpc>
                  <a:spcPct val="115000"/>
                </a:lnSpc>
                <a:spcAft>
                  <a:spcPts val="1000"/>
                </a:spcAft>
              </a:pPr>
              <a:r>
                <a:rPr lang="es-ES" sz="3600">
                  <a:effectLst/>
                  <a:latin typeface="Calibri" panose="020F050202020403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endParaRPr lang="es-CL" sz="320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18" name="Line 28">
              <a:extLst>
                <a:ext uri="{FF2B5EF4-FFF2-40B4-BE49-F238E27FC236}">
                  <a16:creationId xmlns:a16="http://schemas.microsoft.com/office/drawing/2014/main" id="{C1BBF3F6-0A49-4088-8822-467ABBDEB47A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2304" y="2736"/>
              <a:ext cx="144" cy="144"/>
            </a:xfrm>
            <a:prstGeom prst="line">
              <a:avLst/>
            </a:prstGeom>
            <a:noFill/>
            <a:ln w="57150">
              <a:solidFill>
                <a:srgbClr val="000000"/>
              </a:solidFill>
              <a:round/>
              <a:headEnd/>
              <a:tailEnd type="stealth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9" name="Line 29">
              <a:extLst>
                <a:ext uri="{FF2B5EF4-FFF2-40B4-BE49-F238E27FC236}">
                  <a16:creationId xmlns:a16="http://schemas.microsoft.com/office/drawing/2014/main" id="{30992498-C48F-4AA6-AFE6-7A5713B740BB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V="1">
              <a:off x="2736" y="2880"/>
              <a:ext cx="69" cy="288"/>
            </a:xfrm>
            <a:prstGeom prst="line">
              <a:avLst/>
            </a:prstGeom>
            <a:noFill/>
            <a:ln w="57150">
              <a:solidFill>
                <a:srgbClr val="000000"/>
              </a:solidFill>
              <a:round/>
              <a:headEnd/>
              <a:tailEnd type="stealth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0" name="Line 30">
              <a:extLst>
                <a:ext uri="{FF2B5EF4-FFF2-40B4-BE49-F238E27FC236}">
                  <a16:creationId xmlns:a16="http://schemas.microsoft.com/office/drawing/2014/main" id="{DC153E07-F67C-474B-B253-AF570E66D14E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 flipV="1">
              <a:off x="3272" y="3030"/>
              <a:ext cx="77" cy="112"/>
            </a:xfrm>
            <a:prstGeom prst="line">
              <a:avLst/>
            </a:prstGeom>
            <a:noFill/>
            <a:ln w="57150">
              <a:solidFill>
                <a:srgbClr val="000000"/>
              </a:solidFill>
              <a:round/>
              <a:headEnd/>
              <a:tailEnd type="stealth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1" name="Line 31">
              <a:extLst>
                <a:ext uri="{FF2B5EF4-FFF2-40B4-BE49-F238E27FC236}">
                  <a16:creationId xmlns:a16="http://schemas.microsoft.com/office/drawing/2014/main" id="{00F28543-E845-45B9-A168-4B9AC817C6A8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3683" y="2769"/>
              <a:ext cx="96" cy="149"/>
            </a:xfrm>
            <a:prstGeom prst="line">
              <a:avLst/>
            </a:prstGeom>
            <a:noFill/>
            <a:ln w="57150">
              <a:solidFill>
                <a:srgbClr val="000000"/>
              </a:solidFill>
              <a:round/>
              <a:headEnd/>
              <a:tailEnd type="stealth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2" name="Line 32">
              <a:extLst>
                <a:ext uri="{FF2B5EF4-FFF2-40B4-BE49-F238E27FC236}">
                  <a16:creationId xmlns:a16="http://schemas.microsoft.com/office/drawing/2014/main" id="{FEBF144F-F55B-4D26-B49C-DA2BFD553B8E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V="1">
              <a:off x="4191" y="3203"/>
              <a:ext cx="47" cy="62"/>
            </a:xfrm>
            <a:prstGeom prst="line">
              <a:avLst/>
            </a:prstGeom>
            <a:noFill/>
            <a:ln w="57150">
              <a:solidFill>
                <a:srgbClr val="000000"/>
              </a:solidFill>
              <a:round/>
              <a:headEnd/>
              <a:tailEnd type="stealth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3" name="Line 33">
              <a:extLst>
                <a:ext uri="{FF2B5EF4-FFF2-40B4-BE49-F238E27FC236}">
                  <a16:creationId xmlns:a16="http://schemas.microsoft.com/office/drawing/2014/main" id="{EC2258A9-758C-433A-A885-6089A45A58F9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4326" y="3333"/>
              <a:ext cx="88" cy="65"/>
            </a:xfrm>
            <a:prstGeom prst="line">
              <a:avLst/>
            </a:prstGeom>
            <a:noFill/>
            <a:ln w="57150">
              <a:solidFill>
                <a:srgbClr val="000000"/>
              </a:solidFill>
              <a:round/>
              <a:headEnd/>
              <a:tailEnd type="stealth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4" name="Line 34">
              <a:extLst>
                <a:ext uri="{FF2B5EF4-FFF2-40B4-BE49-F238E27FC236}">
                  <a16:creationId xmlns:a16="http://schemas.microsoft.com/office/drawing/2014/main" id="{207D3F70-DB90-4686-8348-F2A569E00392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3749" y="2567"/>
              <a:ext cx="103" cy="73"/>
            </a:xfrm>
            <a:prstGeom prst="line">
              <a:avLst/>
            </a:prstGeom>
            <a:noFill/>
            <a:ln w="57150">
              <a:solidFill>
                <a:srgbClr val="000000"/>
              </a:solidFill>
              <a:round/>
              <a:headEnd/>
              <a:tailEnd type="stealth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5" name="Line 35">
              <a:extLst>
                <a:ext uri="{FF2B5EF4-FFF2-40B4-BE49-F238E27FC236}">
                  <a16:creationId xmlns:a16="http://schemas.microsoft.com/office/drawing/2014/main" id="{F52977A7-2F04-4E2C-B59C-8C867AE6774B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 flipV="1">
              <a:off x="3232" y="3587"/>
              <a:ext cx="121" cy="10"/>
            </a:xfrm>
            <a:prstGeom prst="line">
              <a:avLst/>
            </a:prstGeom>
            <a:noFill/>
            <a:ln w="57150">
              <a:solidFill>
                <a:srgbClr val="000000"/>
              </a:solidFill>
              <a:round/>
              <a:headEnd/>
              <a:tailEnd type="stealth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6" name="Line 36">
              <a:extLst>
                <a:ext uri="{FF2B5EF4-FFF2-40B4-BE49-F238E27FC236}">
                  <a16:creationId xmlns:a16="http://schemas.microsoft.com/office/drawing/2014/main" id="{B81BFD11-909E-4E01-9D8F-CFF0C73C322A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4192" y="3780"/>
              <a:ext cx="91" cy="85"/>
            </a:xfrm>
            <a:prstGeom prst="line">
              <a:avLst/>
            </a:prstGeom>
            <a:noFill/>
            <a:ln w="57150">
              <a:solidFill>
                <a:srgbClr val="000000"/>
              </a:solidFill>
              <a:round/>
              <a:headEnd/>
              <a:tailEnd type="stealth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7" name="Line 37">
              <a:extLst>
                <a:ext uri="{FF2B5EF4-FFF2-40B4-BE49-F238E27FC236}">
                  <a16:creationId xmlns:a16="http://schemas.microsoft.com/office/drawing/2014/main" id="{DA64017B-C1DF-4DB0-B1E0-D039F1B6149B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 flipV="1">
              <a:off x="2230" y="3345"/>
              <a:ext cx="74" cy="29"/>
            </a:xfrm>
            <a:prstGeom prst="line">
              <a:avLst/>
            </a:prstGeom>
            <a:noFill/>
            <a:ln w="57150">
              <a:solidFill>
                <a:srgbClr val="000000"/>
              </a:solidFill>
              <a:round/>
              <a:headEnd/>
              <a:tailEnd type="stealth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8" name="Line 38">
              <a:extLst>
                <a:ext uri="{FF2B5EF4-FFF2-40B4-BE49-F238E27FC236}">
                  <a16:creationId xmlns:a16="http://schemas.microsoft.com/office/drawing/2014/main" id="{AC422FBF-C606-4B8E-BA8E-FF45B20A6DC3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2085" y="3535"/>
              <a:ext cx="103" cy="20"/>
            </a:xfrm>
            <a:prstGeom prst="line">
              <a:avLst/>
            </a:prstGeom>
            <a:noFill/>
            <a:ln w="57150">
              <a:solidFill>
                <a:srgbClr val="000000"/>
              </a:solidFill>
              <a:round/>
              <a:headEnd/>
              <a:tailEnd type="stealth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9" name="Text Box 39">
              <a:extLst>
                <a:ext uri="{FF2B5EF4-FFF2-40B4-BE49-F238E27FC236}">
                  <a16:creationId xmlns:a16="http://schemas.microsoft.com/office/drawing/2014/main" id="{B0F49CC6-28B5-4702-9EC7-7D4B194DA57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98" y="2621"/>
              <a:ext cx="432" cy="4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pPr>
                <a:lnSpc>
                  <a:spcPct val="115000"/>
                </a:lnSpc>
                <a:spcAft>
                  <a:spcPts val="1000"/>
                </a:spcAft>
              </a:pPr>
              <a:r>
                <a:rPr lang="es-ES" sz="3600">
                  <a:effectLst/>
                  <a:latin typeface="Calibri" panose="020F050202020403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lang="es-CL" sz="320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0" name="Text Box 40">
              <a:extLst>
                <a:ext uri="{FF2B5EF4-FFF2-40B4-BE49-F238E27FC236}">
                  <a16:creationId xmlns:a16="http://schemas.microsoft.com/office/drawing/2014/main" id="{122DB337-8E66-4DCA-9005-DD741D36263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09" y="2804"/>
              <a:ext cx="222" cy="4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pPr>
                <a:lnSpc>
                  <a:spcPct val="115000"/>
                </a:lnSpc>
                <a:spcAft>
                  <a:spcPts val="1000"/>
                </a:spcAft>
              </a:pPr>
              <a:r>
                <a:rPr lang="es-ES" sz="3600">
                  <a:effectLst/>
                  <a:latin typeface="Calibri" panose="020F050202020403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es-CL" sz="320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1" name="Text Box 41">
              <a:extLst>
                <a:ext uri="{FF2B5EF4-FFF2-40B4-BE49-F238E27FC236}">
                  <a16:creationId xmlns:a16="http://schemas.microsoft.com/office/drawing/2014/main" id="{EA8B8C8F-1FC5-4285-A3B3-E127EE1A8E1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10" y="2684"/>
              <a:ext cx="204" cy="4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pPr>
                <a:lnSpc>
                  <a:spcPct val="115000"/>
                </a:lnSpc>
                <a:spcAft>
                  <a:spcPts val="1000"/>
                </a:spcAft>
              </a:pPr>
              <a:r>
                <a:rPr lang="es-ES" sz="3600">
                  <a:effectLst/>
                  <a:latin typeface="Calibri" panose="020F050202020403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es-CL" sz="320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2" name="Text Box 42">
              <a:extLst>
                <a:ext uri="{FF2B5EF4-FFF2-40B4-BE49-F238E27FC236}">
                  <a16:creationId xmlns:a16="http://schemas.microsoft.com/office/drawing/2014/main" id="{A7DC905F-76B4-492A-9CFF-5ABE877FDD8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03" y="2257"/>
              <a:ext cx="256" cy="3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pPr>
                <a:lnSpc>
                  <a:spcPct val="115000"/>
                </a:lnSpc>
                <a:spcAft>
                  <a:spcPts val="1000"/>
                </a:spcAft>
              </a:pPr>
              <a:r>
                <a:rPr lang="es-ES" sz="3600" dirty="0">
                  <a:effectLst/>
                  <a:latin typeface="Calibri" panose="020F050202020403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es-CL" sz="32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3" name="Text Box 43">
              <a:extLst>
                <a:ext uri="{FF2B5EF4-FFF2-40B4-BE49-F238E27FC236}">
                  <a16:creationId xmlns:a16="http://schemas.microsoft.com/office/drawing/2014/main" id="{76CCBF60-6C36-4F28-A60F-CEF49F73A26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60" y="3024"/>
              <a:ext cx="22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pPr>
                <a:lnSpc>
                  <a:spcPct val="115000"/>
                </a:lnSpc>
                <a:spcAft>
                  <a:spcPts val="1000"/>
                </a:spcAft>
              </a:pPr>
              <a:r>
                <a:rPr lang="es-ES" sz="3600">
                  <a:effectLst/>
                  <a:latin typeface="Calibri" panose="020F050202020403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es-CL" sz="320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4" name="Text Box 44">
              <a:extLst>
                <a:ext uri="{FF2B5EF4-FFF2-40B4-BE49-F238E27FC236}">
                  <a16:creationId xmlns:a16="http://schemas.microsoft.com/office/drawing/2014/main" id="{1C6CC270-8F04-419B-A855-F38912424A7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85" y="3515"/>
              <a:ext cx="239" cy="2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pPr>
                <a:lnSpc>
                  <a:spcPct val="115000"/>
                </a:lnSpc>
                <a:spcAft>
                  <a:spcPts val="1000"/>
                </a:spcAft>
              </a:pPr>
              <a:r>
                <a:rPr lang="es-ES" sz="3600" dirty="0">
                  <a:effectLst/>
                  <a:latin typeface="Calibri" panose="020F050202020403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es-CL" sz="32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5" name="Text Box 45">
              <a:extLst>
                <a:ext uri="{FF2B5EF4-FFF2-40B4-BE49-F238E27FC236}">
                  <a16:creationId xmlns:a16="http://schemas.microsoft.com/office/drawing/2014/main" id="{9E47E6EC-679A-424A-A46C-FA9CE263407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47" y="3742"/>
              <a:ext cx="432" cy="4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pPr>
                <a:lnSpc>
                  <a:spcPct val="115000"/>
                </a:lnSpc>
                <a:spcAft>
                  <a:spcPts val="1000"/>
                </a:spcAft>
              </a:pPr>
              <a:r>
                <a:rPr lang="es-ES" sz="3600">
                  <a:effectLst/>
                  <a:latin typeface="Calibri" panose="020F050202020403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lang="es-CL" sz="320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6" name="Text Box 46">
              <a:extLst>
                <a:ext uri="{FF2B5EF4-FFF2-40B4-BE49-F238E27FC236}">
                  <a16:creationId xmlns:a16="http://schemas.microsoft.com/office/drawing/2014/main" id="{FEA41F9F-8543-4A8E-BA31-473A3D06AC3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52" y="3309"/>
              <a:ext cx="240" cy="4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pPr>
                <a:lnSpc>
                  <a:spcPct val="115000"/>
                </a:lnSpc>
                <a:spcAft>
                  <a:spcPts val="1000"/>
                </a:spcAft>
              </a:pPr>
              <a:r>
                <a:rPr lang="es-ES" sz="3600" dirty="0">
                  <a:effectLst/>
                  <a:latin typeface="Calibri" panose="020F050202020403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es-CL" sz="32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7" name="Text Box 47">
              <a:extLst>
                <a:ext uri="{FF2B5EF4-FFF2-40B4-BE49-F238E27FC236}">
                  <a16:creationId xmlns:a16="http://schemas.microsoft.com/office/drawing/2014/main" id="{B2EBAA6D-AE5E-474A-9081-A80E779A28A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08" y="3316"/>
              <a:ext cx="192" cy="3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pPr>
                <a:lnSpc>
                  <a:spcPct val="115000"/>
                </a:lnSpc>
                <a:spcAft>
                  <a:spcPts val="1000"/>
                </a:spcAft>
              </a:pPr>
              <a:r>
                <a:rPr lang="es-ES" sz="3600" dirty="0">
                  <a:effectLst/>
                  <a:latin typeface="Calibri" panose="020F050202020403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es-CL" sz="32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8" name="Text Box 48">
              <a:extLst>
                <a:ext uri="{FF2B5EF4-FFF2-40B4-BE49-F238E27FC236}">
                  <a16:creationId xmlns:a16="http://schemas.microsoft.com/office/drawing/2014/main" id="{DDCAF66F-8982-4AD0-8FA1-D586539A6E2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12" y="2887"/>
              <a:ext cx="210" cy="28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pPr>
                <a:lnSpc>
                  <a:spcPct val="115000"/>
                </a:lnSpc>
                <a:spcAft>
                  <a:spcPts val="1000"/>
                </a:spcAft>
              </a:pPr>
              <a:r>
                <a:rPr lang="es-ES" sz="3600" dirty="0">
                  <a:effectLst/>
                  <a:latin typeface="Calibri" panose="020F050202020403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es-CL" sz="32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9" name="Text Box 49">
              <a:extLst>
                <a:ext uri="{FF2B5EF4-FFF2-40B4-BE49-F238E27FC236}">
                  <a16:creationId xmlns:a16="http://schemas.microsoft.com/office/drawing/2014/main" id="{9B0FA48C-AAE6-46CD-82D8-559A3628B16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10" y="3509"/>
              <a:ext cx="302" cy="5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pPr>
                <a:lnSpc>
                  <a:spcPct val="115000"/>
                </a:lnSpc>
                <a:spcAft>
                  <a:spcPts val="1000"/>
                </a:spcAft>
              </a:pPr>
              <a:r>
                <a:rPr lang="es-ES" sz="3600">
                  <a:effectLst/>
                  <a:latin typeface="Calibri" panose="020F050202020403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s-ES" sz="3600" baseline="-25000">
                  <a:effectLst/>
                  <a:latin typeface="Calibri" panose="020F050202020403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es-CL" sz="320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0" name="Text Box 50">
              <a:extLst>
                <a:ext uri="{FF2B5EF4-FFF2-40B4-BE49-F238E27FC236}">
                  <a16:creationId xmlns:a16="http://schemas.microsoft.com/office/drawing/2014/main" id="{612774EE-CC41-4C79-AF56-6E22E1ECBB7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72" y="3509"/>
              <a:ext cx="574" cy="5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pPr>
                <a:lnSpc>
                  <a:spcPct val="115000"/>
                </a:lnSpc>
                <a:spcAft>
                  <a:spcPts val="1000"/>
                </a:spcAft>
              </a:pPr>
              <a:r>
                <a:rPr lang="es-ES" sz="3600">
                  <a:effectLst/>
                  <a:latin typeface="Calibri" panose="020F050202020403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s-ES" sz="3600" baseline="-25000">
                  <a:effectLst/>
                  <a:latin typeface="Calibri" panose="020F050202020403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lang="es-CL" sz="320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1" name="Text Box 51">
              <a:extLst>
                <a:ext uri="{FF2B5EF4-FFF2-40B4-BE49-F238E27FC236}">
                  <a16:creationId xmlns:a16="http://schemas.microsoft.com/office/drawing/2014/main" id="{DF59FC5D-F00E-42C0-BD72-52F517F9534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08" y="2880"/>
              <a:ext cx="574" cy="5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pPr>
                <a:lnSpc>
                  <a:spcPct val="115000"/>
                </a:lnSpc>
                <a:spcAft>
                  <a:spcPts val="1000"/>
                </a:spcAft>
              </a:pPr>
              <a:r>
                <a:rPr lang="es-ES" sz="3600">
                  <a:effectLst/>
                  <a:latin typeface="Calibri" panose="020F050202020403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s-ES" sz="3600" baseline="-25000">
                  <a:effectLst/>
                  <a:latin typeface="Calibri" panose="020F050202020403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es-CL" sz="320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2" name="Text Box 52">
              <a:extLst>
                <a:ext uri="{FF2B5EF4-FFF2-40B4-BE49-F238E27FC236}">
                  <a16:creationId xmlns:a16="http://schemas.microsoft.com/office/drawing/2014/main" id="{01A71F64-A7FE-498B-AC89-DAFF2C41C17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35" y="3047"/>
              <a:ext cx="574" cy="5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pPr>
                <a:lnSpc>
                  <a:spcPct val="115000"/>
                </a:lnSpc>
                <a:spcAft>
                  <a:spcPts val="1000"/>
                </a:spcAft>
              </a:pPr>
              <a:r>
                <a:rPr lang="es-ES" sz="3600">
                  <a:effectLst/>
                  <a:latin typeface="Calibri" panose="020F050202020403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s-ES" sz="3600" baseline="-25000">
                  <a:effectLst/>
                  <a:latin typeface="Calibri" panose="020F050202020403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lang="es-CL" sz="320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3" name="Text Box 53">
              <a:extLst>
                <a:ext uri="{FF2B5EF4-FFF2-40B4-BE49-F238E27FC236}">
                  <a16:creationId xmlns:a16="http://schemas.microsoft.com/office/drawing/2014/main" id="{040FC192-F043-4EDD-97D9-C6C7C44A2BE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09" y="1905"/>
              <a:ext cx="574" cy="5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pPr>
                <a:lnSpc>
                  <a:spcPct val="115000"/>
                </a:lnSpc>
                <a:spcAft>
                  <a:spcPts val="1000"/>
                </a:spcAft>
              </a:pPr>
              <a:r>
                <a:rPr lang="es-ES" sz="3600">
                  <a:effectLst/>
                  <a:latin typeface="Calibri" panose="020F050202020403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u</a:t>
              </a:r>
              <a:endParaRPr lang="es-CL" sz="320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24793274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_rels/them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Evento principal">
  <a:themeElements>
    <a:clrScheme name="Evento principal">
      <a:dk1>
        <a:sysClr val="windowText" lastClr="000000"/>
      </a:dk1>
      <a:lt1>
        <a:sysClr val="window" lastClr="FFFFFF"/>
      </a:lt1>
      <a:dk2>
        <a:srgbClr val="424242"/>
      </a:dk2>
      <a:lt2>
        <a:srgbClr val="C8C8C8"/>
      </a:lt2>
      <a:accent1>
        <a:srgbClr val="8FA751"/>
      </a:accent1>
      <a:accent2>
        <a:srgbClr val="629D7D"/>
      </a:accent2>
      <a:accent3>
        <a:srgbClr val="5A7AAB"/>
      </a:accent3>
      <a:accent4>
        <a:srgbClr val="AA618F"/>
      </a:accent4>
      <a:accent5>
        <a:srgbClr val="BA5445"/>
      </a:accent5>
      <a:accent6>
        <a:srgbClr val="C8A547"/>
      </a:accent6>
      <a:hlink>
        <a:srgbClr val="91BF1A"/>
      </a:hlink>
      <a:folHlink>
        <a:srgbClr val="ADBE82"/>
      </a:folHlink>
    </a:clrScheme>
    <a:fontScheme name="Evento principal">
      <a:majorFont>
        <a:latin typeface="Impact" panose="020B080603090205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Impact" panose="020B080603090205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vento principal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blipFill>
          <a:blip xmlns:r="http://schemas.openxmlformats.org/officeDocument/2006/relationships" r:embed="rId1">
            <a:duotone>
              <a:schemeClr val="phClr">
                <a:shade val="88000"/>
                <a:lumMod val="88000"/>
              </a:schemeClr>
              <a:schemeClr val="phClr"/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25400" dist="127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0"/>
        </a:gradFill>
        <a:blipFill>
          <a:blip xmlns:r="http://schemas.openxmlformats.org/officeDocument/2006/relationships" r:embed="rId2">
            <a:duotone>
              <a:schemeClr val="phClr">
                <a:shade val="48000"/>
                <a:satMod val="110000"/>
                <a:lumMod val="40000"/>
              </a:schemeClr>
              <a:schemeClr val="phClr">
                <a:tint val="90000"/>
                <a:lumMod val="106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ain Event" id="{AC372BB4-D83D-411E-B849-B641926BA760}" vid="{CF823853-53CC-4249-AEDB-2EA9F718B2D2}"/>
    </a:ext>
  </a:extLst>
</a:theme>
</file>

<file path=ppt/theme/theme2.xml><?xml version="1.0" encoding="utf-8"?>
<a:theme xmlns:a="http://schemas.openxmlformats.org/drawingml/2006/main" name="1_Evento principal">
  <a:themeElements>
    <a:clrScheme name="Evento principal">
      <a:dk1>
        <a:sysClr val="windowText" lastClr="000000"/>
      </a:dk1>
      <a:lt1>
        <a:sysClr val="window" lastClr="FFFFFF"/>
      </a:lt1>
      <a:dk2>
        <a:srgbClr val="424242"/>
      </a:dk2>
      <a:lt2>
        <a:srgbClr val="C8C8C8"/>
      </a:lt2>
      <a:accent1>
        <a:srgbClr val="8FA751"/>
      </a:accent1>
      <a:accent2>
        <a:srgbClr val="629D7D"/>
      </a:accent2>
      <a:accent3>
        <a:srgbClr val="5A7AAB"/>
      </a:accent3>
      <a:accent4>
        <a:srgbClr val="AA618F"/>
      </a:accent4>
      <a:accent5>
        <a:srgbClr val="BA5445"/>
      </a:accent5>
      <a:accent6>
        <a:srgbClr val="C8A547"/>
      </a:accent6>
      <a:hlink>
        <a:srgbClr val="91BF1A"/>
      </a:hlink>
      <a:folHlink>
        <a:srgbClr val="ADBE82"/>
      </a:folHlink>
    </a:clrScheme>
    <a:fontScheme name="Evento principal">
      <a:majorFont>
        <a:latin typeface="Impact" panose="020B080603090205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Impact" panose="020B080603090205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vento principal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blipFill>
          <a:blip xmlns:r="http://schemas.openxmlformats.org/officeDocument/2006/relationships" r:embed="rId1">
            <a:duotone>
              <a:schemeClr val="phClr">
                <a:shade val="88000"/>
                <a:lumMod val="88000"/>
              </a:schemeClr>
              <a:schemeClr val="phClr"/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25400" dist="127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0"/>
        </a:gradFill>
        <a:blipFill>
          <a:blip xmlns:r="http://schemas.openxmlformats.org/officeDocument/2006/relationships" r:embed="rId2">
            <a:duotone>
              <a:schemeClr val="phClr">
                <a:shade val="48000"/>
                <a:satMod val="110000"/>
                <a:lumMod val="40000"/>
              </a:schemeClr>
              <a:schemeClr val="phClr">
                <a:tint val="90000"/>
                <a:lumMod val="106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ain Event" id="{AC372BB4-D83D-411E-B849-B641926BA760}" vid="{CF823853-53CC-4249-AEDB-2EA9F718B2D2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Evento principal</Template>
  <TotalTime>665</TotalTime>
  <Words>646</Words>
  <Application>Microsoft Office PowerPoint</Application>
  <PresentationFormat>Panorámica</PresentationFormat>
  <Paragraphs>91</Paragraphs>
  <Slides>10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2</vt:i4>
      </vt:variant>
      <vt:variant>
        <vt:lpstr>Títulos de diapositiva</vt:lpstr>
      </vt:variant>
      <vt:variant>
        <vt:i4>10</vt:i4>
      </vt:variant>
    </vt:vector>
  </HeadingPairs>
  <TitlesOfParts>
    <vt:vector size="17" baseType="lpstr">
      <vt:lpstr>Arial</vt:lpstr>
      <vt:lpstr>Calibri</vt:lpstr>
      <vt:lpstr>Gadugi</vt:lpstr>
      <vt:lpstr>HP Simplified</vt:lpstr>
      <vt:lpstr>Impact</vt:lpstr>
      <vt:lpstr>Evento principal</vt:lpstr>
      <vt:lpstr>1_Evento principal</vt:lpstr>
      <vt:lpstr>Teoría de Grafos</vt:lpstr>
      <vt:lpstr>objetivos</vt:lpstr>
      <vt:lpstr>1) ¿Cuándo un grafo es euleriano?  Indicar cual de los siguientes grafos son eulerianos:</vt:lpstr>
      <vt:lpstr>2) ¿Cuándo un grafo es hamiltoniano? ¿Cuál de los grafos es hamiltoniano?</vt:lpstr>
      <vt:lpstr>4) Una condominio ha contratado a una empresa de seguridad para que patrulle la zona cuyo mapa está esquematizado en el siguiente grafo:</vt:lpstr>
      <vt:lpstr>5) Para armar una red, tenemos 6 computadoras y 9 cables de conexión. Queremos que cada computadora se conecte con otras 3. ¿Existe alguna forma de conectarlos? ¿Es única?</vt:lpstr>
      <vt:lpstr>6) En un colegio X hay alumnos de tres pueblos A, B y C. La distancia entre A y B es 6 km, la de B a C es 7km, la de A a C es 10 km y la de A a X es 8 km. Una empresa de transporte escolar hace dos rutas:</vt:lpstr>
      <vt:lpstr>Presentación de PowerPoint</vt:lpstr>
      <vt:lpstr>7) Dadas las matrices de adyacencia A, B y C de tres grafos, determinar si existe isomorfismo entre ellos, luego dibujar los grafos.</vt:lpstr>
      <vt:lpstr>8)  En el grafo de la figura sea L(vi) la longitud del camino más corto entre los vértices u y vi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Teoría de Grafos</dc:title>
  <dc:creator>Rolando E. Montero A.</dc:creator>
  <cp:lastModifiedBy>Rolando E. Montero A.</cp:lastModifiedBy>
  <cp:revision>27</cp:revision>
  <dcterms:created xsi:type="dcterms:W3CDTF">2020-07-09T09:00:48Z</dcterms:created>
  <dcterms:modified xsi:type="dcterms:W3CDTF">2020-08-03T16:58:34Z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2012-05-19T00:00:00Z</vt:filetime>
  </property>
  <property fmtid="{D5CDD505-2E9C-101B-9397-08002B2CF9AE}" pid="3" name="Creator">
    <vt:lpwstr>Microsoft® Office PowerPoint® 2007</vt:lpwstr>
  </property>
  <property fmtid="{D5CDD505-2E9C-101B-9397-08002B2CF9AE}" pid="4" name="LastSaved">
    <vt:filetime>2020-07-09T00:00:00Z</vt:filetime>
  </property>
</Properties>
</file>