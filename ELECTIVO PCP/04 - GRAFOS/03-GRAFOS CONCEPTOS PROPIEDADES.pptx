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media/image7.jpg" ContentType="image/jpg"/>
  <Override PartName="/ppt/media/image24.jpg" ContentType="image/jpg"/>
  <Override PartName="/ppt/media/image26.jpg" ContentType="image/jpg"/>
  <Override PartName="/ppt/media/image30.jpg" ContentType="image/jpg"/>
  <Override PartName="/ppt/media/image31.jpg" ContentType="image/jpg"/>
  <Override PartName="/ppt/media/image32.jpg" ContentType="image/jp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 id="2147483736" r:id="rId2"/>
  </p:sldMasterIdLst>
  <p:sldIdLst>
    <p:sldId id="305" r:id="rId3"/>
    <p:sldId id="340" r:id="rId4"/>
    <p:sldId id="317" r:id="rId5"/>
    <p:sldId id="318" r:id="rId6"/>
    <p:sldId id="306" r:id="rId7"/>
    <p:sldId id="307" r:id="rId8"/>
    <p:sldId id="308" r:id="rId9"/>
    <p:sldId id="309" r:id="rId10"/>
    <p:sldId id="310" r:id="rId11"/>
    <p:sldId id="311" r:id="rId12"/>
    <p:sldId id="312" r:id="rId13"/>
    <p:sldId id="313" r:id="rId14"/>
    <p:sldId id="314" r:id="rId15"/>
    <p:sldId id="315" r:id="rId16"/>
    <p:sldId id="316" r:id="rId17"/>
    <p:sldId id="319" r:id="rId18"/>
    <p:sldId id="320" r:id="rId19"/>
    <p:sldId id="328" r:id="rId20"/>
    <p:sldId id="322" r:id="rId21"/>
    <p:sldId id="321" r:id="rId22"/>
    <p:sldId id="323" r:id="rId23"/>
    <p:sldId id="324" r:id="rId24"/>
    <p:sldId id="339" r:id="rId25"/>
    <p:sldId id="325" r:id="rId26"/>
    <p:sldId id="326" r:id="rId27"/>
    <p:sldId id="327" r:id="rId28"/>
    <p:sldId id="329" r:id="rId29"/>
    <p:sldId id="330" r:id="rId30"/>
    <p:sldId id="331" r:id="rId31"/>
    <p:sldId id="332" r:id="rId32"/>
    <p:sldId id="333" r:id="rId33"/>
    <p:sldId id="334" r:id="rId34"/>
    <p:sldId id="335" r:id="rId35"/>
    <p:sldId id="336" r:id="rId36"/>
    <p:sldId id="337" r:id="rId37"/>
    <p:sldId id="338" r:id="rId38"/>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1C8CCD30-21BE-4347-8EA1-8346FB1A6429}">
          <p14:sldIdLst>
            <p14:sldId id="305"/>
            <p14:sldId id="340"/>
            <p14:sldId id="317"/>
          </p14:sldIdLst>
        </p14:section>
        <p14:section name="CAMINOS" id="{B284DC05-B533-4EA3-B6DE-224666706B02}">
          <p14:sldIdLst>
            <p14:sldId id="318"/>
            <p14:sldId id="306"/>
            <p14:sldId id="307"/>
          </p14:sldIdLst>
        </p14:section>
        <p14:section name="REPRESENTACION MATRICIAL" id="{F610CDF5-2BD9-4B91-89CF-029FCE546EB4}">
          <p14:sldIdLst>
            <p14:sldId id="308"/>
            <p14:sldId id="309"/>
            <p14:sldId id="310"/>
            <p14:sldId id="311"/>
            <p14:sldId id="312"/>
            <p14:sldId id="313"/>
            <p14:sldId id="314"/>
            <p14:sldId id="315"/>
            <p14:sldId id="316"/>
            <p14:sldId id="319"/>
          </p14:sldIdLst>
        </p14:section>
        <p14:section name="CIRCUITOS" id="{D5D4FCD1-DE44-4DDB-991F-1B6562CC81F4}">
          <p14:sldIdLst>
            <p14:sldId id="320"/>
            <p14:sldId id="328"/>
            <p14:sldId id="322"/>
            <p14:sldId id="321"/>
            <p14:sldId id="323"/>
            <p14:sldId id="324"/>
            <p14:sldId id="339"/>
            <p14:sldId id="325"/>
            <p14:sldId id="326"/>
            <p14:sldId id="327"/>
          </p14:sldIdLst>
        </p14:section>
        <p14:section name="ALGORITMOS" id="{AB967BFA-72CB-4445-AB74-4AF90D1840F9}">
          <p14:sldIdLst>
            <p14:sldId id="329"/>
            <p14:sldId id="330"/>
            <p14:sldId id="331"/>
            <p14:sldId id="332"/>
            <p14:sldId id="333"/>
          </p14:sldIdLst>
        </p14:section>
        <p14:section name="Algoritmos para encontrar caminos" id="{BDCDB04E-07C7-4922-88C9-892321B70DAA}">
          <p14:sldIdLst>
            <p14:sldId id="334"/>
            <p14:sldId id="335"/>
            <p14:sldId id="336"/>
            <p14:sldId id="337"/>
            <p14:sldId id="338"/>
          </p14:sldIdLst>
        </p14:section>
      </p14:sectionLst>
    </p:ex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a:srgbClr val="F9BE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4660"/>
  </p:normalViewPr>
  <p:slideViewPr>
    <p:cSldViewPr>
      <p:cViewPr varScale="1">
        <p:scale>
          <a:sx n="61" d="100"/>
          <a:sy n="61" d="100"/>
        </p:scale>
        <p:origin x="1002" y="66"/>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lando E. Montero A." userId="db44b2c1daed2876" providerId="LiveId" clId="{D9035566-0A5C-43F2-96A0-8150AAAAC483}"/>
    <pc:docChg chg="modSld">
      <pc:chgData name="Rolando E. Montero A." userId="db44b2c1daed2876" providerId="LiveId" clId="{D9035566-0A5C-43F2-96A0-8150AAAAC483}" dt="2022-05-28T17:02:26.062" v="5" actId="403"/>
      <pc:docMkLst>
        <pc:docMk/>
      </pc:docMkLst>
      <pc:sldChg chg="modSp mod">
        <pc:chgData name="Rolando E. Montero A." userId="db44b2c1daed2876" providerId="LiveId" clId="{D9035566-0A5C-43F2-96A0-8150AAAAC483}" dt="2022-05-28T17:02:26.062" v="5" actId="403"/>
        <pc:sldMkLst>
          <pc:docMk/>
          <pc:sldMk cId="2892481574" sldId="328"/>
        </pc:sldMkLst>
        <pc:spChg chg="mod">
          <ac:chgData name="Rolando E. Montero A." userId="db44b2c1daed2876" providerId="LiveId" clId="{D9035566-0A5C-43F2-96A0-8150AAAAC483}" dt="2022-05-28T17:02:26.062" v="5" actId="403"/>
          <ac:spMkLst>
            <pc:docMk/>
            <pc:sldMk cId="2892481574" sldId="328"/>
            <ac:spMk id="5" creationId="{7F147DB5-052F-40D0-814D-8484BF63CCF0}"/>
          </ac:spMkLst>
        </pc:spChg>
      </pc:sldChg>
    </pc:docChg>
  </pc:docChgLst>
  <pc:docChgLst>
    <pc:chgData name="Rolando E. Montero A." userId="db44b2c1daed2876" providerId="LiveId" clId="{7287E888-307E-4567-8D88-257D2BD734FD}"/>
    <pc:docChg chg="undo redo custSel addSld modSld sldOrd addSection modSection">
      <pc:chgData name="Rolando E. Montero A." userId="db44b2c1daed2876" providerId="LiveId" clId="{7287E888-307E-4567-8D88-257D2BD734FD}" dt="2020-07-27T16:20:29.003" v="843" actId="20577"/>
      <pc:docMkLst>
        <pc:docMk/>
      </pc:docMkLst>
      <pc:sldChg chg="modSp mod">
        <pc:chgData name="Rolando E. Montero A." userId="db44b2c1daed2876" providerId="LiveId" clId="{7287E888-307E-4567-8D88-257D2BD734FD}" dt="2020-07-27T14:15:48.079" v="526" actId="122"/>
        <pc:sldMkLst>
          <pc:docMk/>
          <pc:sldMk cId="1341642538" sldId="320"/>
        </pc:sldMkLst>
        <pc:spChg chg="mod">
          <ac:chgData name="Rolando E. Montero A." userId="db44b2c1daed2876" providerId="LiveId" clId="{7287E888-307E-4567-8D88-257D2BD734FD}" dt="2020-07-27T14:15:48.079" v="526" actId="122"/>
          <ac:spMkLst>
            <pc:docMk/>
            <pc:sldMk cId="1341642538" sldId="320"/>
            <ac:spMk id="2" creationId="{00000000-0000-0000-0000-000000000000}"/>
          </ac:spMkLst>
        </pc:spChg>
      </pc:sldChg>
      <pc:sldChg chg="addSp modSp mod">
        <pc:chgData name="Rolando E. Montero A." userId="db44b2c1daed2876" providerId="LiveId" clId="{7287E888-307E-4567-8D88-257D2BD734FD}" dt="2020-07-27T12:39:43.968" v="29" actId="164"/>
        <pc:sldMkLst>
          <pc:docMk/>
          <pc:sldMk cId="4049452586" sldId="321"/>
        </pc:sldMkLst>
        <pc:spChg chg="add mod ord">
          <ac:chgData name="Rolando E. Montero A." userId="db44b2c1daed2876" providerId="LiveId" clId="{7287E888-307E-4567-8D88-257D2BD734FD}" dt="2020-07-27T12:39:43.968" v="29" actId="164"/>
          <ac:spMkLst>
            <pc:docMk/>
            <pc:sldMk cId="4049452586" sldId="321"/>
            <ac:spMk id="4" creationId="{C00E3C59-EFDD-4736-9ACB-B66E40FB192A}"/>
          </ac:spMkLst>
        </pc:spChg>
        <pc:spChg chg="mod">
          <ac:chgData name="Rolando E. Montero A." userId="db44b2c1daed2876" providerId="LiveId" clId="{7287E888-307E-4567-8D88-257D2BD734FD}" dt="2020-07-27T12:39:43.968" v="29" actId="164"/>
          <ac:spMkLst>
            <pc:docMk/>
            <pc:sldMk cId="4049452586" sldId="321"/>
            <ac:spMk id="5" creationId="{00000000-0000-0000-0000-000000000000}"/>
          </ac:spMkLst>
        </pc:spChg>
        <pc:grpChg chg="add mod">
          <ac:chgData name="Rolando E. Montero A." userId="db44b2c1daed2876" providerId="LiveId" clId="{7287E888-307E-4567-8D88-257D2BD734FD}" dt="2020-07-27T12:39:43.968" v="29" actId="164"/>
          <ac:grpSpMkLst>
            <pc:docMk/>
            <pc:sldMk cId="4049452586" sldId="321"/>
            <ac:grpSpMk id="10" creationId="{D0D30264-B506-4A49-85F0-72A0697D74DF}"/>
          </ac:grpSpMkLst>
        </pc:grpChg>
      </pc:sldChg>
      <pc:sldChg chg="addSp modSp mod ord">
        <pc:chgData name="Rolando E. Montero A." userId="db44b2c1daed2876" providerId="LiveId" clId="{7287E888-307E-4567-8D88-257D2BD734FD}" dt="2020-07-27T12:51:37.456" v="94" actId="403"/>
        <pc:sldMkLst>
          <pc:docMk/>
          <pc:sldMk cId="2901690907" sldId="322"/>
        </pc:sldMkLst>
        <pc:spChg chg="mod">
          <ac:chgData name="Rolando E. Montero A." userId="db44b2c1daed2876" providerId="LiveId" clId="{7287E888-307E-4567-8D88-257D2BD734FD}" dt="2020-07-27T12:42:00.028" v="53" actId="1035"/>
          <ac:spMkLst>
            <pc:docMk/>
            <pc:sldMk cId="2901690907" sldId="322"/>
            <ac:spMk id="3" creationId="{00000000-0000-0000-0000-000000000000}"/>
          </ac:spMkLst>
        </pc:spChg>
        <pc:spChg chg="mod">
          <ac:chgData name="Rolando E. Montero A." userId="db44b2c1daed2876" providerId="LiveId" clId="{7287E888-307E-4567-8D88-257D2BD734FD}" dt="2020-07-27T12:51:07.816" v="91" actId="1076"/>
          <ac:spMkLst>
            <pc:docMk/>
            <pc:sldMk cId="2901690907" sldId="322"/>
            <ac:spMk id="4" creationId="{00000000-0000-0000-0000-000000000000}"/>
          </ac:spMkLst>
        </pc:spChg>
        <pc:spChg chg="mod">
          <ac:chgData name="Rolando E. Montero A." userId="db44b2c1daed2876" providerId="LiveId" clId="{7287E888-307E-4567-8D88-257D2BD734FD}" dt="2020-07-27T12:50:58.830" v="90" actId="1035"/>
          <ac:spMkLst>
            <pc:docMk/>
            <pc:sldMk cId="2901690907" sldId="322"/>
            <ac:spMk id="5" creationId="{00000000-0000-0000-0000-000000000000}"/>
          </ac:spMkLst>
        </pc:spChg>
        <pc:spChg chg="mod">
          <ac:chgData name="Rolando E. Montero A." userId="db44b2c1daed2876" providerId="LiveId" clId="{7287E888-307E-4567-8D88-257D2BD734FD}" dt="2020-07-27T12:51:19.956" v="92" actId="1076"/>
          <ac:spMkLst>
            <pc:docMk/>
            <pc:sldMk cId="2901690907" sldId="322"/>
            <ac:spMk id="6" creationId="{00000000-0000-0000-0000-000000000000}"/>
          </ac:spMkLst>
        </pc:spChg>
        <pc:spChg chg="mod">
          <ac:chgData name="Rolando E. Montero A." userId="db44b2c1daed2876" providerId="LiveId" clId="{7287E888-307E-4567-8D88-257D2BD734FD}" dt="2020-07-27T12:43:06.771" v="59" actId="1076"/>
          <ac:spMkLst>
            <pc:docMk/>
            <pc:sldMk cId="2901690907" sldId="322"/>
            <ac:spMk id="7" creationId="{00000000-0000-0000-0000-000000000000}"/>
          </ac:spMkLst>
        </pc:spChg>
        <pc:spChg chg="mod">
          <ac:chgData name="Rolando E. Montero A." userId="db44b2c1daed2876" providerId="LiveId" clId="{7287E888-307E-4567-8D88-257D2BD734FD}" dt="2020-07-27T12:43:06.771" v="59" actId="1076"/>
          <ac:spMkLst>
            <pc:docMk/>
            <pc:sldMk cId="2901690907" sldId="322"/>
            <ac:spMk id="8" creationId="{00000000-0000-0000-0000-000000000000}"/>
          </ac:spMkLst>
        </pc:spChg>
        <pc:spChg chg="mod">
          <ac:chgData name="Rolando E. Montero A." userId="db44b2c1daed2876" providerId="LiveId" clId="{7287E888-307E-4567-8D88-257D2BD734FD}" dt="2020-07-27T12:41:02.242" v="44" actId="1076"/>
          <ac:spMkLst>
            <pc:docMk/>
            <pc:sldMk cId="2901690907" sldId="322"/>
            <ac:spMk id="9" creationId="{00000000-0000-0000-0000-000000000000}"/>
          </ac:spMkLst>
        </pc:spChg>
        <pc:spChg chg="mod">
          <ac:chgData name="Rolando E. Montero A." userId="db44b2c1daed2876" providerId="LiveId" clId="{7287E888-307E-4567-8D88-257D2BD734FD}" dt="2020-07-27T12:51:37.456" v="94" actId="403"/>
          <ac:spMkLst>
            <pc:docMk/>
            <pc:sldMk cId="2901690907" sldId="322"/>
            <ac:spMk id="10" creationId="{00000000-0000-0000-0000-000000000000}"/>
          </ac:spMkLst>
        </pc:spChg>
        <pc:spChg chg="add mod ord">
          <ac:chgData name="Rolando E. Montero A." userId="db44b2c1daed2876" providerId="LiveId" clId="{7287E888-307E-4567-8D88-257D2BD734FD}" dt="2020-07-27T12:42:18.922" v="55" actId="14100"/>
          <ac:spMkLst>
            <pc:docMk/>
            <pc:sldMk cId="2901690907" sldId="322"/>
            <ac:spMk id="13" creationId="{D05EFD34-040A-4C68-AF30-81078CCE6B5E}"/>
          </ac:spMkLst>
        </pc:spChg>
        <pc:grpChg chg="mod">
          <ac:chgData name="Rolando E. Montero A." userId="db44b2c1daed2876" providerId="LiveId" clId="{7287E888-307E-4567-8D88-257D2BD734FD}" dt="2020-07-27T12:40:56.247" v="43" actId="1076"/>
          <ac:grpSpMkLst>
            <pc:docMk/>
            <pc:sldMk cId="2901690907" sldId="322"/>
            <ac:grpSpMk id="11" creationId="{86480CDC-80B2-4C26-9FF6-2C624A94FB90}"/>
          </ac:grpSpMkLst>
        </pc:grpChg>
        <pc:picChg chg="mod">
          <ac:chgData name="Rolando E. Montero A." userId="db44b2c1daed2876" providerId="LiveId" clId="{7287E888-307E-4567-8D88-257D2BD734FD}" dt="2020-07-27T12:41:48.196" v="51" actId="1440"/>
          <ac:picMkLst>
            <pc:docMk/>
            <pc:sldMk cId="2901690907" sldId="322"/>
            <ac:picMk id="12" creationId="{6C6F6D38-5AAB-4FE7-9758-1D2AC9437B0A}"/>
          </ac:picMkLst>
        </pc:picChg>
      </pc:sldChg>
      <pc:sldChg chg="addSp delSp modSp mod delAnim modAnim">
        <pc:chgData name="Rolando E. Montero A." userId="db44b2c1daed2876" providerId="LiveId" clId="{7287E888-307E-4567-8D88-257D2BD734FD}" dt="2020-07-27T15:11:40.205" v="827"/>
        <pc:sldMkLst>
          <pc:docMk/>
          <pc:sldMk cId="1971102669" sldId="323"/>
        </pc:sldMkLst>
        <pc:spChg chg="mod">
          <ac:chgData name="Rolando E. Montero A." userId="db44b2c1daed2876" providerId="LiveId" clId="{7287E888-307E-4567-8D88-257D2BD734FD}" dt="2020-07-27T13:26:45.480" v="304" actId="20577"/>
          <ac:spMkLst>
            <pc:docMk/>
            <pc:sldMk cId="1971102669" sldId="323"/>
            <ac:spMk id="2" creationId="{00000000-0000-0000-0000-000000000000}"/>
          </ac:spMkLst>
        </pc:spChg>
        <pc:spChg chg="mod">
          <ac:chgData name="Rolando E. Montero A." userId="db44b2c1daed2876" providerId="LiveId" clId="{7287E888-307E-4567-8D88-257D2BD734FD}" dt="2020-07-27T13:27:02.497" v="306" actId="1076"/>
          <ac:spMkLst>
            <pc:docMk/>
            <pc:sldMk cId="1971102669" sldId="323"/>
            <ac:spMk id="5" creationId="{ACAC63C6-6002-4029-A54A-1635A524EA3E}"/>
          </ac:spMkLst>
        </pc:spChg>
        <pc:spChg chg="add del mod">
          <ac:chgData name="Rolando E. Montero A." userId="db44b2c1daed2876" providerId="LiveId" clId="{7287E888-307E-4567-8D88-257D2BD734FD}" dt="2020-07-27T13:00:04.016" v="95" actId="478"/>
          <ac:spMkLst>
            <pc:docMk/>
            <pc:sldMk cId="1971102669" sldId="323"/>
            <ac:spMk id="7" creationId="{E708343D-259C-4A47-B50A-F982A0A1AE47}"/>
          </ac:spMkLst>
        </pc:spChg>
        <pc:spChg chg="add mod">
          <ac:chgData name="Rolando E. Montero A." userId="db44b2c1daed2876" providerId="LiveId" clId="{7287E888-307E-4567-8D88-257D2BD734FD}" dt="2020-07-27T13:16:45.814" v="210" actId="164"/>
          <ac:spMkLst>
            <pc:docMk/>
            <pc:sldMk cId="1971102669" sldId="323"/>
            <ac:spMk id="9" creationId="{735ADEEE-F19D-4B32-A472-60533883792B}"/>
          </ac:spMkLst>
        </pc:spChg>
        <pc:spChg chg="add mod">
          <ac:chgData name="Rolando E. Montero A." userId="db44b2c1daed2876" providerId="LiveId" clId="{7287E888-307E-4567-8D88-257D2BD734FD}" dt="2020-07-27T13:16:45.814" v="210" actId="164"/>
          <ac:spMkLst>
            <pc:docMk/>
            <pc:sldMk cId="1971102669" sldId="323"/>
            <ac:spMk id="11" creationId="{487F3AD2-8870-4BC9-8B7B-0C4355793517}"/>
          </ac:spMkLst>
        </pc:spChg>
        <pc:spChg chg="add mod ord">
          <ac:chgData name="Rolando E. Montero A." userId="db44b2c1daed2876" providerId="LiveId" clId="{7287E888-307E-4567-8D88-257D2BD734FD}" dt="2020-07-27T13:16:45.814" v="210" actId="164"/>
          <ac:spMkLst>
            <pc:docMk/>
            <pc:sldMk cId="1971102669" sldId="323"/>
            <ac:spMk id="13" creationId="{999DEE8B-C81C-4FEC-AA6B-5F86CB5419F1}"/>
          </ac:spMkLst>
        </pc:spChg>
        <pc:spChg chg="add mod">
          <ac:chgData name="Rolando E. Montero A." userId="db44b2c1daed2876" providerId="LiveId" clId="{7287E888-307E-4567-8D88-257D2BD734FD}" dt="2020-07-27T13:16:45.814" v="210" actId="164"/>
          <ac:spMkLst>
            <pc:docMk/>
            <pc:sldMk cId="1971102669" sldId="323"/>
            <ac:spMk id="15" creationId="{34067556-0B32-47AE-8E9E-EF5D6C4B6C2B}"/>
          </ac:spMkLst>
        </pc:spChg>
        <pc:spChg chg="add mod">
          <ac:chgData name="Rolando E. Montero A." userId="db44b2c1daed2876" providerId="LiveId" clId="{7287E888-307E-4567-8D88-257D2BD734FD}" dt="2020-07-27T13:19:10.638" v="234" actId="1076"/>
          <ac:spMkLst>
            <pc:docMk/>
            <pc:sldMk cId="1971102669" sldId="323"/>
            <ac:spMk id="17" creationId="{64FB6E19-E408-435B-9F37-36B93762AFD5}"/>
          </ac:spMkLst>
        </pc:spChg>
        <pc:spChg chg="add mod">
          <ac:chgData name="Rolando E. Montero A." userId="db44b2c1daed2876" providerId="LiveId" clId="{7287E888-307E-4567-8D88-257D2BD734FD}" dt="2020-07-27T13:19:16.105" v="235" actId="1076"/>
          <ac:spMkLst>
            <pc:docMk/>
            <pc:sldMk cId="1971102669" sldId="323"/>
            <ac:spMk id="19" creationId="{FD3B96E9-B493-4BFE-8CE7-B92E00F87EA9}"/>
          </ac:spMkLst>
        </pc:spChg>
        <pc:spChg chg="add mod">
          <ac:chgData name="Rolando E. Montero A." userId="db44b2c1daed2876" providerId="LiveId" clId="{7287E888-307E-4567-8D88-257D2BD734FD}" dt="2020-07-27T13:09:56.254" v="145" actId="1035"/>
          <ac:spMkLst>
            <pc:docMk/>
            <pc:sldMk cId="1971102669" sldId="323"/>
            <ac:spMk id="21" creationId="{5E82C3D6-04B6-4E2C-8430-9AE9FB98174E}"/>
          </ac:spMkLst>
        </pc:spChg>
        <pc:spChg chg="add mod">
          <ac:chgData name="Rolando E. Montero A." userId="db44b2c1daed2876" providerId="LiveId" clId="{7287E888-307E-4567-8D88-257D2BD734FD}" dt="2020-07-27T13:30:35.200" v="341" actId="1076"/>
          <ac:spMkLst>
            <pc:docMk/>
            <pc:sldMk cId="1971102669" sldId="323"/>
            <ac:spMk id="90" creationId="{39264BFE-9BC4-4882-85AC-947EAB471CCB}"/>
          </ac:spMkLst>
        </pc:spChg>
        <pc:grpChg chg="add mod">
          <ac:chgData name="Rolando E. Montero A." userId="db44b2c1daed2876" providerId="LiveId" clId="{7287E888-307E-4567-8D88-257D2BD734FD}" dt="2020-07-27T13:30:27.217" v="340" actId="1076"/>
          <ac:grpSpMkLst>
            <pc:docMk/>
            <pc:sldMk cId="1971102669" sldId="323"/>
            <ac:grpSpMk id="88" creationId="{AF04FD84-5020-4D45-A4AA-46704B89564D}"/>
          </ac:grpSpMkLst>
        </pc:grpChg>
        <pc:picChg chg="add del mod">
          <ac:chgData name="Rolando E. Montero A." userId="db44b2c1daed2876" providerId="LiveId" clId="{7287E888-307E-4567-8D88-257D2BD734FD}" dt="2020-07-27T13:00:04.016" v="95" actId="478"/>
          <ac:picMkLst>
            <pc:docMk/>
            <pc:sldMk cId="1971102669" sldId="323"/>
            <ac:picMk id="6" creationId="{18D53E66-FE0F-481A-A8BE-8AA03F800763}"/>
          </ac:picMkLst>
        </pc:picChg>
        <pc:picChg chg="add del mod">
          <ac:chgData name="Rolando E. Montero A." userId="db44b2c1daed2876" providerId="LiveId" clId="{7287E888-307E-4567-8D88-257D2BD734FD}" dt="2020-07-27T13:50:07.420" v="354" actId="478"/>
          <ac:picMkLst>
            <pc:docMk/>
            <pc:sldMk cId="1971102669" sldId="323"/>
            <ac:picMk id="8" creationId="{6983BE8C-12D8-4BBD-ABC5-C9E822DC2C8D}"/>
          </ac:picMkLst>
        </pc:picChg>
        <pc:picChg chg="add mod modCrop">
          <ac:chgData name="Rolando E. Montero A." userId="db44b2c1daed2876" providerId="LiveId" clId="{7287E888-307E-4567-8D88-257D2BD734FD}" dt="2020-07-27T15:11:23.863" v="825" actId="14100"/>
          <ac:picMkLst>
            <pc:docMk/>
            <pc:sldMk cId="1971102669" sldId="323"/>
            <ac:picMk id="124" creationId="{431DB7C4-A5EC-4614-AFE2-70FC5D0A2FB1}"/>
          </ac:picMkLst>
        </pc:picChg>
        <pc:cxnChg chg="add mod">
          <ac:chgData name="Rolando E. Montero A." userId="db44b2c1daed2876" providerId="LiveId" clId="{7287E888-307E-4567-8D88-257D2BD734FD}" dt="2020-07-27T13:19:55.394" v="239" actId="1582"/>
          <ac:cxnSpMkLst>
            <pc:docMk/>
            <pc:sldMk cId="1971102669" sldId="323"/>
            <ac:cxnSpMk id="23" creationId="{A2247EA3-6EE4-4870-A39A-02056F71C343}"/>
          </ac:cxnSpMkLst>
        </pc:cxnChg>
        <pc:cxnChg chg="add mod">
          <ac:chgData name="Rolando E. Montero A." userId="db44b2c1daed2876" providerId="LiveId" clId="{7287E888-307E-4567-8D88-257D2BD734FD}" dt="2020-07-27T13:19:55.394" v="239" actId="1582"/>
          <ac:cxnSpMkLst>
            <pc:docMk/>
            <pc:sldMk cId="1971102669" sldId="323"/>
            <ac:cxnSpMk id="25" creationId="{62F2E8C9-068E-4E19-A019-4D761D74E8A2}"/>
          </ac:cxnSpMkLst>
        </pc:cxnChg>
        <pc:cxnChg chg="add mod">
          <ac:chgData name="Rolando E. Montero A." userId="db44b2c1daed2876" providerId="LiveId" clId="{7287E888-307E-4567-8D88-257D2BD734FD}" dt="2020-07-27T13:19:55.394" v="239" actId="1582"/>
          <ac:cxnSpMkLst>
            <pc:docMk/>
            <pc:sldMk cId="1971102669" sldId="323"/>
            <ac:cxnSpMk id="28" creationId="{E1CC16F2-296F-4D8A-BE6C-03E34DC72EFB}"/>
          </ac:cxnSpMkLst>
        </pc:cxnChg>
        <pc:cxnChg chg="add mod">
          <ac:chgData name="Rolando E. Montero A." userId="db44b2c1daed2876" providerId="LiveId" clId="{7287E888-307E-4567-8D88-257D2BD734FD}" dt="2020-07-27T13:19:55.394" v="239" actId="1582"/>
          <ac:cxnSpMkLst>
            <pc:docMk/>
            <pc:sldMk cId="1971102669" sldId="323"/>
            <ac:cxnSpMk id="32" creationId="{61674693-280A-4F84-A8A1-3171B6612582}"/>
          </ac:cxnSpMkLst>
        </pc:cxnChg>
        <pc:cxnChg chg="add mod">
          <ac:chgData name="Rolando E. Montero A." userId="db44b2c1daed2876" providerId="LiveId" clId="{7287E888-307E-4567-8D88-257D2BD734FD}" dt="2020-07-27T13:19:55.394" v="239" actId="1582"/>
          <ac:cxnSpMkLst>
            <pc:docMk/>
            <pc:sldMk cId="1971102669" sldId="323"/>
            <ac:cxnSpMk id="34" creationId="{40F7201A-4EE2-48E8-8A29-6908E899C426}"/>
          </ac:cxnSpMkLst>
        </pc:cxnChg>
        <pc:cxnChg chg="add mod">
          <ac:chgData name="Rolando E. Montero A." userId="db44b2c1daed2876" providerId="LiveId" clId="{7287E888-307E-4567-8D88-257D2BD734FD}" dt="2020-07-27T13:19:55.394" v="239" actId="1582"/>
          <ac:cxnSpMkLst>
            <pc:docMk/>
            <pc:sldMk cId="1971102669" sldId="323"/>
            <ac:cxnSpMk id="44" creationId="{EA8A4146-C1B0-429C-B5F6-6EF246DF264D}"/>
          </ac:cxnSpMkLst>
        </pc:cxnChg>
        <pc:cxnChg chg="add mod">
          <ac:chgData name="Rolando E. Montero A." userId="db44b2c1daed2876" providerId="LiveId" clId="{7287E888-307E-4567-8D88-257D2BD734FD}" dt="2020-07-27T13:19:55.394" v="239" actId="1582"/>
          <ac:cxnSpMkLst>
            <pc:docMk/>
            <pc:sldMk cId="1971102669" sldId="323"/>
            <ac:cxnSpMk id="60" creationId="{48B83C45-C6A4-4690-959D-20945F82B9E3}"/>
          </ac:cxnSpMkLst>
        </pc:cxnChg>
        <pc:cxnChg chg="add mod">
          <ac:chgData name="Rolando E. Montero A." userId="db44b2c1daed2876" providerId="LiveId" clId="{7287E888-307E-4567-8D88-257D2BD734FD}" dt="2020-07-27T13:19:55.394" v="239" actId="1582"/>
          <ac:cxnSpMkLst>
            <pc:docMk/>
            <pc:sldMk cId="1971102669" sldId="323"/>
            <ac:cxnSpMk id="65" creationId="{EE2EB997-154B-48F0-B28A-2924AFB67C49}"/>
          </ac:cxnSpMkLst>
        </pc:cxnChg>
        <pc:cxnChg chg="add mod">
          <ac:chgData name="Rolando E. Montero A." userId="db44b2c1daed2876" providerId="LiveId" clId="{7287E888-307E-4567-8D88-257D2BD734FD}" dt="2020-07-27T13:30:27.217" v="340" actId="1076"/>
          <ac:cxnSpMkLst>
            <pc:docMk/>
            <pc:sldMk cId="1971102669" sldId="323"/>
            <ac:cxnSpMk id="96" creationId="{8A18C4C2-A68B-4CCB-A924-6684DDAC289F}"/>
          </ac:cxnSpMkLst>
        </pc:cxnChg>
        <pc:cxnChg chg="add mod">
          <ac:chgData name="Rolando E. Montero A." userId="db44b2c1daed2876" providerId="LiveId" clId="{7287E888-307E-4567-8D88-257D2BD734FD}" dt="2020-07-27T13:30:27.217" v="340" actId="1076"/>
          <ac:cxnSpMkLst>
            <pc:docMk/>
            <pc:sldMk cId="1971102669" sldId="323"/>
            <ac:cxnSpMk id="102" creationId="{4943780A-7A7F-41BD-B89E-3F165BA984B7}"/>
          </ac:cxnSpMkLst>
        </pc:cxnChg>
        <pc:cxnChg chg="add mod">
          <ac:chgData name="Rolando E. Montero A." userId="db44b2c1daed2876" providerId="LiveId" clId="{7287E888-307E-4567-8D88-257D2BD734FD}" dt="2020-07-27T13:30:27.217" v="340" actId="1076"/>
          <ac:cxnSpMkLst>
            <pc:docMk/>
            <pc:sldMk cId="1971102669" sldId="323"/>
            <ac:cxnSpMk id="106" creationId="{D1DA5B0A-AF67-4438-8B2C-0C4338BCE79D}"/>
          </ac:cxnSpMkLst>
        </pc:cxnChg>
        <pc:cxnChg chg="add mod">
          <ac:chgData name="Rolando E. Montero A." userId="db44b2c1daed2876" providerId="LiveId" clId="{7287E888-307E-4567-8D88-257D2BD734FD}" dt="2020-07-27T13:30:27.217" v="340" actId="1076"/>
          <ac:cxnSpMkLst>
            <pc:docMk/>
            <pc:sldMk cId="1971102669" sldId="323"/>
            <ac:cxnSpMk id="108" creationId="{4C5BA07F-294B-4DA2-8D7E-3BE36C349255}"/>
          </ac:cxnSpMkLst>
        </pc:cxnChg>
        <pc:cxnChg chg="add mod">
          <ac:chgData name="Rolando E. Montero A." userId="db44b2c1daed2876" providerId="LiveId" clId="{7287E888-307E-4567-8D88-257D2BD734FD}" dt="2020-07-27T13:30:27.217" v="340" actId="1076"/>
          <ac:cxnSpMkLst>
            <pc:docMk/>
            <pc:sldMk cId="1971102669" sldId="323"/>
            <ac:cxnSpMk id="109" creationId="{68BDB3F2-B948-4252-8EA4-F528A751EC44}"/>
          </ac:cxnSpMkLst>
        </pc:cxnChg>
        <pc:cxnChg chg="add mod">
          <ac:chgData name="Rolando E. Montero A." userId="db44b2c1daed2876" providerId="LiveId" clId="{7287E888-307E-4567-8D88-257D2BD734FD}" dt="2020-07-27T13:30:27.217" v="340" actId="1076"/>
          <ac:cxnSpMkLst>
            <pc:docMk/>
            <pc:sldMk cId="1971102669" sldId="323"/>
            <ac:cxnSpMk id="112" creationId="{2C7364D9-A7A0-4716-9074-2C89B36ABEEB}"/>
          </ac:cxnSpMkLst>
        </pc:cxnChg>
        <pc:cxnChg chg="add mod">
          <ac:chgData name="Rolando E. Montero A." userId="db44b2c1daed2876" providerId="LiveId" clId="{7287E888-307E-4567-8D88-257D2BD734FD}" dt="2020-07-27T13:30:27.217" v="340" actId="1076"/>
          <ac:cxnSpMkLst>
            <pc:docMk/>
            <pc:sldMk cId="1971102669" sldId="323"/>
            <ac:cxnSpMk id="115" creationId="{C190341F-FF8D-4EC4-A638-535C85E9B49C}"/>
          </ac:cxnSpMkLst>
        </pc:cxnChg>
        <pc:cxnChg chg="add mod">
          <ac:chgData name="Rolando E. Montero A." userId="db44b2c1daed2876" providerId="LiveId" clId="{7287E888-307E-4567-8D88-257D2BD734FD}" dt="2020-07-27T13:30:27.217" v="340" actId="1076"/>
          <ac:cxnSpMkLst>
            <pc:docMk/>
            <pc:sldMk cId="1971102669" sldId="323"/>
            <ac:cxnSpMk id="118" creationId="{CBC7D45D-AA34-4D79-A74D-4D964B0FFEF6}"/>
          </ac:cxnSpMkLst>
        </pc:cxnChg>
        <pc:cxnChg chg="add mod">
          <ac:chgData name="Rolando E. Montero A." userId="db44b2c1daed2876" providerId="LiveId" clId="{7287E888-307E-4567-8D88-257D2BD734FD}" dt="2020-07-27T13:30:27.217" v="340" actId="1076"/>
          <ac:cxnSpMkLst>
            <pc:docMk/>
            <pc:sldMk cId="1971102669" sldId="323"/>
            <ac:cxnSpMk id="121" creationId="{682FF038-EB98-4D39-A780-CDA68395CEE4}"/>
          </ac:cxnSpMkLst>
        </pc:cxnChg>
      </pc:sldChg>
      <pc:sldChg chg="addSp delSp modSp mod modAnim">
        <pc:chgData name="Rolando E. Montero A." userId="db44b2c1daed2876" providerId="LiveId" clId="{7287E888-307E-4567-8D88-257D2BD734FD}" dt="2020-07-27T14:06:52.453" v="467" actId="1036"/>
        <pc:sldMkLst>
          <pc:docMk/>
          <pc:sldMk cId="3685507200" sldId="325"/>
        </pc:sldMkLst>
        <pc:spChg chg="mod">
          <ac:chgData name="Rolando E. Montero A." userId="db44b2c1daed2876" providerId="LiveId" clId="{7287E888-307E-4567-8D88-257D2BD734FD}" dt="2020-07-27T13:59:52.869" v="426" actId="115"/>
          <ac:spMkLst>
            <pc:docMk/>
            <pc:sldMk cId="3685507200" sldId="325"/>
            <ac:spMk id="2" creationId="{00000000-0000-0000-0000-000000000000}"/>
          </ac:spMkLst>
        </pc:spChg>
        <pc:spChg chg="add mod">
          <ac:chgData name="Rolando E. Montero A." userId="db44b2c1daed2876" providerId="LiveId" clId="{7287E888-307E-4567-8D88-257D2BD734FD}" dt="2020-07-27T14:00:20.621" v="435" actId="403"/>
          <ac:spMkLst>
            <pc:docMk/>
            <pc:sldMk cId="3685507200" sldId="325"/>
            <ac:spMk id="9" creationId="{15650A92-D254-463B-8D08-229BB6B7B030}"/>
          </ac:spMkLst>
        </pc:spChg>
        <pc:grpChg chg="del mod">
          <ac:chgData name="Rolando E. Montero A." userId="db44b2c1daed2876" providerId="LiveId" clId="{7287E888-307E-4567-8D88-257D2BD734FD}" dt="2020-07-27T14:04:58.161" v="444" actId="478"/>
          <ac:grpSpMkLst>
            <pc:docMk/>
            <pc:sldMk cId="3685507200" sldId="325"/>
            <ac:grpSpMk id="7" creationId="{BE814A68-BAB6-49DB-8E95-3757C94D5F56}"/>
          </ac:grpSpMkLst>
        </pc:grpChg>
        <pc:picChg chg="add mod">
          <ac:chgData name="Rolando E. Montero A." userId="db44b2c1daed2876" providerId="LiveId" clId="{7287E888-307E-4567-8D88-257D2BD734FD}" dt="2020-07-27T14:05:30.865" v="451" actId="14100"/>
          <ac:picMkLst>
            <pc:docMk/>
            <pc:sldMk cId="3685507200" sldId="325"/>
            <ac:picMk id="2050" creationId="{C6EC9AD7-BFBC-4C4D-BBF2-B92E8EB1EC0F}"/>
          </ac:picMkLst>
        </pc:picChg>
        <pc:picChg chg="add mod">
          <ac:chgData name="Rolando E. Montero A." userId="db44b2c1daed2876" providerId="LiveId" clId="{7287E888-307E-4567-8D88-257D2BD734FD}" dt="2020-07-27T14:06:52.453" v="467" actId="1036"/>
          <ac:picMkLst>
            <pc:docMk/>
            <pc:sldMk cId="3685507200" sldId="325"/>
            <ac:picMk id="2052" creationId="{512D35C2-6D2F-486F-AE5D-05BC30568105}"/>
          </ac:picMkLst>
        </pc:picChg>
      </pc:sldChg>
      <pc:sldChg chg="modSp mod">
        <pc:chgData name="Rolando E. Montero A." userId="db44b2c1daed2876" providerId="LiveId" clId="{7287E888-307E-4567-8D88-257D2BD734FD}" dt="2020-07-27T14:12:58.117" v="503" actId="790"/>
        <pc:sldMkLst>
          <pc:docMk/>
          <pc:sldMk cId="2217757785" sldId="326"/>
        </pc:sldMkLst>
        <pc:spChg chg="mod">
          <ac:chgData name="Rolando E. Montero A." userId="db44b2c1daed2876" providerId="LiveId" clId="{7287E888-307E-4567-8D88-257D2BD734FD}" dt="2020-07-27T14:12:58.117" v="503" actId="790"/>
          <ac:spMkLst>
            <pc:docMk/>
            <pc:sldMk cId="2217757785" sldId="326"/>
            <ac:spMk id="2" creationId="{00000000-0000-0000-0000-000000000000}"/>
          </ac:spMkLst>
        </pc:spChg>
        <pc:spChg chg="mod">
          <ac:chgData name="Rolando E. Montero A." userId="db44b2c1daed2876" providerId="LiveId" clId="{7287E888-307E-4567-8D88-257D2BD734FD}" dt="2020-07-27T14:11:31.339" v="479" actId="1076"/>
          <ac:spMkLst>
            <pc:docMk/>
            <pc:sldMk cId="2217757785" sldId="326"/>
            <ac:spMk id="3" creationId="{00000000-0000-0000-0000-000000000000}"/>
          </ac:spMkLst>
        </pc:spChg>
      </pc:sldChg>
      <pc:sldChg chg="addSp delSp modSp new mod modClrScheme chgLayout">
        <pc:chgData name="Rolando E. Montero A." userId="db44b2c1daed2876" providerId="LiveId" clId="{7287E888-307E-4567-8D88-257D2BD734FD}" dt="2020-07-27T15:04:10.859" v="696" actId="403"/>
        <pc:sldMkLst>
          <pc:docMk/>
          <pc:sldMk cId="2892481574" sldId="328"/>
        </pc:sldMkLst>
        <pc:spChg chg="del mod ord">
          <ac:chgData name="Rolando E. Montero A." userId="db44b2c1daed2876" providerId="LiveId" clId="{7287E888-307E-4567-8D88-257D2BD734FD}" dt="2020-07-27T12:37:17.209" v="1" actId="700"/>
          <ac:spMkLst>
            <pc:docMk/>
            <pc:sldMk cId="2892481574" sldId="328"/>
            <ac:spMk id="2" creationId="{D7E6A8B5-9FB1-4BC5-891F-969C42B9F39E}"/>
          </ac:spMkLst>
        </pc:spChg>
        <pc:spChg chg="del mod ord">
          <ac:chgData name="Rolando E. Montero A." userId="db44b2c1daed2876" providerId="LiveId" clId="{7287E888-307E-4567-8D88-257D2BD734FD}" dt="2020-07-27T12:37:17.209" v="1" actId="700"/>
          <ac:spMkLst>
            <pc:docMk/>
            <pc:sldMk cId="2892481574" sldId="328"/>
            <ac:spMk id="3" creationId="{C197992E-67F1-44F4-8FE6-0A5C4695BAC0}"/>
          </ac:spMkLst>
        </pc:spChg>
        <pc:spChg chg="add mod ord">
          <ac:chgData name="Rolando E. Montero A." userId="db44b2c1daed2876" providerId="LiveId" clId="{7287E888-307E-4567-8D88-257D2BD734FD}" dt="2020-07-27T12:37:24.988" v="10" actId="20577"/>
          <ac:spMkLst>
            <pc:docMk/>
            <pc:sldMk cId="2892481574" sldId="328"/>
            <ac:spMk id="4" creationId="{CAAE7908-91BB-4DB6-971C-529153ADFC64}"/>
          </ac:spMkLst>
        </pc:spChg>
        <pc:spChg chg="add mod ord">
          <ac:chgData name="Rolando E. Montero A." userId="db44b2c1daed2876" providerId="LiveId" clId="{7287E888-307E-4567-8D88-257D2BD734FD}" dt="2020-07-27T15:04:10.859" v="696" actId="403"/>
          <ac:spMkLst>
            <pc:docMk/>
            <pc:sldMk cId="2892481574" sldId="328"/>
            <ac:spMk id="5" creationId="{7F147DB5-052F-40D0-814D-8484BF63CCF0}"/>
          </ac:spMkLst>
        </pc:spChg>
      </pc:sldChg>
      <pc:sldChg chg="addSp delSp modSp add mod modClrScheme modShow chgLayout">
        <pc:chgData name="Rolando E. Montero A." userId="db44b2c1daed2876" providerId="LiveId" clId="{7287E888-307E-4567-8D88-257D2BD734FD}" dt="2020-07-27T15:06:34.611" v="791" actId="729"/>
        <pc:sldMkLst>
          <pc:docMk/>
          <pc:sldMk cId="2219342003" sldId="329"/>
        </pc:sldMkLst>
        <pc:spChg chg="mod ord">
          <ac:chgData name="Rolando E. Montero A." userId="db44b2c1daed2876" providerId="LiveId" clId="{7287E888-307E-4567-8D88-257D2BD734FD}" dt="2020-07-27T14:16:07.735" v="527" actId="207"/>
          <ac:spMkLst>
            <pc:docMk/>
            <pc:sldMk cId="2219342003" sldId="329"/>
            <ac:spMk id="2" creationId="{00000000-0000-0000-0000-000000000000}"/>
          </ac:spMkLst>
        </pc:spChg>
        <pc:spChg chg="mod">
          <ac:chgData name="Rolando E. Montero A." userId="db44b2c1daed2876" providerId="LiveId" clId="{7287E888-307E-4567-8D88-257D2BD734FD}" dt="2020-07-27T14:15:32.273" v="525" actId="122"/>
          <ac:spMkLst>
            <pc:docMk/>
            <pc:sldMk cId="2219342003" sldId="329"/>
            <ac:spMk id="3" creationId="{00000000-0000-0000-0000-000000000000}"/>
          </ac:spMkLst>
        </pc:spChg>
        <pc:spChg chg="add del mod ord">
          <ac:chgData name="Rolando E. Montero A." userId="db44b2c1daed2876" providerId="LiveId" clId="{7287E888-307E-4567-8D88-257D2BD734FD}" dt="2020-07-27T14:14:41.619" v="509" actId="478"/>
          <ac:spMkLst>
            <pc:docMk/>
            <pc:sldMk cId="2219342003" sldId="329"/>
            <ac:spMk id="4" creationId="{8B1D6A36-1BE6-4690-BF62-E7C004FE3917}"/>
          </ac:spMkLst>
        </pc:spChg>
      </pc:sldChg>
      <pc:sldChg chg="addSp delSp modSp add mod modClrScheme modShow chgLayout">
        <pc:chgData name="Rolando E. Montero A." userId="db44b2c1daed2876" providerId="LiveId" clId="{7287E888-307E-4567-8D88-257D2BD734FD}" dt="2020-07-27T15:06:34.611" v="791" actId="729"/>
        <pc:sldMkLst>
          <pc:docMk/>
          <pc:sldMk cId="3696479754" sldId="330"/>
        </pc:sldMkLst>
        <pc:spChg chg="mod ord">
          <ac:chgData name="Rolando E. Montero A." userId="db44b2c1daed2876" providerId="LiveId" clId="{7287E888-307E-4567-8D88-257D2BD734FD}" dt="2020-07-27T14:16:35.405" v="533" actId="1076"/>
          <ac:spMkLst>
            <pc:docMk/>
            <pc:sldMk cId="3696479754" sldId="330"/>
            <ac:spMk id="2" creationId="{00000000-0000-0000-0000-000000000000}"/>
          </ac:spMkLst>
        </pc:spChg>
        <pc:spChg chg="mod">
          <ac:chgData name="Rolando E. Montero A." userId="db44b2c1daed2876" providerId="LiveId" clId="{7287E888-307E-4567-8D88-257D2BD734FD}" dt="2020-07-27T14:23:30.800" v="624" actId="1076"/>
          <ac:spMkLst>
            <pc:docMk/>
            <pc:sldMk cId="3696479754" sldId="330"/>
            <ac:spMk id="3" creationId="{00000000-0000-0000-0000-000000000000}"/>
          </ac:spMkLst>
        </pc:spChg>
        <pc:spChg chg="mod">
          <ac:chgData name="Rolando E. Montero A." userId="db44b2c1daed2876" providerId="LiveId" clId="{7287E888-307E-4567-8D88-257D2BD734FD}" dt="2020-07-27T14:23:26.685" v="623" actId="14100"/>
          <ac:spMkLst>
            <pc:docMk/>
            <pc:sldMk cId="3696479754" sldId="330"/>
            <ac:spMk id="4" creationId="{00000000-0000-0000-0000-000000000000}"/>
          </ac:spMkLst>
        </pc:spChg>
        <pc:spChg chg="add del mod ord">
          <ac:chgData name="Rolando E. Montero A." userId="db44b2c1daed2876" providerId="LiveId" clId="{7287E888-307E-4567-8D88-257D2BD734FD}" dt="2020-07-27T14:16:38.028" v="534" actId="478"/>
          <ac:spMkLst>
            <pc:docMk/>
            <pc:sldMk cId="3696479754" sldId="330"/>
            <ac:spMk id="5" creationId="{73F61F24-11C0-4386-80B0-4703C744934D}"/>
          </ac:spMkLst>
        </pc:spChg>
        <pc:spChg chg="add mod">
          <ac:chgData name="Rolando E. Montero A." userId="db44b2c1daed2876" providerId="LiveId" clId="{7287E888-307E-4567-8D88-257D2BD734FD}" dt="2020-07-27T14:23:34.500" v="625" actId="1076"/>
          <ac:spMkLst>
            <pc:docMk/>
            <pc:sldMk cId="3696479754" sldId="330"/>
            <ac:spMk id="7" creationId="{97C9F996-362D-4F9C-A28B-3899F08D3154}"/>
          </ac:spMkLst>
        </pc:spChg>
      </pc:sldChg>
      <pc:sldChg chg="addSp delSp modSp add mod modClrScheme modShow chgLayout">
        <pc:chgData name="Rolando E. Montero A." userId="db44b2c1daed2876" providerId="LiveId" clId="{7287E888-307E-4567-8D88-257D2BD734FD}" dt="2020-07-27T16:10:46.542" v="840" actId="20577"/>
        <pc:sldMkLst>
          <pc:docMk/>
          <pc:sldMk cId="4250117909" sldId="331"/>
        </pc:sldMkLst>
        <pc:spChg chg="mod ord">
          <ac:chgData name="Rolando E. Montero A." userId="db44b2c1daed2876" providerId="LiveId" clId="{7287E888-307E-4567-8D88-257D2BD734FD}" dt="2020-07-27T14:23:46.308" v="628" actId="404"/>
          <ac:spMkLst>
            <pc:docMk/>
            <pc:sldMk cId="4250117909" sldId="331"/>
            <ac:spMk id="2" creationId="{00000000-0000-0000-0000-000000000000}"/>
          </ac:spMkLst>
        </pc:spChg>
        <pc:spChg chg="mod ord">
          <ac:chgData name="Rolando E. Montero A." userId="db44b2c1daed2876" providerId="LiveId" clId="{7287E888-307E-4567-8D88-257D2BD734FD}" dt="2020-07-27T16:10:46.542" v="840" actId="20577"/>
          <ac:spMkLst>
            <pc:docMk/>
            <pc:sldMk cId="4250117909" sldId="331"/>
            <ac:spMk id="3" creationId="{00000000-0000-0000-0000-000000000000}"/>
          </ac:spMkLst>
        </pc:spChg>
        <pc:spChg chg="del">
          <ac:chgData name="Rolando E. Montero A." userId="db44b2c1daed2876" providerId="LiveId" clId="{7287E888-307E-4567-8D88-257D2BD734FD}" dt="2020-07-27T14:18:27.099" v="567" actId="478"/>
          <ac:spMkLst>
            <pc:docMk/>
            <pc:sldMk cId="4250117909" sldId="331"/>
            <ac:spMk id="4"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5"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6"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7"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8"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9"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0"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1"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2"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3"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4"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5"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6"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7"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8"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19"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0"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1"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2"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3"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4"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5"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6"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7"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8"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29"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30"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31" creationId="{00000000-0000-0000-0000-000000000000}"/>
          </ac:spMkLst>
        </pc:spChg>
        <pc:spChg chg="mod">
          <ac:chgData name="Rolando E. Montero A." userId="db44b2c1daed2876" providerId="LiveId" clId="{7287E888-307E-4567-8D88-257D2BD734FD}" dt="2020-07-27T14:19:36.813" v="582" actId="164"/>
          <ac:spMkLst>
            <pc:docMk/>
            <pc:sldMk cId="4250117909" sldId="331"/>
            <ac:spMk id="32" creationId="{00000000-0000-0000-0000-000000000000}"/>
          </ac:spMkLst>
        </pc:spChg>
        <pc:spChg chg="mod">
          <ac:chgData name="Rolando E. Montero A." userId="db44b2c1daed2876" providerId="LiveId" clId="{7287E888-307E-4567-8D88-257D2BD734FD}" dt="2020-07-27T14:20:00.828" v="588" actId="113"/>
          <ac:spMkLst>
            <pc:docMk/>
            <pc:sldMk cId="4250117909" sldId="331"/>
            <ac:spMk id="33" creationId="{00000000-0000-0000-0000-000000000000}"/>
          </ac:spMkLst>
        </pc:spChg>
        <pc:grpChg chg="add mod">
          <ac:chgData name="Rolando E. Montero A." userId="db44b2c1daed2876" providerId="LiveId" clId="{7287E888-307E-4567-8D88-257D2BD734FD}" dt="2020-07-27T14:20:15.039" v="589" actId="1076"/>
          <ac:grpSpMkLst>
            <pc:docMk/>
            <pc:sldMk cId="4250117909" sldId="331"/>
            <ac:grpSpMk id="34" creationId="{89D9AEFD-DED9-4D54-9460-8597123B921C}"/>
          </ac:grpSpMkLst>
        </pc:grpChg>
      </pc:sldChg>
      <pc:sldChg chg="addSp modSp add mod modShow">
        <pc:chgData name="Rolando E. Montero A." userId="db44b2c1daed2876" providerId="LiveId" clId="{7287E888-307E-4567-8D88-257D2BD734FD}" dt="2020-07-27T15:06:34.611" v="791" actId="729"/>
        <pc:sldMkLst>
          <pc:docMk/>
          <pc:sldMk cId="1178194377" sldId="332"/>
        </pc:sldMkLst>
        <pc:spChg chg="mod">
          <ac:chgData name="Rolando E. Montero A." userId="db44b2c1daed2876" providerId="LiveId" clId="{7287E888-307E-4567-8D88-257D2BD734FD}" dt="2020-07-27T14:20:50.876" v="597" actId="14100"/>
          <ac:spMkLst>
            <pc:docMk/>
            <pc:sldMk cId="1178194377" sldId="332"/>
            <ac:spMk id="2" creationId="{00000000-0000-0000-0000-000000000000}"/>
          </ac:spMkLst>
        </pc:spChg>
        <pc:spChg chg="mod">
          <ac:chgData name="Rolando E. Montero A." userId="db44b2c1daed2876" providerId="LiveId" clId="{7287E888-307E-4567-8D88-257D2BD734FD}" dt="2020-07-27T14:20:41.880" v="595" actId="1076"/>
          <ac:spMkLst>
            <pc:docMk/>
            <pc:sldMk cId="1178194377" sldId="332"/>
            <ac:spMk id="3" creationId="{00000000-0000-0000-0000-000000000000}"/>
          </ac:spMkLst>
        </pc:spChg>
        <pc:spChg chg="mod">
          <ac:chgData name="Rolando E. Montero A." userId="db44b2c1daed2876" providerId="LiveId" clId="{7287E888-307E-4567-8D88-257D2BD734FD}" dt="2020-07-27T14:20:46.046" v="596" actId="1076"/>
          <ac:spMkLst>
            <pc:docMk/>
            <pc:sldMk cId="1178194377" sldId="332"/>
            <ac:spMk id="4"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5"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6"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7"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8"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9"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0"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1"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2"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3"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4"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5"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6"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7"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8"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19"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0"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1"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2"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3"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4"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5"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6"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7" creationId="{00000000-0000-0000-0000-000000000000}"/>
          </ac:spMkLst>
        </pc:spChg>
        <pc:spChg chg="mod">
          <ac:chgData name="Rolando E. Montero A." userId="db44b2c1daed2876" providerId="LiveId" clId="{7287E888-307E-4567-8D88-257D2BD734FD}" dt="2020-07-27T14:22:37.016" v="615" actId="164"/>
          <ac:spMkLst>
            <pc:docMk/>
            <pc:sldMk cId="1178194377" sldId="332"/>
            <ac:spMk id="28" creationId="{00000000-0000-0000-0000-000000000000}"/>
          </ac:spMkLst>
        </pc:spChg>
        <pc:spChg chg="mod">
          <ac:chgData name="Rolando E. Montero A." userId="db44b2c1daed2876" providerId="LiveId" clId="{7287E888-307E-4567-8D88-257D2BD734FD}" dt="2020-07-27T14:21:27.814" v="604" actId="1076"/>
          <ac:spMkLst>
            <pc:docMk/>
            <pc:sldMk cId="1178194377" sldId="332"/>
            <ac:spMk id="29"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0"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1"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2"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3"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4"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5"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6"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7"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8"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39"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0"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1"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2"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3"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4"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5"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6"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7"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8"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49"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0"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1"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2"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3"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4"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5"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6"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7"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8"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59" creationId="{00000000-0000-0000-0000-000000000000}"/>
          </ac:spMkLst>
        </pc:spChg>
        <pc:spChg chg="mod">
          <ac:chgData name="Rolando E. Montero A." userId="db44b2c1daed2876" providerId="LiveId" clId="{7287E888-307E-4567-8D88-257D2BD734FD}" dt="2020-07-27T14:21:13.482" v="602" actId="164"/>
          <ac:spMkLst>
            <pc:docMk/>
            <pc:sldMk cId="1178194377" sldId="332"/>
            <ac:spMk id="60" creationId="{00000000-0000-0000-0000-000000000000}"/>
          </ac:spMkLst>
        </pc:spChg>
        <pc:grpChg chg="add mod">
          <ac:chgData name="Rolando E. Montero A." userId="db44b2c1daed2876" providerId="LiveId" clId="{7287E888-307E-4567-8D88-257D2BD734FD}" dt="2020-07-27T14:21:07.362" v="601" actId="164"/>
          <ac:grpSpMkLst>
            <pc:docMk/>
            <pc:sldMk cId="1178194377" sldId="332"/>
            <ac:grpSpMk id="61" creationId="{5E41CC5B-2B72-41AF-BDF8-B49A12C4AFFD}"/>
          </ac:grpSpMkLst>
        </pc:grpChg>
        <pc:grpChg chg="add mod">
          <ac:chgData name="Rolando E. Montero A." userId="db44b2c1daed2876" providerId="LiveId" clId="{7287E888-307E-4567-8D88-257D2BD734FD}" dt="2020-07-27T14:21:18.372" v="603" actId="1076"/>
          <ac:grpSpMkLst>
            <pc:docMk/>
            <pc:sldMk cId="1178194377" sldId="332"/>
            <ac:grpSpMk id="62" creationId="{FB57BA2E-3896-4DA2-97D6-1588825E9B42}"/>
          </ac:grpSpMkLst>
        </pc:grpChg>
        <pc:grpChg chg="add mod">
          <ac:chgData name="Rolando E. Montero A." userId="db44b2c1daed2876" providerId="LiveId" clId="{7287E888-307E-4567-8D88-257D2BD734FD}" dt="2020-07-27T14:22:37.016" v="615" actId="164"/>
          <ac:grpSpMkLst>
            <pc:docMk/>
            <pc:sldMk cId="1178194377" sldId="332"/>
            <ac:grpSpMk id="63" creationId="{D64AAD61-FFF1-4764-8644-BC8210FB1347}"/>
          </ac:grpSpMkLst>
        </pc:grpChg>
      </pc:sldChg>
      <pc:sldChg chg="addSp modSp add mod modShow">
        <pc:chgData name="Rolando E. Montero A." userId="db44b2c1daed2876" providerId="LiveId" clId="{7287E888-307E-4567-8D88-257D2BD734FD}" dt="2020-07-27T15:06:34.611" v="791" actId="729"/>
        <pc:sldMkLst>
          <pc:docMk/>
          <pc:sldMk cId="843146889" sldId="333"/>
        </pc:sldMkLst>
        <pc:spChg chg="mod">
          <ac:chgData name="Rolando E. Montero A." userId="db44b2c1daed2876" providerId="LiveId" clId="{7287E888-307E-4567-8D88-257D2BD734FD}" dt="2020-07-27T14:26:36.886" v="659" actId="1076"/>
          <ac:spMkLst>
            <pc:docMk/>
            <pc:sldMk cId="843146889" sldId="333"/>
            <ac:spMk id="2" creationId="{00000000-0000-0000-0000-000000000000}"/>
          </ac:spMkLst>
        </pc:spChg>
        <pc:spChg chg="mod">
          <ac:chgData name="Rolando E. Montero A." userId="db44b2c1daed2876" providerId="LiveId" clId="{7287E888-307E-4567-8D88-257D2BD734FD}" dt="2020-07-27T14:26:39.829" v="660" actId="1076"/>
          <ac:spMkLst>
            <pc:docMk/>
            <pc:sldMk cId="843146889" sldId="333"/>
            <ac:spMk id="3"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4"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5"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6"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7"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8"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9"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0"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1"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2"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3"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4"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5"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6"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7"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8"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19"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20"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21"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22"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23"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24"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25" creationId="{00000000-0000-0000-0000-000000000000}"/>
          </ac:spMkLst>
        </pc:spChg>
        <pc:spChg chg="mod">
          <ac:chgData name="Rolando E. Montero A." userId="db44b2c1daed2876" providerId="LiveId" clId="{7287E888-307E-4567-8D88-257D2BD734FD}" dt="2020-07-27T14:25:38.680" v="646" actId="164"/>
          <ac:spMkLst>
            <pc:docMk/>
            <pc:sldMk cId="843146889" sldId="333"/>
            <ac:spMk id="26" creationId="{00000000-0000-0000-0000-000000000000}"/>
          </ac:spMkLst>
        </pc:spChg>
        <pc:spChg chg="mod">
          <ac:chgData name="Rolando E. Montero A." userId="db44b2c1daed2876" providerId="LiveId" clId="{7287E888-307E-4567-8D88-257D2BD734FD}" dt="2020-07-27T14:26:42.795" v="661" actId="1076"/>
          <ac:spMkLst>
            <pc:docMk/>
            <pc:sldMk cId="843146889" sldId="333"/>
            <ac:spMk id="27" creationId="{00000000-0000-0000-0000-000000000000}"/>
          </ac:spMkLst>
        </pc:spChg>
        <pc:spChg chg="add mod">
          <ac:chgData name="Rolando E. Montero A." userId="db44b2c1daed2876" providerId="LiveId" clId="{7287E888-307E-4567-8D88-257D2BD734FD}" dt="2020-07-27T14:25:49.996" v="650" actId="207"/>
          <ac:spMkLst>
            <pc:docMk/>
            <pc:sldMk cId="843146889" sldId="333"/>
            <ac:spMk id="29" creationId="{02200E2A-6EDB-4CDD-B1AB-477BCA652DD8}"/>
          </ac:spMkLst>
        </pc:spChg>
        <pc:spChg chg="add mod">
          <ac:chgData name="Rolando E. Montero A." userId="db44b2c1daed2876" providerId="LiveId" clId="{7287E888-307E-4567-8D88-257D2BD734FD}" dt="2020-07-27T14:25:38.680" v="646" actId="164"/>
          <ac:spMkLst>
            <pc:docMk/>
            <pc:sldMk cId="843146889" sldId="333"/>
            <ac:spMk id="31" creationId="{1E038F27-9B94-468E-8786-600F72D480B4}"/>
          </ac:spMkLst>
        </pc:spChg>
        <pc:grpChg chg="add mod">
          <ac:chgData name="Rolando E. Montero A." userId="db44b2c1daed2876" providerId="LiveId" clId="{7287E888-307E-4567-8D88-257D2BD734FD}" dt="2020-07-27T14:25:42.356" v="647" actId="1076"/>
          <ac:grpSpMkLst>
            <pc:docMk/>
            <pc:sldMk cId="843146889" sldId="333"/>
            <ac:grpSpMk id="32" creationId="{6F079B40-953B-4B78-AFE5-61A67FD5175E}"/>
          </ac:grpSpMkLst>
        </pc:grpChg>
      </pc:sldChg>
      <pc:sldChg chg="modSp add mod modShow">
        <pc:chgData name="Rolando E. Montero A." userId="db44b2c1daed2876" providerId="LiveId" clId="{7287E888-307E-4567-8D88-257D2BD734FD}" dt="2020-07-27T15:07:54.263" v="810" actId="1076"/>
        <pc:sldMkLst>
          <pc:docMk/>
          <pc:sldMk cId="1997593461" sldId="334"/>
        </pc:sldMkLst>
        <pc:spChg chg="mod">
          <ac:chgData name="Rolando E. Montero A." userId="db44b2c1daed2876" providerId="LiveId" clId="{7287E888-307E-4567-8D88-257D2BD734FD}" dt="2020-07-27T15:07:48.437" v="809" actId="403"/>
          <ac:spMkLst>
            <pc:docMk/>
            <pc:sldMk cId="1997593461" sldId="334"/>
            <ac:spMk id="2" creationId="{00000000-0000-0000-0000-000000000000}"/>
          </ac:spMkLst>
        </pc:spChg>
        <pc:spChg chg="mod">
          <ac:chgData name="Rolando E. Montero A." userId="db44b2c1daed2876" providerId="LiveId" clId="{7287E888-307E-4567-8D88-257D2BD734FD}" dt="2020-07-27T15:07:54.263" v="810" actId="1076"/>
          <ac:spMkLst>
            <pc:docMk/>
            <pc:sldMk cId="1997593461" sldId="334"/>
            <ac:spMk id="3" creationId="{00000000-0000-0000-0000-000000000000}"/>
          </ac:spMkLst>
        </pc:spChg>
      </pc:sldChg>
      <pc:sldChg chg="add">
        <pc:chgData name="Rolando E. Montero A." userId="db44b2c1daed2876" providerId="LiveId" clId="{7287E888-307E-4567-8D88-257D2BD734FD}" dt="2020-07-27T13:45:38.022" v="351" actId="22"/>
        <pc:sldMkLst>
          <pc:docMk/>
          <pc:sldMk cId="3892362058" sldId="335"/>
        </pc:sldMkLst>
      </pc:sldChg>
      <pc:sldChg chg="add">
        <pc:chgData name="Rolando E. Montero A." userId="db44b2c1daed2876" providerId="LiveId" clId="{7287E888-307E-4567-8D88-257D2BD734FD}" dt="2020-07-27T13:45:38.022" v="351" actId="22"/>
        <pc:sldMkLst>
          <pc:docMk/>
          <pc:sldMk cId="3628014050" sldId="336"/>
        </pc:sldMkLst>
      </pc:sldChg>
      <pc:sldChg chg="modSp add mod">
        <pc:chgData name="Rolando E. Montero A." userId="db44b2c1daed2876" providerId="LiveId" clId="{7287E888-307E-4567-8D88-257D2BD734FD}" dt="2020-07-27T16:20:29.003" v="843" actId="20577"/>
        <pc:sldMkLst>
          <pc:docMk/>
          <pc:sldMk cId="98910657" sldId="337"/>
        </pc:sldMkLst>
        <pc:spChg chg="mod">
          <ac:chgData name="Rolando E. Montero A." userId="db44b2c1daed2876" providerId="LiveId" clId="{7287E888-307E-4567-8D88-257D2BD734FD}" dt="2020-07-27T16:20:29.003" v="843" actId="20577"/>
          <ac:spMkLst>
            <pc:docMk/>
            <pc:sldMk cId="98910657" sldId="337"/>
            <ac:spMk id="3" creationId="{00000000-0000-0000-0000-000000000000}"/>
          </ac:spMkLst>
        </pc:spChg>
      </pc:sldChg>
      <pc:sldChg chg="add">
        <pc:chgData name="Rolando E. Montero A." userId="db44b2c1daed2876" providerId="LiveId" clId="{7287E888-307E-4567-8D88-257D2BD734FD}" dt="2020-07-27T13:45:38.022" v="351" actId="22"/>
        <pc:sldMkLst>
          <pc:docMk/>
          <pc:sldMk cId="132631134" sldId="338"/>
        </pc:sldMkLst>
      </pc:sldChg>
      <pc:sldChg chg="addSp modSp new mod ord modAnim">
        <pc:chgData name="Rolando E. Montero A." userId="db44b2c1daed2876" providerId="LiveId" clId="{7287E888-307E-4567-8D88-257D2BD734FD}" dt="2020-07-27T15:55:39.717" v="828"/>
        <pc:sldMkLst>
          <pc:docMk/>
          <pc:sldMk cId="3953856888" sldId="339"/>
        </pc:sldMkLst>
        <pc:spChg chg="mod">
          <ac:chgData name="Rolando E. Montero A." userId="db44b2c1daed2876" providerId="LiveId" clId="{7287E888-307E-4567-8D88-257D2BD734FD}" dt="2020-07-27T13:51:22.258" v="385" actId="1076"/>
          <ac:spMkLst>
            <pc:docMk/>
            <pc:sldMk cId="3953856888" sldId="339"/>
            <ac:spMk id="2" creationId="{7A8EC3E7-A647-4D90-9C42-DD8F054B86C3}"/>
          </ac:spMkLst>
        </pc:spChg>
        <pc:spChg chg="mod">
          <ac:chgData name="Rolando E. Montero A." userId="db44b2c1daed2876" providerId="LiveId" clId="{7287E888-307E-4567-8D88-257D2BD734FD}" dt="2020-07-27T13:57:49.993" v="410" actId="27636"/>
          <ac:spMkLst>
            <pc:docMk/>
            <pc:sldMk cId="3953856888" sldId="339"/>
            <ac:spMk id="3" creationId="{0495C88A-CE80-471B-80B2-10F4B1C6386C}"/>
          </ac:spMkLst>
        </pc:spChg>
        <pc:spChg chg="mod">
          <ac:chgData name="Rolando E. Montero A." userId="db44b2c1daed2876" providerId="LiveId" clId="{7287E888-307E-4567-8D88-257D2BD734FD}" dt="2020-07-27T13:51:07.185" v="378"/>
          <ac:spMkLst>
            <pc:docMk/>
            <pc:sldMk cId="3953856888" sldId="339"/>
            <ac:spMk id="5" creationId="{03B96D1F-4A8F-440A-AAEB-DC4EA0F88EEA}"/>
          </ac:spMkLst>
        </pc:spChg>
        <pc:spChg chg="mod">
          <ac:chgData name="Rolando E. Montero A." userId="db44b2c1daed2876" providerId="LiveId" clId="{7287E888-307E-4567-8D88-257D2BD734FD}" dt="2020-07-27T13:51:07.185" v="378"/>
          <ac:spMkLst>
            <pc:docMk/>
            <pc:sldMk cId="3953856888" sldId="339"/>
            <ac:spMk id="6" creationId="{CEFC7DEF-2CBC-4931-9D12-E9E7795F128A}"/>
          </ac:spMkLst>
        </pc:spChg>
        <pc:spChg chg="add mod">
          <ac:chgData name="Rolando E. Montero A." userId="db44b2c1daed2876" providerId="LiveId" clId="{7287E888-307E-4567-8D88-257D2BD734FD}" dt="2020-07-27T13:57:54.169" v="411" actId="1076"/>
          <ac:spMkLst>
            <pc:docMk/>
            <pc:sldMk cId="3953856888" sldId="339"/>
            <ac:spMk id="8" creationId="{FDBAEA59-9F9E-4D3D-9E41-CC0AE8417AC3}"/>
          </ac:spMkLst>
        </pc:spChg>
        <pc:spChg chg="mod">
          <ac:chgData name="Rolando E. Montero A." userId="db44b2c1daed2876" providerId="LiveId" clId="{7287E888-307E-4567-8D88-257D2BD734FD}" dt="2020-07-27T14:04:28.655" v="437" actId="1076"/>
          <ac:spMkLst>
            <pc:docMk/>
            <pc:sldMk cId="3953856888" sldId="339"/>
            <ac:spMk id="10" creationId="{9570EE07-D754-4091-8DDD-9059CA49D110}"/>
          </ac:spMkLst>
        </pc:spChg>
        <pc:spChg chg="mod">
          <ac:chgData name="Rolando E. Montero A." userId="db44b2c1daed2876" providerId="LiveId" clId="{7287E888-307E-4567-8D88-257D2BD734FD}" dt="2020-07-27T14:04:28.655" v="437" actId="1076"/>
          <ac:spMkLst>
            <pc:docMk/>
            <pc:sldMk cId="3953856888" sldId="339"/>
            <ac:spMk id="11" creationId="{A655C25F-FEF1-4F4A-A284-00596F929462}"/>
          </ac:spMkLst>
        </pc:spChg>
        <pc:spChg chg="mod">
          <ac:chgData name="Rolando E. Montero A." userId="db44b2c1daed2876" providerId="LiveId" clId="{7287E888-307E-4567-8D88-257D2BD734FD}" dt="2020-07-27T14:04:28.655" v="437" actId="1076"/>
          <ac:spMkLst>
            <pc:docMk/>
            <pc:sldMk cId="3953856888" sldId="339"/>
            <ac:spMk id="12" creationId="{8806F73B-165D-47D1-AD1B-A29F3DD0D34E}"/>
          </ac:spMkLst>
        </pc:spChg>
        <pc:spChg chg="mod">
          <ac:chgData name="Rolando E. Montero A." userId="db44b2c1daed2876" providerId="LiveId" clId="{7287E888-307E-4567-8D88-257D2BD734FD}" dt="2020-07-27T14:04:28.655" v="437" actId="1076"/>
          <ac:spMkLst>
            <pc:docMk/>
            <pc:sldMk cId="3953856888" sldId="339"/>
            <ac:spMk id="13" creationId="{14F2908C-3C8D-4DB3-A2F2-8278FEB354EE}"/>
          </ac:spMkLst>
        </pc:spChg>
        <pc:grpChg chg="add mod">
          <ac:chgData name="Rolando E. Montero A." userId="db44b2c1daed2876" providerId="LiveId" clId="{7287E888-307E-4567-8D88-257D2BD734FD}" dt="2020-07-27T13:58:03.182" v="413" actId="1076"/>
          <ac:grpSpMkLst>
            <pc:docMk/>
            <pc:sldMk cId="3953856888" sldId="339"/>
            <ac:grpSpMk id="4" creationId="{CC3D79E7-5EAD-4DEF-A2B1-61EE946E5A42}"/>
          </ac:grpSpMkLst>
        </pc:grpChg>
        <pc:grpChg chg="add mod">
          <ac:chgData name="Rolando E. Montero A." userId="db44b2c1daed2876" providerId="LiveId" clId="{7287E888-307E-4567-8D88-257D2BD734FD}" dt="2020-07-27T14:04:32.414" v="438" actId="1076"/>
          <ac:grpSpMkLst>
            <pc:docMk/>
            <pc:sldMk cId="3953856888" sldId="339"/>
            <ac:grpSpMk id="9" creationId="{F439AC23-76A9-4BD7-A243-E22130D183F9}"/>
          </ac:grpSpMkLst>
        </pc:grpChg>
        <pc:picChg chg="add mod">
          <ac:chgData name="Rolando E. Montero A." userId="db44b2c1daed2876" providerId="LiveId" clId="{7287E888-307E-4567-8D88-257D2BD734FD}" dt="2020-07-27T14:11:17.036" v="478" actId="14100"/>
          <ac:picMkLst>
            <pc:docMk/>
            <pc:sldMk cId="3953856888" sldId="339"/>
            <ac:picMk id="1026" creationId="{B78F55C7-38F0-4BC6-A80F-42468DCA7E9C}"/>
          </ac:picMkLst>
        </pc:picChg>
      </pc:sldChg>
      <pc:sldChg chg="addSp modSp new mod">
        <pc:chgData name="Rolando E. Montero A." userId="db44b2c1daed2876" providerId="LiveId" clId="{7287E888-307E-4567-8D88-257D2BD734FD}" dt="2020-07-27T15:09:14.703" v="816"/>
        <pc:sldMkLst>
          <pc:docMk/>
          <pc:sldMk cId="2972618272" sldId="340"/>
        </pc:sldMkLst>
        <pc:spChg chg="mod">
          <ac:chgData name="Rolando E. Montero A." userId="db44b2c1daed2876" providerId="LiveId" clId="{7287E888-307E-4567-8D88-257D2BD734FD}" dt="2020-07-27T15:04:42.526" v="715" actId="20577"/>
          <ac:spMkLst>
            <pc:docMk/>
            <pc:sldMk cId="2972618272" sldId="340"/>
            <ac:spMk id="2" creationId="{C7DDE20E-FB46-4533-8D18-542F67C3E5E7}"/>
          </ac:spMkLst>
        </pc:spChg>
        <pc:spChg chg="mod">
          <ac:chgData name="Rolando E. Montero A." userId="db44b2c1daed2876" providerId="LiveId" clId="{7287E888-307E-4567-8D88-257D2BD734FD}" dt="2020-07-27T15:06:16.131" v="790" actId="12"/>
          <ac:spMkLst>
            <pc:docMk/>
            <pc:sldMk cId="2972618272" sldId="340"/>
            <ac:spMk id="3" creationId="{48366AA9-EEA4-478A-897E-6AD2BA0B6CB0}"/>
          </ac:spMkLst>
        </pc:spChg>
        <pc:graphicFrameChg chg="add mod modGraphic">
          <ac:chgData name="Rolando E. Montero A." userId="db44b2c1daed2876" providerId="LiveId" clId="{7287E888-307E-4567-8D88-257D2BD734FD}" dt="2020-07-27T15:09:14.703" v="816"/>
          <ac:graphicFrameMkLst>
            <pc:docMk/>
            <pc:sldMk cId="2972618272" sldId="340"/>
            <ac:graphicFrameMk id="5" creationId="{CDA4BBDB-DA79-470D-A3C9-F1D4A33C9002}"/>
          </ac:graphicFrameMkLst>
        </pc:graphicFrameChg>
      </pc:sldChg>
      <pc:sldMasterChg chg="addSldLayout">
        <pc:chgData name="Rolando E. Montero A." userId="db44b2c1daed2876" providerId="LiveId" clId="{7287E888-307E-4567-8D88-257D2BD734FD}" dt="2020-07-27T13:45:38.022" v="351" actId="22"/>
        <pc:sldMasterMkLst>
          <pc:docMk/>
          <pc:sldMasterMk cId="4106453503" sldId="2147483712"/>
        </pc:sldMasterMkLst>
        <pc:sldLayoutChg chg="add replId">
          <pc:chgData name="Rolando E. Montero A." userId="db44b2c1daed2876" providerId="LiveId" clId="{7287E888-307E-4567-8D88-257D2BD734FD}" dt="2020-07-27T13:45:38.022" v="351" actId="22"/>
          <pc:sldLayoutMkLst>
            <pc:docMk/>
            <pc:sldMasterMk cId="4106453503" sldId="2147483712"/>
            <pc:sldLayoutMk cId="3126870876" sldId="2147483759"/>
          </pc:sldLayoutMkLst>
        </pc:sldLayoutChg>
      </pc:sldMasterChg>
    </pc:docChg>
  </pc:docChgLst>
  <pc:docChgLst>
    <pc:chgData name="Rolando E. Montero A." userId="db44b2c1daed2876" providerId="LiveId" clId="{075188D7-9515-4194-98FC-725DD6410CEF}"/>
    <pc:docChg chg="undo custSel addSld delSld modSld sldOrd modMainMaster addSection delSection modSection">
      <pc:chgData name="Rolando E. Montero A." userId="db44b2c1daed2876" providerId="LiveId" clId="{075188D7-9515-4194-98FC-725DD6410CEF}" dt="2020-07-23T05:32:06.296" v="548" actId="47"/>
      <pc:docMkLst>
        <pc:docMk/>
      </pc:docMkLst>
      <pc:sldChg chg="del">
        <pc:chgData name="Rolando E. Montero A." userId="db44b2c1daed2876" providerId="LiveId" clId="{075188D7-9515-4194-98FC-725DD6410CEF}" dt="2020-07-23T04:20:09.385" v="0" actId="47"/>
        <pc:sldMkLst>
          <pc:docMk/>
          <pc:sldMk cId="0" sldId="258"/>
        </pc:sldMkLst>
      </pc:sldChg>
      <pc:sldChg chg="del">
        <pc:chgData name="Rolando E. Montero A." userId="db44b2c1daed2876" providerId="LiveId" clId="{075188D7-9515-4194-98FC-725DD6410CEF}" dt="2020-07-23T04:20:09.385" v="0" actId="47"/>
        <pc:sldMkLst>
          <pc:docMk/>
          <pc:sldMk cId="0" sldId="262"/>
        </pc:sldMkLst>
      </pc:sldChg>
      <pc:sldChg chg="del">
        <pc:chgData name="Rolando E. Montero A." userId="db44b2c1daed2876" providerId="LiveId" clId="{075188D7-9515-4194-98FC-725DD6410CEF}" dt="2020-07-23T04:20:09.385" v="0" actId="47"/>
        <pc:sldMkLst>
          <pc:docMk/>
          <pc:sldMk cId="0" sldId="263"/>
        </pc:sldMkLst>
      </pc:sldChg>
      <pc:sldChg chg="del">
        <pc:chgData name="Rolando E. Montero A." userId="db44b2c1daed2876" providerId="LiveId" clId="{075188D7-9515-4194-98FC-725DD6410CEF}" dt="2020-07-23T04:20:09.385" v="0" actId="47"/>
        <pc:sldMkLst>
          <pc:docMk/>
          <pc:sldMk cId="0" sldId="264"/>
        </pc:sldMkLst>
      </pc:sldChg>
      <pc:sldChg chg="del">
        <pc:chgData name="Rolando E. Montero A." userId="db44b2c1daed2876" providerId="LiveId" clId="{075188D7-9515-4194-98FC-725DD6410CEF}" dt="2020-07-23T04:20:09.385" v="0" actId="47"/>
        <pc:sldMkLst>
          <pc:docMk/>
          <pc:sldMk cId="0" sldId="265"/>
        </pc:sldMkLst>
      </pc:sldChg>
      <pc:sldChg chg="del">
        <pc:chgData name="Rolando E. Montero A." userId="db44b2c1daed2876" providerId="LiveId" clId="{075188D7-9515-4194-98FC-725DD6410CEF}" dt="2020-07-23T04:20:09.385" v="0" actId="47"/>
        <pc:sldMkLst>
          <pc:docMk/>
          <pc:sldMk cId="0" sldId="266"/>
        </pc:sldMkLst>
      </pc:sldChg>
      <pc:sldChg chg="del">
        <pc:chgData name="Rolando E. Montero A." userId="db44b2c1daed2876" providerId="LiveId" clId="{075188D7-9515-4194-98FC-725DD6410CEF}" dt="2020-07-23T04:20:09.385" v="0" actId="47"/>
        <pc:sldMkLst>
          <pc:docMk/>
          <pc:sldMk cId="0" sldId="267"/>
        </pc:sldMkLst>
      </pc:sldChg>
      <pc:sldChg chg="del">
        <pc:chgData name="Rolando E. Montero A." userId="db44b2c1daed2876" providerId="LiveId" clId="{075188D7-9515-4194-98FC-725DD6410CEF}" dt="2020-07-23T04:20:09.385" v="0" actId="47"/>
        <pc:sldMkLst>
          <pc:docMk/>
          <pc:sldMk cId="0" sldId="268"/>
        </pc:sldMkLst>
      </pc:sldChg>
      <pc:sldChg chg="del">
        <pc:chgData name="Rolando E. Montero A." userId="db44b2c1daed2876" providerId="LiveId" clId="{075188D7-9515-4194-98FC-725DD6410CEF}" dt="2020-07-23T04:20:09.385" v="0" actId="47"/>
        <pc:sldMkLst>
          <pc:docMk/>
          <pc:sldMk cId="0" sldId="269"/>
        </pc:sldMkLst>
      </pc:sldChg>
      <pc:sldChg chg="del">
        <pc:chgData name="Rolando E. Montero A." userId="db44b2c1daed2876" providerId="LiveId" clId="{075188D7-9515-4194-98FC-725DD6410CEF}" dt="2020-07-23T04:20:09.385" v="0" actId="47"/>
        <pc:sldMkLst>
          <pc:docMk/>
          <pc:sldMk cId="0" sldId="270"/>
        </pc:sldMkLst>
      </pc:sldChg>
      <pc:sldChg chg="del">
        <pc:chgData name="Rolando E. Montero A." userId="db44b2c1daed2876" providerId="LiveId" clId="{075188D7-9515-4194-98FC-725DD6410CEF}" dt="2020-07-23T04:20:09.385" v="0" actId="47"/>
        <pc:sldMkLst>
          <pc:docMk/>
          <pc:sldMk cId="2725056563" sldId="306"/>
        </pc:sldMkLst>
      </pc:sldChg>
      <pc:sldChg chg="addSp modSp add mod ord modTransition modClrScheme chgLayout">
        <pc:chgData name="Rolando E. Montero A." userId="db44b2c1daed2876" providerId="LiveId" clId="{075188D7-9515-4194-98FC-725DD6410CEF}" dt="2020-07-23T05:13:12.209" v="464" actId="552"/>
        <pc:sldMkLst>
          <pc:docMk/>
          <pc:sldMk cId="3403827601" sldId="306"/>
        </pc:sldMkLst>
        <pc:spChg chg="mod ord">
          <ac:chgData name="Rolando E. Montero A." userId="db44b2c1daed2876" providerId="LiveId" clId="{075188D7-9515-4194-98FC-725DD6410CEF}" dt="2020-07-23T04:22:36.225" v="24" actId="700"/>
          <ac:spMkLst>
            <pc:docMk/>
            <pc:sldMk cId="3403827601" sldId="306"/>
            <ac:spMk id="2" creationId="{00000000-0000-0000-0000-000000000000}"/>
          </ac:spMkLst>
        </pc:spChg>
        <pc:spChg chg="mod">
          <ac:chgData name="Rolando E. Montero A." userId="db44b2c1daed2876" providerId="LiveId" clId="{075188D7-9515-4194-98FC-725DD6410CEF}" dt="2020-07-23T05:13:12.209" v="464" actId="552"/>
          <ac:spMkLst>
            <pc:docMk/>
            <pc:sldMk cId="3403827601" sldId="306"/>
            <ac:spMk id="3" creationId="{00000000-0000-0000-0000-000000000000}"/>
          </ac:spMkLst>
        </pc:spChg>
        <pc:spChg chg="mod">
          <ac:chgData name="Rolando E. Montero A." userId="db44b2c1daed2876" providerId="LiveId" clId="{075188D7-9515-4194-98FC-725DD6410CEF}" dt="2020-07-23T05:13:12.209" v="464" actId="552"/>
          <ac:spMkLst>
            <pc:docMk/>
            <pc:sldMk cId="3403827601" sldId="306"/>
            <ac:spMk id="4"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5"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6"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7"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8"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9"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0"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1"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2"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3"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4"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5"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6"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7"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8"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19"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0"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1"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2"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3"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4"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5"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6"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7" creationId="{00000000-0000-0000-0000-000000000000}"/>
          </ac:spMkLst>
        </pc:spChg>
        <pc:spChg chg="mod">
          <ac:chgData name="Rolando E. Montero A." userId="db44b2c1daed2876" providerId="LiveId" clId="{075188D7-9515-4194-98FC-725DD6410CEF}" dt="2020-07-23T04:21:16.436" v="12" actId="13822"/>
          <ac:spMkLst>
            <pc:docMk/>
            <pc:sldMk cId="3403827601" sldId="306"/>
            <ac:spMk id="28" creationId="{00000000-0000-0000-0000-000000000000}"/>
          </ac:spMkLst>
        </pc:spChg>
        <pc:spChg chg="add mod ord">
          <ac:chgData name="Rolando E. Montero A." userId="db44b2c1daed2876" providerId="LiveId" clId="{075188D7-9515-4194-98FC-725DD6410CEF}" dt="2020-07-23T04:22:08.805" v="19" actId="164"/>
          <ac:spMkLst>
            <pc:docMk/>
            <pc:sldMk cId="3403827601" sldId="306"/>
            <ac:spMk id="30" creationId="{8FE2EA04-E94B-4561-A9AB-215C6595A741}"/>
          </ac:spMkLst>
        </pc:spChg>
        <pc:grpChg chg="add mod">
          <ac:chgData name="Rolando E. Montero A." userId="db44b2c1daed2876" providerId="LiveId" clId="{075188D7-9515-4194-98FC-725DD6410CEF}" dt="2020-07-23T04:22:08.805" v="19" actId="164"/>
          <ac:grpSpMkLst>
            <pc:docMk/>
            <pc:sldMk cId="3403827601" sldId="306"/>
            <ac:grpSpMk id="29" creationId="{A291B1EE-1D99-40D3-B809-06B36E1250C3}"/>
          </ac:grpSpMkLst>
        </pc:grpChg>
        <pc:grpChg chg="add mod">
          <ac:chgData name="Rolando E. Montero A." userId="db44b2c1daed2876" providerId="LiveId" clId="{075188D7-9515-4194-98FC-725DD6410CEF}" dt="2020-07-23T04:25:43.417" v="69" actId="1076"/>
          <ac:grpSpMkLst>
            <pc:docMk/>
            <pc:sldMk cId="3403827601" sldId="306"/>
            <ac:grpSpMk id="31" creationId="{A506D646-2234-4DA3-84BF-4ECA28CC5175}"/>
          </ac:grpSpMkLst>
        </pc:grpChg>
      </pc:sldChg>
      <pc:sldChg chg="addSp delSp modSp add mod ord modTransition modClrScheme chgLayout">
        <pc:chgData name="Rolando E. Montero A." userId="db44b2c1daed2876" providerId="LiveId" clId="{075188D7-9515-4194-98FC-725DD6410CEF}" dt="2020-07-23T04:48:14.624" v="248"/>
        <pc:sldMkLst>
          <pc:docMk/>
          <pc:sldMk cId="2992826501" sldId="307"/>
        </pc:sldMkLst>
        <pc:spChg chg="mod ord">
          <ac:chgData name="Rolando E. Montero A." userId="db44b2c1daed2876" providerId="LiveId" clId="{075188D7-9515-4194-98FC-725DD6410CEF}" dt="2020-07-23T04:26:12.656" v="73" actId="1076"/>
          <ac:spMkLst>
            <pc:docMk/>
            <pc:sldMk cId="2992826501" sldId="307"/>
            <ac:spMk id="2" creationId="{00000000-0000-0000-0000-000000000000}"/>
          </ac:spMkLst>
        </pc:spChg>
        <pc:spChg chg="mod">
          <ac:chgData name="Rolando E. Montero A." userId="db44b2c1daed2876" providerId="LiveId" clId="{075188D7-9515-4194-98FC-725DD6410CEF}" dt="2020-07-23T04:26:23.985" v="76" actId="14100"/>
          <ac:spMkLst>
            <pc:docMk/>
            <pc:sldMk cId="2992826501" sldId="307"/>
            <ac:spMk id="3"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4"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5"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6"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7"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8"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9"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0"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1"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2"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3"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4"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5"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6"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7"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8"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19"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0"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1"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2"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3"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4"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5"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6"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7" creationId="{00000000-0000-0000-0000-000000000000}"/>
          </ac:spMkLst>
        </pc:spChg>
        <pc:spChg chg="mod">
          <ac:chgData name="Rolando E. Montero A." userId="db44b2c1daed2876" providerId="LiveId" clId="{075188D7-9515-4194-98FC-725DD6410CEF}" dt="2020-07-23T04:26:44.893" v="77" actId="164"/>
          <ac:spMkLst>
            <pc:docMk/>
            <pc:sldMk cId="2992826501" sldId="307"/>
            <ac:spMk id="28" creationId="{00000000-0000-0000-0000-000000000000}"/>
          </ac:spMkLst>
        </pc:spChg>
        <pc:spChg chg="mod">
          <ac:chgData name="Rolando E. Montero A." userId="db44b2c1daed2876" providerId="LiveId" clId="{075188D7-9515-4194-98FC-725DD6410CEF}" dt="2020-07-23T04:28:22.633" v="101" actId="403"/>
          <ac:spMkLst>
            <pc:docMk/>
            <pc:sldMk cId="2992826501" sldId="307"/>
            <ac:spMk id="29" creationId="{00000000-0000-0000-0000-000000000000}"/>
          </ac:spMkLst>
        </pc:spChg>
        <pc:spChg chg="mod">
          <ac:chgData name="Rolando E. Montero A." userId="db44b2c1daed2876" providerId="LiveId" clId="{075188D7-9515-4194-98FC-725DD6410CEF}" dt="2020-07-23T04:27:28.975" v="86" actId="1076"/>
          <ac:spMkLst>
            <pc:docMk/>
            <pc:sldMk cId="2992826501" sldId="307"/>
            <ac:spMk id="30" creationId="{00000000-0000-0000-0000-000000000000}"/>
          </ac:spMkLst>
        </pc:spChg>
        <pc:spChg chg="mod">
          <ac:chgData name="Rolando E. Montero A." userId="db44b2c1daed2876" providerId="LiveId" clId="{075188D7-9515-4194-98FC-725DD6410CEF}" dt="2020-07-23T04:28:06.214" v="95" actId="1076"/>
          <ac:spMkLst>
            <pc:docMk/>
            <pc:sldMk cId="2992826501" sldId="307"/>
            <ac:spMk id="31" creationId="{00000000-0000-0000-0000-000000000000}"/>
          </ac:spMkLst>
        </pc:spChg>
        <pc:spChg chg="mod">
          <ac:chgData name="Rolando E. Montero A." userId="db44b2c1daed2876" providerId="LiveId" clId="{075188D7-9515-4194-98FC-725DD6410CEF}" dt="2020-07-23T04:28:10.871" v="96" actId="1076"/>
          <ac:spMkLst>
            <pc:docMk/>
            <pc:sldMk cId="2992826501" sldId="307"/>
            <ac:spMk id="32" creationId="{00000000-0000-0000-0000-000000000000}"/>
          </ac:spMkLst>
        </pc:spChg>
        <pc:spChg chg="add del mod ord">
          <ac:chgData name="Rolando E. Montero A." userId="db44b2c1daed2876" providerId="LiveId" clId="{075188D7-9515-4194-98FC-725DD6410CEF}" dt="2020-07-23T04:26:08.734" v="72" actId="478"/>
          <ac:spMkLst>
            <pc:docMk/>
            <pc:sldMk cId="2992826501" sldId="307"/>
            <ac:spMk id="33" creationId="{72F82904-E55A-4E4C-994E-310B0B066CAE}"/>
          </ac:spMkLst>
        </pc:spChg>
        <pc:spChg chg="add mod ord">
          <ac:chgData name="Rolando E. Montero A." userId="db44b2c1daed2876" providerId="LiveId" clId="{075188D7-9515-4194-98FC-725DD6410CEF}" dt="2020-07-23T04:27:24.336" v="85" actId="167"/>
          <ac:spMkLst>
            <pc:docMk/>
            <pc:sldMk cId="2992826501" sldId="307"/>
            <ac:spMk id="35" creationId="{5C8C3418-975C-41E0-B8B9-92D8D4F0B20E}"/>
          </ac:spMkLst>
        </pc:spChg>
        <pc:grpChg chg="add mod">
          <ac:chgData name="Rolando E. Montero A." userId="db44b2c1daed2876" providerId="LiveId" clId="{075188D7-9515-4194-98FC-725DD6410CEF}" dt="2020-07-23T04:27:34.209" v="87" actId="1076"/>
          <ac:grpSpMkLst>
            <pc:docMk/>
            <pc:sldMk cId="2992826501" sldId="307"/>
            <ac:grpSpMk id="34" creationId="{A8610E86-8282-4767-A739-81FBFB2AF727}"/>
          </ac:grpSpMkLst>
        </pc:grpChg>
      </pc:sldChg>
      <pc:sldChg chg="addSp delSp modSp add mod modTransition modClrScheme chgLayout">
        <pc:chgData name="Rolando E. Montero A." userId="db44b2c1daed2876" providerId="LiveId" clId="{075188D7-9515-4194-98FC-725DD6410CEF}" dt="2020-07-23T05:13:29.208" v="465" actId="113"/>
        <pc:sldMkLst>
          <pc:docMk/>
          <pc:sldMk cId="3109415576" sldId="308"/>
        </pc:sldMkLst>
        <pc:spChg chg="del mod">
          <ac:chgData name="Rolando E. Montero A." userId="db44b2c1daed2876" providerId="LiveId" clId="{075188D7-9515-4194-98FC-725DD6410CEF}" dt="2020-07-23T04:30:47.771" v="109" actId="478"/>
          <ac:spMkLst>
            <pc:docMk/>
            <pc:sldMk cId="3109415576" sldId="308"/>
            <ac:spMk id="2" creationId="{00000000-0000-0000-0000-000000000000}"/>
          </ac:spMkLst>
        </pc:spChg>
        <pc:spChg chg="add mod ord">
          <ac:chgData name="Rolando E. Montero A." userId="db44b2c1daed2876" providerId="LiveId" clId="{075188D7-9515-4194-98FC-725DD6410CEF}" dt="2020-07-23T05:13:29.208" v="465" actId="113"/>
          <ac:spMkLst>
            <pc:docMk/>
            <pc:sldMk cId="3109415576" sldId="308"/>
            <ac:spMk id="3" creationId="{51B757CF-85CB-42DD-B476-57FA9955D62B}"/>
          </ac:spMkLst>
        </pc:spChg>
        <pc:spChg chg="add del mod ord">
          <ac:chgData name="Rolando E. Montero A." userId="db44b2c1daed2876" providerId="LiveId" clId="{075188D7-9515-4194-98FC-725DD6410CEF}" dt="2020-07-23T04:31:02.209" v="113" actId="700"/>
          <ac:spMkLst>
            <pc:docMk/>
            <pc:sldMk cId="3109415576" sldId="308"/>
            <ac:spMk id="4" creationId="{88D0A0F7-CDDD-44AF-A57E-0359C2ED3140}"/>
          </ac:spMkLst>
        </pc:spChg>
        <pc:spChg chg="add mod ord">
          <ac:chgData name="Rolando E. Montero A." userId="db44b2c1daed2876" providerId="LiveId" clId="{075188D7-9515-4194-98FC-725DD6410CEF}" dt="2020-07-23T04:31:02.209" v="113" actId="700"/>
          <ac:spMkLst>
            <pc:docMk/>
            <pc:sldMk cId="3109415576" sldId="308"/>
            <ac:spMk id="5" creationId="{37059A18-E22B-4E78-B958-2A9A1595FC0C}"/>
          </ac:spMkLst>
        </pc:spChg>
      </pc:sldChg>
      <pc:sldChg chg="addSp delSp modSp add mod modTransition modClrScheme chgLayout">
        <pc:chgData name="Rolando E. Montero A." userId="db44b2c1daed2876" providerId="LiveId" clId="{075188D7-9515-4194-98FC-725DD6410CEF}" dt="2020-07-23T04:38:10.377" v="160" actId="14861"/>
        <pc:sldMkLst>
          <pc:docMk/>
          <pc:sldMk cId="1273912043" sldId="309"/>
        </pc:sldMkLst>
        <pc:spChg chg="mod">
          <ac:chgData name="Rolando E. Montero A." userId="db44b2c1daed2876" providerId="LiveId" clId="{075188D7-9515-4194-98FC-725DD6410CEF}" dt="2020-07-23T04:37:42.480" v="153" actId="404"/>
          <ac:spMkLst>
            <pc:docMk/>
            <pc:sldMk cId="1273912043" sldId="309"/>
            <ac:spMk id="2" creationId="{00000000-0000-0000-0000-000000000000}"/>
          </ac:spMkLst>
        </pc:spChg>
        <pc:spChg chg="mod ord">
          <ac:chgData name="Rolando E. Montero A." userId="db44b2c1daed2876" providerId="LiveId" clId="{075188D7-9515-4194-98FC-725DD6410CEF}" dt="2020-07-23T04:31:55.936" v="124" actId="1076"/>
          <ac:spMkLst>
            <pc:docMk/>
            <pc:sldMk cId="1273912043" sldId="309"/>
            <ac:spMk id="3" creationId="{00000000-0000-0000-0000-000000000000}"/>
          </ac:spMkLst>
        </pc:spChg>
        <pc:spChg chg="del mod">
          <ac:chgData name="Rolando E. Montero A." userId="db44b2c1daed2876" providerId="LiveId" clId="{075188D7-9515-4194-98FC-725DD6410CEF}" dt="2020-07-23T04:32:40.765" v="135" actId="478"/>
          <ac:spMkLst>
            <pc:docMk/>
            <pc:sldMk cId="1273912043" sldId="309"/>
            <ac:spMk id="4" creationId="{00000000-0000-0000-0000-000000000000}"/>
          </ac:spMkLst>
        </pc:spChg>
        <pc:spChg chg="del">
          <ac:chgData name="Rolando E. Montero A." userId="db44b2c1daed2876" providerId="LiveId" clId="{075188D7-9515-4194-98FC-725DD6410CEF}" dt="2020-07-23T04:31:31.701" v="121" actId="478"/>
          <ac:spMkLst>
            <pc:docMk/>
            <pc:sldMk cId="1273912043" sldId="309"/>
            <ac:spMk id="5" creationId="{00000000-0000-0000-0000-000000000000}"/>
          </ac:spMkLst>
        </pc:spChg>
        <pc:spChg chg="add del mod ord">
          <ac:chgData name="Rolando E. Montero A." userId="db44b2c1daed2876" providerId="LiveId" clId="{075188D7-9515-4194-98FC-725DD6410CEF}" dt="2020-07-23T04:31:34.877" v="122" actId="478"/>
          <ac:spMkLst>
            <pc:docMk/>
            <pc:sldMk cId="1273912043" sldId="309"/>
            <ac:spMk id="6" creationId="{0458A596-B8BB-48E2-B535-71F6AC1866BD}"/>
          </ac:spMkLst>
        </pc:spChg>
        <pc:spChg chg="add mod">
          <ac:chgData name="Rolando E. Montero A." userId="db44b2c1daed2876" providerId="LiveId" clId="{075188D7-9515-4194-98FC-725DD6410CEF}" dt="2020-07-23T04:37:29.316" v="147" actId="1076"/>
          <ac:spMkLst>
            <pc:docMk/>
            <pc:sldMk cId="1273912043" sldId="309"/>
            <ac:spMk id="10" creationId="{C853183C-E73C-4D8C-BE01-E03D2902976E}"/>
          </ac:spMkLst>
        </pc:spChg>
        <pc:picChg chg="add del">
          <ac:chgData name="Rolando E. Montero A." userId="db44b2c1daed2876" providerId="LiveId" clId="{075188D7-9515-4194-98FC-725DD6410CEF}" dt="2020-07-23T04:34:49.589" v="137" actId="478"/>
          <ac:picMkLst>
            <pc:docMk/>
            <pc:sldMk cId="1273912043" sldId="309"/>
            <ac:picMk id="7" creationId="{A4C257F5-04A4-4C0B-853B-23607AE4460B}"/>
          </ac:picMkLst>
        </pc:picChg>
        <pc:picChg chg="add mod">
          <ac:chgData name="Rolando E. Montero A." userId="db44b2c1daed2876" providerId="LiveId" clId="{075188D7-9515-4194-98FC-725DD6410CEF}" dt="2020-07-23T04:38:10.377" v="160" actId="14861"/>
          <ac:picMkLst>
            <pc:docMk/>
            <pc:sldMk cId="1273912043" sldId="309"/>
            <ac:picMk id="8" creationId="{74D26059-B53F-4BB6-AF67-6DC210A220D3}"/>
          </ac:picMkLst>
        </pc:picChg>
      </pc:sldChg>
      <pc:sldChg chg="addSp delSp modSp add mod modTransition modClrScheme chgLayout">
        <pc:chgData name="Rolando E. Montero A." userId="db44b2c1daed2876" providerId="LiveId" clId="{075188D7-9515-4194-98FC-725DD6410CEF}" dt="2020-07-23T04:41:17.352" v="187" actId="1076"/>
        <pc:sldMkLst>
          <pc:docMk/>
          <pc:sldMk cId="2675995060" sldId="310"/>
        </pc:sldMkLst>
        <pc:spChg chg="mod ord">
          <ac:chgData name="Rolando E. Montero A." userId="db44b2c1daed2876" providerId="LiveId" clId="{075188D7-9515-4194-98FC-725DD6410CEF}" dt="2020-07-23T04:38:58.508" v="165" actId="1076"/>
          <ac:spMkLst>
            <pc:docMk/>
            <pc:sldMk cId="2675995060" sldId="310"/>
            <ac:spMk id="2" creationId="{00000000-0000-0000-0000-000000000000}"/>
          </ac:spMkLst>
        </pc:spChg>
        <pc:spChg chg="mod">
          <ac:chgData name="Rolando E. Montero A." userId="db44b2c1daed2876" providerId="LiveId" clId="{075188D7-9515-4194-98FC-725DD6410CEF}" dt="2020-07-23T04:41:12.726" v="186" actId="14100"/>
          <ac:spMkLst>
            <pc:docMk/>
            <pc:sldMk cId="2675995060" sldId="310"/>
            <ac:spMk id="3" creationId="{00000000-0000-0000-0000-000000000000}"/>
          </ac:spMkLst>
        </pc:spChg>
        <pc:spChg chg="mod">
          <ac:chgData name="Rolando E. Montero A." userId="db44b2c1daed2876" providerId="LiveId" clId="{075188D7-9515-4194-98FC-725DD6410CEF}" dt="2020-07-23T04:39:32.292" v="171" actId="164"/>
          <ac:spMkLst>
            <pc:docMk/>
            <pc:sldMk cId="2675995060" sldId="310"/>
            <ac:spMk id="4" creationId="{00000000-0000-0000-0000-000000000000}"/>
          </ac:spMkLst>
        </pc:spChg>
        <pc:spChg chg="mod">
          <ac:chgData name="Rolando E. Montero A." userId="db44b2c1daed2876" providerId="LiveId" clId="{075188D7-9515-4194-98FC-725DD6410CEF}" dt="2020-07-23T04:39:32.292" v="171" actId="164"/>
          <ac:spMkLst>
            <pc:docMk/>
            <pc:sldMk cId="2675995060" sldId="310"/>
            <ac:spMk id="5" creationId="{00000000-0000-0000-0000-000000000000}"/>
          </ac:spMkLst>
        </pc:spChg>
        <pc:spChg chg="mod">
          <ac:chgData name="Rolando E. Montero A." userId="db44b2c1daed2876" providerId="LiveId" clId="{075188D7-9515-4194-98FC-725DD6410CEF}" dt="2020-07-23T04:39:32.292" v="171" actId="164"/>
          <ac:spMkLst>
            <pc:docMk/>
            <pc:sldMk cId="2675995060" sldId="310"/>
            <ac:spMk id="6" creationId="{00000000-0000-0000-0000-000000000000}"/>
          </ac:spMkLst>
        </pc:spChg>
        <pc:spChg chg="mod">
          <ac:chgData name="Rolando E. Montero A." userId="db44b2c1daed2876" providerId="LiveId" clId="{075188D7-9515-4194-98FC-725DD6410CEF}" dt="2020-07-23T04:39:32.292" v="171" actId="164"/>
          <ac:spMkLst>
            <pc:docMk/>
            <pc:sldMk cId="2675995060" sldId="310"/>
            <ac:spMk id="7" creationId="{00000000-0000-0000-0000-000000000000}"/>
          </ac:spMkLst>
        </pc:spChg>
        <pc:spChg chg="mod">
          <ac:chgData name="Rolando E. Montero A." userId="db44b2c1daed2876" providerId="LiveId" clId="{075188D7-9515-4194-98FC-725DD6410CEF}" dt="2020-07-23T04:39:32.292" v="171" actId="164"/>
          <ac:spMkLst>
            <pc:docMk/>
            <pc:sldMk cId="2675995060" sldId="310"/>
            <ac:spMk id="8" creationId="{00000000-0000-0000-0000-000000000000}"/>
          </ac:spMkLst>
        </pc:spChg>
        <pc:spChg chg="mod">
          <ac:chgData name="Rolando E. Montero A." userId="db44b2c1daed2876" providerId="LiveId" clId="{075188D7-9515-4194-98FC-725DD6410CEF}" dt="2020-07-23T04:39:32.292" v="171" actId="164"/>
          <ac:spMkLst>
            <pc:docMk/>
            <pc:sldMk cId="2675995060" sldId="310"/>
            <ac:spMk id="9"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0"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1"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2"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3"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4"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5"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6"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7"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8"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19"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0"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1"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2"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3"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4"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5"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6"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7"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8" creationId="{00000000-0000-0000-0000-000000000000}"/>
          </ac:spMkLst>
        </pc:spChg>
        <pc:spChg chg="mod">
          <ac:chgData name="Rolando E. Montero A." userId="db44b2c1daed2876" providerId="LiveId" clId="{075188D7-9515-4194-98FC-725DD6410CEF}" dt="2020-07-23T04:40:03.013" v="175" actId="1076"/>
          <ac:spMkLst>
            <pc:docMk/>
            <pc:sldMk cId="2675995060" sldId="310"/>
            <ac:spMk id="29"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1"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2"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3"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4"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5"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6"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7"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8"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39"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0"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1"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2"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3"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4"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5"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6"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7"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8"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49"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50"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51"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52" creationId="{00000000-0000-0000-0000-000000000000}"/>
          </ac:spMkLst>
        </pc:spChg>
        <pc:spChg chg="mod">
          <ac:chgData name="Rolando E. Montero A." userId="db44b2c1daed2876" providerId="LiveId" clId="{075188D7-9515-4194-98FC-725DD6410CEF}" dt="2020-07-23T04:39:20.166" v="169" actId="164"/>
          <ac:spMkLst>
            <pc:docMk/>
            <pc:sldMk cId="2675995060" sldId="310"/>
            <ac:spMk id="53" creationId="{00000000-0000-0000-0000-000000000000}"/>
          </ac:spMkLst>
        </pc:spChg>
        <pc:spChg chg="mod">
          <ac:chgData name="Rolando E. Montero A." userId="db44b2c1daed2876" providerId="LiveId" clId="{075188D7-9515-4194-98FC-725DD6410CEF}" dt="2020-07-23T04:40:34.226" v="183" actId="115"/>
          <ac:spMkLst>
            <pc:docMk/>
            <pc:sldMk cId="2675995060" sldId="310"/>
            <ac:spMk id="54" creationId="{00000000-0000-0000-0000-000000000000}"/>
          </ac:spMkLst>
        </pc:spChg>
        <pc:spChg chg="add del mod ord">
          <ac:chgData name="Rolando E. Montero A." userId="db44b2c1daed2876" providerId="LiveId" clId="{075188D7-9515-4194-98FC-725DD6410CEF}" dt="2020-07-23T04:38:51.148" v="163" actId="700"/>
          <ac:spMkLst>
            <pc:docMk/>
            <pc:sldMk cId="2675995060" sldId="310"/>
            <ac:spMk id="55" creationId="{D46A12DA-CDAF-4623-9E3B-CD1291D8FC8A}"/>
          </ac:spMkLst>
        </pc:spChg>
        <pc:spChg chg="add del mod ord">
          <ac:chgData name="Rolando E. Montero A." userId="db44b2c1daed2876" providerId="LiveId" clId="{075188D7-9515-4194-98FC-725DD6410CEF}" dt="2020-07-23T04:38:54.305" v="164" actId="478"/>
          <ac:spMkLst>
            <pc:docMk/>
            <pc:sldMk cId="2675995060" sldId="310"/>
            <ac:spMk id="56" creationId="{59238EFF-172C-4A84-B1F9-9EF29644AB7F}"/>
          </ac:spMkLst>
        </pc:spChg>
        <pc:grpChg chg="add mod">
          <ac:chgData name="Rolando E. Montero A." userId="db44b2c1daed2876" providerId="LiveId" clId="{075188D7-9515-4194-98FC-725DD6410CEF}" dt="2020-07-23T04:41:09.132" v="185" actId="1076"/>
          <ac:grpSpMkLst>
            <pc:docMk/>
            <pc:sldMk cId="2675995060" sldId="310"/>
            <ac:grpSpMk id="57" creationId="{988DF56C-2CA4-46C6-B2BF-2C9AD000F6A5}"/>
          </ac:grpSpMkLst>
        </pc:grpChg>
        <pc:grpChg chg="add mod">
          <ac:chgData name="Rolando E. Montero A." userId="db44b2c1daed2876" providerId="LiveId" clId="{075188D7-9515-4194-98FC-725DD6410CEF}" dt="2020-07-23T04:41:17.352" v="187" actId="1076"/>
          <ac:grpSpMkLst>
            <pc:docMk/>
            <pc:sldMk cId="2675995060" sldId="310"/>
            <ac:grpSpMk id="58" creationId="{1191BD1C-BC88-4BE5-AEAA-D4F84F0E0868}"/>
          </ac:grpSpMkLst>
        </pc:grpChg>
        <pc:graphicFrameChg chg="mod">
          <ac:chgData name="Rolando E. Montero A." userId="db44b2c1daed2876" providerId="LiveId" clId="{075188D7-9515-4194-98FC-725DD6410CEF}" dt="2020-07-23T04:40:03.013" v="175" actId="1076"/>
          <ac:graphicFrameMkLst>
            <pc:docMk/>
            <pc:sldMk cId="2675995060" sldId="310"/>
            <ac:graphicFrameMk id="30" creationId="{00000000-0000-0000-0000-000000000000}"/>
          </ac:graphicFrameMkLst>
        </pc:graphicFrameChg>
      </pc:sldChg>
      <pc:sldChg chg="addSp delSp modSp add mod modTransition modClrScheme chgLayout">
        <pc:chgData name="Rolando E. Montero A." userId="db44b2c1daed2876" providerId="LiveId" clId="{075188D7-9515-4194-98FC-725DD6410CEF}" dt="2020-07-23T04:46:05.324" v="230" actId="1076"/>
        <pc:sldMkLst>
          <pc:docMk/>
          <pc:sldMk cId="330909538" sldId="311"/>
        </pc:sldMkLst>
        <pc:spChg chg="mod ord">
          <ac:chgData name="Rolando E. Montero A." userId="db44b2c1daed2876" providerId="LiveId" clId="{075188D7-9515-4194-98FC-725DD6410CEF}" dt="2020-07-23T04:42:08.292" v="190" actId="1076"/>
          <ac:spMkLst>
            <pc:docMk/>
            <pc:sldMk cId="330909538" sldId="311"/>
            <ac:spMk id="2" creationId="{00000000-0000-0000-0000-000000000000}"/>
          </ac:spMkLst>
        </pc:spChg>
        <pc:spChg chg="mod">
          <ac:chgData name="Rolando E. Montero A." userId="db44b2c1daed2876" providerId="LiveId" clId="{075188D7-9515-4194-98FC-725DD6410CEF}" dt="2020-07-23T04:42:21.169" v="194" actId="115"/>
          <ac:spMkLst>
            <pc:docMk/>
            <pc:sldMk cId="330909538" sldId="311"/>
            <ac:spMk id="3"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4"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5"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6"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7"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8"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9"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0"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1"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2"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3"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4"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5"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6"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7" creationId="{00000000-0000-0000-0000-000000000000}"/>
          </ac:spMkLst>
        </pc:spChg>
        <pc:spChg chg="mod">
          <ac:chgData name="Rolando E. Montero A." userId="db44b2c1daed2876" providerId="LiveId" clId="{075188D7-9515-4194-98FC-725DD6410CEF}" dt="2020-07-23T04:42:47.187" v="199" actId="1076"/>
          <ac:spMkLst>
            <pc:docMk/>
            <pc:sldMk cId="330909538" sldId="311"/>
            <ac:spMk id="18" creationId="{00000000-0000-0000-0000-000000000000}"/>
          </ac:spMkLst>
        </pc:spChg>
        <pc:spChg chg="mod">
          <ac:chgData name="Rolando E. Montero A." userId="db44b2c1daed2876" providerId="LiveId" clId="{075188D7-9515-4194-98FC-725DD6410CEF}" dt="2020-07-23T04:43:33.534" v="215" actId="14100"/>
          <ac:spMkLst>
            <pc:docMk/>
            <pc:sldMk cId="330909538" sldId="311"/>
            <ac:spMk id="19" creationId="{00000000-0000-0000-0000-000000000000}"/>
          </ac:spMkLst>
        </pc:spChg>
        <pc:spChg chg="mod">
          <ac:chgData name="Rolando E. Montero A." userId="db44b2c1daed2876" providerId="LiveId" clId="{075188D7-9515-4194-98FC-725DD6410CEF}" dt="2020-07-23T04:43:27.893" v="214" actId="115"/>
          <ac:spMkLst>
            <pc:docMk/>
            <pc:sldMk cId="330909538" sldId="311"/>
            <ac:spMk id="20" creationId="{00000000-0000-0000-0000-000000000000}"/>
          </ac:spMkLst>
        </pc:spChg>
        <pc:spChg chg="mod">
          <ac:chgData name="Rolando E. Montero A." userId="db44b2c1daed2876" providerId="LiveId" clId="{075188D7-9515-4194-98FC-725DD6410CEF}" dt="2020-07-23T04:42:35.374" v="196" actId="1076"/>
          <ac:spMkLst>
            <pc:docMk/>
            <pc:sldMk cId="330909538" sldId="311"/>
            <ac:spMk id="21" creationId="{00000000-0000-0000-0000-000000000000}"/>
          </ac:spMkLst>
        </pc:spChg>
        <pc:spChg chg="add del mod ord">
          <ac:chgData name="Rolando E. Montero A." userId="db44b2c1daed2876" providerId="LiveId" clId="{075188D7-9515-4194-98FC-725DD6410CEF}" dt="2020-07-23T04:41:48.025" v="188" actId="700"/>
          <ac:spMkLst>
            <pc:docMk/>
            <pc:sldMk cId="330909538" sldId="311"/>
            <ac:spMk id="22" creationId="{1ED1364E-2DF7-4012-8111-986351CCDE0C}"/>
          </ac:spMkLst>
        </pc:spChg>
        <pc:spChg chg="add del mod ord">
          <ac:chgData name="Rolando E. Montero A." userId="db44b2c1daed2876" providerId="LiveId" clId="{075188D7-9515-4194-98FC-725DD6410CEF}" dt="2020-07-23T04:42:26.169" v="195" actId="478"/>
          <ac:spMkLst>
            <pc:docMk/>
            <pc:sldMk cId="330909538" sldId="311"/>
            <ac:spMk id="23" creationId="{B58F14C6-1480-4AFD-B467-3FDCD669F555}"/>
          </ac:spMkLst>
        </pc:spChg>
        <pc:spChg chg="add mod">
          <ac:chgData name="Rolando E. Montero A." userId="db44b2c1daed2876" providerId="LiveId" clId="{075188D7-9515-4194-98FC-725DD6410CEF}" dt="2020-07-23T04:45:45.651" v="227"/>
          <ac:spMkLst>
            <pc:docMk/>
            <pc:sldMk cId="330909538" sldId="311"/>
            <ac:spMk id="25" creationId="{039263B3-A8F6-4922-BDE3-96874B6565AC}"/>
          </ac:spMkLst>
        </pc:spChg>
        <pc:graphicFrameChg chg="add mod modGraphic">
          <ac:chgData name="Rolando E. Montero A." userId="db44b2c1daed2876" providerId="LiveId" clId="{075188D7-9515-4194-98FC-725DD6410CEF}" dt="2020-07-23T04:45:32.878" v="225" actId="1076"/>
          <ac:graphicFrameMkLst>
            <pc:docMk/>
            <pc:sldMk cId="330909538" sldId="311"/>
            <ac:graphicFrameMk id="26" creationId="{ABEE087B-74A8-4B2D-B35B-74A4F6878E59}"/>
          </ac:graphicFrameMkLst>
        </pc:graphicFrameChg>
        <pc:graphicFrameChg chg="add mod">
          <ac:chgData name="Rolando E. Montero A." userId="db44b2c1daed2876" providerId="LiveId" clId="{075188D7-9515-4194-98FC-725DD6410CEF}" dt="2020-07-23T04:46:05.324" v="230" actId="1076"/>
          <ac:graphicFrameMkLst>
            <pc:docMk/>
            <pc:sldMk cId="330909538" sldId="311"/>
            <ac:graphicFrameMk id="27" creationId="{B0150145-6164-475E-9463-E0E0E98A6C34}"/>
          </ac:graphicFrameMkLst>
        </pc:graphicFrameChg>
      </pc:sldChg>
      <pc:sldChg chg="addSp delSp modSp add mod modTransition modClrScheme chgLayout">
        <pc:chgData name="Rolando E. Montero A." userId="db44b2c1daed2876" providerId="LiveId" clId="{075188D7-9515-4194-98FC-725DD6410CEF}" dt="2020-07-23T04:47:41.625" v="246" actId="113"/>
        <pc:sldMkLst>
          <pc:docMk/>
          <pc:sldMk cId="1305555205" sldId="312"/>
        </pc:sldMkLst>
        <pc:spChg chg="mod ord">
          <ac:chgData name="Rolando E. Montero A." userId="db44b2c1daed2876" providerId="LiveId" clId="{075188D7-9515-4194-98FC-725DD6410CEF}" dt="2020-07-23T04:46:21.936" v="233" actId="1076"/>
          <ac:spMkLst>
            <pc:docMk/>
            <pc:sldMk cId="1305555205" sldId="312"/>
            <ac:spMk id="2" creationId="{00000000-0000-0000-0000-000000000000}"/>
          </ac:spMkLst>
        </pc:spChg>
        <pc:spChg chg="mod">
          <ac:chgData name="Rolando E. Montero A." userId="db44b2c1daed2876" providerId="LiveId" clId="{075188D7-9515-4194-98FC-725DD6410CEF}" dt="2020-07-23T04:47:41.625" v="246" actId="113"/>
          <ac:spMkLst>
            <pc:docMk/>
            <pc:sldMk cId="1305555205" sldId="312"/>
            <ac:spMk id="3" creationId="{00000000-0000-0000-0000-000000000000}"/>
          </ac:spMkLst>
        </pc:spChg>
        <pc:spChg chg="add del mod ord">
          <ac:chgData name="Rolando E. Montero A." userId="db44b2c1daed2876" providerId="LiveId" clId="{075188D7-9515-4194-98FC-725DD6410CEF}" dt="2020-07-23T04:42:00.261" v="189" actId="700"/>
          <ac:spMkLst>
            <pc:docMk/>
            <pc:sldMk cId="1305555205" sldId="312"/>
            <ac:spMk id="4" creationId="{6055822C-A498-41E0-A5ED-980B8142AFA9}"/>
          </ac:spMkLst>
        </pc:spChg>
        <pc:spChg chg="add del mod ord">
          <ac:chgData name="Rolando E. Montero A." userId="db44b2c1daed2876" providerId="LiveId" clId="{075188D7-9515-4194-98FC-725DD6410CEF}" dt="2020-07-23T04:46:25.504" v="234" actId="478"/>
          <ac:spMkLst>
            <pc:docMk/>
            <pc:sldMk cId="1305555205" sldId="312"/>
            <ac:spMk id="5" creationId="{9916AF77-EC0B-4D0B-B628-080807E13668}"/>
          </ac:spMkLst>
        </pc:spChg>
      </pc:sldChg>
      <pc:sldChg chg="addSp delSp modSp add mod modTransition modClrScheme modAnim chgLayout">
        <pc:chgData name="Rolando E. Montero A." userId="db44b2c1daed2876" providerId="LiveId" clId="{075188D7-9515-4194-98FC-725DD6410CEF}" dt="2020-07-23T04:55:51.581" v="294"/>
        <pc:sldMkLst>
          <pc:docMk/>
          <pc:sldMk cId="1359696745" sldId="313"/>
        </pc:sldMkLst>
        <pc:spChg chg="mod ord">
          <ac:chgData name="Rolando E. Montero A." userId="db44b2c1daed2876" providerId="LiveId" clId="{075188D7-9515-4194-98FC-725DD6410CEF}" dt="2020-07-23T04:48:39.861" v="252" actId="1076"/>
          <ac:spMkLst>
            <pc:docMk/>
            <pc:sldMk cId="1359696745" sldId="313"/>
            <ac:spMk id="2" creationId="{00000000-0000-0000-0000-000000000000}"/>
          </ac:spMkLst>
        </pc:spChg>
        <pc:spChg chg="mod">
          <ac:chgData name="Rolando E. Montero A." userId="db44b2c1daed2876" providerId="LiveId" clId="{075188D7-9515-4194-98FC-725DD6410CEF}" dt="2020-07-23T04:49:40.898" v="266" actId="403"/>
          <ac:spMkLst>
            <pc:docMk/>
            <pc:sldMk cId="1359696745" sldId="313"/>
            <ac:spMk id="3" creationId="{00000000-0000-0000-0000-000000000000}"/>
          </ac:spMkLst>
        </pc:spChg>
        <pc:spChg chg="mod">
          <ac:chgData name="Rolando E. Montero A." userId="db44b2c1daed2876" providerId="LiveId" clId="{075188D7-9515-4194-98FC-725DD6410CEF}" dt="2020-07-23T04:49:48.383" v="267" actId="1076"/>
          <ac:spMkLst>
            <pc:docMk/>
            <pc:sldMk cId="1359696745" sldId="313"/>
            <ac:spMk id="4" creationId="{00000000-0000-0000-0000-000000000000}"/>
          </ac:spMkLst>
        </pc:spChg>
        <pc:spChg chg="del mod">
          <ac:chgData name="Rolando E. Montero A." userId="db44b2c1daed2876" providerId="LiveId" clId="{075188D7-9515-4194-98FC-725DD6410CEF}" dt="2020-07-23T04:53:13.383" v="282" actId="478"/>
          <ac:spMkLst>
            <pc:docMk/>
            <pc:sldMk cId="1359696745" sldId="313"/>
            <ac:spMk id="5" creationId="{00000000-0000-0000-0000-000000000000}"/>
          </ac:spMkLst>
        </pc:spChg>
        <pc:spChg chg="mod">
          <ac:chgData name="Rolando E. Montero A." userId="db44b2c1daed2876" providerId="LiveId" clId="{075188D7-9515-4194-98FC-725DD6410CEF}" dt="2020-07-23T04:51:31.108" v="278" actId="1076"/>
          <ac:spMkLst>
            <pc:docMk/>
            <pc:sldMk cId="1359696745" sldId="313"/>
            <ac:spMk id="6" creationId="{00000000-0000-0000-0000-000000000000}"/>
          </ac:spMkLst>
        </pc:spChg>
        <pc:spChg chg="mod">
          <ac:chgData name="Rolando E. Montero A." userId="db44b2c1daed2876" providerId="LiveId" clId="{075188D7-9515-4194-98FC-725DD6410CEF}" dt="2020-07-23T04:51:31.108" v="278" actId="1076"/>
          <ac:spMkLst>
            <pc:docMk/>
            <pc:sldMk cId="1359696745" sldId="313"/>
            <ac:spMk id="7" creationId="{00000000-0000-0000-0000-000000000000}"/>
          </ac:spMkLst>
        </pc:spChg>
        <pc:spChg chg="mod">
          <ac:chgData name="Rolando E. Montero A." userId="db44b2c1daed2876" providerId="LiveId" clId="{075188D7-9515-4194-98FC-725DD6410CEF}" dt="2020-07-23T04:51:31.108" v="278" actId="1076"/>
          <ac:spMkLst>
            <pc:docMk/>
            <pc:sldMk cId="1359696745" sldId="313"/>
            <ac:spMk id="8" creationId="{00000000-0000-0000-0000-000000000000}"/>
          </ac:spMkLst>
        </pc:spChg>
        <pc:spChg chg="mod">
          <ac:chgData name="Rolando E. Montero A." userId="db44b2c1daed2876" providerId="LiveId" clId="{075188D7-9515-4194-98FC-725DD6410CEF}" dt="2020-07-23T04:51:31.108" v="278" actId="1076"/>
          <ac:spMkLst>
            <pc:docMk/>
            <pc:sldMk cId="1359696745" sldId="313"/>
            <ac:spMk id="9" creationId="{00000000-0000-0000-0000-000000000000}"/>
          </ac:spMkLst>
        </pc:spChg>
        <pc:spChg chg="add del mod ord">
          <ac:chgData name="Rolando E. Montero A." userId="db44b2c1daed2876" providerId="LiveId" clId="{075188D7-9515-4194-98FC-725DD6410CEF}" dt="2020-07-23T04:42:00.261" v="189" actId="700"/>
          <ac:spMkLst>
            <pc:docMk/>
            <pc:sldMk cId="1359696745" sldId="313"/>
            <ac:spMk id="10" creationId="{D4CFA364-7A18-468B-B331-04DD44AAB036}"/>
          </ac:spMkLst>
        </pc:spChg>
        <pc:spChg chg="add del mod ord">
          <ac:chgData name="Rolando E. Montero A." userId="db44b2c1daed2876" providerId="LiveId" clId="{075188D7-9515-4194-98FC-725DD6410CEF}" dt="2020-07-23T04:48:56.128" v="256" actId="478"/>
          <ac:spMkLst>
            <pc:docMk/>
            <pc:sldMk cId="1359696745" sldId="313"/>
            <ac:spMk id="11" creationId="{9ADA1344-FCB7-42EF-8D02-D2B8D178DEDF}"/>
          </ac:spMkLst>
        </pc:spChg>
        <pc:picChg chg="add mod">
          <ac:chgData name="Rolando E. Montero A." userId="db44b2c1daed2876" providerId="LiveId" clId="{075188D7-9515-4194-98FC-725DD6410CEF}" dt="2020-07-23T04:53:25.886" v="288" actId="1076"/>
          <ac:picMkLst>
            <pc:docMk/>
            <pc:sldMk cId="1359696745" sldId="313"/>
            <ac:picMk id="12" creationId="{45BABE58-A837-458A-B01F-B5994D524E8D}"/>
          </ac:picMkLst>
        </pc:picChg>
        <pc:picChg chg="add mod">
          <ac:chgData name="Rolando E. Montero A." userId="db44b2c1daed2876" providerId="LiveId" clId="{075188D7-9515-4194-98FC-725DD6410CEF}" dt="2020-07-23T04:55:43.490" v="293" actId="14100"/>
          <ac:picMkLst>
            <pc:docMk/>
            <pc:sldMk cId="1359696745" sldId="313"/>
            <ac:picMk id="13" creationId="{00777D6A-D958-415A-888C-29E368723409}"/>
          </ac:picMkLst>
        </pc:picChg>
      </pc:sldChg>
      <pc:sldChg chg="addSp delSp modSp add mod modTransition modClrScheme chgLayout">
        <pc:chgData name="Rolando E. Montero A." userId="db44b2c1daed2876" providerId="LiveId" clId="{075188D7-9515-4194-98FC-725DD6410CEF}" dt="2020-07-23T05:00:10.436" v="320" actId="1076"/>
        <pc:sldMkLst>
          <pc:docMk/>
          <pc:sldMk cId="835576065" sldId="314"/>
        </pc:sldMkLst>
        <pc:spChg chg="mod ord">
          <ac:chgData name="Rolando E. Montero A." userId="db44b2c1daed2876" providerId="LiveId" clId="{075188D7-9515-4194-98FC-725DD6410CEF}" dt="2020-07-23T04:56:00.176" v="295" actId="1076"/>
          <ac:spMkLst>
            <pc:docMk/>
            <pc:sldMk cId="835576065" sldId="314"/>
            <ac:spMk id="2" creationId="{00000000-0000-0000-0000-000000000000}"/>
          </ac:spMkLst>
        </pc:spChg>
        <pc:spChg chg="mod">
          <ac:chgData name="Rolando E. Montero A." userId="db44b2c1daed2876" providerId="LiveId" clId="{075188D7-9515-4194-98FC-725DD6410CEF}" dt="2020-07-23T05:00:10.436" v="320" actId="1076"/>
          <ac:spMkLst>
            <pc:docMk/>
            <pc:sldMk cId="835576065" sldId="314"/>
            <ac:spMk id="3" creationId="{00000000-0000-0000-0000-000000000000}"/>
          </ac:spMkLst>
        </pc:spChg>
        <pc:spChg chg="add del mod ord">
          <ac:chgData name="Rolando E. Montero A." userId="db44b2c1daed2876" providerId="LiveId" clId="{075188D7-9515-4194-98FC-725DD6410CEF}" dt="2020-07-23T04:42:00.261" v="189" actId="700"/>
          <ac:spMkLst>
            <pc:docMk/>
            <pc:sldMk cId="835576065" sldId="314"/>
            <ac:spMk id="4" creationId="{CC5E27A5-FC11-49BD-B58A-D2581FEFC026}"/>
          </ac:spMkLst>
        </pc:spChg>
        <pc:spChg chg="add del mod ord">
          <ac:chgData name="Rolando E. Montero A." userId="db44b2c1daed2876" providerId="LiveId" clId="{075188D7-9515-4194-98FC-725DD6410CEF}" dt="2020-07-23T04:56:02.266" v="296" actId="478"/>
          <ac:spMkLst>
            <pc:docMk/>
            <pc:sldMk cId="835576065" sldId="314"/>
            <ac:spMk id="5" creationId="{F4B43E40-B956-4459-B7D8-176E49E3C355}"/>
          </ac:spMkLst>
        </pc:spChg>
        <pc:picChg chg="add del mod">
          <ac:chgData name="Rolando E. Montero A." userId="db44b2c1daed2876" providerId="LiveId" clId="{075188D7-9515-4194-98FC-725DD6410CEF}" dt="2020-07-23T04:59:12.868" v="311" actId="478"/>
          <ac:picMkLst>
            <pc:docMk/>
            <pc:sldMk cId="835576065" sldId="314"/>
            <ac:picMk id="6" creationId="{19A49029-7F4A-461F-B68C-070E79A8C155}"/>
          </ac:picMkLst>
        </pc:picChg>
        <pc:picChg chg="add mod">
          <ac:chgData name="Rolando E. Montero A." userId="db44b2c1daed2876" providerId="LiveId" clId="{075188D7-9515-4194-98FC-725DD6410CEF}" dt="2020-07-23T05:00:00.430" v="319" actId="1076"/>
          <ac:picMkLst>
            <pc:docMk/>
            <pc:sldMk cId="835576065" sldId="314"/>
            <ac:picMk id="7" creationId="{27BD179B-843A-467D-80F3-857370153B2F}"/>
          </ac:picMkLst>
        </pc:picChg>
      </pc:sldChg>
      <pc:sldChg chg="addSp modSp add mod modTransition modClrScheme chgLayout">
        <pc:chgData name="Rolando E. Montero A." userId="db44b2c1daed2876" providerId="LiveId" clId="{075188D7-9515-4194-98FC-725DD6410CEF}" dt="2020-07-23T05:01:42.882" v="340"/>
        <pc:sldMkLst>
          <pc:docMk/>
          <pc:sldMk cId="212886999" sldId="315"/>
        </pc:sldMkLst>
        <pc:spChg chg="mod ord">
          <ac:chgData name="Rolando E. Montero A." userId="db44b2c1daed2876" providerId="LiveId" clId="{075188D7-9515-4194-98FC-725DD6410CEF}" dt="2020-07-23T05:00:29.970" v="322" actId="1076"/>
          <ac:spMkLst>
            <pc:docMk/>
            <pc:sldMk cId="212886999" sldId="315"/>
            <ac:spMk id="2" creationId="{00000000-0000-0000-0000-000000000000}"/>
          </ac:spMkLst>
        </pc:spChg>
        <pc:spChg chg="mod">
          <ac:chgData name="Rolando E. Montero A." userId="db44b2c1daed2876" providerId="LiveId" clId="{075188D7-9515-4194-98FC-725DD6410CEF}" dt="2020-07-23T05:00:42.534" v="329" actId="403"/>
          <ac:spMkLst>
            <pc:docMk/>
            <pc:sldMk cId="212886999" sldId="315"/>
            <ac:spMk id="3"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4"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5"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6"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7"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8"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9"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0"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1"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2"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3"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4"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5"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6"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7"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8"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19"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20"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21" creationId="{00000000-0000-0000-0000-000000000000}"/>
          </ac:spMkLst>
        </pc:spChg>
        <pc:spChg chg="mod">
          <ac:chgData name="Rolando E. Montero A." userId="db44b2c1daed2876" providerId="LiveId" clId="{075188D7-9515-4194-98FC-725DD6410CEF}" dt="2020-07-23T05:00:51.809" v="330" actId="164"/>
          <ac:spMkLst>
            <pc:docMk/>
            <pc:sldMk cId="212886999" sldId="315"/>
            <ac:spMk id="22" creationId="{00000000-0000-0000-0000-000000000000}"/>
          </ac:spMkLst>
        </pc:spChg>
        <pc:spChg chg="mod">
          <ac:chgData name="Rolando E. Montero A." userId="db44b2c1daed2876" providerId="LiveId" clId="{075188D7-9515-4194-98FC-725DD6410CEF}" dt="2020-07-23T05:01:21.320" v="337" actId="207"/>
          <ac:spMkLst>
            <pc:docMk/>
            <pc:sldMk cId="212886999" sldId="315"/>
            <ac:spMk id="27" creationId="{00000000-0000-0000-0000-000000000000}"/>
          </ac:spMkLst>
        </pc:spChg>
        <pc:spChg chg="add mod">
          <ac:chgData name="Rolando E. Montero A." userId="db44b2c1daed2876" providerId="LiveId" clId="{075188D7-9515-4194-98FC-725DD6410CEF}" dt="2020-07-23T05:01:35.409" v="339" actId="1076"/>
          <ac:spMkLst>
            <pc:docMk/>
            <pc:sldMk cId="212886999" sldId="315"/>
            <ac:spMk id="30" creationId="{C49AD955-0798-499C-AD7D-72E4155F02F5}"/>
          </ac:spMkLst>
        </pc:spChg>
        <pc:grpChg chg="add mod">
          <ac:chgData name="Rolando E. Montero A." userId="db44b2c1daed2876" providerId="LiveId" clId="{075188D7-9515-4194-98FC-725DD6410CEF}" dt="2020-07-23T05:01:29.512" v="338" actId="1076"/>
          <ac:grpSpMkLst>
            <pc:docMk/>
            <pc:sldMk cId="212886999" sldId="315"/>
            <ac:grpSpMk id="28" creationId="{E1B9C678-071F-47C2-8C01-79B30284F2AF}"/>
          </ac:grpSpMkLst>
        </pc:grpChg>
      </pc:sldChg>
      <pc:sldChg chg="addSp modSp add mod modTransition modClrScheme chgLayout">
        <pc:chgData name="Rolando E. Montero A." userId="db44b2c1daed2876" providerId="LiveId" clId="{075188D7-9515-4194-98FC-725DD6410CEF}" dt="2020-07-23T05:04:06.279" v="364" actId="1076"/>
        <pc:sldMkLst>
          <pc:docMk/>
          <pc:sldMk cId="78699852" sldId="316"/>
        </pc:sldMkLst>
        <pc:spChg chg="mod ord">
          <ac:chgData name="Rolando E. Montero A." userId="db44b2c1daed2876" providerId="LiveId" clId="{075188D7-9515-4194-98FC-725DD6410CEF}" dt="2020-07-23T05:01:54.936" v="343" actId="1076"/>
          <ac:spMkLst>
            <pc:docMk/>
            <pc:sldMk cId="78699852" sldId="316"/>
            <ac:spMk id="2" creationId="{00000000-0000-0000-0000-000000000000}"/>
          </ac:spMkLst>
        </pc:spChg>
        <pc:spChg chg="mod">
          <ac:chgData name="Rolando E. Montero A." userId="db44b2c1daed2876" providerId="LiveId" clId="{075188D7-9515-4194-98FC-725DD6410CEF}" dt="2020-07-23T05:02:04.823" v="346" actId="14100"/>
          <ac:spMkLst>
            <pc:docMk/>
            <pc:sldMk cId="78699852" sldId="316"/>
            <ac:spMk id="3" creationId="{00000000-0000-0000-0000-000000000000}"/>
          </ac:spMkLst>
        </pc:spChg>
        <pc:spChg chg="mod">
          <ac:chgData name="Rolando E. Montero A." userId="db44b2c1daed2876" providerId="LiveId" clId="{075188D7-9515-4194-98FC-725DD6410CEF}" dt="2020-07-23T05:02:11.518" v="347" actId="164"/>
          <ac:spMkLst>
            <pc:docMk/>
            <pc:sldMk cId="78699852" sldId="316"/>
            <ac:spMk id="4" creationId="{00000000-0000-0000-0000-000000000000}"/>
          </ac:spMkLst>
        </pc:spChg>
        <pc:spChg chg="mod">
          <ac:chgData name="Rolando E. Montero A." userId="db44b2c1daed2876" providerId="LiveId" clId="{075188D7-9515-4194-98FC-725DD6410CEF}" dt="2020-07-23T05:02:11.518" v="347" actId="164"/>
          <ac:spMkLst>
            <pc:docMk/>
            <pc:sldMk cId="78699852" sldId="316"/>
            <ac:spMk id="5" creationId="{00000000-0000-0000-0000-000000000000}"/>
          </ac:spMkLst>
        </pc:spChg>
        <pc:spChg chg="mod">
          <ac:chgData name="Rolando E. Montero A." userId="db44b2c1daed2876" providerId="LiveId" clId="{075188D7-9515-4194-98FC-725DD6410CEF}" dt="2020-07-23T05:02:11.518" v="347" actId="164"/>
          <ac:spMkLst>
            <pc:docMk/>
            <pc:sldMk cId="78699852" sldId="316"/>
            <ac:spMk id="6" creationId="{00000000-0000-0000-0000-000000000000}"/>
          </ac:spMkLst>
        </pc:spChg>
        <pc:spChg chg="mod">
          <ac:chgData name="Rolando E. Montero A." userId="db44b2c1daed2876" providerId="LiveId" clId="{075188D7-9515-4194-98FC-725DD6410CEF}" dt="2020-07-23T05:02:11.518" v="347" actId="164"/>
          <ac:spMkLst>
            <pc:docMk/>
            <pc:sldMk cId="78699852" sldId="316"/>
            <ac:spMk id="7" creationId="{00000000-0000-0000-0000-000000000000}"/>
          </ac:spMkLst>
        </pc:spChg>
        <pc:spChg chg="mod">
          <ac:chgData name="Rolando E. Montero A." userId="db44b2c1daed2876" providerId="LiveId" clId="{075188D7-9515-4194-98FC-725DD6410CEF}" dt="2020-07-23T05:02:11.518" v="347" actId="164"/>
          <ac:spMkLst>
            <pc:docMk/>
            <pc:sldMk cId="78699852" sldId="316"/>
            <ac:spMk id="8" creationId="{00000000-0000-0000-0000-000000000000}"/>
          </ac:spMkLst>
        </pc:spChg>
        <pc:spChg chg="mod">
          <ac:chgData name="Rolando E. Montero A." userId="db44b2c1daed2876" providerId="LiveId" clId="{075188D7-9515-4194-98FC-725DD6410CEF}" dt="2020-07-23T05:02:11.518" v="347" actId="164"/>
          <ac:spMkLst>
            <pc:docMk/>
            <pc:sldMk cId="78699852" sldId="316"/>
            <ac:spMk id="9"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0"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1"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2"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3"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4"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5"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6"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7" creationId="{00000000-0000-0000-0000-000000000000}"/>
          </ac:spMkLst>
        </pc:spChg>
        <pc:spChg chg="mod">
          <ac:chgData name="Rolando E. Montero A." userId="db44b2c1daed2876" providerId="LiveId" clId="{075188D7-9515-4194-98FC-725DD6410CEF}" dt="2020-07-23T05:02:11.518" v="347" actId="164"/>
          <ac:spMkLst>
            <pc:docMk/>
            <pc:sldMk cId="78699852" sldId="316"/>
            <ac:spMk id="18" creationId="{00000000-0000-0000-0000-000000000000}"/>
          </ac:spMkLst>
        </pc:spChg>
        <pc:spChg chg="mod">
          <ac:chgData name="Rolando E. Montero A." userId="db44b2c1daed2876" providerId="LiveId" clId="{075188D7-9515-4194-98FC-725DD6410CEF}" dt="2020-07-23T05:03:00.336" v="357" actId="1076"/>
          <ac:spMkLst>
            <pc:docMk/>
            <pc:sldMk cId="78699852" sldId="316"/>
            <ac:spMk id="20" creationId="{00000000-0000-0000-0000-000000000000}"/>
          </ac:spMkLst>
        </pc:spChg>
        <pc:spChg chg="mod">
          <ac:chgData name="Rolando E. Montero A." userId="db44b2c1daed2876" providerId="LiveId" clId="{075188D7-9515-4194-98FC-725DD6410CEF}" dt="2020-07-23T05:03:00.336" v="357" actId="1076"/>
          <ac:spMkLst>
            <pc:docMk/>
            <pc:sldMk cId="78699852" sldId="316"/>
            <ac:spMk id="21" creationId="{00000000-0000-0000-0000-000000000000}"/>
          </ac:spMkLst>
        </pc:spChg>
        <pc:spChg chg="mod">
          <ac:chgData name="Rolando E. Montero A." userId="db44b2c1daed2876" providerId="LiveId" clId="{075188D7-9515-4194-98FC-725DD6410CEF}" dt="2020-07-23T05:02:19.288" v="348" actId="1076"/>
          <ac:spMkLst>
            <pc:docMk/>
            <pc:sldMk cId="78699852" sldId="316"/>
            <ac:spMk id="22" creationId="{00000000-0000-0000-0000-000000000000}"/>
          </ac:spMkLst>
        </pc:spChg>
        <pc:spChg chg="mod">
          <ac:chgData name="Rolando E. Montero A." userId="db44b2c1daed2876" providerId="LiveId" clId="{075188D7-9515-4194-98FC-725DD6410CEF}" dt="2020-07-23T05:02:19.288" v="348" actId="1076"/>
          <ac:spMkLst>
            <pc:docMk/>
            <pc:sldMk cId="78699852" sldId="316"/>
            <ac:spMk id="23" creationId="{00000000-0000-0000-0000-000000000000}"/>
          </ac:spMkLst>
        </pc:spChg>
        <pc:spChg chg="mod">
          <ac:chgData name="Rolando E. Montero A." userId="db44b2c1daed2876" providerId="LiveId" clId="{075188D7-9515-4194-98FC-725DD6410CEF}" dt="2020-07-23T05:02:19.288" v="348" actId="1076"/>
          <ac:spMkLst>
            <pc:docMk/>
            <pc:sldMk cId="78699852" sldId="316"/>
            <ac:spMk id="24" creationId="{00000000-0000-0000-0000-000000000000}"/>
          </ac:spMkLst>
        </pc:spChg>
        <pc:spChg chg="mod">
          <ac:chgData name="Rolando E. Montero A." userId="db44b2c1daed2876" providerId="LiveId" clId="{075188D7-9515-4194-98FC-725DD6410CEF}" dt="2020-07-23T05:04:06.279" v="364" actId="1076"/>
          <ac:spMkLst>
            <pc:docMk/>
            <pc:sldMk cId="78699852" sldId="316"/>
            <ac:spMk id="25" creationId="{00000000-0000-0000-0000-000000000000}"/>
          </ac:spMkLst>
        </pc:spChg>
        <pc:spChg chg="add mod">
          <ac:chgData name="Rolando E. Montero A." userId="db44b2c1daed2876" providerId="LiveId" clId="{075188D7-9515-4194-98FC-725DD6410CEF}" dt="2020-07-23T05:03:07.946" v="358" actId="1076"/>
          <ac:spMkLst>
            <pc:docMk/>
            <pc:sldMk cId="78699852" sldId="316"/>
            <ac:spMk id="28" creationId="{07B8AE27-4C03-4A17-A8A1-016C2BE0BC1B}"/>
          </ac:spMkLst>
        </pc:spChg>
        <pc:spChg chg="add mod">
          <ac:chgData name="Rolando E. Montero A." userId="db44b2c1daed2876" providerId="LiveId" clId="{075188D7-9515-4194-98FC-725DD6410CEF}" dt="2020-07-23T05:03:50.477" v="363" actId="1582"/>
          <ac:spMkLst>
            <pc:docMk/>
            <pc:sldMk cId="78699852" sldId="316"/>
            <ac:spMk id="29" creationId="{E6B1A735-B404-4313-AA19-1A8CAAC4F436}"/>
          </ac:spMkLst>
        </pc:spChg>
        <pc:grpChg chg="add mod">
          <ac:chgData name="Rolando E. Montero A." userId="db44b2c1daed2876" providerId="LiveId" clId="{075188D7-9515-4194-98FC-725DD6410CEF}" dt="2020-07-23T05:02:22.380" v="349" actId="1076"/>
          <ac:grpSpMkLst>
            <pc:docMk/>
            <pc:sldMk cId="78699852" sldId="316"/>
            <ac:grpSpMk id="26" creationId="{03D426F7-23AF-4F96-B77E-174AEC705185}"/>
          </ac:grpSpMkLst>
        </pc:grpChg>
        <pc:graphicFrameChg chg="mod">
          <ac:chgData name="Rolando E. Montero A." userId="db44b2c1daed2876" providerId="LiveId" clId="{075188D7-9515-4194-98FC-725DD6410CEF}" dt="2020-07-23T05:03:00.336" v="357" actId="1076"/>
          <ac:graphicFrameMkLst>
            <pc:docMk/>
            <pc:sldMk cId="78699852" sldId="316"/>
            <ac:graphicFrameMk id="19" creationId="{00000000-0000-0000-0000-000000000000}"/>
          </ac:graphicFrameMkLst>
        </pc:graphicFrameChg>
      </pc:sldChg>
      <pc:sldChg chg="addSp delSp modSp new mod setBg">
        <pc:chgData name="Rolando E. Montero A." userId="db44b2c1daed2876" providerId="LiveId" clId="{075188D7-9515-4194-98FC-725DD6410CEF}" dt="2020-07-23T05:12:18.294" v="443" actId="1076"/>
        <pc:sldMkLst>
          <pc:docMk/>
          <pc:sldMk cId="3186958700" sldId="317"/>
        </pc:sldMkLst>
        <pc:spChg chg="mod">
          <ac:chgData name="Rolando E. Montero A." userId="db44b2c1daed2876" providerId="LiveId" clId="{075188D7-9515-4194-98FC-725DD6410CEF}" dt="2020-07-23T05:06:54.898" v="366"/>
          <ac:spMkLst>
            <pc:docMk/>
            <pc:sldMk cId="3186958700" sldId="317"/>
            <ac:spMk id="2" creationId="{0B1CEB92-EE1E-4BFE-88F0-D26CD5AF1981}"/>
          </ac:spMkLst>
        </pc:spChg>
        <pc:spChg chg="mod">
          <ac:chgData name="Rolando E. Montero A." userId="db44b2c1daed2876" providerId="LiveId" clId="{075188D7-9515-4194-98FC-725DD6410CEF}" dt="2020-07-23T05:11:25.213" v="415" actId="108"/>
          <ac:spMkLst>
            <pc:docMk/>
            <pc:sldMk cId="3186958700" sldId="317"/>
            <ac:spMk id="3" creationId="{776EC3E1-D156-443A-BA8F-7449FDCE6E25}"/>
          </ac:spMkLst>
        </pc:spChg>
        <pc:spChg chg="add del">
          <ac:chgData name="Rolando E. Montero A." userId="db44b2c1daed2876" providerId="LiveId" clId="{075188D7-9515-4194-98FC-725DD6410CEF}" dt="2020-07-23T05:07:28.441" v="368"/>
          <ac:spMkLst>
            <pc:docMk/>
            <pc:sldMk cId="3186958700" sldId="317"/>
            <ac:spMk id="4" creationId="{4A87A74E-C2F6-4C7A-AD52-A44317BD061C}"/>
          </ac:spMkLst>
        </pc:spChg>
        <pc:spChg chg="add del">
          <ac:chgData name="Rolando E. Montero A." userId="db44b2c1daed2876" providerId="LiveId" clId="{075188D7-9515-4194-98FC-725DD6410CEF}" dt="2020-07-23T05:07:28.441" v="368"/>
          <ac:spMkLst>
            <pc:docMk/>
            <pc:sldMk cId="3186958700" sldId="317"/>
            <ac:spMk id="5" creationId="{23F23390-AAC4-4F72-8D97-13A79FF11DDA}"/>
          </ac:spMkLst>
        </pc:spChg>
        <pc:spChg chg="add mod">
          <ac:chgData name="Rolando E. Montero A." userId="db44b2c1daed2876" providerId="LiveId" clId="{075188D7-9515-4194-98FC-725DD6410CEF}" dt="2020-07-23T05:12:15.881" v="442" actId="1076"/>
          <ac:spMkLst>
            <pc:docMk/>
            <pc:sldMk cId="3186958700" sldId="317"/>
            <ac:spMk id="9" creationId="{6AE1568A-A9B4-4261-8934-E18DCEF24DA8}"/>
          </ac:spMkLst>
        </pc:spChg>
        <pc:spChg chg="add mod">
          <ac:chgData name="Rolando E. Montero A." userId="db44b2c1daed2876" providerId="LiveId" clId="{075188D7-9515-4194-98FC-725DD6410CEF}" dt="2020-07-23T05:12:03.382" v="439" actId="27636"/>
          <ac:spMkLst>
            <pc:docMk/>
            <pc:sldMk cId="3186958700" sldId="317"/>
            <ac:spMk id="11" creationId="{E9A4357B-206C-4B02-9720-9C3C86B66DD1}"/>
          </ac:spMkLst>
        </pc:spChg>
        <pc:picChg chg="add del">
          <ac:chgData name="Rolando E. Montero A." userId="db44b2c1daed2876" providerId="LiveId" clId="{075188D7-9515-4194-98FC-725DD6410CEF}" dt="2020-07-23T05:10:05.759" v="390" actId="478"/>
          <ac:picMkLst>
            <pc:docMk/>
            <pc:sldMk cId="3186958700" sldId="317"/>
            <ac:picMk id="6" creationId="{6F811F31-32CD-4D9E-B78C-F111328A454B}"/>
          </ac:picMkLst>
        </pc:picChg>
        <pc:picChg chg="add mod">
          <ac:chgData name="Rolando E. Montero A." userId="db44b2c1daed2876" providerId="LiveId" clId="{075188D7-9515-4194-98FC-725DD6410CEF}" dt="2020-07-23T05:12:18.294" v="443" actId="1076"/>
          <ac:picMkLst>
            <pc:docMk/>
            <pc:sldMk cId="3186958700" sldId="317"/>
            <ac:picMk id="7" creationId="{42DCA168-B41E-4A7F-A4A7-6502EACA5ECC}"/>
          </ac:picMkLst>
        </pc:picChg>
      </pc:sldChg>
      <pc:sldChg chg="addSp delSp modSp new mod modClrScheme chgLayout">
        <pc:chgData name="Rolando E. Montero A." userId="db44b2c1daed2876" providerId="LiveId" clId="{075188D7-9515-4194-98FC-725DD6410CEF}" dt="2020-07-23T05:12:51.571" v="463" actId="20577"/>
        <pc:sldMkLst>
          <pc:docMk/>
          <pc:sldMk cId="4213273823" sldId="318"/>
        </pc:sldMkLst>
        <pc:spChg chg="del mod ord">
          <ac:chgData name="Rolando E. Montero A." userId="db44b2c1daed2876" providerId="LiveId" clId="{075188D7-9515-4194-98FC-725DD6410CEF}" dt="2020-07-23T05:12:41.387" v="445" actId="700"/>
          <ac:spMkLst>
            <pc:docMk/>
            <pc:sldMk cId="4213273823" sldId="318"/>
            <ac:spMk id="2" creationId="{CB7E445E-07EC-479F-BF80-5E0944734CF7}"/>
          </ac:spMkLst>
        </pc:spChg>
        <pc:spChg chg="del mod ord">
          <ac:chgData name="Rolando E. Montero A." userId="db44b2c1daed2876" providerId="LiveId" clId="{075188D7-9515-4194-98FC-725DD6410CEF}" dt="2020-07-23T05:12:41.387" v="445" actId="700"/>
          <ac:spMkLst>
            <pc:docMk/>
            <pc:sldMk cId="4213273823" sldId="318"/>
            <ac:spMk id="3" creationId="{CB90E0EC-E11F-4D7B-97DE-8812AFF8F473}"/>
          </ac:spMkLst>
        </pc:spChg>
        <pc:spChg chg="add mod ord">
          <ac:chgData name="Rolando E. Montero A." userId="db44b2c1daed2876" providerId="LiveId" clId="{075188D7-9515-4194-98FC-725DD6410CEF}" dt="2020-07-23T05:12:51.571" v="463" actId="20577"/>
          <ac:spMkLst>
            <pc:docMk/>
            <pc:sldMk cId="4213273823" sldId="318"/>
            <ac:spMk id="4" creationId="{688CBE6B-795A-48B4-8671-B9755C589D6E}"/>
          </ac:spMkLst>
        </pc:spChg>
        <pc:spChg chg="add mod ord">
          <ac:chgData name="Rolando E. Montero A." userId="db44b2c1daed2876" providerId="LiveId" clId="{075188D7-9515-4194-98FC-725DD6410CEF}" dt="2020-07-23T05:12:41.387" v="445" actId="700"/>
          <ac:spMkLst>
            <pc:docMk/>
            <pc:sldMk cId="4213273823" sldId="318"/>
            <ac:spMk id="5" creationId="{CE3FC0EC-745F-490C-9457-E9CBFC8EFBD8}"/>
          </ac:spMkLst>
        </pc:spChg>
      </pc:sldChg>
      <pc:sldChg chg="addSp modSp new mod">
        <pc:chgData name="Rolando E. Montero A." userId="db44b2c1daed2876" providerId="LiveId" clId="{075188D7-9515-4194-98FC-725DD6410CEF}" dt="2020-07-23T05:15:30.841" v="470" actId="14100"/>
        <pc:sldMkLst>
          <pc:docMk/>
          <pc:sldMk cId="2328375940" sldId="319"/>
        </pc:sldMkLst>
        <pc:spChg chg="mod">
          <ac:chgData name="Rolando E. Montero A." userId="db44b2c1daed2876" providerId="LiveId" clId="{075188D7-9515-4194-98FC-725DD6410CEF}" dt="2020-07-23T05:15:07.568" v="467"/>
          <ac:spMkLst>
            <pc:docMk/>
            <pc:sldMk cId="2328375940" sldId="319"/>
            <ac:spMk id="2" creationId="{CA55154B-5D84-4439-B0A9-65D8322E0535}"/>
          </ac:spMkLst>
        </pc:spChg>
        <pc:picChg chg="add mod">
          <ac:chgData name="Rolando E. Montero A." userId="db44b2c1daed2876" providerId="LiveId" clId="{075188D7-9515-4194-98FC-725DD6410CEF}" dt="2020-07-23T05:15:30.841" v="470" actId="14100"/>
          <ac:picMkLst>
            <pc:docMk/>
            <pc:sldMk cId="2328375940" sldId="319"/>
            <ac:picMk id="2050" creationId="{321E2A69-D50B-4022-81FD-35A2352AA365}"/>
          </ac:picMkLst>
        </pc:picChg>
      </pc:sldChg>
      <pc:sldChg chg="addSp delSp modSp add mod modTransition modClrScheme chgLayout">
        <pc:chgData name="Rolando E. Montero A." userId="db44b2c1daed2876" providerId="LiveId" clId="{075188D7-9515-4194-98FC-725DD6410CEF}" dt="2020-07-23T05:19:01.790" v="482"/>
        <pc:sldMkLst>
          <pc:docMk/>
          <pc:sldMk cId="1341642538" sldId="320"/>
        </pc:sldMkLst>
        <pc:spChg chg="mod ord">
          <ac:chgData name="Rolando E. Montero A." userId="db44b2c1daed2876" providerId="LiveId" clId="{075188D7-9515-4194-98FC-725DD6410CEF}" dt="2020-07-23T05:18:01.732" v="474" actId="700"/>
          <ac:spMkLst>
            <pc:docMk/>
            <pc:sldMk cId="1341642538" sldId="320"/>
            <ac:spMk id="2" creationId="{00000000-0000-0000-0000-000000000000}"/>
          </ac:spMkLst>
        </pc:spChg>
        <pc:spChg chg="del mod">
          <ac:chgData name="Rolando E. Montero A." userId="db44b2c1daed2876" providerId="LiveId" clId="{075188D7-9515-4194-98FC-725DD6410CEF}" dt="2020-07-23T05:18:15.858" v="476" actId="478"/>
          <ac:spMkLst>
            <pc:docMk/>
            <pc:sldMk cId="1341642538" sldId="320"/>
            <ac:spMk id="3" creationId="{00000000-0000-0000-0000-000000000000}"/>
          </ac:spMkLst>
        </pc:spChg>
        <pc:spChg chg="add mod ord">
          <ac:chgData name="Rolando E. Montero A." userId="db44b2c1daed2876" providerId="LiveId" clId="{075188D7-9515-4194-98FC-725DD6410CEF}" dt="2020-07-23T05:18:25.778" v="481" actId="403"/>
          <ac:spMkLst>
            <pc:docMk/>
            <pc:sldMk cId="1341642538" sldId="320"/>
            <ac:spMk id="4" creationId="{C1AC3FD7-15C4-482A-BD5F-8EC1972E5E58}"/>
          </ac:spMkLst>
        </pc:spChg>
      </pc:sldChg>
      <pc:sldChg chg="modSp add mod modTransition modClrScheme chgLayout">
        <pc:chgData name="Rolando E. Montero A." userId="db44b2c1daed2876" providerId="LiveId" clId="{075188D7-9515-4194-98FC-725DD6410CEF}" dt="2020-07-23T05:25:45.482" v="513" actId="1076"/>
        <pc:sldMkLst>
          <pc:docMk/>
          <pc:sldMk cId="4049452586" sldId="321"/>
        </pc:sldMkLst>
        <pc:spChg chg="mod ord">
          <ac:chgData name="Rolando E. Montero A." userId="db44b2c1daed2876" providerId="LiveId" clId="{075188D7-9515-4194-98FC-725DD6410CEF}" dt="2020-07-23T05:25:45.482" v="513" actId="1076"/>
          <ac:spMkLst>
            <pc:docMk/>
            <pc:sldMk cId="4049452586" sldId="321"/>
            <ac:spMk id="2" creationId="{00000000-0000-0000-0000-000000000000}"/>
          </ac:spMkLst>
        </pc:spChg>
        <pc:spChg chg="mod ord">
          <ac:chgData name="Rolando E. Montero A." userId="db44b2c1daed2876" providerId="LiveId" clId="{075188D7-9515-4194-98FC-725DD6410CEF}" dt="2020-07-23T05:22:28.070" v="485" actId="14100"/>
          <ac:spMkLst>
            <pc:docMk/>
            <pc:sldMk cId="4049452586" sldId="321"/>
            <ac:spMk id="3" creationId="{00000000-0000-0000-0000-000000000000}"/>
          </ac:spMkLst>
        </pc:spChg>
        <pc:spChg chg="mod">
          <ac:chgData name="Rolando E. Montero A." userId="db44b2c1daed2876" providerId="LiveId" clId="{075188D7-9515-4194-98FC-725DD6410CEF}" dt="2020-07-23T05:25:10.694" v="508" actId="1076"/>
          <ac:spMkLst>
            <pc:docMk/>
            <pc:sldMk cId="4049452586" sldId="321"/>
            <ac:spMk id="5" creationId="{00000000-0000-0000-0000-000000000000}"/>
          </ac:spMkLst>
        </pc:spChg>
        <pc:spChg chg="mod">
          <ac:chgData name="Rolando E. Montero A." userId="db44b2c1daed2876" providerId="LiveId" clId="{075188D7-9515-4194-98FC-725DD6410CEF}" dt="2020-07-23T05:25:41.993" v="512" actId="1076"/>
          <ac:spMkLst>
            <pc:docMk/>
            <pc:sldMk cId="4049452586" sldId="321"/>
            <ac:spMk id="6" creationId="{00000000-0000-0000-0000-000000000000}"/>
          </ac:spMkLst>
        </pc:spChg>
        <pc:spChg chg="mod">
          <ac:chgData name="Rolando E. Montero A." userId="db44b2c1daed2876" providerId="LiveId" clId="{075188D7-9515-4194-98FC-725DD6410CEF}" dt="2020-07-23T05:25:41.993" v="512" actId="1076"/>
          <ac:spMkLst>
            <pc:docMk/>
            <pc:sldMk cId="4049452586" sldId="321"/>
            <ac:spMk id="7" creationId="{00000000-0000-0000-0000-000000000000}"/>
          </ac:spMkLst>
        </pc:spChg>
        <pc:spChg chg="mod">
          <ac:chgData name="Rolando E. Montero A." userId="db44b2c1daed2876" providerId="LiveId" clId="{075188D7-9515-4194-98FC-725DD6410CEF}" dt="2020-07-23T05:25:41.993" v="512" actId="1076"/>
          <ac:spMkLst>
            <pc:docMk/>
            <pc:sldMk cId="4049452586" sldId="321"/>
            <ac:spMk id="8" creationId="{00000000-0000-0000-0000-000000000000}"/>
          </ac:spMkLst>
        </pc:spChg>
        <pc:spChg chg="mod">
          <ac:chgData name="Rolando E. Montero A." userId="db44b2c1daed2876" providerId="LiveId" clId="{075188D7-9515-4194-98FC-725DD6410CEF}" dt="2020-07-23T05:25:36.063" v="511" actId="1076"/>
          <ac:spMkLst>
            <pc:docMk/>
            <pc:sldMk cId="4049452586" sldId="321"/>
            <ac:spMk id="9" creationId="{00000000-0000-0000-0000-000000000000}"/>
          </ac:spMkLst>
        </pc:spChg>
      </pc:sldChg>
      <pc:sldChg chg="addSp modSp add mod modTransition">
        <pc:chgData name="Rolando E. Montero A." userId="db44b2c1daed2876" providerId="LiveId" clId="{075188D7-9515-4194-98FC-725DD6410CEF}" dt="2020-07-23T05:26:03.983" v="518" actId="14100"/>
        <pc:sldMkLst>
          <pc:docMk/>
          <pc:sldMk cId="2901690907" sldId="322"/>
        </pc:sldMkLst>
        <pc:spChg chg="mod">
          <ac:chgData name="Rolando E. Montero A." userId="db44b2c1daed2876" providerId="LiveId" clId="{075188D7-9515-4194-98FC-725DD6410CEF}" dt="2020-07-23T05:23:32.708" v="494" actId="164"/>
          <ac:spMkLst>
            <pc:docMk/>
            <pc:sldMk cId="2901690907" sldId="322"/>
            <ac:spMk id="3" creationId="{00000000-0000-0000-0000-000000000000}"/>
          </ac:spMkLst>
        </pc:spChg>
        <pc:spChg chg="mod">
          <ac:chgData name="Rolando E. Montero A." userId="db44b2c1daed2876" providerId="LiveId" clId="{075188D7-9515-4194-98FC-725DD6410CEF}" dt="2020-07-23T05:23:32.708" v="494" actId="164"/>
          <ac:spMkLst>
            <pc:docMk/>
            <pc:sldMk cId="2901690907" sldId="322"/>
            <ac:spMk id="4" creationId="{00000000-0000-0000-0000-000000000000}"/>
          </ac:spMkLst>
        </pc:spChg>
        <pc:spChg chg="mod">
          <ac:chgData name="Rolando E. Montero A." userId="db44b2c1daed2876" providerId="LiveId" clId="{075188D7-9515-4194-98FC-725DD6410CEF}" dt="2020-07-23T05:23:32.708" v="494" actId="164"/>
          <ac:spMkLst>
            <pc:docMk/>
            <pc:sldMk cId="2901690907" sldId="322"/>
            <ac:spMk id="5" creationId="{00000000-0000-0000-0000-000000000000}"/>
          </ac:spMkLst>
        </pc:spChg>
        <pc:spChg chg="mod">
          <ac:chgData name="Rolando E. Montero A." userId="db44b2c1daed2876" providerId="LiveId" clId="{075188D7-9515-4194-98FC-725DD6410CEF}" dt="2020-07-23T05:23:32.708" v="494" actId="164"/>
          <ac:spMkLst>
            <pc:docMk/>
            <pc:sldMk cId="2901690907" sldId="322"/>
            <ac:spMk id="6" creationId="{00000000-0000-0000-0000-000000000000}"/>
          </ac:spMkLst>
        </pc:spChg>
        <pc:spChg chg="mod">
          <ac:chgData name="Rolando E. Montero A." userId="db44b2c1daed2876" providerId="LiveId" clId="{075188D7-9515-4194-98FC-725DD6410CEF}" dt="2020-07-23T05:23:08.839" v="491" actId="1076"/>
          <ac:spMkLst>
            <pc:docMk/>
            <pc:sldMk cId="2901690907" sldId="322"/>
            <ac:spMk id="7" creationId="{00000000-0000-0000-0000-000000000000}"/>
          </ac:spMkLst>
        </pc:spChg>
        <pc:spChg chg="mod">
          <ac:chgData name="Rolando E. Montero A." userId="db44b2c1daed2876" providerId="LiveId" clId="{075188D7-9515-4194-98FC-725DD6410CEF}" dt="2020-07-23T05:23:21.892" v="493" actId="1076"/>
          <ac:spMkLst>
            <pc:docMk/>
            <pc:sldMk cId="2901690907" sldId="322"/>
            <ac:spMk id="8" creationId="{00000000-0000-0000-0000-000000000000}"/>
          </ac:spMkLst>
        </pc:spChg>
        <pc:spChg chg="mod">
          <ac:chgData name="Rolando E. Montero A." userId="db44b2c1daed2876" providerId="LiveId" clId="{075188D7-9515-4194-98FC-725DD6410CEF}" dt="2020-07-23T05:25:59.843" v="516" actId="1076"/>
          <ac:spMkLst>
            <pc:docMk/>
            <pc:sldMk cId="2901690907" sldId="322"/>
            <ac:spMk id="9" creationId="{00000000-0000-0000-0000-000000000000}"/>
          </ac:spMkLst>
        </pc:spChg>
        <pc:spChg chg="mod">
          <ac:chgData name="Rolando E. Montero A." userId="db44b2c1daed2876" providerId="LiveId" clId="{075188D7-9515-4194-98FC-725DD6410CEF}" dt="2020-07-23T05:23:46.752" v="497" actId="1076"/>
          <ac:spMkLst>
            <pc:docMk/>
            <pc:sldMk cId="2901690907" sldId="322"/>
            <ac:spMk id="10" creationId="{00000000-0000-0000-0000-000000000000}"/>
          </ac:spMkLst>
        </pc:spChg>
        <pc:grpChg chg="add mod">
          <ac:chgData name="Rolando E. Montero A." userId="db44b2c1daed2876" providerId="LiveId" clId="{075188D7-9515-4194-98FC-725DD6410CEF}" dt="2020-07-23T05:25:57.146" v="515" actId="1076"/>
          <ac:grpSpMkLst>
            <pc:docMk/>
            <pc:sldMk cId="2901690907" sldId="322"/>
            <ac:grpSpMk id="11" creationId="{86480CDC-80B2-4C26-9FF6-2C624A94FB90}"/>
          </ac:grpSpMkLst>
        </pc:grpChg>
        <pc:picChg chg="add mod">
          <ac:chgData name="Rolando E. Montero A." userId="db44b2c1daed2876" providerId="LiveId" clId="{075188D7-9515-4194-98FC-725DD6410CEF}" dt="2020-07-23T05:26:03.983" v="518" actId="14100"/>
          <ac:picMkLst>
            <pc:docMk/>
            <pc:sldMk cId="2901690907" sldId="322"/>
            <ac:picMk id="12" creationId="{6C6F6D38-5AAB-4FE7-9758-1D2AC9437B0A}"/>
          </ac:picMkLst>
        </pc:picChg>
      </pc:sldChg>
      <pc:sldChg chg="addSp modSp add mod modTransition modClrScheme chgLayout">
        <pc:chgData name="Rolando E. Montero A." userId="db44b2c1daed2876" providerId="LiveId" clId="{075188D7-9515-4194-98FC-725DD6410CEF}" dt="2020-07-23T05:28:12.146" v="528" actId="1076"/>
        <pc:sldMkLst>
          <pc:docMk/>
          <pc:sldMk cId="1971102669" sldId="323"/>
        </pc:sldMkLst>
        <pc:spChg chg="mod">
          <ac:chgData name="Rolando E. Montero A." userId="db44b2c1daed2876" providerId="LiveId" clId="{075188D7-9515-4194-98FC-725DD6410CEF}" dt="2020-07-23T05:27:59.955" v="526" actId="1076"/>
          <ac:spMkLst>
            <pc:docMk/>
            <pc:sldMk cId="1971102669" sldId="323"/>
            <ac:spMk id="2" creationId="{00000000-0000-0000-0000-000000000000}"/>
          </ac:spMkLst>
        </pc:spChg>
        <pc:spChg chg="mod ord">
          <ac:chgData name="Rolando E. Montero A." userId="db44b2c1daed2876" providerId="LiveId" clId="{075188D7-9515-4194-98FC-725DD6410CEF}" dt="2020-07-23T05:27:39.212" v="524" actId="1076"/>
          <ac:spMkLst>
            <pc:docMk/>
            <pc:sldMk cId="1971102669" sldId="323"/>
            <ac:spMk id="3" creationId="{00000000-0000-0000-0000-000000000000}"/>
          </ac:spMkLst>
        </pc:spChg>
        <pc:spChg chg="add mod">
          <ac:chgData name="Rolando E. Montero A." userId="db44b2c1daed2876" providerId="LiveId" clId="{075188D7-9515-4194-98FC-725DD6410CEF}" dt="2020-07-23T05:28:12.146" v="528" actId="1076"/>
          <ac:spMkLst>
            <pc:docMk/>
            <pc:sldMk cId="1971102669" sldId="323"/>
            <ac:spMk id="5" creationId="{ACAC63C6-6002-4029-A54A-1635A524EA3E}"/>
          </ac:spMkLst>
        </pc:spChg>
      </pc:sldChg>
      <pc:sldChg chg="modSp add mod modTransition modClrScheme chgLayout">
        <pc:chgData name="Rolando E. Montero A." userId="db44b2c1daed2876" providerId="LiveId" clId="{075188D7-9515-4194-98FC-725DD6410CEF}" dt="2020-07-23T05:30:51.596" v="537" actId="115"/>
        <pc:sldMkLst>
          <pc:docMk/>
          <pc:sldMk cId="3744787896" sldId="324"/>
        </pc:sldMkLst>
        <pc:spChg chg="mod">
          <ac:chgData name="Rolando E. Montero A." userId="db44b2c1daed2876" providerId="LiveId" clId="{075188D7-9515-4194-98FC-725DD6410CEF}" dt="2020-07-23T05:30:51.596" v="537" actId="115"/>
          <ac:spMkLst>
            <pc:docMk/>
            <pc:sldMk cId="3744787896" sldId="324"/>
            <ac:spMk id="2" creationId="{00000000-0000-0000-0000-000000000000}"/>
          </ac:spMkLst>
        </pc:spChg>
        <pc:spChg chg="mod ord">
          <ac:chgData name="Rolando E. Montero A." userId="db44b2c1daed2876" providerId="LiveId" clId="{075188D7-9515-4194-98FC-725DD6410CEF}" dt="2020-07-23T05:28:51.661" v="530" actId="1076"/>
          <ac:spMkLst>
            <pc:docMk/>
            <pc:sldMk cId="3744787896" sldId="324"/>
            <ac:spMk id="3" creationId="{00000000-0000-0000-0000-000000000000}"/>
          </ac:spMkLst>
        </pc:spChg>
      </pc:sldChg>
      <pc:sldChg chg="addSp modSp add mod modTransition">
        <pc:chgData name="Rolando E. Montero A." userId="db44b2c1daed2876" providerId="LiveId" clId="{075188D7-9515-4194-98FC-725DD6410CEF}" dt="2020-07-23T05:31:38.527" v="547" actId="1076"/>
        <pc:sldMkLst>
          <pc:docMk/>
          <pc:sldMk cId="3685507200" sldId="325"/>
        </pc:sldMkLst>
        <pc:spChg chg="mod">
          <ac:chgData name="Rolando E. Montero A." userId="db44b2c1daed2876" providerId="LiveId" clId="{075188D7-9515-4194-98FC-725DD6410CEF}" dt="2020-07-23T05:31:18.650" v="543" actId="1076"/>
          <ac:spMkLst>
            <pc:docMk/>
            <pc:sldMk cId="3685507200" sldId="325"/>
            <ac:spMk id="2" creationId="{00000000-0000-0000-0000-000000000000}"/>
          </ac:spMkLst>
        </pc:spChg>
        <pc:spChg chg="mod">
          <ac:chgData name="Rolando E. Montero A." userId="db44b2c1daed2876" providerId="LiveId" clId="{075188D7-9515-4194-98FC-725DD6410CEF}" dt="2020-07-23T05:31:00.578" v="539" actId="1076"/>
          <ac:spMkLst>
            <pc:docMk/>
            <pc:sldMk cId="3685507200" sldId="325"/>
            <ac:spMk id="3" creationId="{00000000-0000-0000-0000-000000000000}"/>
          </ac:spMkLst>
        </pc:spChg>
        <pc:spChg chg="mod">
          <ac:chgData name="Rolando E. Montero A." userId="db44b2c1daed2876" providerId="LiveId" clId="{075188D7-9515-4194-98FC-725DD6410CEF}" dt="2020-07-23T05:31:31.648" v="546" actId="164"/>
          <ac:spMkLst>
            <pc:docMk/>
            <pc:sldMk cId="3685507200" sldId="325"/>
            <ac:spMk id="4" creationId="{00000000-0000-0000-0000-000000000000}"/>
          </ac:spMkLst>
        </pc:spChg>
        <pc:spChg chg="mod">
          <ac:chgData name="Rolando E. Montero A." userId="db44b2c1daed2876" providerId="LiveId" clId="{075188D7-9515-4194-98FC-725DD6410CEF}" dt="2020-07-23T05:31:31.648" v="546" actId="164"/>
          <ac:spMkLst>
            <pc:docMk/>
            <pc:sldMk cId="3685507200" sldId="325"/>
            <ac:spMk id="5" creationId="{00000000-0000-0000-0000-000000000000}"/>
          </ac:spMkLst>
        </pc:spChg>
        <pc:spChg chg="mod">
          <ac:chgData name="Rolando E. Montero A." userId="db44b2c1daed2876" providerId="LiveId" clId="{075188D7-9515-4194-98FC-725DD6410CEF}" dt="2020-07-23T05:31:31.648" v="546" actId="164"/>
          <ac:spMkLst>
            <pc:docMk/>
            <pc:sldMk cId="3685507200" sldId="325"/>
            <ac:spMk id="6" creationId="{00000000-0000-0000-0000-000000000000}"/>
          </ac:spMkLst>
        </pc:spChg>
        <pc:grpChg chg="add mod">
          <ac:chgData name="Rolando E. Montero A." userId="db44b2c1daed2876" providerId="LiveId" clId="{075188D7-9515-4194-98FC-725DD6410CEF}" dt="2020-07-23T05:31:38.527" v="547" actId="1076"/>
          <ac:grpSpMkLst>
            <pc:docMk/>
            <pc:sldMk cId="3685507200" sldId="325"/>
            <ac:grpSpMk id="7" creationId="{BE814A68-BAB6-49DB-8E95-3757C94D5F56}"/>
          </ac:grpSpMkLst>
        </pc:grpChg>
      </pc:sldChg>
      <pc:sldChg chg="add modTransition">
        <pc:chgData name="Rolando E. Montero A." userId="db44b2c1daed2876" providerId="LiveId" clId="{075188D7-9515-4194-98FC-725DD6410CEF}" dt="2020-07-23T05:19:01.790" v="482"/>
        <pc:sldMkLst>
          <pc:docMk/>
          <pc:sldMk cId="2217757785" sldId="326"/>
        </pc:sldMkLst>
      </pc:sldChg>
      <pc:sldChg chg="add modTransition">
        <pc:chgData name="Rolando E. Montero A." userId="db44b2c1daed2876" providerId="LiveId" clId="{075188D7-9515-4194-98FC-725DD6410CEF}" dt="2020-07-23T05:19:01.790" v="482"/>
        <pc:sldMkLst>
          <pc:docMk/>
          <pc:sldMk cId="2179688162" sldId="327"/>
        </pc:sldMkLst>
      </pc:sldChg>
      <pc:sldChg chg="add del">
        <pc:chgData name="Rolando E. Montero A." userId="db44b2c1daed2876" providerId="LiveId" clId="{075188D7-9515-4194-98FC-725DD6410CEF}" dt="2020-07-23T05:32:06.296" v="548" actId="47"/>
        <pc:sldMkLst>
          <pc:docMk/>
          <pc:sldMk cId="1669544715" sldId="328"/>
        </pc:sldMkLst>
      </pc:sldChg>
      <pc:sldMasterChg chg="addSldLayout delSldLayout">
        <pc:chgData name="Rolando E. Montero A." userId="db44b2c1daed2876" providerId="LiveId" clId="{075188D7-9515-4194-98FC-725DD6410CEF}" dt="2020-07-23T05:32:06.296" v="548" actId="47"/>
        <pc:sldMasterMkLst>
          <pc:docMk/>
          <pc:sldMasterMk cId="4106453503" sldId="2147483712"/>
        </pc:sldMasterMkLst>
        <pc:sldLayoutChg chg="add">
          <pc:chgData name="Rolando E. Montero A." userId="db44b2c1daed2876" providerId="LiveId" clId="{075188D7-9515-4194-98FC-725DD6410CEF}" dt="2020-07-23T04:20:12.636" v="1" actId="22"/>
          <pc:sldLayoutMkLst>
            <pc:docMk/>
            <pc:sldMasterMk cId="4106453503" sldId="2147483712"/>
            <pc:sldLayoutMk cId="623919712" sldId="2147483733"/>
          </pc:sldLayoutMkLst>
        </pc:sldLayoutChg>
        <pc:sldLayoutChg chg="del">
          <pc:chgData name="Rolando E. Montero A." userId="db44b2c1daed2876" providerId="LiveId" clId="{075188D7-9515-4194-98FC-725DD6410CEF}" dt="2020-07-23T04:20:09.385" v="0" actId="47"/>
          <pc:sldLayoutMkLst>
            <pc:docMk/>
            <pc:sldMasterMk cId="4106453503" sldId="2147483712"/>
            <pc:sldLayoutMk cId="712909702" sldId="2147483734"/>
          </pc:sldLayoutMkLst>
        </pc:sldLayoutChg>
        <pc:sldLayoutChg chg="add del">
          <pc:chgData name="Rolando E. Montero A." userId="db44b2c1daed2876" providerId="LiveId" clId="{075188D7-9515-4194-98FC-725DD6410CEF}" dt="2020-07-23T05:32:06.296" v="548" actId="47"/>
          <pc:sldLayoutMkLst>
            <pc:docMk/>
            <pc:sldMasterMk cId="4106453503" sldId="2147483712"/>
            <pc:sldLayoutMk cId="2366592437" sldId="2147483734"/>
          </pc:sldLayoutMkLst>
        </pc:sldLayoutChg>
        <pc:sldLayoutChg chg="add">
          <pc:chgData name="Rolando E. Montero A." userId="db44b2c1daed2876" providerId="LiveId" clId="{075188D7-9515-4194-98FC-725DD6410CEF}" dt="2020-07-23T05:17:45.372" v="473" actId="22"/>
          <pc:sldLayoutMkLst>
            <pc:docMk/>
            <pc:sldMasterMk cId="4106453503" sldId="2147483712"/>
            <pc:sldLayoutMk cId="864338425" sldId="2147483735"/>
          </pc:sldLayoutMkLst>
        </pc:sldLayoutChg>
      </pc:sldMasterChg>
      <pc:sldMasterChg chg="delSp mod">
        <pc:chgData name="Rolando E. Montero A." userId="db44b2c1daed2876" providerId="LiveId" clId="{075188D7-9515-4194-98FC-725DD6410CEF}" dt="2020-07-23T05:27:02.922" v="522" actId="478"/>
        <pc:sldMasterMkLst>
          <pc:docMk/>
          <pc:sldMasterMk cId="2856374630" sldId="2147483736"/>
        </pc:sldMasterMkLst>
        <pc:spChg chg="del">
          <ac:chgData name="Rolando E. Montero A." userId="db44b2c1daed2876" providerId="LiveId" clId="{075188D7-9515-4194-98FC-725DD6410CEF}" dt="2020-07-23T05:27:02.922" v="522" actId="478"/>
          <ac:spMkLst>
            <pc:docMk/>
            <pc:sldMasterMk cId="2856374630" sldId="2147483736"/>
            <ac:spMk id="13" creationId="{00000000-0000-0000-0000-000000000000}"/>
          </ac:spMkLst>
        </pc:sp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1D8BD707-D9CF-40AE-B4C6-C98DA3205C09}" type="datetimeFigureOut">
              <a:rPr lang="en-US" smtClean="0"/>
              <a:t>5/28/2022</a:t>
            </a:fld>
            <a:endParaRPr lang="en-US"/>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88276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5/28/2022</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226436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5/28/2022</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300044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5/28/2022</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72628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5/28/2022</a:t>
            </a:fld>
            <a:endParaRPr lang="en-US"/>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121445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5/28/2022</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10437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5/28/2022</a:t>
            </a:fld>
            <a:endParaRPr lang="en-US"/>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784126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5/28/2022</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52246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5/28/2022</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517073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5/28/2022</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955947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5/28/2022</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060933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5/28/2022</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30874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5/28/2022</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960032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D8BD707-D9CF-40AE-B4C6-C98DA3205C09}" type="datetimeFigureOut">
              <a:rPr lang="en-US" smtClean="0"/>
              <a:t>5/28/2022</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136331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D8BD707-D9CF-40AE-B4C6-C98DA3205C09}" type="datetimeFigureOut">
              <a:rPr lang="en-US" smtClean="0"/>
              <a:t>5/28/2022</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1768729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5/28/2022</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9690609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5/28/2022</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941144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F65F46"/>
                </a:solidFill>
                <a:latin typeface="Arial"/>
                <a:cs typeface="Arial"/>
              </a:defRPr>
            </a:lvl1pPr>
          </a:lstStyle>
          <a:p>
            <a:endParaRPr/>
          </a:p>
        </p:txBody>
      </p:sp>
      <p:sp>
        <p:nvSpPr>
          <p:cNvPr id="3" name="Holder 3"/>
          <p:cNvSpPr>
            <a:spLocks noGrp="1"/>
          </p:cNvSpPr>
          <p:nvPr>
            <p:ph sz="half" idx="2"/>
          </p:nvPr>
        </p:nvSpPr>
        <p:spPr>
          <a:xfrm>
            <a:off x="609600" y="3639687"/>
            <a:ext cx="5303520" cy="40158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3639687"/>
            <a:ext cx="5303520" cy="40158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5158746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F65F46"/>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42147063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accent1"/>
                </a:solidFill>
                <a:latin typeface="+mj-lt"/>
                <a:cs typeface="Arial"/>
              </a:defRPr>
            </a:lvl1pPr>
          </a:lstStyle>
          <a:p>
            <a:endParaRPr/>
          </a:p>
        </p:txBody>
      </p:sp>
      <p:sp>
        <p:nvSpPr>
          <p:cNvPr id="3" name="Holder 3"/>
          <p:cNvSpPr>
            <a:spLocks noGrp="1"/>
          </p:cNvSpPr>
          <p:nvPr>
            <p:ph type="body" idx="1"/>
          </p:nvPr>
        </p:nvSpPr>
        <p:spPr/>
        <p:txBody>
          <a:bodyPr lIns="0" tIns="0" rIns="0" bIns="0"/>
          <a:lstStyle>
            <a:lvl1pPr>
              <a:defRPr sz="3200" b="0" i="0" u="none" baseline="0">
                <a:solidFill>
                  <a:schemeClr val="tx2"/>
                </a:solidFill>
                <a:latin typeface="HP Simplified" panose="020B0604020204020204" pitchFamily="34" charset="0"/>
                <a:cs typeface="Arial Narro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6239197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23968" y="2836202"/>
            <a:ext cx="9944065" cy="609398"/>
          </a:xfrm>
          <a:prstGeom prst="rect">
            <a:avLst/>
          </a:prstGeom>
        </p:spPr>
        <p:txBody>
          <a:bodyPr wrap="square" lIns="0" tIns="0" rIns="0" bIns="0">
            <a:spAutoFit/>
          </a:bodyPr>
          <a:lstStyle>
            <a:lvl1pPr>
              <a:defRPr sz="4400" b="1" i="0">
                <a:solidFill>
                  <a:srgbClr val="C00000"/>
                </a:solidFill>
                <a:latin typeface="Arial"/>
                <a:cs typeface="Arial"/>
              </a:defRPr>
            </a:lvl1pPr>
          </a:lstStyle>
          <a:p>
            <a:endParaRPr/>
          </a:p>
        </p:txBody>
      </p:sp>
      <p:sp>
        <p:nvSpPr>
          <p:cNvPr id="3" name="Holder 3"/>
          <p:cNvSpPr>
            <a:spLocks noGrp="1"/>
          </p:cNvSpPr>
          <p:nvPr>
            <p:ph type="subTitle" idx="4"/>
          </p:nvPr>
        </p:nvSpPr>
        <p:spPr>
          <a:xfrm>
            <a:off x="1828800" y="4496937"/>
            <a:ext cx="8534400" cy="40158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8643384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1268708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54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5/28/2022</a:t>
            </a:fld>
            <a:endParaRPr kumimoji="0" lang="en-US" sz="54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s-CL" sz="54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2400" b="0" i="0" u="none" strike="noStrike" kern="1200" cap="all" spc="0" normalizeH="0" baseline="0" noProof="0" smtClean="0">
                <a:ln>
                  <a:noFill/>
                </a:ln>
                <a:solidFill>
                  <a:prstClr val="black">
                    <a:lumMod val="75000"/>
                    <a:lumOff val="25000"/>
                  </a:prst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2400" b="0" i="0" u="none" strike="noStrike" kern="1200" cap="all" spc="0" normalizeH="0" baseline="0" noProof="0">
              <a:ln>
                <a:noFill/>
              </a:ln>
              <a:solidFill>
                <a:prstClr val="black">
                  <a:lumMod val="75000"/>
                  <a:lumOff val="25000"/>
                </a:prstClr>
              </a:solidFill>
              <a:effectLst/>
              <a:uLnTx/>
              <a:uFillTx/>
              <a:latin typeface="Impact" panose="020B0806030902050204"/>
              <a:ea typeface="+mn-ea"/>
              <a:cs typeface="+mn-cs"/>
            </a:endParaRPr>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733186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5947921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14408827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482501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9" name="Slide Number Placeholder 8"/>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12834136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Slide Number Placeholder 4"/>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36713419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4" name="Slide Number Placeholder 3"/>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29335313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416043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14537362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20613942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761814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8000" b="0" i="0" u="none" strike="noStrike" kern="1200" cap="all" spc="0" normalizeH="0" baseline="0" noProof="0" dirty="0">
                <a:ln w="3175" cmpd="sng">
                  <a:noFill/>
                </a:ln>
                <a:solidFill>
                  <a:prstClr val="black"/>
                </a:solidFill>
                <a:effectLst/>
                <a:uLnTx/>
                <a:uFillTx/>
                <a:latin typeface="Impact" panose="020B0806030902050204"/>
                <a:ea typeface="+mn-ea"/>
                <a:cs typeface="+mn-cs"/>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r>
              <a:rPr kumimoji="0" lang="en-US" sz="8000" b="0" i="0" u="none" strike="noStrike" kern="1200" cap="all" spc="0" normalizeH="0" baseline="0" noProof="0" dirty="0">
                <a:ln w="3175" cmpd="sng">
                  <a:noFill/>
                </a:ln>
                <a:solidFill>
                  <a:prstClr val="black"/>
                </a:solidFill>
                <a:effectLst/>
                <a:uLnTx/>
                <a:uFillTx/>
                <a:latin typeface="Impact" panose="020B0806030902050204"/>
                <a:ea typeface="+mn-ea"/>
                <a:cs typeface="+mn-cs"/>
              </a:rPr>
              <a:t>”</a:t>
            </a:r>
          </a:p>
        </p:txBody>
      </p:sp>
    </p:spTree>
    <p:extLst>
      <p:ext uri="{BB962C8B-B14F-4D97-AF65-F5344CB8AC3E}">
        <p14:creationId xmlns:p14="http://schemas.microsoft.com/office/powerpoint/2010/main" val="10771043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19344654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Slide Number Placeholder 4"/>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3838104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Slide Number Placeholder 4"/>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26602777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26773319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10415600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F65F46"/>
                </a:solidFill>
                <a:latin typeface="Arial"/>
                <a:cs typeface="Arial"/>
              </a:defRPr>
            </a:lvl1pPr>
          </a:lstStyle>
          <a:p>
            <a:endParaRPr/>
          </a:p>
        </p:txBody>
      </p:sp>
      <p:sp>
        <p:nvSpPr>
          <p:cNvPr id="3" name="Holder 3"/>
          <p:cNvSpPr>
            <a:spLocks noGrp="1"/>
          </p:cNvSpPr>
          <p:nvPr>
            <p:ph sz="half" idx="2"/>
          </p:nvPr>
        </p:nvSpPr>
        <p:spPr>
          <a:xfrm>
            <a:off x="609600" y="3639687"/>
            <a:ext cx="5303520" cy="40158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3639687"/>
            <a:ext cx="5303520" cy="40158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33631712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F65F46"/>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34826425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accent1"/>
                </a:solidFill>
                <a:latin typeface="+mj-lt"/>
                <a:cs typeface="Arial"/>
              </a:defRPr>
            </a:lvl1pPr>
          </a:lstStyle>
          <a:p>
            <a:endParaRPr/>
          </a:p>
        </p:txBody>
      </p:sp>
      <p:sp>
        <p:nvSpPr>
          <p:cNvPr id="3" name="Holder 3"/>
          <p:cNvSpPr>
            <a:spLocks noGrp="1"/>
          </p:cNvSpPr>
          <p:nvPr>
            <p:ph type="body" idx="1"/>
          </p:nvPr>
        </p:nvSpPr>
        <p:spPr/>
        <p:txBody>
          <a:bodyPr lIns="0" tIns="0" rIns="0" bIns="0"/>
          <a:lstStyle>
            <a:lvl1pPr>
              <a:defRPr sz="3200" b="0" i="0" u="none" baseline="0">
                <a:solidFill>
                  <a:schemeClr val="tx2"/>
                </a:solidFill>
                <a:latin typeface="HP Simplified" panose="020B0604020204020204" pitchFamily="34" charset="0"/>
                <a:cs typeface="Arial Narro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35566156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36975738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23968" y="2836202"/>
            <a:ext cx="9944065" cy="609398"/>
          </a:xfrm>
          <a:prstGeom prst="rect">
            <a:avLst/>
          </a:prstGeom>
        </p:spPr>
        <p:txBody>
          <a:bodyPr wrap="square" lIns="0" tIns="0" rIns="0" bIns="0">
            <a:spAutoFit/>
          </a:bodyPr>
          <a:lstStyle>
            <a:lvl1pPr>
              <a:defRPr sz="4400" b="1" i="0">
                <a:solidFill>
                  <a:srgbClr val="C00000"/>
                </a:solidFill>
                <a:latin typeface="Arial"/>
                <a:cs typeface="Arial"/>
              </a:defRPr>
            </a:lvl1pPr>
          </a:lstStyle>
          <a:p>
            <a:endParaRPr/>
          </a:p>
        </p:txBody>
      </p:sp>
      <p:sp>
        <p:nvSpPr>
          <p:cNvPr id="3" name="Holder 3"/>
          <p:cNvSpPr>
            <a:spLocks noGrp="1"/>
          </p:cNvSpPr>
          <p:nvPr>
            <p:ph type="subTitle" idx="4"/>
          </p:nvPr>
        </p:nvSpPr>
        <p:spPr>
          <a:xfrm>
            <a:off x="1828800" y="4496937"/>
            <a:ext cx="8534400" cy="40158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sz="3200" b="0" i="0" u="none" strike="noStrike" kern="1200" cap="all" spc="0" normalizeH="0" baseline="0" noProof="0">
              <a:ln>
                <a:noFill/>
              </a:ln>
              <a:solidFill>
                <a:prstClr val="black">
                  <a:tint val="75000"/>
                </a:prst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665022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jp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image" Target="../media/image3.jpg"/><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1D8BD707-D9CF-40AE-B4C6-C98DA3205C09}" type="datetimeFigureOut">
              <a:rPr lang="en-US" smtClean="0"/>
              <a:t>5/28/2022</a:t>
            </a:fld>
            <a:endParaRPr lang="en-US"/>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es-CL"/>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B6F15528-21DE-4FAA-801E-634DDDAF4B2B}" type="slidenum">
              <a:rPr lang="es-CL" smtClean="0"/>
              <a:t>‹Nº›</a:t>
            </a:fld>
            <a:endParaRPr lang="es-CL"/>
          </a:p>
        </p:txBody>
      </p:sp>
    </p:spTree>
    <p:extLst>
      <p:ext uri="{BB962C8B-B14F-4D97-AF65-F5344CB8AC3E}">
        <p14:creationId xmlns:p14="http://schemas.microsoft.com/office/powerpoint/2010/main" val="410645350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1" r:id="rId18"/>
    <p:sldLayoutId id="2147483732" r:id="rId19"/>
    <p:sldLayoutId id="2147483733" r:id="rId20"/>
    <p:sldLayoutId id="2147483735" r:id="rId21"/>
    <p:sldLayoutId id="2147483759" r:id="rId22"/>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3200" kern="1200" cap="none" baseline="0">
          <a:solidFill>
            <a:schemeClr val="tx1"/>
          </a:solidFill>
          <a:effectLst/>
          <a:latin typeface="HP Simplified" panose="020B0604020204020204" pitchFamily="34" charset="0"/>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800" kern="1200" cap="none" baseline="0">
          <a:solidFill>
            <a:schemeClr val="tx1"/>
          </a:solidFill>
          <a:effectLst/>
          <a:latin typeface="HP Simplified" panose="020B0604020204020204" pitchFamily="34" charset="0"/>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none" baseline="0">
          <a:solidFill>
            <a:schemeClr val="tx1"/>
          </a:solidFill>
          <a:effectLst/>
          <a:latin typeface="HP Simplified" panose="020B0604020204020204" pitchFamily="34" charset="0"/>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000" kern="1200" cap="none" baseline="0">
          <a:solidFill>
            <a:schemeClr val="tx1"/>
          </a:solidFill>
          <a:effectLst/>
          <a:latin typeface="HP Simplified" panose="020B0604020204020204" pitchFamily="34" charset="0"/>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000" kern="1200" cap="none" baseline="0">
          <a:solidFill>
            <a:schemeClr val="tx1"/>
          </a:solidFill>
          <a:effectLst/>
          <a:latin typeface="HP Simplified" panose="020B0604020204020204" pitchFamily="34" charset="0"/>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5/28/2022</a:t>
            </a:fld>
            <a:endParaRPr kumimoji="0" lang="en-US"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fld id="{B6F15528-21DE-4FAA-801E-634DDDAF4B2B}" type="slidenum">
              <a:rPr kumimoji="0" lang="es-CL" sz="3200" b="0" i="0" u="none" strike="noStrike" kern="1200" cap="all" spc="0" normalizeH="0" baseline="0" noProof="0" smtClean="0">
                <a:ln>
                  <a:noFill/>
                </a:ln>
                <a:solidFill>
                  <a:srgbClr val="629D7D">
                    <a:lumMod val="50000"/>
                  </a:srgbClr>
                </a:solidFill>
                <a:effectLst/>
                <a:uLnTx/>
                <a:uFillTx/>
                <a:latin typeface="Impact" panose="020B080603090205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‹Nº›</a:t>
            </a:fld>
            <a:endParaRPr kumimoji="0" lang="es-CL" sz="3200" b="0" i="0" u="none" strike="noStrike" kern="1200" cap="all" spc="0" normalizeH="0" baseline="0" noProof="0">
              <a:ln>
                <a:noFill/>
              </a:ln>
              <a:solidFill>
                <a:srgbClr val="629D7D">
                  <a:lumMod val="50000"/>
                </a:srgbClr>
              </a:solidFill>
              <a:effectLst/>
              <a:uLnTx/>
              <a:uFillTx/>
              <a:latin typeface="Impact" panose="020B0806030902050204"/>
              <a:ea typeface="+mn-ea"/>
              <a:cs typeface="+mn-cs"/>
            </a:endParaRPr>
          </a:p>
        </p:txBody>
      </p:sp>
    </p:spTree>
    <p:extLst>
      <p:ext uri="{BB962C8B-B14F-4D97-AF65-F5344CB8AC3E}">
        <p14:creationId xmlns:p14="http://schemas.microsoft.com/office/powerpoint/2010/main" val="285637463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3200" kern="1200" cap="none" baseline="0">
          <a:solidFill>
            <a:schemeClr val="tx1"/>
          </a:solidFill>
          <a:effectLst/>
          <a:latin typeface="HP Simplified" panose="020B0604020204020204" pitchFamily="34" charset="0"/>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800" kern="1200" cap="none" baseline="0">
          <a:solidFill>
            <a:schemeClr val="tx1"/>
          </a:solidFill>
          <a:effectLst/>
          <a:latin typeface="HP Simplified" panose="020B0604020204020204" pitchFamily="34" charset="0"/>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none" baseline="0">
          <a:solidFill>
            <a:schemeClr val="tx1"/>
          </a:solidFill>
          <a:effectLst/>
          <a:latin typeface="HP Simplified" panose="020B0604020204020204" pitchFamily="34" charset="0"/>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000" kern="1200" cap="none" baseline="0">
          <a:solidFill>
            <a:schemeClr val="tx1"/>
          </a:solidFill>
          <a:effectLst/>
          <a:latin typeface="HP Simplified" panose="020B0604020204020204" pitchFamily="34" charset="0"/>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000" kern="1200" cap="none" baseline="0">
          <a:solidFill>
            <a:schemeClr val="tx1"/>
          </a:solidFill>
          <a:effectLst/>
          <a:latin typeface="HP Simplified" panose="020B0604020204020204" pitchFamily="34" charset="0"/>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jp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blog.omegaup.com/solucion-a-los-callejones-de-guanajuato/" TargetMode="Externa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6.jpg"/><Relationship Id="rId1" Type="http://schemas.openxmlformats.org/officeDocument/2006/relationships/slideLayout" Target="../slideLayouts/slideLayout20.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B9814E9-AA5A-44D6-AC60-BAD70EFEA632}"/>
              </a:ext>
            </a:extLst>
          </p:cNvPr>
          <p:cNvSpPr>
            <a:spLocks noGrp="1"/>
          </p:cNvSpPr>
          <p:nvPr>
            <p:ph type="ctrTitle"/>
          </p:nvPr>
        </p:nvSpPr>
        <p:spPr/>
        <p:txBody>
          <a:bodyPr/>
          <a:lstStyle/>
          <a:p>
            <a:r>
              <a:rPr lang="es-CL" dirty="0"/>
              <a:t>Teoría de Grafos</a:t>
            </a:r>
          </a:p>
        </p:txBody>
      </p:sp>
      <p:sp>
        <p:nvSpPr>
          <p:cNvPr id="5" name="Subtítulo 4">
            <a:extLst>
              <a:ext uri="{FF2B5EF4-FFF2-40B4-BE49-F238E27FC236}">
                <a16:creationId xmlns:a16="http://schemas.microsoft.com/office/drawing/2014/main" id="{518F2013-4D40-4305-9C6C-77B2D54E2670}"/>
              </a:ext>
            </a:extLst>
          </p:cNvPr>
          <p:cNvSpPr>
            <a:spLocks noGrp="1"/>
          </p:cNvSpPr>
          <p:nvPr>
            <p:ph type="subTitle" idx="1"/>
          </p:nvPr>
        </p:nvSpPr>
        <p:spPr/>
        <p:txBody>
          <a:bodyPr/>
          <a:lstStyle/>
          <a:p>
            <a:r>
              <a:rPr lang="es-CL" dirty="0"/>
              <a:t>Propiedades</a:t>
            </a:r>
          </a:p>
        </p:txBody>
      </p:sp>
      <p:pic>
        <p:nvPicPr>
          <p:cNvPr id="7" name="Imagen 6">
            <a:extLst>
              <a:ext uri="{FF2B5EF4-FFF2-40B4-BE49-F238E27FC236}">
                <a16:creationId xmlns:a16="http://schemas.microsoft.com/office/drawing/2014/main" id="{6958F02A-DCD6-4465-A917-11FE45B65E47}"/>
              </a:ext>
            </a:extLst>
          </p:cNvPr>
          <p:cNvPicPr>
            <a:picLocks noChangeAspect="1"/>
          </p:cNvPicPr>
          <p:nvPr/>
        </p:nvPicPr>
        <p:blipFill>
          <a:blip r:embed="rId2">
            <a:clrChange>
              <a:clrFrom>
                <a:srgbClr val="FFFFFF"/>
              </a:clrFrom>
              <a:clrTo>
                <a:srgbClr val="FFFFFF">
                  <a:alpha val="0"/>
                </a:srgbClr>
              </a:clrTo>
            </a:clrChange>
          </a:blip>
          <a:stretch>
            <a:fillRect/>
          </a:stretch>
        </p:blipFill>
        <p:spPr>
          <a:xfrm rot="21352157">
            <a:off x="855528" y="2090990"/>
            <a:ext cx="1853345" cy="1841152"/>
          </a:xfrm>
          <a:prstGeom prst="rect">
            <a:avLst/>
          </a:prstGeom>
        </p:spPr>
      </p:pic>
    </p:spTree>
    <p:extLst>
      <p:ext uri="{BB962C8B-B14F-4D97-AF65-F5344CB8AC3E}">
        <p14:creationId xmlns:p14="http://schemas.microsoft.com/office/powerpoint/2010/main" val="191823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DDE20E-FB46-4533-8D18-542F67C3E5E7}"/>
              </a:ext>
            </a:extLst>
          </p:cNvPr>
          <p:cNvSpPr>
            <a:spLocks noGrp="1"/>
          </p:cNvSpPr>
          <p:nvPr>
            <p:ph type="title"/>
          </p:nvPr>
        </p:nvSpPr>
        <p:spPr/>
        <p:txBody>
          <a:bodyPr/>
          <a:lstStyle/>
          <a:p>
            <a:r>
              <a:rPr lang="es-CL" dirty="0"/>
              <a:t>Contenido</a:t>
            </a:r>
          </a:p>
        </p:txBody>
      </p:sp>
      <p:sp>
        <p:nvSpPr>
          <p:cNvPr id="3" name="Marcador de contenido 2">
            <a:extLst>
              <a:ext uri="{FF2B5EF4-FFF2-40B4-BE49-F238E27FC236}">
                <a16:creationId xmlns:a16="http://schemas.microsoft.com/office/drawing/2014/main" id="{48366AA9-EEA4-478A-897E-6AD2BA0B6CB0}"/>
              </a:ext>
            </a:extLst>
          </p:cNvPr>
          <p:cNvSpPr>
            <a:spLocks noGrp="1"/>
          </p:cNvSpPr>
          <p:nvPr>
            <p:ph sz="quarter" idx="13"/>
          </p:nvPr>
        </p:nvSpPr>
        <p:spPr>
          <a:xfrm>
            <a:off x="685800" y="2063396"/>
            <a:ext cx="10394707" cy="3311189"/>
          </a:xfrm>
        </p:spPr>
        <p:txBody>
          <a:bodyPr>
            <a:normAutofit lnSpcReduction="10000"/>
          </a:bodyPr>
          <a:lstStyle/>
          <a:p>
            <a:pPr marL="900113" indent="-546100">
              <a:buSzPct val="100000"/>
              <a:buFont typeface="Wingdings" panose="05000000000000000000" pitchFamily="2" charset="2"/>
              <a:buChar char="ü"/>
            </a:pPr>
            <a:r>
              <a:rPr lang="es-CL" dirty="0"/>
              <a:t>Conceptos</a:t>
            </a:r>
          </a:p>
          <a:p>
            <a:pPr marL="900113" indent="-546100">
              <a:buSzPct val="100000"/>
              <a:buFont typeface="Wingdings" panose="05000000000000000000" pitchFamily="2" charset="2"/>
              <a:buChar char="ü"/>
            </a:pPr>
            <a:r>
              <a:rPr lang="es-CL" dirty="0"/>
              <a:t>Caminos</a:t>
            </a:r>
          </a:p>
          <a:p>
            <a:pPr marL="900113" indent="-546100">
              <a:buSzPct val="100000"/>
              <a:buFont typeface="Wingdings" panose="05000000000000000000" pitchFamily="2" charset="2"/>
              <a:buChar char="ü"/>
            </a:pPr>
            <a:r>
              <a:rPr lang="es-CL" dirty="0"/>
              <a:t>Algebra de Grafos</a:t>
            </a:r>
          </a:p>
          <a:p>
            <a:pPr marL="900113" indent="-546100"/>
            <a:r>
              <a:rPr lang="es-CL" dirty="0"/>
              <a:t>Circuitos</a:t>
            </a:r>
          </a:p>
          <a:p>
            <a:pPr marL="900113" indent="-546100"/>
            <a:r>
              <a:rPr lang="es-CL" dirty="0"/>
              <a:t>Algoritmos de Grafos</a:t>
            </a:r>
          </a:p>
          <a:p>
            <a:endParaRPr lang="es-CL" dirty="0"/>
          </a:p>
        </p:txBody>
      </p:sp>
      <mc:AlternateContent xmlns:mc="http://schemas.openxmlformats.org/markup-compatibility/2006" xmlns:pslz="http://schemas.microsoft.com/office/powerpoint/2016/slidezoom">
        <mc:Choice Requires="pslz">
          <p:graphicFrame>
            <p:nvGraphicFramePr>
              <p:cNvPr id="5" name="Vista general de diapositiva 4">
                <a:extLst>
                  <a:ext uri="{FF2B5EF4-FFF2-40B4-BE49-F238E27FC236}">
                    <a16:creationId xmlns:a16="http://schemas.microsoft.com/office/drawing/2014/main" id="{CDA4BBDB-DA79-470D-A3C9-F1D4A33C9002}"/>
                  </a:ext>
                </a:extLst>
              </p:cNvPr>
              <p:cNvGraphicFramePr>
                <a:graphicFrameLocks noChangeAspect="1"/>
              </p:cNvGraphicFramePr>
              <p:nvPr>
                <p:extLst>
                  <p:ext uri="{D42A27DB-BD31-4B8C-83A1-F6EECF244321}">
                    <p14:modId xmlns:p14="http://schemas.microsoft.com/office/powerpoint/2010/main" val="765098152"/>
                  </p:ext>
                </p:extLst>
              </p:nvPr>
            </p:nvGraphicFramePr>
            <p:xfrm>
              <a:off x="8991600" y="3987071"/>
              <a:ext cx="2514600" cy="1414463"/>
            </p:xfrm>
            <a:graphic>
              <a:graphicData uri="http://schemas.microsoft.com/office/powerpoint/2016/slidezoom">
                <pslz:sldZm>
                  <pslz:sldZmObj sldId="320" cId="1341642538">
                    <pslz:zmPr id="{2C471A4B-7775-4E8B-91D4-2EF6C7482BCB}" returnToParent="0" transitionDur="1000">
                      <p166:blipFill xmlns:p166="http://schemas.microsoft.com/office/powerpoint/2016/6/main">
                        <a:blip r:embed="rId2"/>
                        <a:stretch>
                          <a:fillRect/>
                        </a:stretch>
                      </p166:blipFill>
                      <p166:spPr xmlns:p166="http://schemas.microsoft.com/office/powerpoint/2016/6/main">
                        <a:xfrm>
                          <a:off x="0" y="0"/>
                          <a:ext cx="2514600" cy="1414463"/>
                        </a:xfrm>
                        <a:prstGeom prst="rect">
                          <a:avLst/>
                        </a:prstGeom>
                        <a:ln w="3175">
                          <a:solidFill>
                            <a:prstClr val="ltGray"/>
                          </a:solidFill>
                        </a:ln>
                      </p166:spPr>
                    </pslz:zmPr>
                  </pslz:sldZmObj>
                </pslz:sldZm>
              </a:graphicData>
            </a:graphic>
          </p:graphicFrame>
        </mc:Choice>
        <mc:Fallback xmlns="">
          <p:pic>
            <p:nvPicPr>
              <p:cNvPr id="5" name="Vista general de diapositiva 4">
                <a:extLst>
                  <a:ext uri="{FF2B5EF4-FFF2-40B4-BE49-F238E27FC236}">
                    <a16:creationId xmlns:a16="http://schemas.microsoft.com/office/drawing/2014/main" id="{CDA4BBDB-DA79-470D-A3C9-F1D4A33C9002}"/>
                  </a:ext>
                </a:extLst>
              </p:cNvPr>
              <p:cNvPicPr>
                <a:picLocks noGrp="1" noRot="1" noChangeAspect="1" noMove="1" noResize="1" noEditPoints="1" noAdjustHandles="1" noChangeArrowheads="1" noChangeShapeType="1"/>
              </p:cNvPicPr>
              <p:nvPr/>
            </p:nvPicPr>
            <p:blipFill>
              <a:blip r:embed="rId3"/>
              <a:stretch>
                <a:fillRect/>
              </a:stretch>
            </p:blipFill>
            <p:spPr>
              <a:xfrm>
                <a:off x="8991600" y="3987071"/>
                <a:ext cx="2514600" cy="1414463"/>
              </a:xfrm>
              <a:prstGeom prst="rect">
                <a:avLst/>
              </a:prstGeom>
              <a:ln w="3175">
                <a:solidFill>
                  <a:prstClr val="ltGray"/>
                </a:solidFill>
              </a:ln>
            </p:spPr>
          </p:pic>
        </mc:Fallback>
      </mc:AlternateContent>
    </p:spTree>
    <p:extLst>
      <p:ext uri="{BB962C8B-B14F-4D97-AF65-F5344CB8AC3E}">
        <p14:creationId xmlns:p14="http://schemas.microsoft.com/office/powerpoint/2010/main" val="2972618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1CEB92-EE1E-4BFE-88F0-D26CD5AF1981}"/>
              </a:ext>
            </a:extLst>
          </p:cNvPr>
          <p:cNvSpPr>
            <a:spLocks noGrp="1"/>
          </p:cNvSpPr>
          <p:nvPr>
            <p:ph type="title"/>
          </p:nvPr>
        </p:nvSpPr>
        <p:spPr/>
        <p:txBody>
          <a:bodyPr/>
          <a:lstStyle/>
          <a:p>
            <a:r>
              <a:rPr lang="es-CL" dirty="0"/>
              <a:t>Isomorfismo de grafos</a:t>
            </a:r>
          </a:p>
        </p:txBody>
      </p:sp>
      <p:sp>
        <p:nvSpPr>
          <p:cNvPr id="3" name="Marcador de contenido 2">
            <a:extLst>
              <a:ext uri="{FF2B5EF4-FFF2-40B4-BE49-F238E27FC236}">
                <a16:creationId xmlns:a16="http://schemas.microsoft.com/office/drawing/2014/main" id="{776EC3E1-D156-443A-BA8F-7449FDCE6E25}"/>
              </a:ext>
            </a:extLst>
          </p:cNvPr>
          <p:cNvSpPr>
            <a:spLocks noGrp="1"/>
          </p:cNvSpPr>
          <p:nvPr>
            <p:ph sz="quarter" idx="13"/>
          </p:nvPr>
        </p:nvSpPr>
        <p:spPr>
          <a:xfrm>
            <a:off x="685800" y="1676401"/>
            <a:ext cx="10972799" cy="990600"/>
          </a:xfrm>
        </p:spPr>
        <p:txBody>
          <a:bodyPr vert="horz" lIns="91440" tIns="45720" rIns="91440" bIns="45720" rtlCol="0" anchor="ctr">
            <a:normAutofit fontScale="77500" lnSpcReduction="20000"/>
          </a:bodyPr>
          <a:lstStyle/>
          <a:p>
            <a:r>
              <a:rPr lang="es-MX" dirty="0"/>
              <a:t>En teoría de grafos, un isomorfismo entre dos grafos G y H es una biyección f entre los conjuntos de sus f:V(G)</a:t>
            </a:r>
            <a:r>
              <a:rPr lang="es-CL" dirty="0"/>
              <a:t>→</a:t>
            </a:r>
            <a:r>
              <a:rPr lang="es-MX" dirty="0"/>
              <a:t>V(H) que preserva la relación de adyacencia. </a:t>
            </a:r>
          </a:p>
        </p:txBody>
      </p:sp>
      <p:pic>
        <p:nvPicPr>
          <p:cNvPr id="7" name="Imagen 6">
            <a:extLst>
              <a:ext uri="{FF2B5EF4-FFF2-40B4-BE49-F238E27FC236}">
                <a16:creationId xmlns:a16="http://schemas.microsoft.com/office/drawing/2014/main" id="{42DCA168-B41E-4A7F-A4A7-6502EACA5ECC}"/>
              </a:ext>
            </a:extLst>
          </p:cNvPr>
          <p:cNvPicPr>
            <a:picLocks noChangeAspect="1"/>
          </p:cNvPicPr>
          <p:nvPr/>
        </p:nvPicPr>
        <p:blipFill>
          <a:blip r:embed="rId2"/>
          <a:stretch>
            <a:fillRect/>
          </a:stretch>
        </p:blipFill>
        <p:spPr>
          <a:xfrm>
            <a:off x="5159633" y="2667001"/>
            <a:ext cx="6473566" cy="3665754"/>
          </a:xfrm>
          <a:prstGeom prst="rect">
            <a:avLst/>
          </a:prstGeom>
        </p:spPr>
      </p:pic>
      <p:sp>
        <p:nvSpPr>
          <p:cNvPr id="9" name="CuadroTexto 8">
            <a:extLst>
              <a:ext uri="{FF2B5EF4-FFF2-40B4-BE49-F238E27FC236}">
                <a16:creationId xmlns:a16="http://schemas.microsoft.com/office/drawing/2014/main" id="{6AE1568A-A9B4-4261-8934-E18DCEF24DA8}"/>
              </a:ext>
            </a:extLst>
          </p:cNvPr>
          <p:cNvSpPr txBox="1"/>
          <p:nvPr/>
        </p:nvSpPr>
        <p:spPr>
          <a:xfrm>
            <a:off x="685800" y="4343400"/>
            <a:ext cx="4343400" cy="1420442"/>
          </a:xfrm>
          <a:prstGeom prst="rect">
            <a:avLst/>
          </a:prstGeom>
        </p:spPr>
        <p:txBody>
          <a:bodyPr vert="horz" lIns="91440" tIns="45720" rIns="91440" bIns="45720" rtlCol="0" anchor="ctr">
            <a:normAutofit fontScale="70000" lnSpcReduction="20000"/>
          </a:bodyPr>
          <a:lstStyle>
            <a:lvl1pPr marL="228600" indent="-228600" defTabSz="914400">
              <a:lnSpc>
                <a:spcPct val="120000"/>
              </a:lnSpc>
              <a:spcBef>
                <a:spcPts val="1000"/>
              </a:spcBef>
              <a:buClr>
                <a:schemeClr val="accent1"/>
              </a:buClr>
              <a:buSzPct val="160000"/>
              <a:buFont typeface="Arial" panose="020B0604020202020204" pitchFamily="34" charset="0"/>
              <a:buChar char="•"/>
              <a:defRPr sz="3200" cap="none" baseline="0">
                <a:effectLst/>
                <a:latin typeface="HP Simplified" panose="020B0604020204020204" pitchFamily="34" charset="0"/>
              </a:defRPr>
            </a:lvl1pPr>
            <a:lvl2pPr marL="685800" indent="-228600" defTabSz="914400">
              <a:lnSpc>
                <a:spcPct val="120000"/>
              </a:lnSpc>
              <a:spcBef>
                <a:spcPts val="500"/>
              </a:spcBef>
              <a:buClr>
                <a:schemeClr val="accent1"/>
              </a:buClr>
              <a:buSzPct val="160000"/>
              <a:buFont typeface="Arial" panose="020B0604020202020204" pitchFamily="34" charset="0"/>
              <a:buChar char="•"/>
              <a:defRPr sz="2800" cap="none" baseline="0">
                <a:effectLst/>
                <a:latin typeface="HP Simplified" panose="020B0604020204020204" pitchFamily="34" charset="0"/>
              </a:defRPr>
            </a:lvl2pPr>
            <a:lvl3pPr marL="1143000" indent="-228600" defTabSz="914400">
              <a:lnSpc>
                <a:spcPct val="120000"/>
              </a:lnSpc>
              <a:spcBef>
                <a:spcPts val="500"/>
              </a:spcBef>
              <a:buClr>
                <a:schemeClr val="accent1"/>
              </a:buClr>
              <a:buSzPct val="160000"/>
              <a:buFont typeface="Arial" panose="020B0604020202020204" pitchFamily="34" charset="0"/>
              <a:buChar char="•"/>
              <a:defRPr sz="2400" cap="none" baseline="0">
                <a:effectLst/>
                <a:latin typeface="HP Simplified" panose="020B0604020204020204" pitchFamily="34" charset="0"/>
              </a:defRPr>
            </a:lvl3pPr>
            <a:lvl4pPr marL="1600200" indent="-228600" defTabSz="914400">
              <a:lnSpc>
                <a:spcPct val="120000"/>
              </a:lnSpc>
              <a:spcBef>
                <a:spcPts val="500"/>
              </a:spcBef>
              <a:buClr>
                <a:schemeClr val="accent1"/>
              </a:buClr>
              <a:buSzPct val="160000"/>
              <a:buFont typeface="Arial" panose="020B0604020202020204" pitchFamily="34" charset="0"/>
              <a:buChar char="•"/>
              <a:defRPr sz="2000" cap="none" baseline="0">
                <a:effectLst/>
                <a:latin typeface="HP Simplified" panose="020B0604020204020204" pitchFamily="34" charset="0"/>
              </a:defRPr>
            </a:lvl4pPr>
            <a:lvl5pPr marL="2057400" indent="-228600" defTabSz="914400">
              <a:lnSpc>
                <a:spcPct val="120000"/>
              </a:lnSpc>
              <a:spcBef>
                <a:spcPts val="500"/>
              </a:spcBef>
              <a:buClr>
                <a:schemeClr val="accent1"/>
              </a:buClr>
              <a:buSzPct val="160000"/>
              <a:buFont typeface="Arial" panose="020B0604020202020204" pitchFamily="34" charset="0"/>
              <a:buChar char="•"/>
              <a:defRPr sz="2000" cap="none" baseline="0">
                <a:effectLst/>
                <a:latin typeface="HP Simplified" panose="020B0604020204020204" pitchFamily="34" charset="0"/>
              </a:defRPr>
            </a:lvl5pPr>
            <a:lvl6pPr marL="2514600" indent="-228600" defTabSz="914400">
              <a:lnSpc>
                <a:spcPct val="120000"/>
              </a:lnSpc>
              <a:spcBef>
                <a:spcPts val="500"/>
              </a:spcBef>
              <a:buClr>
                <a:schemeClr val="accent1"/>
              </a:buClr>
              <a:buSzPct val="160000"/>
              <a:buFont typeface="Arial" panose="020B0604020202020204" pitchFamily="34" charset="0"/>
              <a:buChar char="•"/>
              <a:defRPr sz="1400" cap="all" baseline="0">
                <a:effectLst/>
              </a:defRPr>
            </a:lvl6pPr>
            <a:lvl7pPr marL="2971800" indent="-228600" defTabSz="914400">
              <a:lnSpc>
                <a:spcPct val="120000"/>
              </a:lnSpc>
              <a:spcBef>
                <a:spcPts val="500"/>
              </a:spcBef>
              <a:buClr>
                <a:schemeClr val="accent1"/>
              </a:buClr>
              <a:buSzPct val="160000"/>
              <a:buFont typeface="Arial" panose="020B0604020202020204" pitchFamily="34" charset="0"/>
              <a:buChar char="•"/>
              <a:defRPr sz="1400" cap="all" baseline="0">
                <a:effectLst/>
              </a:defRPr>
            </a:lvl7pPr>
            <a:lvl8pPr marL="3429000" indent="-228600" defTabSz="914400">
              <a:lnSpc>
                <a:spcPct val="120000"/>
              </a:lnSpc>
              <a:spcBef>
                <a:spcPts val="500"/>
              </a:spcBef>
              <a:buClr>
                <a:schemeClr val="accent1"/>
              </a:buClr>
              <a:buSzPct val="160000"/>
              <a:buFont typeface="Arial" panose="020B0604020202020204" pitchFamily="34" charset="0"/>
              <a:buChar char="•"/>
              <a:defRPr sz="1400" cap="all" baseline="0">
                <a:effectLst/>
              </a:defRPr>
            </a:lvl8pPr>
            <a:lvl9pPr marL="3886200" indent="-228600" defTabSz="914400">
              <a:lnSpc>
                <a:spcPct val="120000"/>
              </a:lnSpc>
              <a:spcBef>
                <a:spcPts val="500"/>
              </a:spcBef>
              <a:buClr>
                <a:schemeClr val="accent1"/>
              </a:buClr>
              <a:buSzPct val="160000"/>
              <a:buFont typeface="Arial" panose="020B0604020202020204" pitchFamily="34" charset="0"/>
              <a:buChar char="•"/>
              <a:defRPr sz="1400" cap="all" baseline="0">
                <a:effectLst/>
              </a:defRPr>
            </a:lvl9pPr>
          </a:lstStyle>
          <a:p>
            <a:r>
              <a:rPr lang="es-MX" dirty="0"/>
              <a:t>A pesar de su diferente aspecto, los dos grafos que se muestran a continuación son isomorfos:</a:t>
            </a:r>
            <a:endParaRPr lang="es-CL" dirty="0"/>
          </a:p>
        </p:txBody>
      </p:sp>
      <p:sp>
        <p:nvSpPr>
          <p:cNvPr id="11" name="CuadroTexto 10">
            <a:extLst>
              <a:ext uri="{FF2B5EF4-FFF2-40B4-BE49-F238E27FC236}">
                <a16:creationId xmlns:a16="http://schemas.microsoft.com/office/drawing/2014/main" id="{E9A4357B-206C-4B02-9720-9C3C86B66DD1}"/>
              </a:ext>
            </a:extLst>
          </p:cNvPr>
          <p:cNvSpPr txBox="1"/>
          <p:nvPr/>
        </p:nvSpPr>
        <p:spPr>
          <a:xfrm>
            <a:off x="685800" y="2667001"/>
            <a:ext cx="4413380" cy="1676399"/>
          </a:xfrm>
          <a:prstGeom prst="rect">
            <a:avLst/>
          </a:prstGeom>
        </p:spPr>
        <p:txBody>
          <a:bodyPr vert="horz" lIns="91440" tIns="45720" rIns="91440" bIns="45720" rtlCol="0" anchor="ctr">
            <a:normAutofit lnSpcReduction="10000"/>
          </a:bodyPr>
          <a:lstStyle>
            <a:lvl1pPr marL="228600" indent="-228600" defTabSz="914400">
              <a:lnSpc>
                <a:spcPct val="120000"/>
              </a:lnSpc>
              <a:spcBef>
                <a:spcPts val="1000"/>
              </a:spcBef>
              <a:buClr>
                <a:schemeClr val="accent1"/>
              </a:buClr>
              <a:buSzPct val="160000"/>
              <a:buFont typeface="Arial" panose="020B0604020202020204" pitchFamily="34" charset="0"/>
              <a:buChar char="•"/>
              <a:defRPr sz="3200" cap="none" baseline="0">
                <a:effectLst/>
                <a:latin typeface="HP Simplified" panose="020B0604020204020204" pitchFamily="34" charset="0"/>
              </a:defRPr>
            </a:lvl1pPr>
            <a:lvl2pPr marL="685800" indent="-228600" defTabSz="914400">
              <a:lnSpc>
                <a:spcPct val="120000"/>
              </a:lnSpc>
              <a:spcBef>
                <a:spcPts val="500"/>
              </a:spcBef>
              <a:buClr>
                <a:schemeClr val="accent1"/>
              </a:buClr>
              <a:buSzPct val="160000"/>
              <a:buFont typeface="Arial" panose="020B0604020202020204" pitchFamily="34" charset="0"/>
              <a:buChar char="•"/>
              <a:defRPr sz="2800" cap="none" baseline="0">
                <a:effectLst/>
                <a:latin typeface="HP Simplified" panose="020B0604020204020204" pitchFamily="34" charset="0"/>
              </a:defRPr>
            </a:lvl2pPr>
            <a:lvl3pPr marL="1143000" indent="-228600" defTabSz="914400">
              <a:lnSpc>
                <a:spcPct val="120000"/>
              </a:lnSpc>
              <a:spcBef>
                <a:spcPts val="500"/>
              </a:spcBef>
              <a:buClr>
                <a:schemeClr val="accent1"/>
              </a:buClr>
              <a:buSzPct val="160000"/>
              <a:buFont typeface="Arial" panose="020B0604020202020204" pitchFamily="34" charset="0"/>
              <a:buChar char="•"/>
              <a:defRPr sz="2400" cap="none" baseline="0">
                <a:effectLst/>
                <a:latin typeface="HP Simplified" panose="020B0604020204020204" pitchFamily="34" charset="0"/>
              </a:defRPr>
            </a:lvl3pPr>
            <a:lvl4pPr marL="1600200" indent="-228600" defTabSz="914400">
              <a:lnSpc>
                <a:spcPct val="120000"/>
              </a:lnSpc>
              <a:spcBef>
                <a:spcPts val="500"/>
              </a:spcBef>
              <a:buClr>
                <a:schemeClr val="accent1"/>
              </a:buClr>
              <a:buSzPct val="160000"/>
              <a:buFont typeface="Arial" panose="020B0604020202020204" pitchFamily="34" charset="0"/>
              <a:buChar char="•"/>
              <a:defRPr sz="2000" cap="none" baseline="0">
                <a:effectLst/>
                <a:latin typeface="HP Simplified" panose="020B0604020204020204" pitchFamily="34" charset="0"/>
              </a:defRPr>
            </a:lvl4pPr>
            <a:lvl5pPr marL="2057400" indent="-228600" defTabSz="914400">
              <a:lnSpc>
                <a:spcPct val="120000"/>
              </a:lnSpc>
              <a:spcBef>
                <a:spcPts val="500"/>
              </a:spcBef>
              <a:buClr>
                <a:schemeClr val="accent1"/>
              </a:buClr>
              <a:buSzPct val="160000"/>
              <a:buFont typeface="Arial" panose="020B0604020202020204" pitchFamily="34" charset="0"/>
              <a:buChar char="•"/>
              <a:defRPr sz="2000" cap="none" baseline="0">
                <a:effectLst/>
                <a:latin typeface="HP Simplified" panose="020B0604020204020204" pitchFamily="34" charset="0"/>
              </a:defRPr>
            </a:lvl5pPr>
            <a:lvl6pPr marL="2514600" indent="-228600" defTabSz="914400">
              <a:lnSpc>
                <a:spcPct val="120000"/>
              </a:lnSpc>
              <a:spcBef>
                <a:spcPts val="500"/>
              </a:spcBef>
              <a:buClr>
                <a:schemeClr val="accent1"/>
              </a:buClr>
              <a:buSzPct val="160000"/>
              <a:buFont typeface="Arial" panose="020B0604020202020204" pitchFamily="34" charset="0"/>
              <a:buChar char="•"/>
              <a:defRPr sz="1400" cap="all" baseline="0">
                <a:effectLst/>
              </a:defRPr>
            </a:lvl6pPr>
            <a:lvl7pPr marL="2971800" indent="-228600" defTabSz="914400">
              <a:lnSpc>
                <a:spcPct val="120000"/>
              </a:lnSpc>
              <a:spcBef>
                <a:spcPts val="500"/>
              </a:spcBef>
              <a:buClr>
                <a:schemeClr val="accent1"/>
              </a:buClr>
              <a:buSzPct val="160000"/>
              <a:buFont typeface="Arial" panose="020B0604020202020204" pitchFamily="34" charset="0"/>
              <a:buChar char="•"/>
              <a:defRPr sz="1400" cap="all" baseline="0">
                <a:effectLst/>
              </a:defRPr>
            </a:lvl7pPr>
            <a:lvl8pPr marL="3429000" indent="-228600" defTabSz="914400">
              <a:lnSpc>
                <a:spcPct val="120000"/>
              </a:lnSpc>
              <a:spcBef>
                <a:spcPts val="500"/>
              </a:spcBef>
              <a:buClr>
                <a:schemeClr val="accent1"/>
              </a:buClr>
              <a:buSzPct val="160000"/>
              <a:buFont typeface="Arial" panose="020B0604020202020204" pitchFamily="34" charset="0"/>
              <a:buChar char="•"/>
              <a:defRPr sz="1400" cap="all" baseline="0">
                <a:effectLst/>
              </a:defRPr>
            </a:lvl8pPr>
            <a:lvl9pPr marL="3886200" indent="-228600" defTabSz="914400">
              <a:lnSpc>
                <a:spcPct val="120000"/>
              </a:lnSpc>
              <a:spcBef>
                <a:spcPts val="500"/>
              </a:spcBef>
              <a:buClr>
                <a:schemeClr val="accent1"/>
              </a:buClr>
              <a:buSzPct val="160000"/>
              <a:buFont typeface="Arial" panose="020B0604020202020204" pitchFamily="34" charset="0"/>
              <a:buChar char="•"/>
              <a:defRPr sz="1400" cap="all" baseline="0">
                <a:effectLst/>
              </a:defRPr>
            </a:lvl9pPr>
          </a:lstStyle>
          <a:p>
            <a:r>
              <a:rPr lang="es-MX" sz="2400" dirty="0"/>
              <a:t>Es decir, cualquier par de vértices u y v de G son adyacentes si y solo si lo son sus imágenes, f(u) y f(v), en H.</a:t>
            </a:r>
          </a:p>
        </p:txBody>
      </p:sp>
    </p:spTree>
    <p:extLst>
      <p:ext uri="{BB962C8B-B14F-4D97-AF65-F5344CB8AC3E}">
        <p14:creationId xmlns:p14="http://schemas.microsoft.com/office/powerpoint/2010/main" val="3186958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88CBE6B-795A-48B4-8671-B9755C589D6E}"/>
              </a:ext>
            </a:extLst>
          </p:cNvPr>
          <p:cNvSpPr>
            <a:spLocks noGrp="1"/>
          </p:cNvSpPr>
          <p:nvPr>
            <p:ph type="title"/>
          </p:nvPr>
        </p:nvSpPr>
        <p:spPr/>
        <p:txBody>
          <a:bodyPr/>
          <a:lstStyle/>
          <a:p>
            <a:r>
              <a:rPr lang="es-CL" dirty="0"/>
              <a:t>CAMINOS y CICLOS</a:t>
            </a:r>
          </a:p>
        </p:txBody>
      </p:sp>
      <p:sp>
        <p:nvSpPr>
          <p:cNvPr id="5" name="Marcador de texto 4">
            <a:extLst>
              <a:ext uri="{FF2B5EF4-FFF2-40B4-BE49-F238E27FC236}">
                <a16:creationId xmlns:a16="http://schemas.microsoft.com/office/drawing/2014/main" id="{CE3FC0EC-745F-490C-9457-E9CBFC8EFBD8}"/>
              </a:ext>
            </a:extLst>
          </p:cNvPr>
          <p:cNvSpPr>
            <a:spLocks noGrp="1"/>
          </p:cNvSpPr>
          <p:nvPr>
            <p:ph type="body" idx="1"/>
          </p:nvPr>
        </p:nvSpPr>
        <p:spPr/>
        <p:txBody>
          <a:bodyPr/>
          <a:lstStyle/>
          <a:p>
            <a:endParaRPr lang="es-CL"/>
          </a:p>
        </p:txBody>
      </p:sp>
    </p:spTree>
    <p:extLst>
      <p:ext uri="{BB962C8B-B14F-4D97-AF65-F5344CB8AC3E}">
        <p14:creationId xmlns:p14="http://schemas.microsoft.com/office/powerpoint/2010/main" val="4213273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1" y="189321"/>
            <a:ext cx="5171440" cy="1231106"/>
          </a:xfrm>
          <a:prstGeom prst="rect">
            <a:avLst/>
          </a:prstGeom>
        </p:spPr>
        <p:txBody>
          <a:bodyPr vert="horz" wrap="square" lIns="0" tIns="0" rIns="0" bIns="0" rtlCol="0" anchor="ctr">
            <a:spAutoFit/>
          </a:bodyPr>
          <a:lstStyle/>
          <a:p>
            <a:pPr marL="12700">
              <a:lnSpc>
                <a:spcPct val="100000"/>
              </a:lnSpc>
            </a:pPr>
            <a:r>
              <a:rPr spc="-15" dirty="0"/>
              <a:t>Trayectorias </a:t>
            </a:r>
            <a:r>
              <a:rPr spc="-5" dirty="0"/>
              <a:t>en</a:t>
            </a:r>
            <a:r>
              <a:rPr spc="-50" dirty="0"/>
              <a:t> </a:t>
            </a:r>
            <a:r>
              <a:rPr spc="-5" dirty="0"/>
              <a:t>Grafos</a:t>
            </a:r>
          </a:p>
        </p:txBody>
      </p:sp>
      <p:sp>
        <p:nvSpPr>
          <p:cNvPr id="3" name="object 3"/>
          <p:cNvSpPr txBox="1"/>
          <p:nvPr/>
        </p:nvSpPr>
        <p:spPr>
          <a:xfrm>
            <a:off x="516376" y="1172890"/>
            <a:ext cx="8496941" cy="2736647"/>
          </a:xfrm>
          <a:prstGeom prst="rect">
            <a:avLst/>
          </a:prstGeom>
        </p:spPr>
        <p:txBody>
          <a:bodyPr vert="horz" wrap="square" lIns="0" tIns="0" rIns="0" bIns="0" rtlCol="0">
            <a:spAutoFit/>
          </a:bodyPr>
          <a:lstStyle/>
          <a:p>
            <a:pPr marL="469900" indent="-457200">
              <a:buClr>
                <a:srgbClr val="696363"/>
              </a:buClr>
              <a:buSzPct val="80357"/>
              <a:buFont typeface="Arial" panose="020B0604020202020204" pitchFamily="34" charset="0"/>
              <a:buChar char="•"/>
              <a:tabLst>
                <a:tab pos="355600" algn="l"/>
              </a:tabLst>
            </a:pPr>
            <a:r>
              <a:rPr sz="2800" u="sng" spc="-10" dirty="0">
                <a:solidFill>
                  <a:srgbClr val="002850"/>
                </a:solidFill>
                <a:latin typeface="HP Simplified" panose="020B0604020204020204" pitchFamily="34" charset="0"/>
                <a:cs typeface="Arial Narrow"/>
              </a:rPr>
              <a:t>Camino </a:t>
            </a:r>
            <a:r>
              <a:rPr sz="2800" u="sng" spc="-5" dirty="0">
                <a:solidFill>
                  <a:srgbClr val="002850"/>
                </a:solidFill>
                <a:latin typeface="HP Simplified" panose="020B0604020204020204" pitchFamily="34" charset="0"/>
                <a:cs typeface="Arial Narrow"/>
              </a:rPr>
              <a:t>/</a:t>
            </a:r>
            <a:r>
              <a:rPr sz="2800" u="sng" spc="-20" dirty="0">
                <a:solidFill>
                  <a:srgbClr val="002850"/>
                </a:solidFill>
                <a:latin typeface="HP Simplified" panose="020B0604020204020204" pitchFamily="34" charset="0"/>
                <a:cs typeface="Arial Narrow"/>
              </a:rPr>
              <a:t> </a:t>
            </a:r>
            <a:r>
              <a:rPr sz="2800" u="sng" spc="-5" dirty="0">
                <a:solidFill>
                  <a:srgbClr val="002850"/>
                </a:solidFill>
                <a:latin typeface="HP Simplified" panose="020B0604020204020204" pitchFamily="34" charset="0"/>
                <a:cs typeface="Arial Narrow"/>
              </a:rPr>
              <a:t>recorrido</a:t>
            </a:r>
            <a:endParaRPr sz="2800" u="sng" dirty="0">
              <a:latin typeface="HP Simplified" panose="020B0604020204020204" pitchFamily="34" charset="0"/>
              <a:cs typeface="Arial Narrow"/>
            </a:endParaRPr>
          </a:p>
          <a:p>
            <a:pPr marL="812800" marR="5080" lvl="1" indent="-342900">
              <a:spcBef>
                <a:spcPts val="580"/>
              </a:spcBef>
              <a:buClr>
                <a:srgbClr val="696363"/>
              </a:buClr>
              <a:buSzPct val="79166"/>
              <a:buFont typeface="Arial" panose="020B0604020202020204" pitchFamily="34" charset="0"/>
              <a:buChar char="•"/>
              <a:tabLst>
                <a:tab pos="812800" algn="l"/>
              </a:tabLst>
            </a:pPr>
            <a:r>
              <a:rPr sz="2400" dirty="0">
                <a:solidFill>
                  <a:srgbClr val="002850"/>
                </a:solidFill>
                <a:latin typeface="HP Simplified" panose="020B0604020204020204" pitchFamily="34" charset="0"/>
                <a:cs typeface="Arial Narrow"/>
              </a:rPr>
              <a:t>Un </a:t>
            </a:r>
            <a:r>
              <a:rPr sz="2400" spc="-5" dirty="0">
                <a:solidFill>
                  <a:srgbClr val="002850"/>
                </a:solidFill>
                <a:latin typeface="HP Simplified" panose="020B0604020204020204" pitchFamily="34" charset="0"/>
                <a:cs typeface="Arial Narrow"/>
              </a:rPr>
              <a:t>camino </a:t>
            </a:r>
            <a:r>
              <a:rPr sz="2400" dirty="0">
                <a:solidFill>
                  <a:srgbClr val="002850"/>
                </a:solidFill>
                <a:latin typeface="HP Simplified" panose="020B0604020204020204" pitchFamily="34" charset="0"/>
                <a:cs typeface="Arial Narrow"/>
              </a:rPr>
              <a:t>P </a:t>
            </a:r>
            <a:r>
              <a:rPr sz="2400" spc="-5" dirty="0">
                <a:solidFill>
                  <a:srgbClr val="002850"/>
                </a:solidFill>
                <a:latin typeface="HP Simplified" panose="020B0604020204020204" pitchFamily="34" charset="0"/>
                <a:cs typeface="Arial Narrow"/>
              </a:rPr>
              <a:t>desde </a:t>
            </a:r>
            <a:r>
              <a:rPr sz="2400" b="1" i="1" dirty="0">
                <a:solidFill>
                  <a:srgbClr val="002850"/>
                </a:solidFill>
                <a:latin typeface="HP Simplified" panose="020B0604020204020204" pitchFamily="34" charset="0"/>
                <a:cs typeface="Arial Narrow"/>
              </a:rPr>
              <a:t>u</a:t>
            </a:r>
            <a:r>
              <a:rPr sz="2400" i="1"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hasta </a:t>
            </a:r>
            <a:r>
              <a:rPr sz="2400" b="1" i="1" dirty="0">
                <a:solidFill>
                  <a:srgbClr val="002850"/>
                </a:solidFill>
                <a:latin typeface="HP Simplified" panose="020B0604020204020204" pitchFamily="34" charset="0"/>
                <a:cs typeface="Arial Narrow"/>
              </a:rPr>
              <a:t>v</a:t>
            </a:r>
            <a:r>
              <a:rPr sz="2400" i="1"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en el grafo </a:t>
            </a:r>
            <a:r>
              <a:rPr sz="2400" dirty="0">
                <a:solidFill>
                  <a:srgbClr val="002850"/>
                </a:solidFill>
                <a:latin typeface="HP Simplified" panose="020B0604020204020204" pitchFamily="34" charset="0"/>
                <a:cs typeface="Arial Narrow"/>
              </a:rPr>
              <a:t>G  </a:t>
            </a:r>
            <a:r>
              <a:rPr sz="2400" spc="-5" dirty="0">
                <a:solidFill>
                  <a:srgbClr val="002850"/>
                </a:solidFill>
                <a:latin typeface="HP Simplified" panose="020B0604020204020204" pitchFamily="34" charset="0"/>
                <a:cs typeface="Arial Narrow"/>
              </a:rPr>
              <a:t>es una secuencia finita de vértices que  empieza en </a:t>
            </a:r>
            <a:r>
              <a:rPr sz="2400" b="1" i="1" dirty="0">
                <a:solidFill>
                  <a:srgbClr val="002850"/>
                </a:solidFill>
                <a:latin typeface="HP Simplified" panose="020B0604020204020204" pitchFamily="34" charset="0"/>
                <a:cs typeface="Arial Narrow"/>
              </a:rPr>
              <a:t>u</a:t>
            </a:r>
            <a:r>
              <a:rPr sz="2400" i="1" dirty="0">
                <a:solidFill>
                  <a:srgbClr val="002850"/>
                </a:solidFill>
                <a:latin typeface="HP Simplified" panose="020B0604020204020204" pitchFamily="34" charset="0"/>
                <a:cs typeface="Arial Narrow"/>
              </a:rPr>
              <a:t> </a:t>
            </a:r>
            <a:r>
              <a:rPr sz="2400" dirty="0">
                <a:solidFill>
                  <a:srgbClr val="002850"/>
                </a:solidFill>
                <a:latin typeface="HP Simplified" panose="020B0604020204020204" pitchFamily="34" charset="0"/>
                <a:cs typeface="Arial Narrow"/>
              </a:rPr>
              <a:t>y </a:t>
            </a:r>
            <a:r>
              <a:rPr sz="2400" spc="-5" dirty="0">
                <a:solidFill>
                  <a:srgbClr val="002850"/>
                </a:solidFill>
                <a:latin typeface="HP Simplified" panose="020B0604020204020204" pitchFamily="34" charset="0"/>
                <a:cs typeface="Arial Narrow"/>
              </a:rPr>
              <a:t>acaba en</a:t>
            </a:r>
            <a:r>
              <a:rPr sz="2400" spc="10" dirty="0">
                <a:solidFill>
                  <a:srgbClr val="002850"/>
                </a:solidFill>
                <a:latin typeface="HP Simplified" panose="020B0604020204020204" pitchFamily="34" charset="0"/>
                <a:cs typeface="Arial Narrow"/>
              </a:rPr>
              <a:t> </a:t>
            </a:r>
            <a:r>
              <a:rPr sz="2400" b="1" i="1" spc="-5" dirty="0">
                <a:solidFill>
                  <a:srgbClr val="002850"/>
                </a:solidFill>
                <a:latin typeface="HP Simplified" panose="020B0604020204020204" pitchFamily="34" charset="0"/>
                <a:cs typeface="Arial Narrow"/>
              </a:rPr>
              <a:t>v</a:t>
            </a:r>
            <a:r>
              <a:rPr sz="2400" spc="-5" dirty="0">
                <a:solidFill>
                  <a:srgbClr val="002850"/>
                </a:solidFill>
                <a:latin typeface="HP Simplified" panose="020B0604020204020204" pitchFamily="34" charset="0"/>
                <a:cs typeface="Arial Narrow"/>
              </a:rPr>
              <a:t>.</a:t>
            </a:r>
            <a:endParaRPr sz="2400" dirty="0">
              <a:latin typeface="HP Simplified" panose="020B0604020204020204" pitchFamily="34" charset="0"/>
              <a:cs typeface="Arial Narrow"/>
            </a:endParaRPr>
          </a:p>
          <a:p>
            <a:pPr marL="812800" lvl="1" indent="-342900">
              <a:spcBef>
                <a:spcPts val="570"/>
              </a:spcBef>
              <a:buClr>
                <a:srgbClr val="696363"/>
              </a:buClr>
              <a:buSzPct val="79166"/>
              <a:buFont typeface="Arial" panose="020B0604020202020204" pitchFamily="34" charset="0"/>
              <a:buChar char="•"/>
              <a:tabLst>
                <a:tab pos="812800" algn="l"/>
              </a:tabLst>
            </a:pPr>
            <a:r>
              <a:rPr sz="2400" spc="-5" dirty="0">
                <a:solidFill>
                  <a:srgbClr val="002850"/>
                </a:solidFill>
                <a:latin typeface="HP Simplified" panose="020B0604020204020204" pitchFamily="34" charset="0"/>
                <a:cs typeface="Arial Narrow"/>
              </a:rPr>
              <a:t>Cada par de vértices </a:t>
            </a:r>
            <a:r>
              <a:rPr sz="2400" spc="-5" dirty="0" err="1">
                <a:solidFill>
                  <a:srgbClr val="002850"/>
                </a:solidFill>
                <a:latin typeface="HP Simplified" panose="020B0604020204020204" pitchFamily="34" charset="0"/>
                <a:cs typeface="Arial Narrow"/>
              </a:rPr>
              <a:t>consecutivos</a:t>
            </a:r>
            <a:r>
              <a:rPr sz="2400" spc="60"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son</a:t>
            </a:r>
            <a:r>
              <a:rPr lang="es-CL" sz="2400" spc="-5" dirty="0">
                <a:solidFill>
                  <a:srgbClr val="002850"/>
                </a:solidFill>
                <a:latin typeface="HP Simplified" panose="020B0604020204020204" pitchFamily="34" charset="0"/>
                <a:cs typeface="Arial Narrow"/>
              </a:rPr>
              <a:t> </a:t>
            </a:r>
            <a:r>
              <a:rPr sz="2400" b="1" spc="-5" dirty="0" err="1">
                <a:solidFill>
                  <a:srgbClr val="002850"/>
                </a:solidFill>
                <a:latin typeface="HP Simplified" panose="020B0604020204020204" pitchFamily="34" charset="0"/>
                <a:cs typeface="Arial Narrow"/>
              </a:rPr>
              <a:t>adyacentes</a:t>
            </a:r>
            <a:endParaRPr sz="2400" b="1" dirty="0">
              <a:latin typeface="HP Simplified" panose="020B0604020204020204" pitchFamily="34" charset="0"/>
              <a:cs typeface="Arial Narrow"/>
            </a:endParaRPr>
          </a:p>
          <a:p>
            <a:pPr marL="469900" indent="-457200">
              <a:spcBef>
                <a:spcPts val="1270"/>
              </a:spcBef>
              <a:buClr>
                <a:srgbClr val="696363"/>
              </a:buClr>
              <a:buSzPct val="80357"/>
              <a:buFont typeface="Arial" panose="020B0604020202020204" pitchFamily="34" charset="0"/>
              <a:buChar char="•"/>
              <a:tabLst>
                <a:tab pos="355600" algn="l"/>
              </a:tabLst>
            </a:pPr>
            <a:r>
              <a:rPr sz="2800" u="sng" spc="-10" dirty="0">
                <a:solidFill>
                  <a:srgbClr val="002850"/>
                </a:solidFill>
                <a:latin typeface="HP Simplified" panose="020B0604020204020204" pitchFamily="34" charset="0"/>
                <a:cs typeface="Arial Narrow"/>
              </a:rPr>
              <a:t>Longitud </a:t>
            </a:r>
            <a:r>
              <a:rPr sz="2800" u="sng" spc="-5" dirty="0">
                <a:solidFill>
                  <a:srgbClr val="002850"/>
                </a:solidFill>
                <a:latin typeface="HP Simplified" panose="020B0604020204020204" pitchFamily="34" charset="0"/>
                <a:cs typeface="Arial Narrow"/>
              </a:rPr>
              <a:t>de</a:t>
            </a:r>
            <a:r>
              <a:rPr sz="2800" u="sng" spc="-55" dirty="0">
                <a:solidFill>
                  <a:srgbClr val="002850"/>
                </a:solidFill>
                <a:latin typeface="HP Simplified" panose="020B0604020204020204" pitchFamily="34" charset="0"/>
                <a:cs typeface="Arial Narrow"/>
              </a:rPr>
              <a:t> </a:t>
            </a:r>
            <a:r>
              <a:rPr sz="2800" u="sng" spc="-10" dirty="0">
                <a:solidFill>
                  <a:srgbClr val="002850"/>
                </a:solidFill>
                <a:latin typeface="HP Simplified" panose="020B0604020204020204" pitchFamily="34" charset="0"/>
                <a:cs typeface="Arial Narrow"/>
              </a:rPr>
              <a:t>camino</a:t>
            </a:r>
            <a:endParaRPr sz="2800" u="sng" dirty="0">
              <a:latin typeface="HP Simplified" panose="020B0604020204020204" pitchFamily="34" charset="0"/>
              <a:cs typeface="Arial Narrow"/>
            </a:endParaRPr>
          </a:p>
          <a:p>
            <a:pPr marL="812800" lvl="1" indent="-342900">
              <a:spcBef>
                <a:spcPts val="575"/>
              </a:spcBef>
              <a:buClr>
                <a:srgbClr val="0066FF"/>
              </a:buClr>
              <a:buSzPct val="79166"/>
              <a:buFont typeface="Arial" panose="020B0604020202020204" pitchFamily="34" charset="0"/>
              <a:buChar char="•"/>
              <a:tabLst>
                <a:tab pos="756920" algn="l"/>
              </a:tabLst>
            </a:pPr>
            <a:r>
              <a:rPr sz="2400" dirty="0">
                <a:solidFill>
                  <a:srgbClr val="002850"/>
                </a:solidFill>
                <a:latin typeface="HP Simplified" panose="020B0604020204020204" pitchFamily="34" charset="0"/>
                <a:cs typeface="Arial Narrow"/>
              </a:rPr>
              <a:t>El </a:t>
            </a:r>
            <a:r>
              <a:rPr sz="2400" spc="-5" dirty="0">
                <a:solidFill>
                  <a:srgbClr val="002850"/>
                </a:solidFill>
                <a:latin typeface="HP Simplified" panose="020B0604020204020204" pitchFamily="34" charset="0"/>
                <a:cs typeface="Arial Narrow"/>
              </a:rPr>
              <a:t>número de arcos que lo</a:t>
            </a:r>
            <a:r>
              <a:rPr sz="2400" spc="20"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forman</a:t>
            </a:r>
            <a:endParaRPr sz="2400" dirty="0">
              <a:latin typeface="HP Simplified" panose="020B0604020204020204" pitchFamily="34" charset="0"/>
              <a:cs typeface="Arial Narrow"/>
            </a:endParaRPr>
          </a:p>
        </p:txBody>
      </p:sp>
      <p:sp>
        <p:nvSpPr>
          <p:cNvPr id="4" name="object 4"/>
          <p:cNvSpPr txBox="1"/>
          <p:nvPr/>
        </p:nvSpPr>
        <p:spPr>
          <a:xfrm>
            <a:off x="516376" y="4110038"/>
            <a:ext cx="6476999" cy="1246495"/>
          </a:xfrm>
          <a:prstGeom prst="rect">
            <a:avLst/>
          </a:prstGeom>
        </p:spPr>
        <p:txBody>
          <a:bodyPr vert="horz" wrap="square" lIns="0" tIns="0" rIns="0" bIns="0" rtlCol="0">
            <a:spAutoFit/>
          </a:bodyPr>
          <a:lstStyle/>
          <a:p>
            <a:pPr marL="355600" indent="-342900">
              <a:buFont typeface="Arial" panose="020B0604020202020204" pitchFamily="34" charset="0"/>
              <a:buChar char="•"/>
            </a:pPr>
            <a:r>
              <a:rPr sz="2800" u="sng" spc="-10" dirty="0">
                <a:solidFill>
                  <a:srgbClr val="002850"/>
                </a:solidFill>
                <a:latin typeface="HP Simplified" panose="020B0604020204020204" pitchFamily="34" charset="0"/>
                <a:cs typeface="Arial Narrow"/>
              </a:rPr>
              <a:t>Camino</a:t>
            </a:r>
            <a:r>
              <a:rPr sz="2800" u="sng" spc="-395" dirty="0">
                <a:solidFill>
                  <a:srgbClr val="002850"/>
                </a:solidFill>
                <a:latin typeface="HP Simplified" panose="020B0604020204020204" pitchFamily="34" charset="0"/>
                <a:cs typeface="Arial Narrow"/>
              </a:rPr>
              <a:t> </a:t>
            </a:r>
            <a:r>
              <a:rPr sz="2800" u="sng" spc="-10" dirty="0">
                <a:solidFill>
                  <a:srgbClr val="002850"/>
                </a:solidFill>
                <a:latin typeface="HP Simplified" panose="020B0604020204020204" pitchFamily="34" charset="0"/>
                <a:cs typeface="Arial Narrow"/>
              </a:rPr>
              <a:t>Simple</a:t>
            </a:r>
            <a:endParaRPr sz="2800" u="sng" dirty="0">
              <a:latin typeface="HP Simplified" panose="020B0604020204020204" pitchFamily="34" charset="0"/>
              <a:cs typeface="Arial Narrow"/>
            </a:endParaRPr>
          </a:p>
          <a:p>
            <a:pPr marL="812800" indent="-342900">
              <a:spcBef>
                <a:spcPts val="580"/>
              </a:spcBef>
              <a:buFont typeface="Arial" panose="020B0604020202020204" pitchFamily="34" charset="0"/>
              <a:buChar char="•"/>
            </a:pPr>
            <a:r>
              <a:rPr sz="2400" spc="-50" dirty="0" err="1">
                <a:solidFill>
                  <a:srgbClr val="002850"/>
                </a:solidFill>
                <a:latin typeface="HP Simplified" panose="020B0604020204020204" pitchFamily="34" charset="0"/>
                <a:cs typeface="Arial Narrow"/>
              </a:rPr>
              <a:t>Todos</a:t>
            </a:r>
            <a:r>
              <a:rPr sz="2400" spc="-50"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los nodos que lo </a:t>
            </a:r>
            <a:r>
              <a:rPr sz="2400" dirty="0" err="1">
                <a:solidFill>
                  <a:srgbClr val="002850"/>
                </a:solidFill>
                <a:latin typeface="HP Simplified" panose="020B0604020204020204" pitchFamily="34" charset="0"/>
                <a:cs typeface="Arial Narrow"/>
              </a:rPr>
              <a:t>forman</a:t>
            </a:r>
            <a:r>
              <a:rPr sz="2400" spc="-280"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son</a:t>
            </a:r>
            <a:r>
              <a:rPr lang="es-CL" sz="2400" spc="-5" dirty="0">
                <a:solidFill>
                  <a:srgbClr val="002850"/>
                </a:solidFill>
                <a:latin typeface="HP Simplified" panose="020B0604020204020204" pitchFamily="34" charset="0"/>
                <a:cs typeface="Arial Narrow"/>
              </a:rPr>
              <a:t> </a:t>
            </a:r>
            <a:r>
              <a:rPr sz="2400" spc="-5" dirty="0" err="1">
                <a:solidFill>
                  <a:srgbClr val="002850"/>
                </a:solidFill>
                <a:latin typeface="HP Simplified" panose="020B0604020204020204" pitchFamily="34" charset="0"/>
                <a:cs typeface="Arial Narrow"/>
              </a:rPr>
              <a:t>distintos</a:t>
            </a:r>
            <a:r>
              <a:rPr sz="2400" spc="-5" dirty="0">
                <a:solidFill>
                  <a:srgbClr val="002850"/>
                </a:solidFill>
                <a:latin typeface="HP Simplified" panose="020B0604020204020204" pitchFamily="34" charset="0"/>
                <a:cs typeface="Arial Narrow"/>
              </a:rPr>
              <a:t> </a:t>
            </a:r>
            <a:r>
              <a:rPr sz="2400" dirty="0">
                <a:solidFill>
                  <a:srgbClr val="002850"/>
                </a:solidFill>
                <a:latin typeface="HP Simplified" panose="020B0604020204020204" pitchFamily="34" charset="0"/>
                <a:cs typeface="Arial Narrow"/>
              </a:rPr>
              <a:t>(no </a:t>
            </a:r>
            <a:r>
              <a:rPr sz="2400" spc="-5" dirty="0">
                <a:solidFill>
                  <a:srgbClr val="002850"/>
                </a:solidFill>
                <a:latin typeface="HP Simplified" panose="020B0604020204020204" pitchFamily="34" charset="0"/>
                <a:cs typeface="Arial Narrow"/>
              </a:rPr>
              <a:t>se </a:t>
            </a:r>
            <a:r>
              <a:rPr sz="2400" dirty="0">
                <a:solidFill>
                  <a:srgbClr val="002850"/>
                </a:solidFill>
                <a:latin typeface="HP Simplified" panose="020B0604020204020204" pitchFamily="34" charset="0"/>
                <a:cs typeface="Arial Narrow"/>
              </a:rPr>
              <a:t>repite</a:t>
            </a:r>
            <a:r>
              <a:rPr sz="2400" spc="-15" dirty="0">
                <a:solidFill>
                  <a:srgbClr val="002850"/>
                </a:solidFill>
                <a:latin typeface="HP Simplified" panose="020B0604020204020204" pitchFamily="34" charset="0"/>
                <a:cs typeface="Arial Narrow"/>
              </a:rPr>
              <a:t> </a:t>
            </a:r>
            <a:r>
              <a:rPr sz="2400" spc="-10" dirty="0">
                <a:solidFill>
                  <a:srgbClr val="002850"/>
                </a:solidFill>
                <a:latin typeface="HP Simplified" panose="020B0604020204020204" pitchFamily="34" charset="0"/>
                <a:cs typeface="Arial Narrow"/>
              </a:rPr>
              <a:t>nodos)</a:t>
            </a:r>
            <a:endParaRPr sz="2400" dirty="0">
              <a:latin typeface="HP Simplified" panose="020B0604020204020204" pitchFamily="34" charset="0"/>
              <a:cs typeface="Arial Narrow"/>
            </a:endParaRPr>
          </a:p>
        </p:txBody>
      </p:sp>
      <p:grpSp>
        <p:nvGrpSpPr>
          <p:cNvPr id="31" name="Grupo 30">
            <a:extLst>
              <a:ext uri="{FF2B5EF4-FFF2-40B4-BE49-F238E27FC236}">
                <a16:creationId xmlns:a16="http://schemas.microsoft.com/office/drawing/2014/main" id="{A506D646-2234-4DA3-84BF-4ECA28CC5175}"/>
              </a:ext>
            </a:extLst>
          </p:cNvPr>
          <p:cNvGrpSpPr/>
          <p:nvPr/>
        </p:nvGrpSpPr>
        <p:grpSpPr>
          <a:xfrm>
            <a:off x="8763000" y="2014538"/>
            <a:ext cx="2590800" cy="4191000"/>
            <a:chOff x="8610600" y="457200"/>
            <a:chExt cx="2590800" cy="4191000"/>
          </a:xfrm>
        </p:grpSpPr>
        <p:sp>
          <p:nvSpPr>
            <p:cNvPr id="30" name="Rectángulo: esquinas redondeadas 29">
              <a:extLst>
                <a:ext uri="{FF2B5EF4-FFF2-40B4-BE49-F238E27FC236}">
                  <a16:creationId xmlns:a16="http://schemas.microsoft.com/office/drawing/2014/main" id="{8FE2EA04-E94B-4561-A9AB-215C6595A741}"/>
                </a:ext>
              </a:extLst>
            </p:cNvPr>
            <p:cNvSpPr/>
            <p:nvPr/>
          </p:nvSpPr>
          <p:spPr>
            <a:xfrm>
              <a:off x="8610600" y="457200"/>
              <a:ext cx="2590800" cy="4191000"/>
            </a:xfrm>
            <a:prstGeom prst="roundRect">
              <a:avLst>
                <a:gd name="adj" fmla="val 8128"/>
              </a:avLst>
            </a:prstGeom>
            <a:ln w="3810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s-CL"/>
            </a:p>
          </p:txBody>
        </p:sp>
        <p:grpSp>
          <p:nvGrpSpPr>
            <p:cNvPr id="29" name="Grupo 28">
              <a:extLst>
                <a:ext uri="{FF2B5EF4-FFF2-40B4-BE49-F238E27FC236}">
                  <a16:creationId xmlns:a16="http://schemas.microsoft.com/office/drawing/2014/main" id="{A291B1EE-1D99-40D3-B809-06B36E1250C3}"/>
                </a:ext>
              </a:extLst>
            </p:cNvPr>
            <p:cNvGrpSpPr/>
            <p:nvPr/>
          </p:nvGrpSpPr>
          <p:grpSpPr>
            <a:xfrm>
              <a:off x="8763000" y="685800"/>
              <a:ext cx="2305304" cy="3740350"/>
              <a:chOff x="7862951" y="1500250"/>
              <a:chExt cx="2305304" cy="3740350"/>
            </a:xfrm>
          </p:grpSpPr>
          <p:sp>
            <p:nvSpPr>
              <p:cNvPr id="5" name="object 5"/>
              <p:cNvSpPr/>
              <p:nvPr/>
            </p:nvSpPr>
            <p:spPr>
              <a:xfrm>
                <a:off x="7862951" y="1500250"/>
                <a:ext cx="360680" cy="360680"/>
              </a:xfrm>
              <a:custGeom>
                <a:avLst/>
                <a:gdLst/>
                <a:ahLst/>
                <a:cxnLst/>
                <a:rect l="l" t="t" r="r" b="b"/>
                <a:pathLst>
                  <a:path w="360679" h="360680">
                    <a:moveTo>
                      <a:pt x="180085" y="0"/>
                    </a:moveTo>
                    <a:lnTo>
                      <a:pt x="132218" y="6434"/>
                    </a:lnTo>
                    <a:lnTo>
                      <a:pt x="89201" y="24590"/>
                    </a:lnTo>
                    <a:lnTo>
                      <a:pt x="52752" y="52752"/>
                    </a:lnTo>
                    <a:lnTo>
                      <a:pt x="24590" y="89201"/>
                    </a:lnTo>
                    <a:lnTo>
                      <a:pt x="6434" y="132218"/>
                    </a:lnTo>
                    <a:lnTo>
                      <a:pt x="0" y="180086"/>
                    </a:lnTo>
                    <a:lnTo>
                      <a:pt x="6434" y="228007"/>
                    </a:lnTo>
                    <a:lnTo>
                      <a:pt x="24590" y="271060"/>
                    </a:lnTo>
                    <a:lnTo>
                      <a:pt x="52752" y="307530"/>
                    </a:lnTo>
                    <a:lnTo>
                      <a:pt x="89201" y="335703"/>
                    </a:lnTo>
                    <a:lnTo>
                      <a:pt x="132218" y="353864"/>
                    </a:lnTo>
                    <a:lnTo>
                      <a:pt x="180085" y="360299"/>
                    </a:lnTo>
                    <a:lnTo>
                      <a:pt x="228007" y="353864"/>
                    </a:lnTo>
                    <a:lnTo>
                      <a:pt x="271060" y="335703"/>
                    </a:lnTo>
                    <a:lnTo>
                      <a:pt x="307530" y="307530"/>
                    </a:lnTo>
                    <a:lnTo>
                      <a:pt x="335703" y="271060"/>
                    </a:lnTo>
                    <a:lnTo>
                      <a:pt x="353864" y="228007"/>
                    </a:lnTo>
                    <a:lnTo>
                      <a:pt x="360299" y="180086"/>
                    </a:lnTo>
                    <a:lnTo>
                      <a:pt x="353864" y="132218"/>
                    </a:lnTo>
                    <a:lnTo>
                      <a:pt x="335703" y="89201"/>
                    </a:lnTo>
                    <a:lnTo>
                      <a:pt x="307530" y="52752"/>
                    </a:lnTo>
                    <a:lnTo>
                      <a:pt x="271060" y="24590"/>
                    </a:lnTo>
                    <a:lnTo>
                      <a:pt x="228007" y="6434"/>
                    </a:lnTo>
                    <a:lnTo>
                      <a:pt x="180085" y="0"/>
                    </a:lnTo>
                    <a:close/>
                  </a:path>
                </a:pathLst>
              </a:custGeom>
              <a:solidFill>
                <a:srgbClr val="C9D6F1"/>
              </a:solidFill>
            </p:spPr>
            <p:txBody>
              <a:bodyPr wrap="square" lIns="0" tIns="0" rIns="0" bIns="0" rtlCol="0"/>
              <a:lstStyle/>
              <a:p>
                <a:endParaRPr/>
              </a:p>
            </p:txBody>
          </p:sp>
          <p:sp>
            <p:nvSpPr>
              <p:cNvPr id="6" name="object 6"/>
              <p:cNvSpPr/>
              <p:nvPr/>
            </p:nvSpPr>
            <p:spPr>
              <a:xfrm>
                <a:off x="7862951" y="1500250"/>
                <a:ext cx="360680" cy="360680"/>
              </a:xfrm>
              <a:custGeom>
                <a:avLst/>
                <a:gdLst/>
                <a:ahLst/>
                <a:cxnLst/>
                <a:rect l="l" t="t" r="r" b="b"/>
                <a:pathLst>
                  <a:path w="360679" h="360680">
                    <a:moveTo>
                      <a:pt x="0" y="180086"/>
                    </a:moveTo>
                    <a:lnTo>
                      <a:pt x="6434" y="132218"/>
                    </a:lnTo>
                    <a:lnTo>
                      <a:pt x="24590" y="89201"/>
                    </a:lnTo>
                    <a:lnTo>
                      <a:pt x="52752" y="52752"/>
                    </a:lnTo>
                    <a:lnTo>
                      <a:pt x="89201" y="24590"/>
                    </a:lnTo>
                    <a:lnTo>
                      <a:pt x="132218" y="6434"/>
                    </a:lnTo>
                    <a:lnTo>
                      <a:pt x="180085" y="0"/>
                    </a:lnTo>
                    <a:lnTo>
                      <a:pt x="228007" y="6434"/>
                    </a:lnTo>
                    <a:lnTo>
                      <a:pt x="271060" y="24590"/>
                    </a:lnTo>
                    <a:lnTo>
                      <a:pt x="307530" y="52752"/>
                    </a:lnTo>
                    <a:lnTo>
                      <a:pt x="335703" y="89201"/>
                    </a:lnTo>
                    <a:lnTo>
                      <a:pt x="353864" y="132218"/>
                    </a:lnTo>
                    <a:lnTo>
                      <a:pt x="360299" y="180086"/>
                    </a:lnTo>
                    <a:lnTo>
                      <a:pt x="353864" y="228007"/>
                    </a:lnTo>
                    <a:lnTo>
                      <a:pt x="335703" y="271060"/>
                    </a:lnTo>
                    <a:lnTo>
                      <a:pt x="307530" y="307530"/>
                    </a:lnTo>
                    <a:lnTo>
                      <a:pt x="271060" y="335703"/>
                    </a:lnTo>
                    <a:lnTo>
                      <a:pt x="228007" y="353864"/>
                    </a:lnTo>
                    <a:lnTo>
                      <a:pt x="180085" y="360299"/>
                    </a:lnTo>
                    <a:lnTo>
                      <a:pt x="132218" y="353864"/>
                    </a:lnTo>
                    <a:lnTo>
                      <a:pt x="89201" y="335703"/>
                    </a:lnTo>
                    <a:lnTo>
                      <a:pt x="52752" y="307530"/>
                    </a:lnTo>
                    <a:lnTo>
                      <a:pt x="24590" y="271060"/>
                    </a:lnTo>
                    <a:lnTo>
                      <a:pt x="6434" y="228007"/>
                    </a:lnTo>
                    <a:lnTo>
                      <a:pt x="0" y="180086"/>
                    </a:lnTo>
                    <a:close/>
                  </a:path>
                </a:pathLst>
              </a:custGeom>
              <a:ln w="12700">
                <a:solidFill>
                  <a:srgbClr val="0000C4"/>
                </a:solidFill>
              </a:ln>
            </p:spPr>
            <p:txBody>
              <a:bodyPr wrap="square" lIns="0" tIns="0" rIns="0" bIns="0" rtlCol="0"/>
              <a:lstStyle/>
              <a:p>
                <a:endParaRPr/>
              </a:p>
            </p:txBody>
          </p:sp>
          <p:sp>
            <p:nvSpPr>
              <p:cNvPr id="7" name="object 7"/>
              <p:cNvSpPr txBox="1"/>
              <p:nvPr/>
            </p:nvSpPr>
            <p:spPr>
              <a:xfrm>
                <a:off x="7969378" y="1542035"/>
                <a:ext cx="150495" cy="276999"/>
              </a:xfrm>
              <a:prstGeom prst="rect">
                <a:avLst/>
              </a:prstGeom>
            </p:spPr>
            <p:txBody>
              <a:bodyPr vert="horz" wrap="square" lIns="0" tIns="0" rIns="0" bIns="0" rtlCol="0">
                <a:spAutoFit/>
              </a:bodyPr>
              <a:lstStyle/>
              <a:p>
                <a:pPr marL="12700"/>
                <a:r>
                  <a:rPr dirty="0">
                    <a:latin typeface="Tahoma"/>
                    <a:cs typeface="Tahoma"/>
                  </a:rPr>
                  <a:t>4</a:t>
                </a:r>
                <a:endParaRPr>
                  <a:latin typeface="Tahoma"/>
                  <a:cs typeface="Tahoma"/>
                </a:endParaRPr>
              </a:p>
            </p:txBody>
          </p:sp>
          <p:sp>
            <p:nvSpPr>
              <p:cNvPr id="8" name="object 8"/>
              <p:cNvSpPr/>
              <p:nvPr/>
            </p:nvSpPr>
            <p:spPr>
              <a:xfrm>
                <a:off x="9447276" y="1500250"/>
                <a:ext cx="360680" cy="360680"/>
              </a:xfrm>
              <a:custGeom>
                <a:avLst/>
                <a:gdLst/>
                <a:ahLst/>
                <a:cxnLst/>
                <a:rect l="l" t="t" r="r" b="b"/>
                <a:pathLst>
                  <a:path w="360679" h="360680">
                    <a:moveTo>
                      <a:pt x="180085" y="0"/>
                    </a:moveTo>
                    <a:lnTo>
                      <a:pt x="132218" y="6434"/>
                    </a:lnTo>
                    <a:lnTo>
                      <a:pt x="89201" y="24590"/>
                    </a:lnTo>
                    <a:lnTo>
                      <a:pt x="52752" y="52752"/>
                    </a:lnTo>
                    <a:lnTo>
                      <a:pt x="24590" y="89201"/>
                    </a:lnTo>
                    <a:lnTo>
                      <a:pt x="6434" y="132218"/>
                    </a:lnTo>
                    <a:lnTo>
                      <a:pt x="0" y="180086"/>
                    </a:lnTo>
                    <a:lnTo>
                      <a:pt x="6434" y="228007"/>
                    </a:lnTo>
                    <a:lnTo>
                      <a:pt x="24590" y="271060"/>
                    </a:lnTo>
                    <a:lnTo>
                      <a:pt x="52752" y="307530"/>
                    </a:lnTo>
                    <a:lnTo>
                      <a:pt x="89201" y="335703"/>
                    </a:lnTo>
                    <a:lnTo>
                      <a:pt x="132218" y="353864"/>
                    </a:lnTo>
                    <a:lnTo>
                      <a:pt x="180085" y="360299"/>
                    </a:lnTo>
                    <a:lnTo>
                      <a:pt x="228007" y="353864"/>
                    </a:lnTo>
                    <a:lnTo>
                      <a:pt x="271060" y="335703"/>
                    </a:lnTo>
                    <a:lnTo>
                      <a:pt x="307530" y="307530"/>
                    </a:lnTo>
                    <a:lnTo>
                      <a:pt x="335703" y="271060"/>
                    </a:lnTo>
                    <a:lnTo>
                      <a:pt x="353864" y="228007"/>
                    </a:lnTo>
                    <a:lnTo>
                      <a:pt x="360299" y="180086"/>
                    </a:lnTo>
                    <a:lnTo>
                      <a:pt x="353864" y="132218"/>
                    </a:lnTo>
                    <a:lnTo>
                      <a:pt x="335703" y="89201"/>
                    </a:lnTo>
                    <a:lnTo>
                      <a:pt x="307530" y="52752"/>
                    </a:lnTo>
                    <a:lnTo>
                      <a:pt x="271060" y="24590"/>
                    </a:lnTo>
                    <a:lnTo>
                      <a:pt x="228007" y="6434"/>
                    </a:lnTo>
                    <a:lnTo>
                      <a:pt x="180085" y="0"/>
                    </a:lnTo>
                    <a:close/>
                  </a:path>
                </a:pathLst>
              </a:custGeom>
              <a:solidFill>
                <a:srgbClr val="C9D6F1"/>
              </a:solidFill>
            </p:spPr>
            <p:txBody>
              <a:bodyPr wrap="square" lIns="0" tIns="0" rIns="0" bIns="0" rtlCol="0"/>
              <a:lstStyle/>
              <a:p>
                <a:endParaRPr/>
              </a:p>
            </p:txBody>
          </p:sp>
          <p:sp>
            <p:nvSpPr>
              <p:cNvPr id="9" name="object 9"/>
              <p:cNvSpPr/>
              <p:nvPr/>
            </p:nvSpPr>
            <p:spPr>
              <a:xfrm>
                <a:off x="9447276" y="1500250"/>
                <a:ext cx="360680" cy="360680"/>
              </a:xfrm>
              <a:custGeom>
                <a:avLst/>
                <a:gdLst/>
                <a:ahLst/>
                <a:cxnLst/>
                <a:rect l="l" t="t" r="r" b="b"/>
                <a:pathLst>
                  <a:path w="360679" h="360680">
                    <a:moveTo>
                      <a:pt x="0" y="180086"/>
                    </a:moveTo>
                    <a:lnTo>
                      <a:pt x="6434" y="132218"/>
                    </a:lnTo>
                    <a:lnTo>
                      <a:pt x="24590" y="89201"/>
                    </a:lnTo>
                    <a:lnTo>
                      <a:pt x="52752" y="52752"/>
                    </a:lnTo>
                    <a:lnTo>
                      <a:pt x="89201" y="24590"/>
                    </a:lnTo>
                    <a:lnTo>
                      <a:pt x="132218" y="6434"/>
                    </a:lnTo>
                    <a:lnTo>
                      <a:pt x="180085" y="0"/>
                    </a:lnTo>
                    <a:lnTo>
                      <a:pt x="228007" y="6434"/>
                    </a:lnTo>
                    <a:lnTo>
                      <a:pt x="271060" y="24590"/>
                    </a:lnTo>
                    <a:lnTo>
                      <a:pt x="307530" y="52752"/>
                    </a:lnTo>
                    <a:lnTo>
                      <a:pt x="335703" y="89201"/>
                    </a:lnTo>
                    <a:lnTo>
                      <a:pt x="353864" y="132218"/>
                    </a:lnTo>
                    <a:lnTo>
                      <a:pt x="360299" y="180086"/>
                    </a:lnTo>
                    <a:lnTo>
                      <a:pt x="353864" y="228007"/>
                    </a:lnTo>
                    <a:lnTo>
                      <a:pt x="335703" y="271060"/>
                    </a:lnTo>
                    <a:lnTo>
                      <a:pt x="307530" y="307530"/>
                    </a:lnTo>
                    <a:lnTo>
                      <a:pt x="271060" y="335703"/>
                    </a:lnTo>
                    <a:lnTo>
                      <a:pt x="228007" y="353864"/>
                    </a:lnTo>
                    <a:lnTo>
                      <a:pt x="180085" y="360299"/>
                    </a:lnTo>
                    <a:lnTo>
                      <a:pt x="132218" y="353864"/>
                    </a:lnTo>
                    <a:lnTo>
                      <a:pt x="89201" y="335703"/>
                    </a:lnTo>
                    <a:lnTo>
                      <a:pt x="52752" y="307530"/>
                    </a:lnTo>
                    <a:lnTo>
                      <a:pt x="24590" y="271060"/>
                    </a:lnTo>
                    <a:lnTo>
                      <a:pt x="6434" y="228007"/>
                    </a:lnTo>
                    <a:lnTo>
                      <a:pt x="0" y="180086"/>
                    </a:lnTo>
                    <a:close/>
                  </a:path>
                </a:pathLst>
              </a:custGeom>
              <a:ln w="12700">
                <a:solidFill>
                  <a:srgbClr val="0000C4"/>
                </a:solidFill>
              </a:ln>
            </p:spPr>
            <p:txBody>
              <a:bodyPr wrap="square" lIns="0" tIns="0" rIns="0" bIns="0" rtlCol="0"/>
              <a:lstStyle/>
              <a:p>
                <a:endParaRPr/>
              </a:p>
            </p:txBody>
          </p:sp>
          <p:sp>
            <p:nvSpPr>
              <p:cNvPr id="10" name="object 10"/>
              <p:cNvSpPr txBox="1"/>
              <p:nvPr/>
            </p:nvSpPr>
            <p:spPr>
              <a:xfrm>
                <a:off x="9554083" y="1542035"/>
                <a:ext cx="150495" cy="276999"/>
              </a:xfrm>
              <a:prstGeom prst="rect">
                <a:avLst/>
              </a:prstGeom>
            </p:spPr>
            <p:txBody>
              <a:bodyPr vert="horz" wrap="square" lIns="0" tIns="0" rIns="0" bIns="0" rtlCol="0">
                <a:spAutoFit/>
              </a:bodyPr>
              <a:lstStyle/>
              <a:p>
                <a:pPr marL="12700"/>
                <a:r>
                  <a:rPr dirty="0">
                    <a:latin typeface="Tahoma"/>
                    <a:cs typeface="Tahoma"/>
                  </a:rPr>
                  <a:t>7</a:t>
                </a:r>
                <a:endParaRPr>
                  <a:latin typeface="Tahoma"/>
                  <a:cs typeface="Tahoma"/>
                </a:endParaRPr>
              </a:p>
            </p:txBody>
          </p:sp>
          <p:sp>
            <p:nvSpPr>
              <p:cNvPr id="11" name="object 11"/>
              <p:cNvSpPr/>
              <p:nvPr/>
            </p:nvSpPr>
            <p:spPr>
              <a:xfrm>
                <a:off x="8870950" y="2940050"/>
                <a:ext cx="360680" cy="360680"/>
              </a:xfrm>
              <a:custGeom>
                <a:avLst/>
                <a:gdLst/>
                <a:ahLst/>
                <a:cxnLst/>
                <a:rect l="l" t="t" r="r" b="b"/>
                <a:pathLst>
                  <a:path w="360679" h="360679">
                    <a:moveTo>
                      <a:pt x="180213" y="0"/>
                    </a:moveTo>
                    <a:lnTo>
                      <a:pt x="132291" y="6434"/>
                    </a:lnTo>
                    <a:lnTo>
                      <a:pt x="89238" y="24595"/>
                    </a:lnTo>
                    <a:lnTo>
                      <a:pt x="52768" y="52768"/>
                    </a:lnTo>
                    <a:lnTo>
                      <a:pt x="24595" y="89238"/>
                    </a:lnTo>
                    <a:lnTo>
                      <a:pt x="6434" y="132291"/>
                    </a:lnTo>
                    <a:lnTo>
                      <a:pt x="0" y="180212"/>
                    </a:lnTo>
                    <a:lnTo>
                      <a:pt x="6434" y="228090"/>
                    </a:lnTo>
                    <a:lnTo>
                      <a:pt x="24595" y="271130"/>
                    </a:lnTo>
                    <a:lnTo>
                      <a:pt x="52768" y="307609"/>
                    </a:lnTo>
                    <a:lnTo>
                      <a:pt x="89238" y="335802"/>
                    </a:lnTo>
                    <a:lnTo>
                      <a:pt x="132291" y="353982"/>
                    </a:lnTo>
                    <a:lnTo>
                      <a:pt x="180213" y="360425"/>
                    </a:lnTo>
                    <a:lnTo>
                      <a:pt x="228090" y="353982"/>
                    </a:lnTo>
                    <a:lnTo>
                      <a:pt x="271130" y="335802"/>
                    </a:lnTo>
                    <a:lnTo>
                      <a:pt x="307609" y="307609"/>
                    </a:lnTo>
                    <a:lnTo>
                      <a:pt x="335802" y="271130"/>
                    </a:lnTo>
                    <a:lnTo>
                      <a:pt x="353982" y="228090"/>
                    </a:lnTo>
                    <a:lnTo>
                      <a:pt x="360425" y="180212"/>
                    </a:lnTo>
                    <a:lnTo>
                      <a:pt x="353982" y="132291"/>
                    </a:lnTo>
                    <a:lnTo>
                      <a:pt x="335802" y="89238"/>
                    </a:lnTo>
                    <a:lnTo>
                      <a:pt x="307609" y="52768"/>
                    </a:lnTo>
                    <a:lnTo>
                      <a:pt x="271130" y="24595"/>
                    </a:lnTo>
                    <a:lnTo>
                      <a:pt x="228090" y="6434"/>
                    </a:lnTo>
                    <a:lnTo>
                      <a:pt x="180213" y="0"/>
                    </a:lnTo>
                    <a:close/>
                  </a:path>
                </a:pathLst>
              </a:custGeom>
              <a:solidFill>
                <a:srgbClr val="C9D6F1"/>
              </a:solidFill>
            </p:spPr>
            <p:txBody>
              <a:bodyPr wrap="square" lIns="0" tIns="0" rIns="0" bIns="0" rtlCol="0"/>
              <a:lstStyle/>
              <a:p>
                <a:endParaRPr/>
              </a:p>
            </p:txBody>
          </p:sp>
          <p:sp>
            <p:nvSpPr>
              <p:cNvPr id="12" name="object 12"/>
              <p:cNvSpPr/>
              <p:nvPr/>
            </p:nvSpPr>
            <p:spPr>
              <a:xfrm>
                <a:off x="8870950" y="2940050"/>
                <a:ext cx="360680" cy="360680"/>
              </a:xfrm>
              <a:custGeom>
                <a:avLst/>
                <a:gdLst/>
                <a:ahLst/>
                <a:cxnLst/>
                <a:rect l="l" t="t" r="r" b="b"/>
                <a:pathLst>
                  <a:path w="360679" h="360679">
                    <a:moveTo>
                      <a:pt x="0" y="180212"/>
                    </a:moveTo>
                    <a:lnTo>
                      <a:pt x="6434" y="132291"/>
                    </a:lnTo>
                    <a:lnTo>
                      <a:pt x="24595" y="89238"/>
                    </a:lnTo>
                    <a:lnTo>
                      <a:pt x="52768" y="52768"/>
                    </a:lnTo>
                    <a:lnTo>
                      <a:pt x="89238" y="24595"/>
                    </a:lnTo>
                    <a:lnTo>
                      <a:pt x="132291" y="6434"/>
                    </a:lnTo>
                    <a:lnTo>
                      <a:pt x="180213" y="0"/>
                    </a:lnTo>
                    <a:lnTo>
                      <a:pt x="228090" y="6434"/>
                    </a:lnTo>
                    <a:lnTo>
                      <a:pt x="271130" y="24595"/>
                    </a:lnTo>
                    <a:lnTo>
                      <a:pt x="307609" y="52768"/>
                    </a:lnTo>
                    <a:lnTo>
                      <a:pt x="335802" y="89238"/>
                    </a:lnTo>
                    <a:lnTo>
                      <a:pt x="353982" y="132291"/>
                    </a:lnTo>
                    <a:lnTo>
                      <a:pt x="360425" y="180212"/>
                    </a:lnTo>
                    <a:lnTo>
                      <a:pt x="353982" y="228090"/>
                    </a:lnTo>
                    <a:lnTo>
                      <a:pt x="335802" y="271130"/>
                    </a:lnTo>
                    <a:lnTo>
                      <a:pt x="307609" y="307609"/>
                    </a:lnTo>
                    <a:lnTo>
                      <a:pt x="271130" y="335802"/>
                    </a:lnTo>
                    <a:lnTo>
                      <a:pt x="228090" y="353982"/>
                    </a:lnTo>
                    <a:lnTo>
                      <a:pt x="180213" y="360425"/>
                    </a:lnTo>
                    <a:lnTo>
                      <a:pt x="132291" y="353982"/>
                    </a:lnTo>
                    <a:lnTo>
                      <a:pt x="89238" y="335802"/>
                    </a:lnTo>
                    <a:lnTo>
                      <a:pt x="52768" y="307609"/>
                    </a:lnTo>
                    <a:lnTo>
                      <a:pt x="24595" y="271130"/>
                    </a:lnTo>
                    <a:lnTo>
                      <a:pt x="6434" y="228090"/>
                    </a:lnTo>
                    <a:lnTo>
                      <a:pt x="0" y="180212"/>
                    </a:lnTo>
                    <a:close/>
                  </a:path>
                </a:pathLst>
              </a:custGeom>
              <a:ln w="12700">
                <a:solidFill>
                  <a:srgbClr val="0000C4"/>
                </a:solidFill>
              </a:ln>
            </p:spPr>
            <p:txBody>
              <a:bodyPr wrap="square" lIns="0" tIns="0" rIns="0" bIns="0" rtlCol="0"/>
              <a:lstStyle/>
              <a:p>
                <a:endParaRPr/>
              </a:p>
            </p:txBody>
          </p:sp>
          <p:sp>
            <p:nvSpPr>
              <p:cNvPr id="13" name="object 13"/>
              <p:cNvSpPr txBox="1"/>
              <p:nvPr/>
            </p:nvSpPr>
            <p:spPr>
              <a:xfrm>
                <a:off x="8977631" y="2982215"/>
                <a:ext cx="150495" cy="276999"/>
              </a:xfrm>
              <a:prstGeom prst="rect">
                <a:avLst/>
              </a:prstGeom>
            </p:spPr>
            <p:txBody>
              <a:bodyPr vert="horz" wrap="square" lIns="0" tIns="0" rIns="0" bIns="0" rtlCol="0">
                <a:spAutoFit/>
              </a:bodyPr>
              <a:lstStyle/>
              <a:p>
                <a:pPr marL="12700"/>
                <a:r>
                  <a:rPr dirty="0">
                    <a:latin typeface="Tahoma"/>
                    <a:cs typeface="Tahoma"/>
                  </a:rPr>
                  <a:t>9</a:t>
                </a:r>
                <a:endParaRPr>
                  <a:latin typeface="Tahoma"/>
                  <a:cs typeface="Tahoma"/>
                </a:endParaRPr>
              </a:p>
            </p:txBody>
          </p:sp>
          <p:sp>
            <p:nvSpPr>
              <p:cNvPr id="14" name="object 14"/>
              <p:cNvSpPr/>
              <p:nvPr/>
            </p:nvSpPr>
            <p:spPr>
              <a:xfrm>
                <a:off x="7862951" y="2940050"/>
                <a:ext cx="360680" cy="360680"/>
              </a:xfrm>
              <a:custGeom>
                <a:avLst/>
                <a:gdLst/>
                <a:ahLst/>
                <a:cxnLst/>
                <a:rect l="l" t="t" r="r" b="b"/>
                <a:pathLst>
                  <a:path w="360679" h="360679">
                    <a:moveTo>
                      <a:pt x="180085" y="0"/>
                    </a:moveTo>
                    <a:lnTo>
                      <a:pt x="132218" y="6434"/>
                    </a:lnTo>
                    <a:lnTo>
                      <a:pt x="89201" y="24595"/>
                    </a:lnTo>
                    <a:lnTo>
                      <a:pt x="52752" y="52768"/>
                    </a:lnTo>
                    <a:lnTo>
                      <a:pt x="24590" y="89238"/>
                    </a:lnTo>
                    <a:lnTo>
                      <a:pt x="6434" y="132291"/>
                    </a:lnTo>
                    <a:lnTo>
                      <a:pt x="0" y="180212"/>
                    </a:lnTo>
                    <a:lnTo>
                      <a:pt x="6434" y="228090"/>
                    </a:lnTo>
                    <a:lnTo>
                      <a:pt x="24590" y="271130"/>
                    </a:lnTo>
                    <a:lnTo>
                      <a:pt x="52752" y="307609"/>
                    </a:lnTo>
                    <a:lnTo>
                      <a:pt x="89201" y="335802"/>
                    </a:lnTo>
                    <a:lnTo>
                      <a:pt x="132218" y="353982"/>
                    </a:lnTo>
                    <a:lnTo>
                      <a:pt x="180085" y="360425"/>
                    </a:lnTo>
                    <a:lnTo>
                      <a:pt x="228007" y="353982"/>
                    </a:lnTo>
                    <a:lnTo>
                      <a:pt x="271060" y="335802"/>
                    </a:lnTo>
                    <a:lnTo>
                      <a:pt x="307530" y="307609"/>
                    </a:lnTo>
                    <a:lnTo>
                      <a:pt x="335703" y="271130"/>
                    </a:lnTo>
                    <a:lnTo>
                      <a:pt x="353864" y="228090"/>
                    </a:lnTo>
                    <a:lnTo>
                      <a:pt x="360299" y="180212"/>
                    </a:lnTo>
                    <a:lnTo>
                      <a:pt x="353864" y="132291"/>
                    </a:lnTo>
                    <a:lnTo>
                      <a:pt x="335703" y="89238"/>
                    </a:lnTo>
                    <a:lnTo>
                      <a:pt x="307530" y="52768"/>
                    </a:lnTo>
                    <a:lnTo>
                      <a:pt x="271060" y="24595"/>
                    </a:lnTo>
                    <a:lnTo>
                      <a:pt x="228007" y="6434"/>
                    </a:lnTo>
                    <a:lnTo>
                      <a:pt x="180085" y="0"/>
                    </a:lnTo>
                    <a:close/>
                  </a:path>
                </a:pathLst>
              </a:custGeom>
              <a:solidFill>
                <a:srgbClr val="C9D6F1"/>
              </a:solidFill>
            </p:spPr>
            <p:txBody>
              <a:bodyPr wrap="square" lIns="0" tIns="0" rIns="0" bIns="0" rtlCol="0"/>
              <a:lstStyle/>
              <a:p>
                <a:endParaRPr/>
              </a:p>
            </p:txBody>
          </p:sp>
          <p:sp>
            <p:nvSpPr>
              <p:cNvPr id="15" name="object 15"/>
              <p:cNvSpPr/>
              <p:nvPr/>
            </p:nvSpPr>
            <p:spPr>
              <a:xfrm>
                <a:off x="7862951" y="2940050"/>
                <a:ext cx="360680" cy="360680"/>
              </a:xfrm>
              <a:custGeom>
                <a:avLst/>
                <a:gdLst/>
                <a:ahLst/>
                <a:cxnLst/>
                <a:rect l="l" t="t" r="r" b="b"/>
                <a:pathLst>
                  <a:path w="360679" h="360679">
                    <a:moveTo>
                      <a:pt x="0" y="180212"/>
                    </a:moveTo>
                    <a:lnTo>
                      <a:pt x="6434" y="132291"/>
                    </a:lnTo>
                    <a:lnTo>
                      <a:pt x="24590" y="89238"/>
                    </a:lnTo>
                    <a:lnTo>
                      <a:pt x="52752" y="52768"/>
                    </a:lnTo>
                    <a:lnTo>
                      <a:pt x="89201" y="24595"/>
                    </a:lnTo>
                    <a:lnTo>
                      <a:pt x="132218" y="6434"/>
                    </a:lnTo>
                    <a:lnTo>
                      <a:pt x="180085" y="0"/>
                    </a:lnTo>
                    <a:lnTo>
                      <a:pt x="228007" y="6434"/>
                    </a:lnTo>
                    <a:lnTo>
                      <a:pt x="271060" y="24595"/>
                    </a:lnTo>
                    <a:lnTo>
                      <a:pt x="307530" y="52768"/>
                    </a:lnTo>
                    <a:lnTo>
                      <a:pt x="335703" y="89238"/>
                    </a:lnTo>
                    <a:lnTo>
                      <a:pt x="353864" y="132291"/>
                    </a:lnTo>
                    <a:lnTo>
                      <a:pt x="360299" y="180212"/>
                    </a:lnTo>
                    <a:lnTo>
                      <a:pt x="353864" y="228090"/>
                    </a:lnTo>
                    <a:lnTo>
                      <a:pt x="335703" y="271130"/>
                    </a:lnTo>
                    <a:lnTo>
                      <a:pt x="307530" y="307609"/>
                    </a:lnTo>
                    <a:lnTo>
                      <a:pt x="271060" y="335802"/>
                    </a:lnTo>
                    <a:lnTo>
                      <a:pt x="228007" y="353982"/>
                    </a:lnTo>
                    <a:lnTo>
                      <a:pt x="180085" y="360425"/>
                    </a:lnTo>
                    <a:lnTo>
                      <a:pt x="132218" y="353982"/>
                    </a:lnTo>
                    <a:lnTo>
                      <a:pt x="89201" y="335802"/>
                    </a:lnTo>
                    <a:lnTo>
                      <a:pt x="52752" y="307609"/>
                    </a:lnTo>
                    <a:lnTo>
                      <a:pt x="24590" y="271130"/>
                    </a:lnTo>
                    <a:lnTo>
                      <a:pt x="6434" y="228090"/>
                    </a:lnTo>
                    <a:lnTo>
                      <a:pt x="0" y="180212"/>
                    </a:lnTo>
                    <a:close/>
                  </a:path>
                </a:pathLst>
              </a:custGeom>
              <a:ln w="12699">
                <a:solidFill>
                  <a:srgbClr val="0000C4"/>
                </a:solidFill>
              </a:ln>
            </p:spPr>
            <p:txBody>
              <a:bodyPr wrap="square" lIns="0" tIns="0" rIns="0" bIns="0" rtlCol="0"/>
              <a:lstStyle/>
              <a:p>
                <a:endParaRPr/>
              </a:p>
            </p:txBody>
          </p:sp>
          <p:sp>
            <p:nvSpPr>
              <p:cNvPr id="16" name="object 16"/>
              <p:cNvSpPr txBox="1"/>
              <p:nvPr/>
            </p:nvSpPr>
            <p:spPr>
              <a:xfrm>
                <a:off x="7969378" y="2982215"/>
                <a:ext cx="150495" cy="276999"/>
              </a:xfrm>
              <a:prstGeom prst="rect">
                <a:avLst/>
              </a:prstGeom>
            </p:spPr>
            <p:txBody>
              <a:bodyPr vert="horz" wrap="square" lIns="0" tIns="0" rIns="0" bIns="0" rtlCol="0">
                <a:spAutoFit/>
              </a:bodyPr>
              <a:lstStyle/>
              <a:p>
                <a:pPr marL="12700"/>
                <a:r>
                  <a:rPr dirty="0">
                    <a:latin typeface="Tahoma"/>
                    <a:cs typeface="Tahoma"/>
                  </a:rPr>
                  <a:t>6</a:t>
                </a:r>
                <a:endParaRPr>
                  <a:latin typeface="Tahoma"/>
                  <a:cs typeface="Tahoma"/>
                </a:endParaRPr>
              </a:p>
            </p:txBody>
          </p:sp>
          <p:sp>
            <p:nvSpPr>
              <p:cNvPr id="17" name="object 17"/>
              <p:cNvSpPr/>
              <p:nvPr/>
            </p:nvSpPr>
            <p:spPr>
              <a:xfrm>
                <a:off x="8583676" y="1932051"/>
                <a:ext cx="360680" cy="360680"/>
              </a:xfrm>
              <a:custGeom>
                <a:avLst/>
                <a:gdLst/>
                <a:ahLst/>
                <a:cxnLst/>
                <a:rect l="l" t="t" r="r" b="b"/>
                <a:pathLst>
                  <a:path w="360679" h="360680">
                    <a:moveTo>
                      <a:pt x="180085" y="0"/>
                    </a:moveTo>
                    <a:lnTo>
                      <a:pt x="132218" y="6434"/>
                    </a:lnTo>
                    <a:lnTo>
                      <a:pt x="89201" y="24590"/>
                    </a:lnTo>
                    <a:lnTo>
                      <a:pt x="52752" y="52752"/>
                    </a:lnTo>
                    <a:lnTo>
                      <a:pt x="24590" y="89201"/>
                    </a:lnTo>
                    <a:lnTo>
                      <a:pt x="6434" y="132218"/>
                    </a:lnTo>
                    <a:lnTo>
                      <a:pt x="0" y="180086"/>
                    </a:lnTo>
                    <a:lnTo>
                      <a:pt x="6434" y="228007"/>
                    </a:lnTo>
                    <a:lnTo>
                      <a:pt x="24590" y="271060"/>
                    </a:lnTo>
                    <a:lnTo>
                      <a:pt x="52752" y="307530"/>
                    </a:lnTo>
                    <a:lnTo>
                      <a:pt x="89201" y="335703"/>
                    </a:lnTo>
                    <a:lnTo>
                      <a:pt x="132218" y="353864"/>
                    </a:lnTo>
                    <a:lnTo>
                      <a:pt x="180085" y="360299"/>
                    </a:lnTo>
                    <a:lnTo>
                      <a:pt x="228007" y="353864"/>
                    </a:lnTo>
                    <a:lnTo>
                      <a:pt x="271060" y="335703"/>
                    </a:lnTo>
                    <a:lnTo>
                      <a:pt x="307530" y="307530"/>
                    </a:lnTo>
                    <a:lnTo>
                      <a:pt x="335703" y="271060"/>
                    </a:lnTo>
                    <a:lnTo>
                      <a:pt x="353864" y="228007"/>
                    </a:lnTo>
                    <a:lnTo>
                      <a:pt x="360299" y="180086"/>
                    </a:lnTo>
                    <a:lnTo>
                      <a:pt x="353864" y="132218"/>
                    </a:lnTo>
                    <a:lnTo>
                      <a:pt x="335703" y="89201"/>
                    </a:lnTo>
                    <a:lnTo>
                      <a:pt x="307530" y="52752"/>
                    </a:lnTo>
                    <a:lnTo>
                      <a:pt x="271060" y="24590"/>
                    </a:lnTo>
                    <a:lnTo>
                      <a:pt x="228007" y="6434"/>
                    </a:lnTo>
                    <a:lnTo>
                      <a:pt x="180085" y="0"/>
                    </a:lnTo>
                    <a:close/>
                  </a:path>
                </a:pathLst>
              </a:custGeom>
              <a:solidFill>
                <a:srgbClr val="C9D6F1"/>
              </a:solidFill>
            </p:spPr>
            <p:txBody>
              <a:bodyPr wrap="square" lIns="0" tIns="0" rIns="0" bIns="0" rtlCol="0"/>
              <a:lstStyle/>
              <a:p>
                <a:endParaRPr/>
              </a:p>
            </p:txBody>
          </p:sp>
          <p:sp>
            <p:nvSpPr>
              <p:cNvPr id="18" name="object 18"/>
              <p:cNvSpPr/>
              <p:nvPr/>
            </p:nvSpPr>
            <p:spPr>
              <a:xfrm>
                <a:off x="8583676" y="1932051"/>
                <a:ext cx="360680" cy="360680"/>
              </a:xfrm>
              <a:custGeom>
                <a:avLst/>
                <a:gdLst/>
                <a:ahLst/>
                <a:cxnLst/>
                <a:rect l="l" t="t" r="r" b="b"/>
                <a:pathLst>
                  <a:path w="360679" h="360680">
                    <a:moveTo>
                      <a:pt x="0" y="180086"/>
                    </a:moveTo>
                    <a:lnTo>
                      <a:pt x="6434" y="132218"/>
                    </a:lnTo>
                    <a:lnTo>
                      <a:pt x="24590" y="89201"/>
                    </a:lnTo>
                    <a:lnTo>
                      <a:pt x="52752" y="52752"/>
                    </a:lnTo>
                    <a:lnTo>
                      <a:pt x="89201" y="24590"/>
                    </a:lnTo>
                    <a:lnTo>
                      <a:pt x="132218" y="6434"/>
                    </a:lnTo>
                    <a:lnTo>
                      <a:pt x="180085" y="0"/>
                    </a:lnTo>
                    <a:lnTo>
                      <a:pt x="228007" y="6434"/>
                    </a:lnTo>
                    <a:lnTo>
                      <a:pt x="271060" y="24590"/>
                    </a:lnTo>
                    <a:lnTo>
                      <a:pt x="307530" y="52752"/>
                    </a:lnTo>
                    <a:lnTo>
                      <a:pt x="335703" y="89201"/>
                    </a:lnTo>
                    <a:lnTo>
                      <a:pt x="353864" y="132218"/>
                    </a:lnTo>
                    <a:lnTo>
                      <a:pt x="360299" y="180086"/>
                    </a:lnTo>
                    <a:lnTo>
                      <a:pt x="353864" y="228007"/>
                    </a:lnTo>
                    <a:lnTo>
                      <a:pt x="335703" y="271060"/>
                    </a:lnTo>
                    <a:lnTo>
                      <a:pt x="307530" y="307530"/>
                    </a:lnTo>
                    <a:lnTo>
                      <a:pt x="271060" y="335703"/>
                    </a:lnTo>
                    <a:lnTo>
                      <a:pt x="228007" y="353864"/>
                    </a:lnTo>
                    <a:lnTo>
                      <a:pt x="180085" y="360299"/>
                    </a:lnTo>
                    <a:lnTo>
                      <a:pt x="132218" y="353864"/>
                    </a:lnTo>
                    <a:lnTo>
                      <a:pt x="89201" y="335703"/>
                    </a:lnTo>
                    <a:lnTo>
                      <a:pt x="52752" y="307530"/>
                    </a:lnTo>
                    <a:lnTo>
                      <a:pt x="24590" y="271060"/>
                    </a:lnTo>
                    <a:lnTo>
                      <a:pt x="6434" y="228007"/>
                    </a:lnTo>
                    <a:lnTo>
                      <a:pt x="0" y="180086"/>
                    </a:lnTo>
                    <a:close/>
                  </a:path>
                </a:pathLst>
              </a:custGeom>
              <a:ln w="12700">
                <a:solidFill>
                  <a:srgbClr val="0000C4"/>
                </a:solidFill>
              </a:ln>
            </p:spPr>
            <p:txBody>
              <a:bodyPr wrap="square" lIns="0" tIns="0" rIns="0" bIns="0" rtlCol="0"/>
              <a:lstStyle/>
              <a:p>
                <a:endParaRPr/>
              </a:p>
            </p:txBody>
          </p:sp>
          <p:sp>
            <p:nvSpPr>
              <p:cNvPr id="19" name="object 19"/>
              <p:cNvSpPr txBox="1"/>
              <p:nvPr/>
            </p:nvSpPr>
            <p:spPr>
              <a:xfrm>
                <a:off x="8627744" y="1973835"/>
                <a:ext cx="275590" cy="276999"/>
              </a:xfrm>
              <a:prstGeom prst="rect">
                <a:avLst/>
              </a:prstGeom>
            </p:spPr>
            <p:txBody>
              <a:bodyPr vert="horz" wrap="square" lIns="0" tIns="0" rIns="0" bIns="0" rtlCol="0">
                <a:spAutoFit/>
              </a:bodyPr>
              <a:lstStyle/>
              <a:p>
                <a:pPr marL="12700"/>
                <a:r>
                  <a:rPr dirty="0">
                    <a:latin typeface="Tahoma"/>
                    <a:cs typeface="Tahoma"/>
                  </a:rPr>
                  <a:t>10</a:t>
                </a:r>
                <a:endParaRPr>
                  <a:latin typeface="Tahoma"/>
                  <a:cs typeface="Tahoma"/>
                </a:endParaRPr>
              </a:p>
            </p:txBody>
          </p:sp>
          <p:sp>
            <p:nvSpPr>
              <p:cNvPr id="20" name="object 20"/>
              <p:cNvSpPr/>
              <p:nvPr/>
            </p:nvSpPr>
            <p:spPr>
              <a:xfrm>
                <a:off x="9807575" y="2581275"/>
                <a:ext cx="360680" cy="360680"/>
              </a:xfrm>
              <a:custGeom>
                <a:avLst/>
                <a:gdLst/>
                <a:ahLst/>
                <a:cxnLst/>
                <a:rect l="l" t="t" r="r" b="b"/>
                <a:pathLst>
                  <a:path w="360679" h="360680">
                    <a:moveTo>
                      <a:pt x="180213" y="0"/>
                    </a:moveTo>
                    <a:lnTo>
                      <a:pt x="132291" y="6434"/>
                    </a:lnTo>
                    <a:lnTo>
                      <a:pt x="89238" y="24595"/>
                    </a:lnTo>
                    <a:lnTo>
                      <a:pt x="52768" y="52768"/>
                    </a:lnTo>
                    <a:lnTo>
                      <a:pt x="24595" y="89238"/>
                    </a:lnTo>
                    <a:lnTo>
                      <a:pt x="6434" y="132291"/>
                    </a:lnTo>
                    <a:lnTo>
                      <a:pt x="0" y="180212"/>
                    </a:lnTo>
                    <a:lnTo>
                      <a:pt x="6434" y="228090"/>
                    </a:lnTo>
                    <a:lnTo>
                      <a:pt x="24595" y="271130"/>
                    </a:lnTo>
                    <a:lnTo>
                      <a:pt x="52768" y="307609"/>
                    </a:lnTo>
                    <a:lnTo>
                      <a:pt x="89238" y="335802"/>
                    </a:lnTo>
                    <a:lnTo>
                      <a:pt x="132291" y="353982"/>
                    </a:lnTo>
                    <a:lnTo>
                      <a:pt x="180213" y="360425"/>
                    </a:lnTo>
                    <a:lnTo>
                      <a:pt x="228090" y="353982"/>
                    </a:lnTo>
                    <a:lnTo>
                      <a:pt x="271130" y="335802"/>
                    </a:lnTo>
                    <a:lnTo>
                      <a:pt x="307609" y="307609"/>
                    </a:lnTo>
                    <a:lnTo>
                      <a:pt x="335802" y="271130"/>
                    </a:lnTo>
                    <a:lnTo>
                      <a:pt x="353982" y="228090"/>
                    </a:lnTo>
                    <a:lnTo>
                      <a:pt x="360425" y="180212"/>
                    </a:lnTo>
                    <a:lnTo>
                      <a:pt x="353982" y="132291"/>
                    </a:lnTo>
                    <a:lnTo>
                      <a:pt x="335802" y="89238"/>
                    </a:lnTo>
                    <a:lnTo>
                      <a:pt x="307609" y="52768"/>
                    </a:lnTo>
                    <a:lnTo>
                      <a:pt x="271130" y="24595"/>
                    </a:lnTo>
                    <a:lnTo>
                      <a:pt x="228090" y="6434"/>
                    </a:lnTo>
                    <a:lnTo>
                      <a:pt x="180213" y="0"/>
                    </a:lnTo>
                    <a:close/>
                  </a:path>
                </a:pathLst>
              </a:custGeom>
              <a:solidFill>
                <a:srgbClr val="C9D6F1"/>
              </a:solidFill>
            </p:spPr>
            <p:txBody>
              <a:bodyPr wrap="square" lIns="0" tIns="0" rIns="0" bIns="0" rtlCol="0"/>
              <a:lstStyle/>
              <a:p>
                <a:endParaRPr/>
              </a:p>
            </p:txBody>
          </p:sp>
          <p:sp>
            <p:nvSpPr>
              <p:cNvPr id="21" name="object 21"/>
              <p:cNvSpPr/>
              <p:nvPr/>
            </p:nvSpPr>
            <p:spPr>
              <a:xfrm>
                <a:off x="9807575" y="2581275"/>
                <a:ext cx="360680" cy="360680"/>
              </a:xfrm>
              <a:custGeom>
                <a:avLst/>
                <a:gdLst/>
                <a:ahLst/>
                <a:cxnLst/>
                <a:rect l="l" t="t" r="r" b="b"/>
                <a:pathLst>
                  <a:path w="360679" h="360680">
                    <a:moveTo>
                      <a:pt x="0" y="180212"/>
                    </a:moveTo>
                    <a:lnTo>
                      <a:pt x="6434" y="132291"/>
                    </a:lnTo>
                    <a:lnTo>
                      <a:pt x="24595" y="89238"/>
                    </a:lnTo>
                    <a:lnTo>
                      <a:pt x="52768" y="52768"/>
                    </a:lnTo>
                    <a:lnTo>
                      <a:pt x="89238" y="24595"/>
                    </a:lnTo>
                    <a:lnTo>
                      <a:pt x="132291" y="6434"/>
                    </a:lnTo>
                    <a:lnTo>
                      <a:pt x="180213" y="0"/>
                    </a:lnTo>
                    <a:lnTo>
                      <a:pt x="228090" y="6434"/>
                    </a:lnTo>
                    <a:lnTo>
                      <a:pt x="271130" y="24595"/>
                    </a:lnTo>
                    <a:lnTo>
                      <a:pt x="307609" y="52768"/>
                    </a:lnTo>
                    <a:lnTo>
                      <a:pt x="335802" y="89238"/>
                    </a:lnTo>
                    <a:lnTo>
                      <a:pt x="353982" y="132291"/>
                    </a:lnTo>
                    <a:lnTo>
                      <a:pt x="360425" y="180212"/>
                    </a:lnTo>
                    <a:lnTo>
                      <a:pt x="353982" y="228090"/>
                    </a:lnTo>
                    <a:lnTo>
                      <a:pt x="335802" y="271130"/>
                    </a:lnTo>
                    <a:lnTo>
                      <a:pt x="307609" y="307609"/>
                    </a:lnTo>
                    <a:lnTo>
                      <a:pt x="271130" y="335802"/>
                    </a:lnTo>
                    <a:lnTo>
                      <a:pt x="228090" y="353982"/>
                    </a:lnTo>
                    <a:lnTo>
                      <a:pt x="180213" y="360425"/>
                    </a:lnTo>
                    <a:lnTo>
                      <a:pt x="132291" y="353982"/>
                    </a:lnTo>
                    <a:lnTo>
                      <a:pt x="89238" y="335802"/>
                    </a:lnTo>
                    <a:lnTo>
                      <a:pt x="52768" y="307609"/>
                    </a:lnTo>
                    <a:lnTo>
                      <a:pt x="24595" y="271130"/>
                    </a:lnTo>
                    <a:lnTo>
                      <a:pt x="6434" y="228090"/>
                    </a:lnTo>
                    <a:lnTo>
                      <a:pt x="0" y="180212"/>
                    </a:lnTo>
                    <a:close/>
                  </a:path>
                </a:pathLst>
              </a:custGeom>
              <a:ln w="12700">
                <a:solidFill>
                  <a:srgbClr val="0000C4"/>
                </a:solidFill>
              </a:ln>
            </p:spPr>
            <p:txBody>
              <a:bodyPr wrap="square" lIns="0" tIns="0" rIns="0" bIns="0" rtlCol="0"/>
              <a:lstStyle/>
              <a:p>
                <a:endParaRPr/>
              </a:p>
            </p:txBody>
          </p:sp>
          <p:sp>
            <p:nvSpPr>
              <p:cNvPr id="22" name="object 22"/>
              <p:cNvSpPr txBox="1"/>
              <p:nvPr/>
            </p:nvSpPr>
            <p:spPr>
              <a:xfrm>
                <a:off x="9852152" y="2623440"/>
                <a:ext cx="275590" cy="276999"/>
              </a:xfrm>
              <a:prstGeom prst="rect">
                <a:avLst/>
              </a:prstGeom>
            </p:spPr>
            <p:txBody>
              <a:bodyPr vert="horz" wrap="square" lIns="0" tIns="0" rIns="0" bIns="0" rtlCol="0">
                <a:spAutoFit/>
              </a:bodyPr>
              <a:lstStyle/>
              <a:p>
                <a:pPr marL="12700"/>
                <a:r>
                  <a:rPr dirty="0">
                    <a:latin typeface="Tahoma"/>
                    <a:cs typeface="Tahoma"/>
                  </a:rPr>
                  <a:t>11</a:t>
                </a:r>
                <a:endParaRPr>
                  <a:latin typeface="Tahoma"/>
                  <a:cs typeface="Tahoma"/>
                </a:endParaRPr>
              </a:p>
            </p:txBody>
          </p:sp>
          <p:sp>
            <p:nvSpPr>
              <p:cNvPr id="23" name="object 23"/>
              <p:cNvSpPr/>
              <p:nvPr/>
            </p:nvSpPr>
            <p:spPr>
              <a:xfrm>
                <a:off x="8043926" y="1860550"/>
                <a:ext cx="0" cy="1079500"/>
              </a:xfrm>
              <a:custGeom>
                <a:avLst/>
                <a:gdLst/>
                <a:ahLst/>
                <a:cxnLst/>
                <a:rect l="l" t="t" r="r" b="b"/>
                <a:pathLst>
                  <a:path h="1079500">
                    <a:moveTo>
                      <a:pt x="0" y="0"/>
                    </a:moveTo>
                    <a:lnTo>
                      <a:pt x="0" y="1079500"/>
                    </a:lnTo>
                  </a:path>
                </a:pathLst>
              </a:custGeom>
              <a:ln w="12700">
                <a:solidFill>
                  <a:srgbClr val="000000"/>
                </a:solidFill>
              </a:ln>
            </p:spPr>
            <p:txBody>
              <a:bodyPr wrap="square" lIns="0" tIns="0" rIns="0" bIns="0" rtlCol="0"/>
              <a:lstStyle/>
              <a:p>
                <a:endParaRPr/>
              </a:p>
            </p:txBody>
          </p:sp>
          <p:sp>
            <p:nvSpPr>
              <p:cNvPr id="24" name="object 24"/>
              <p:cNvSpPr/>
              <p:nvPr/>
            </p:nvSpPr>
            <p:spPr>
              <a:xfrm>
                <a:off x="8223250" y="3121025"/>
                <a:ext cx="647700" cy="0"/>
              </a:xfrm>
              <a:custGeom>
                <a:avLst/>
                <a:gdLst/>
                <a:ahLst/>
                <a:cxnLst/>
                <a:rect l="l" t="t" r="r" b="b"/>
                <a:pathLst>
                  <a:path w="647700">
                    <a:moveTo>
                      <a:pt x="0" y="0"/>
                    </a:moveTo>
                    <a:lnTo>
                      <a:pt x="647700" y="0"/>
                    </a:lnTo>
                  </a:path>
                </a:pathLst>
              </a:custGeom>
              <a:ln w="12700">
                <a:solidFill>
                  <a:srgbClr val="000000"/>
                </a:solidFill>
              </a:ln>
            </p:spPr>
            <p:txBody>
              <a:bodyPr wrap="square" lIns="0" tIns="0" rIns="0" bIns="0" rtlCol="0"/>
              <a:lstStyle/>
              <a:p>
                <a:endParaRPr/>
              </a:p>
            </p:txBody>
          </p:sp>
          <p:sp>
            <p:nvSpPr>
              <p:cNvPr id="25" name="object 25"/>
              <p:cNvSpPr/>
              <p:nvPr/>
            </p:nvSpPr>
            <p:spPr>
              <a:xfrm>
                <a:off x="9178926" y="1808227"/>
                <a:ext cx="320675" cy="1184275"/>
              </a:xfrm>
              <a:custGeom>
                <a:avLst/>
                <a:gdLst/>
                <a:ahLst/>
                <a:cxnLst/>
                <a:rect l="l" t="t" r="r" b="b"/>
                <a:pathLst>
                  <a:path w="320675" h="1184275">
                    <a:moveTo>
                      <a:pt x="0" y="1184148"/>
                    </a:moveTo>
                    <a:lnTo>
                      <a:pt x="320675" y="0"/>
                    </a:lnTo>
                  </a:path>
                </a:pathLst>
              </a:custGeom>
              <a:ln w="12700">
                <a:solidFill>
                  <a:srgbClr val="000000"/>
                </a:solidFill>
              </a:ln>
            </p:spPr>
            <p:txBody>
              <a:bodyPr wrap="square" lIns="0" tIns="0" rIns="0" bIns="0" rtlCol="0"/>
              <a:lstStyle/>
              <a:p>
                <a:endParaRPr/>
              </a:p>
            </p:txBody>
          </p:sp>
          <p:sp>
            <p:nvSpPr>
              <p:cNvPr id="26" name="object 26"/>
              <p:cNvSpPr/>
              <p:nvPr/>
            </p:nvSpPr>
            <p:spPr>
              <a:xfrm>
                <a:off x="8891652" y="2240026"/>
                <a:ext cx="968375" cy="393700"/>
              </a:xfrm>
              <a:custGeom>
                <a:avLst/>
                <a:gdLst/>
                <a:ahLst/>
                <a:cxnLst/>
                <a:rect l="l" t="t" r="r" b="b"/>
                <a:pathLst>
                  <a:path w="968375" h="393700">
                    <a:moveTo>
                      <a:pt x="0" y="0"/>
                    </a:moveTo>
                    <a:lnTo>
                      <a:pt x="968375" y="393700"/>
                    </a:lnTo>
                  </a:path>
                </a:pathLst>
              </a:custGeom>
              <a:ln w="12700">
                <a:solidFill>
                  <a:srgbClr val="000000"/>
                </a:solidFill>
              </a:ln>
            </p:spPr>
            <p:txBody>
              <a:bodyPr wrap="square" lIns="0" tIns="0" rIns="0" bIns="0" rtlCol="0"/>
              <a:lstStyle/>
              <a:p>
                <a:endParaRPr/>
              </a:p>
            </p:txBody>
          </p:sp>
          <p:sp>
            <p:nvSpPr>
              <p:cNvPr id="27" name="object 27"/>
              <p:cNvSpPr txBox="1"/>
              <p:nvPr/>
            </p:nvSpPr>
            <p:spPr>
              <a:xfrm>
                <a:off x="7864475" y="3857562"/>
                <a:ext cx="2303780" cy="734175"/>
              </a:xfrm>
              <a:prstGeom prst="rect">
                <a:avLst/>
              </a:prstGeom>
              <a:ln w="12700">
                <a:solidFill>
                  <a:srgbClr val="FF9900"/>
                </a:solidFill>
              </a:ln>
            </p:spPr>
            <p:txBody>
              <a:bodyPr vert="horz" wrap="square" lIns="0" tIns="38735" rIns="0" bIns="0" rtlCol="0">
                <a:spAutoFit/>
              </a:bodyPr>
              <a:lstStyle/>
              <a:p>
                <a:pPr marL="85725">
                  <a:spcBef>
                    <a:spcPts val="305"/>
                  </a:spcBef>
                </a:pPr>
                <a:r>
                  <a:rPr dirty="0">
                    <a:latin typeface="Tahoma"/>
                    <a:cs typeface="Tahoma"/>
                  </a:rPr>
                  <a:t>Camino </a:t>
                </a:r>
                <a:r>
                  <a:rPr spc="-5" dirty="0">
                    <a:latin typeface="Tahoma"/>
                    <a:cs typeface="Tahoma"/>
                  </a:rPr>
                  <a:t>entre </a:t>
                </a:r>
                <a:r>
                  <a:rPr dirty="0">
                    <a:latin typeface="Tahoma"/>
                    <a:cs typeface="Tahoma"/>
                  </a:rPr>
                  <a:t>4 y</a:t>
                </a:r>
                <a:r>
                  <a:rPr spc="-110" dirty="0">
                    <a:latin typeface="Tahoma"/>
                    <a:cs typeface="Tahoma"/>
                  </a:rPr>
                  <a:t> </a:t>
                </a:r>
                <a:r>
                  <a:rPr dirty="0">
                    <a:latin typeface="Tahoma"/>
                    <a:cs typeface="Tahoma"/>
                  </a:rPr>
                  <a:t>7</a:t>
                </a:r>
                <a:endParaRPr>
                  <a:latin typeface="Tahoma"/>
                  <a:cs typeface="Tahoma"/>
                </a:endParaRPr>
              </a:p>
              <a:p>
                <a:pPr marL="85725">
                  <a:spcBef>
                    <a:spcPts val="1080"/>
                  </a:spcBef>
                </a:pPr>
                <a:r>
                  <a:rPr dirty="0">
                    <a:latin typeface="Tahoma"/>
                    <a:cs typeface="Tahoma"/>
                  </a:rPr>
                  <a:t>T1 = </a:t>
                </a:r>
                <a:r>
                  <a:rPr spc="-10" dirty="0">
                    <a:latin typeface="Tahoma"/>
                    <a:cs typeface="Tahoma"/>
                  </a:rPr>
                  <a:t>{4, </a:t>
                </a:r>
                <a:r>
                  <a:rPr dirty="0">
                    <a:latin typeface="Tahoma"/>
                    <a:cs typeface="Tahoma"/>
                  </a:rPr>
                  <a:t>6, 9,</a:t>
                </a:r>
                <a:r>
                  <a:rPr spc="-85" dirty="0">
                    <a:latin typeface="Tahoma"/>
                    <a:cs typeface="Tahoma"/>
                  </a:rPr>
                  <a:t> </a:t>
                </a:r>
                <a:r>
                  <a:rPr dirty="0">
                    <a:latin typeface="Tahoma"/>
                    <a:cs typeface="Tahoma"/>
                  </a:rPr>
                  <a:t>7}</a:t>
                </a:r>
                <a:endParaRPr>
                  <a:latin typeface="Tahoma"/>
                  <a:cs typeface="Tahoma"/>
                </a:endParaRPr>
              </a:p>
            </p:txBody>
          </p:sp>
          <p:sp>
            <p:nvSpPr>
              <p:cNvPr id="28" name="object 28"/>
              <p:cNvSpPr txBox="1"/>
              <p:nvPr/>
            </p:nvSpPr>
            <p:spPr>
              <a:xfrm>
                <a:off x="7864475" y="4924488"/>
                <a:ext cx="2303780" cy="316112"/>
              </a:xfrm>
              <a:prstGeom prst="rect">
                <a:avLst/>
              </a:prstGeom>
              <a:ln w="12700">
                <a:solidFill>
                  <a:srgbClr val="FF9900"/>
                </a:solidFill>
              </a:ln>
            </p:spPr>
            <p:txBody>
              <a:bodyPr vert="horz" wrap="square" lIns="0" tIns="38735" rIns="0" bIns="0" rtlCol="0">
                <a:spAutoFit/>
              </a:bodyPr>
              <a:lstStyle/>
              <a:p>
                <a:pPr marL="85725">
                  <a:spcBef>
                    <a:spcPts val="305"/>
                  </a:spcBef>
                </a:pPr>
                <a:r>
                  <a:rPr spc="-5" dirty="0">
                    <a:latin typeface="Tahoma"/>
                    <a:cs typeface="Tahoma"/>
                  </a:rPr>
                  <a:t>Longitud:</a:t>
                </a:r>
                <a:r>
                  <a:rPr spc="-80" dirty="0">
                    <a:latin typeface="Tahoma"/>
                    <a:cs typeface="Tahoma"/>
                  </a:rPr>
                  <a:t> </a:t>
                </a:r>
                <a:r>
                  <a:rPr dirty="0">
                    <a:latin typeface="Tahoma"/>
                    <a:cs typeface="Tahoma"/>
                  </a:rPr>
                  <a:t>3</a:t>
                </a:r>
                <a:endParaRPr>
                  <a:latin typeface="Tahoma"/>
                  <a:cs typeface="Tahoma"/>
                </a:endParaRPr>
              </a:p>
            </p:txBody>
          </p:sp>
        </p:grpSp>
      </p:grpSp>
    </p:spTree>
    <p:extLst>
      <p:ext uri="{BB962C8B-B14F-4D97-AF65-F5344CB8AC3E}">
        <p14:creationId xmlns:p14="http://schemas.microsoft.com/office/powerpoint/2010/main" val="3403827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ángulo: esquinas redondeadas 34">
            <a:extLst>
              <a:ext uri="{FF2B5EF4-FFF2-40B4-BE49-F238E27FC236}">
                <a16:creationId xmlns:a16="http://schemas.microsoft.com/office/drawing/2014/main" id="{5C8C3418-975C-41E0-B8B9-92D8D4F0B20E}"/>
              </a:ext>
            </a:extLst>
          </p:cNvPr>
          <p:cNvSpPr/>
          <p:nvPr/>
        </p:nvSpPr>
        <p:spPr>
          <a:xfrm>
            <a:off x="8443420" y="316198"/>
            <a:ext cx="2995166" cy="3172295"/>
          </a:xfrm>
          <a:prstGeom prst="roundRect">
            <a:avLst>
              <a:gd name="adj" fmla="val 5342"/>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object 2"/>
          <p:cNvSpPr txBox="1">
            <a:spLocks noGrp="1"/>
          </p:cNvSpPr>
          <p:nvPr>
            <p:ph type="title"/>
          </p:nvPr>
        </p:nvSpPr>
        <p:spPr>
          <a:xfrm>
            <a:off x="609904" y="188394"/>
            <a:ext cx="10396882" cy="1151965"/>
          </a:xfrm>
          <a:prstGeom prst="rect">
            <a:avLst/>
          </a:prstGeom>
        </p:spPr>
        <p:txBody>
          <a:bodyPr vert="horz" wrap="square" lIns="0" tIns="0" rIns="0" bIns="0" rtlCol="0" anchor="ctr">
            <a:spAutoFit/>
          </a:bodyPr>
          <a:lstStyle/>
          <a:p>
            <a:pPr marL="12700">
              <a:lnSpc>
                <a:spcPct val="100000"/>
              </a:lnSpc>
            </a:pPr>
            <a:r>
              <a:rPr spc="-15" dirty="0"/>
              <a:t>Trayectorias </a:t>
            </a:r>
            <a:r>
              <a:rPr spc="-5" dirty="0"/>
              <a:t>en</a:t>
            </a:r>
            <a:r>
              <a:rPr spc="-50" dirty="0"/>
              <a:t> </a:t>
            </a:r>
            <a:r>
              <a:rPr spc="-5" dirty="0"/>
              <a:t>Grafos</a:t>
            </a:r>
          </a:p>
        </p:txBody>
      </p:sp>
      <p:sp>
        <p:nvSpPr>
          <p:cNvPr id="3" name="object 3"/>
          <p:cNvSpPr txBox="1"/>
          <p:nvPr/>
        </p:nvSpPr>
        <p:spPr>
          <a:xfrm>
            <a:off x="762000" y="1240627"/>
            <a:ext cx="8153400" cy="1323439"/>
          </a:xfrm>
          <a:prstGeom prst="rect">
            <a:avLst/>
          </a:prstGeom>
        </p:spPr>
        <p:txBody>
          <a:bodyPr vert="horz" wrap="square" lIns="0" tIns="0" rIns="0" bIns="0" rtlCol="0">
            <a:spAutoFit/>
          </a:bodyPr>
          <a:lstStyle/>
          <a:p>
            <a:pPr marL="355600" indent="-342900">
              <a:buClr>
                <a:srgbClr val="696363"/>
              </a:buClr>
              <a:buSzPct val="80357"/>
              <a:buFont typeface="Wingdings"/>
              <a:buChar char=""/>
              <a:tabLst>
                <a:tab pos="355600" algn="l"/>
              </a:tabLst>
            </a:pPr>
            <a:r>
              <a:rPr sz="2800" u="heavy" spc="-5" dirty="0">
                <a:solidFill>
                  <a:srgbClr val="002850"/>
                </a:solidFill>
                <a:latin typeface="HP Simplified" panose="020B0604020204020204" pitchFamily="34" charset="0"/>
                <a:cs typeface="Arial Narrow"/>
              </a:rPr>
              <a:t>Ciclo / Circuito (camino</a:t>
            </a:r>
            <a:r>
              <a:rPr sz="2800" u="heavy" dirty="0">
                <a:solidFill>
                  <a:srgbClr val="002850"/>
                </a:solidFill>
                <a:latin typeface="HP Simplified" panose="020B0604020204020204" pitchFamily="34" charset="0"/>
                <a:cs typeface="Arial Narrow"/>
              </a:rPr>
              <a:t> </a:t>
            </a:r>
            <a:r>
              <a:rPr sz="2800" u="heavy" spc="-10" dirty="0">
                <a:solidFill>
                  <a:srgbClr val="002850"/>
                </a:solidFill>
                <a:latin typeface="HP Simplified" panose="020B0604020204020204" pitchFamily="34" charset="0"/>
                <a:cs typeface="Arial Narrow"/>
              </a:rPr>
              <a:t>cerrado)</a:t>
            </a:r>
            <a:endParaRPr sz="2800" dirty="0">
              <a:latin typeface="HP Simplified" panose="020B0604020204020204" pitchFamily="34" charset="0"/>
              <a:cs typeface="Arial Narrow"/>
            </a:endParaRPr>
          </a:p>
          <a:p>
            <a:pPr marL="756285" lvl="1" indent="-286385">
              <a:spcBef>
                <a:spcPts val="580"/>
              </a:spcBef>
              <a:buClr>
                <a:srgbClr val="0066FF"/>
              </a:buClr>
              <a:buSzPct val="79166"/>
              <a:buFont typeface="Wingdings"/>
              <a:buChar char=""/>
              <a:tabLst>
                <a:tab pos="756920" algn="l"/>
              </a:tabLst>
            </a:pPr>
            <a:r>
              <a:rPr sz="2400" dirty="0">
                <a:solidFill>
                  <a:srgbClr val="002850"/>
                </a:solidFill>
                <a:latin typeface="HP Simplified" panose="020B0604020204020204" pitchFamily="34" charset="0"/>
                <a:cs typeface="Arial Narrow"/>
              </a:rPr>
              <a:t>Es </a:t>
            </a:r>
            <a:r>
              <a:rPr sz="2400" spc="-5" dirty="0">
                <a:solidFill>
                  <a:srgbClr val="002850"/>
                </a:solidFill>
                <a:latin typeface="HP Simplified" panose="020B0604020204020204" pitchFamily="34" charset="0"/>
                <a:cs typeface="Arial Narrow"/>
              </a:rPr>
              <a:t>un camino que </a:t>
            </a:r>
            <a:r>
              <a:rPr sz="2400" spc="-10" dirty="0">
                <a:solidFill>
                  <a:srgbClr val="002850"/>
                </a:solidFill>
                <a:latin typeface="HP Simplified" panose="020B0604020204020204" pitchFamily="34" charset="0"/>
                <a:cs typeface="Arial Narrow"/>
              </a:rPr>
              <a:t>inicia </a:t>
            </a:r>
            <a:r>
              <a:rPr sz="2400" dirty="0">
                <a:solidFill>
                  <a:srgbClr val="002850"/>
                </a:solidFill>
                <a:latin typeface="HP Simplified" panose="020B0604020204020204" pitchFamily="34" charset="0"/>
                <a:cs typeface="Arial Narrow"/>
              </a:rPr>
              <a:t>y </a:t>
            </a:r>
            <a:r>
              <a:rPr sz="2400" spc="-5" dirty="0">
                <a:solidFill>
                  <a:srgbClr val="002850"/>
                </a:solidFill>
                <a:latin typeface="HP Simplified" panose="020B0604020204020204" pitchFamily="34" charset="0"/>
                <a:cs typeface="Arial Narrow"/>
              </a:rPr>
              <a:t>termina en el mismo</a:t>
            </a:r>
            <a:r>
              <a:rPr sz="2400" spc="130"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nodo</a:t>
            </a:r>
            <a:endParaRPr sz="2400" dirty="0">
              <a:latin typeface="HP Simplified" panose="020B0604020204020204" pitchFamily="34" charset="0"/>
              <a:cs typeface="Arial Narrow"/>
            </a:endParaRPr>
          </a:p>
          <a:p>
            <a:pPr marL="756285" lvl="1" indent="-286385">
              <a:spcBef>
                <a:spcPts val="575"/>
              </a:spcBef>
              <a:buClr>
                <a:srgbClr val="0066FF"/>
              </a:buClr>
              <a:buSzPct val="79166"/>
              <a:buFont typeface="Wingdings"/>
              <a:buChar char=""/>
              <a:tabLst>
                <a:tab pos="756920" algn="l"/>
              </a:tabLst>
            </a:pPr>
            <a:r>
              <a:rPr sz="2400" dirty="0">
                <a:solidFill>
                  <a:srgbClr val="002850"/>
                </a:solidFill>
                <a:latin typeface="HP Simplified" panose="020B0604020204020204" pitchFamily="34" charset="0"/>
                <a:cs typeface="Arial Narrow"/>
              </a:rPr>
              <a:t>No </a:t>
            </a:r>
            <a:r>
              <a:rPr sz="2400" spc="-5" dirty="0">
                <a:solidFill>
                  <a:srgbClr val="002850"/>
                </a:solidFill>
                <a:latin typeface="HP Simplified" panose="020B0604020204020204" pitchFamily="34" charset="0"/>
                <a:cs typeface="Arial Narrow"/>
              </a:rPr>
              <a:t>se </a:t>
            </a:r>
            <a:r>
              <a:rPr sz="2400" dirty="0">
                <a:solidFill>
                  <a:srgbClr val="002850"/>
                </a:solidFill>
                <a:latin typeface="HP Simplified" panose="020B0604020204020204" pitchFamily="34" charset="0"/>
                <a:cs typeface="Arial Narrow"/>
              </a:rPr>
              <a:t>recorre </a:t>
            </a:r>
            <a:r>
              <a:rPr sz="2400" spc="-5" dirty="0">
                <a:solidFill>
                  <a:srgbClr val="002850"/>
                </a:solidFill>
                <a:latin typeface="HP Simplified" panose="020B0604020204020204" pitchFamily="34" charset="0"/>
                <a:cs typeface="Arial Narrow"/>
              </a:rPr>
              <a:t>dos veces por la misma</a:t>
            </a:r>
            <a:r>
              <a:rPr sz="2400" spc="10"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arista</a:t>
            </a:r>
            <a:endParaRPr sz="2400" dirty="0">
              <a:latin typeface="HP Simplified" panose="020B0604020204020204" pitchFamily="34" charset="0"/>
              <a:cs typeface="Arial Narrow"/>
            </a:endParaRPr>
          </a:p>
        </p:txBody>
      </p:sp>
      <p:grpSp>
        <p:nvGrpSpPr>
          <p:cNvPr id="34" name="Grupo 33">
            <a:extLst>
              <a:ext uri="{FF2B5EF4-FFF2-40B4-BE49-F238E27FC236}">
                <a16:creationId xmlns:a16="http://schemas.microsoft.com/office/drawing/2014/main" id="{A8610E86-8282-4767-A739-81FBFB2AF727}"/>
              </a:ext>
            </a:extLst>
          </p:cNvPr>
          <p:cNvGrpSpPr/>
          <p:nvPr/>
        </p:nvGrpSpPr>
        <p:grpSpPr>
          <a:xfrm>
            <a:off x="8313464" y="3875869"/>
            <a:ext cx="3095625" cy="1371600"/>
            <a:chOff x="3000375" y="3000375"/>
            <a:chExt cx="3095625" cy="1371600"/>
          </a:xfrm>
        </p:grpSpPr>
        <p:sp>
          <p:nvSpPr>
            <p:cNvPr id="4" name="object 4"/>
            <p:cNvSpPr/>
            <p:nvPr/>
          </p:nvSpPr>
          <p:spPr>
            <a:xfrm>
              <a:off x="3000375" y="3000375"/>
              <a:ext cx="431800" cy="431800"/>
            </a:xfrm>
            <a:custGeom>
              <a:avLst/>
              <a:gdLst/>
              <a:ahLst/>
              <a:cxnLst/>
              <a:rect l="l" t="t" r="r" b="b"/>
              <a:pathLst>
                <a:path w="431800" h="431800">
                  <a:moveTo>
                    <a:pt x="215900" y="0"/>
                  </a:moveTo>
                  <a:lnTo>
                    <a:pt x="166391" y="5701"/>
                  </a:lnTo>
                  <a:lnTo>
                    <a:pt x="120946" y="21941"/>
                  </a:lnTo>
                  <a:lnTo>
                    <a:pt x="80859" y="47426"/>
                  </a:lnTo>
                  <a:lnTo>
                    <a:pt x="47426" y="80859"/>
                  </a:lnTo>
                  <a:lnTo>
                    <a:pt x="21941" y="120946"/>
                  </a:lnTo>
                  <a:lnTo>
                    <a:pt x="5701" y="166391"/>
                  </a:lnTo>
                  <a:lnTo>
                    <a:pt x="0" y="215900"/>
                  </a:lnTo>
                  <a:lnTo>
                    <a:pt x="5701" y="265408"/>
                  </a:lnTo>
                  <a:lnTo>
                    <a:pt x="21941" y="310853"/>
                  </a:lnTo>
                  <a:lnTo>
                    <a:pt x="47426" y="350940"/>
                  </a:lnTo>
                  <a:lnTo>
                    <a:pt x="80859" y="384373"/>
                  </a:lnTo>
                  <a:lnTo>
                    <a:pt x="120946" y="409858"/>
                  </a:lnTo>
                  <a:lnTo>
                    <a:pt x="166391" y="426098"/>
                  </a:lnTo>
                  <a:lnTo>
                    <a:pt x="215900" y="431800"/>
                  </a:lnTo>
                  <a:lnTo>
                    <a:pt x="265408" y="426098"/>
                  </a:lnTo>
                  <a:lnTo>
                    <a:pt x="310853" y="409858"/>
                  </a:lnTo>
                  <a:lnTo>
                    <a:pt x="350940" y="384373"/>
                  </a:lnTo>
                  <a:lnTo>
                    <a:pt x="384373" y="350940"/>
                  </a:lnTo>
                  <a:lnTo>
                    <a:pt x="409858" y="310853"/>
                  </a:lnTo>
                  <a:lnTo>
                    <a:pt x="426098" y="265408"/>
                  </a:lnTo>
                  <a:lnTo>
                    <a:pt x="431800" y="215900"/>
                  </a:lnTo>
                  <a:lnTo>
                    <a:pt x="426098" y="166391"/>
                  </a:lnTo>
                  <a:lnTo>
                    <a:pt x="409858" y="120946"/>
                  </a:lnTo>
                  <a:lnTo>
                    <a:pt x="384373" y="80859"/>
                  </a:lnTo>
                  <a:lnTo>
                    <a:pt x="350940" y="47426"/>
                  </a:lnTo>
                  <a:lnTo>
                    <a:pt x="310853" y="21941"/>
                  </a:lnTo>
                  <a:lnTo>
                    <a:pt x="265408" y="5701"/>
                  </a:lnTo>
                  <a:lnTo>
                    <a:pt x="215900" y="0"/>
                  </a:lnTo>
                  <a:close/>
                </a:path>
              </a:pathLst>
            </a:custGeom>
            <a:solidFill>
              <a:srgbClr val="E9D2FF"/>
            </a:solidFill>
          </p:spPr>
          <p:txBody>
            <a:bodyPr wrap="square" lIns="0" tIns="0" rIns="0" bIns="0" rtlCol="0"/>
            <a:lstStyle/>
            <a:p>
              <a:endParaRPr/>
            </a:p>
          </p:txBody>
        </p:sp>
        <p:sp>
          <p:nvSpPr>
            <p:cNvPr id="5" name="object 5"/>
            <p:cNvSpPr/>
            <p:nvPr/>
          </p:nvSpPr>
          <p:spPr>
            <a:xfrm>
              <a:off x="3000375" y="3000375"/>
              <a:ext cx="431800" cy="431800"/>
            </a:xfrm>
            <a:custGeom>
              <a:avLst/>
              <a:gdLst/>
              <a:ahLst/>
              <a:cxnLst/>
              <a:rect l="l" t="t" r="r" b="b"/>
              <a:pathLst>
                <a:path w="431800" h="431800">
                  <a:moveTo>
                    <a:pt x="0" y="215900"/>
                  </a:moveTo>
                  <a:lnTo>
                    <a:pt x="5701" y="166391"/>
                  </a:lnTo>
                  <a:lnTo>
                    <a:pt x="21941" y="120946"/>
                  </a:lnTo>
                  <a:lnTo>
                    <a:pt x="47426" y="80859"/>
                  </a:lnTo>
                  <a:lnTo>
                    <a:pt x="80859" y="47426"/>
                  </a:lnTo>
                  <a:lnTo>
                    <a:pt x="120946" y="21941"/>
                  </a:lnTo>
                  <a:lnTo>
                    <a:pt x="166391" y="5701"/>
                  </a:lnTo>
                  <a:lnTo>
                    <a:pt x="215900" y="0"/>
                  </a:lnTo>
                  <a:lnTo>
                    <a:pt x="265408" y="5701"/>
                  </a:lnTo>
                  <a:lnTo>
                    <a:pt x="310853" y="21941"/>
                  </a:lnTo>
                  <a:lnTo>
                    <a:pt x="350940" y="47426"/>
                  </a:lnTo>
                  <a:lnTo>
                    <a:pt x="384373" y="80859"/>
                  </a:lnTo>
                  <a:lnTo>
                    <a:pt x="409858" y="120946"/>
                  </a:lnTo>
                  <a:lnTo>
                    <a:pt x="426098" y="166391"/>
                  </a:lnTo>
                  <a:lnTo>
                    <a:pt x="431800" y="215900"/>
                  </a:lnTo>
                  <a:lnTo>
                    <a:pt x="426098" y="265408"/>
                  </a:lnTo>
                  <a:lnTo>
                    <a:pt x="409858" y="310853"/>
                  </a:lnTo>
                  <a:lnTo>
                    <a:pt x="384373" y="350940"/>
                  </a:lnTo>
                  <a:lnTo>
                    <a:pt x="350940" y="384373"/>
                  </a:lnTo>
                  <a:lnTo>
                    <a:pt x="310853" y="409858"/>
                  </a:lnTo>
                  <a:lnTo>
                    <a:pt x="265408" y="426098"/>
                  </a:lnTo>
                  <a:lnTo>
                    <a:pt x="215900" y="431800"/>
                  </a:lnTo>
                  <a:lnTo>
                    <a:pt x="166391" y="426098"/>
                  </a:lnTo>
                  <a:lnTo>
                    <a:pt x="120946" y="409858"/>
                  </a:lnTo>
                  <a:lnTo>
                    <a:pt x="80859" y="384373"/>
                  </a:lnTo>
                  <a:lnTo>
                    <a:pt x="47426" y="350940"/>
                  </a:lnTo>
                  <a:lnTo>
                    <a:pt x="21941" y="310853"/>
                  </a:lnTo>
                  <a:lnTo>
                    <a:pt x="5701" y="265408"/>
                  </a:lnTo>
                  <a:lnTo>
                    <a:pt x="0" y="215900"/>
                  </a:lnTo>
                  <a:close/>
                </a:path>
              </a:pathLst>
            </a:custGeom>
            <a:ln w="12700">
              <a:solidFill>
                <a:srgbClr val="000000"/>
              </a:solidFill>
            </a:ln>
          </p:spPr>
          <p:txBody>
            <a:bodyPr wrap="square" lIns="0" tIns="0" rIns="0" bIns="0" rtlCol="0"/>
            <a:lstStyle/>
            <a:p>
              <a:endParaRPr/>
            </a:p>
          </p:txBody>
        </p:sp>
        <p:sp>
          <p:nvSpPr>
            <p:cNvPr id="6" name="object 6"/>
            <p:cNvSpPr txBox="1"/>
            <p:nvPr/>
          </p:nvSpPr>
          <p:spPr>
            <a:xfrm>
              <a:off x="3134994" y="3078227"/>
              <a:ext cx="162560" cy="276999"/>
            </a:xfrm>
            <a:prstGeom prst="rect">
              <a:avLst/>
            </a:prstGeom>
          </p:spPr>
          <p:txBody>
            <a:bodyPr vert="horz" wrap="square" lIns="0" tIns="0" rIns="0" bIns="0" rtlCol="0">
              <a:spAutoFit/>
            </a:bodyPr>
            <a:lstStyle/>
            <a:p>
              <a:pPr marL="12700"/>
              <a:r>
                <a:rPr dirty="0">
                  <a:latin typeface="Tahoma"/>
                  <a:cs typeface="Tahoma"/>
                </a:rPr>
                <a:t>A</a:t>
              </a:r>
              <a:endParaRPr>
                <a:latin typeface="Tahoma"/>
                <a:cs typeface="Tahoma"/>
              </a:endParaRPr>
            </a:p>
          </p:txBody>
        </p:sp>
        <p:sp>
          <p:nvSpPr>
            <p:cNvPr id="7" name="object 7"/>
            <p:cNvSpPr/>
            <p:nvPr/>
          </p:nvSpPr>
          <p:spPr>
            <a:xfrm>
              <a:off x="4368800" y="3003550"/>
              <a:ext cx="431800" cy="431800"/>
            </a:xfrm>
            <a:custGeom>
              <a:avLst/>
              <a:gdLst/>
              <a:ahLst/>
              <a:cxnLst/>
              <a:rect l="l" t="t" r="r" b="b"/>
              <a:pathLst>
                <a:path w="431800" h="431800">
                  <a:moveTo>
                    <a:pt x="215900" y="0"/>
                  </a:moveTo>
                  <a:lnTo>
                    <a:pt x="166391" y="5701"/>
                  </a:lnTo>
                  <a:lnTo>
                    <a:pt x="120946" y="21941"/>
                  </a:lnTo>
                  <a:lnTo>
                    <a:pt x="80859" y="47426"/>
                  </a:lnTo>
                  <a:lnTo>
                    <a:pt x="47426" y="80859"/>
                  </a:lnTo>
                  <a:lnTo>
                    <a:pt x="21941" y="120946"/>
                  </a:lnTo>
                  <a:lnTo>
                    <a:pt x="5701" y="166391"/>
                  </a:lnTo>
                  <a:lnTo>
                    <a:pt x="0" y="215900"/>
                  </a:lnTo>
                  <a:lnTo>
                    <a:pt x="5701" y="265408"/>
                  </a:lnTo>
                  <a:lnTo>
                    <a:pt x="21941" y="310853"/>
                  </a:lnTo>
                  <a:lnTo>
                    <a:pt x="47426" y="350940"/>
                  </a:lnTo>
                  <a:lnTo>
                    <a:pt x="80859" y="384373"/>
                  </a:lnTo>
                  <a:lnTo>
                    <a:pt x="120946" y="409858"/>
                  </a:lnTo>
                  <a:lnTo>
                    <a:pt x="166391" y="426098"/>
                  </a:lnTo>
                  <a:lnTo>
                    <a:pt x="215900" y="431800"/>
                  </a:lnTo>
                  <a:lnTo>
                    <a:pt x="265408" y="426098"/>
                  </a:lnTo>
                  <a:lnTo>
                    <a:pt x="310853" y="409858"/>
                  </a:lnTo>
                  <a:lnTo>
                    <a:pt x="350940" y="384373"/>
                  </a:lnTo>
                  <a:lnTo>
                    <a:pt x="384373" y="350940"/>
                  </a:lnTo>
                  <a:lnTo>
                    <a:pt x="409858" y="310853"/>
                  </a:lnTo>
                  <a:lnTo>
                    <a:pt x="426098" y="265408"/>
                  </a:lnTo>
                  <a:lnTo>
                    <a:pt x="431800" y="215900"/>
                  </a:lnTo>
                  <a:lnTo>
                    <a:pt x="426098" y="166391"/>
                  </a:lnTo>
                  <a:lnTo>
                    <a:pt x="409858" y="120946"/>
                  </a:lnTo>
                  <a:lnTo>
                    <a:pt x="384373" y="80859"/>
                  </a:lnTo>
                  <a:lnTo>
                    <a:pt x="350940" y="47426"/>
                  </a:lnTo>
                  <a:lnTo>
                    <a:pt x="310853" y="21941"/>
                  </a:lnTo>
                  <a:lnTo>
                    <a:pt x="265408" y="5701"/>
                  </a:lnTo>
                  <a:lnTo>
                    <a:pt x="215900" y="0"/>
                  </a:lnTo>
                  <a:close/>
                </a:path>
              </a:pathLst>
            </a:custGeom>
            <a:solidFill>
              <a:srgbClr val="E9D2FF"/>
            </a:solidFill>
          </p:spPr>
          <p:txBody>
            <a:bodyPr wrap="square" lIns="0" tIns="0" rIns="0" bIns="0" rtlCol="0"/>
            <a:lstStyle/>
            <a:p>
              <a:endParaRPr/>
            </a:p>
          </p:txBody>
        </p:sp>
        <p:sp>
          <p:nvSpPr>
            <p:cNvPr id="8" name="object 8"/>
            <p:cNvSpPr/>
            <p:nvPr/>
          </p:nvSpPr>
          <p:spPr>
            <a:xfrm>
              <a:off x="4368800" y="3003550"/>
              <a:ext cx="431800" cy="431800"/>
            </a:xfrm>
            <a:custGeom>
              <a:avLst/>
              <a:gdLst/>
              <a:ahLst/>
              <a:cxnLst/>
              <a:rect l="l" t="t" r="r" b="b"/>
              <a:pathLst>
                <a:path w="431800" h="431800">
                  <a:moveTo>
                    <a:pt x="0" y="215900"/>
                  </a:moveTo>
                  <a:lnTo>
                    <a:pt x="5701" y="166391"/>
                  </a:lnTo>
                  <a:lnTo>
                    <a:pt x="21941" y="120946"/>
                  </a:lnTo>
                  <a:lnTo>
                    <a:pt x="47426" y="80859"/>
                  </a:lnTo>
                  <a:lnTo>
                    <a:pt x="80859" y="47426"/>
                  </a:lnTo>
                  <a:lnTo>
                    <a:pt x="120946" y="21941"/>
                  </a:lnTo>
                  <a:lnTo>
                    <a:pt x="166391" y="5701"/>
                  </a:lnTo>
                  <a:lnTo>
                    <a:pt x="215900" y="0"/>
                  </a:lnTo>
                  <a:lnTo>
                    <a:pt x="265408" y="5701"/>
                  </a:lnTo>
                  <a:lnTo>
                    <a:pt x="310853" y="21941"/>
                  </a:lnTo>
                  <a:lnTo>
                    <a:pt x="350940" y="47426"/>
                  </a:lnTo>
                  <a:lnTo>
                    <a:pt x="384373" y="80859"/>
                  </a:lnTo>
                  <a:lnTo>
                    <a:pt x="409858" y="120946"/>
                  </a:lnTo>
                  <a:lnTo>
                    <a:pt x="426098" y="166391"/>
                  </a:lnTo>
                  <a:lnTo>
                    <a:pt x="431800" y="215900"/>
                  </a:lnTo>
                  <a:lnTo>
                    <a:pt x="426098" y="265408"/>
                  </a:lnTo>
                  <a:lnTo>
                    <a:pt x="409858" y="310853"/>
                  </a:lnTo>
                  <a:lnTo>
                    <a:pt x="384373" y="350940"/>
                  </a:lnTo>
                  <a:lnTo>
                    <a:pt x="350940" y="384373"/>
                  </a:lnTo>
                  <a:lnTo>
                    <a:pt x="310853" y="409858"/>
                  </a:lnTo>
                  <a:lnTo>
                    <a:pt x="265408" y="426098"/>
                  </a:lnTo>
                  <a:lnTo>
                    <a:pt x="215900" y="431800"/>
                  </a:lnTo>
                  <a:lnTo>
                    <a:pt x="166391" y="426098"/>
                  </a:lnTo>
                  <a:lnTo>
                    <a:pt x="120946" y="409858"/>
                  </a:lnTo>
                  <a:lnTo>
                    <a:pt x="80859" y="384373"/>
                  </a:lnTo>
                  <a:lnTo>
                    <a:pt x="47426" y="350940"/>
                  </a:lnTo>
                  <a:lnTo>
                    <a:pt x="21941" y="310853"/>
                  </a:lnTo>
                  <a:lnTo>
                    <a:pt x="5701" y="265408"/>
                  </a:lnTo>
                  <a:lnTo>
                    <a:pt x="0" y="215900"/>
                  </a:lnTo>
                  <a:close/>
                </a:path>
              </a:pathLst>
            </a:custGeom>
            <a:ln w="12700">
              <a:solidFill>
                <a:srgbClr val="000000"/>
              </a:solidFill>
            </a:ln>
          </p:spPr>
          <p:txBody>
            <a:bodyPr wrap="square" lIns="0" tIns="0" rIns="0" bIns="0" rtlCol="0"/>
            <a:lstStyle/>
            <a:p>
              <a:endParaRPr/>
            </a:p>
          </p:txBody>
        </p:sp>
        <p:sp>
          <p:nvSpPr>
            <p:cNvPr id="9" name="object 9"/>
            <p:cNvSpPr txBox="1"/>
            <p:nvPr/>
          </p:nvSpPr>
          <p:spPr>
            <a:xfrm>
              <a:off x="4505071" y="3081529"/>
              <a:ext cx="160655" cy="276999"/>
            </a:xfrm>
            <a:prstGeom prst="rect">
              <a:avLst/>
            </a:prstGeom>
          </p:spPr>
          <p:txBody>
            <a:bodyPr vert="horz" wrap="square" lIns="0" tIns="0" rIns="0" bIns="0" rtlCol="0">
              <a:spAutoFit/>
            </a:bodyPr>
            <a:lstStyle/>
            <a:p>
              <a:pPr marL="12700"/>
              <a:r>
                <a:rPr dirty="0">
                  <a:latin typeface="Tahoma"/>
                  <a:cs typeface="Tahoma"/>
                </a:rPr>
                <a:t>B</a:t>
              </a:r>
              <a:endParaRPr>
                <a:latin typeface="Tahoma"/>
                <a:cs typeface="Tahoma"/>
              </a:endParaRPr>
            </a:p>
          </p:txBody>
        </p:sp>
        <p:sp>
          <p:nvSpPr>
            <p:cNvPr id="10" name="object 10"/>
            <p:cNvSpPr/>
            <p:nvPr/>
          </p:nvSpPr>
          <p:spPr>
            <a:xfrm>
              <a:off x="5664200" y="3003550"/>
              <a:ext cx="431800" cy="431800"/>
            </a:xfrm>
            <a:custGeom>
              <a:avLst/>
              <a:gdLst/>
              <a:ahLst/>
              <a:cxnLst/>
              <a:rect l="l" t="t" r="r" b="b"/>
              <a:pathLst>
                <a:path w="431800" h="431800">
                  <a:moveTo>
                    <a:pt x="215900" y="0"/>
                  </a:moveTo>
                  <a:lnTo>
                    <a:pt x="166391" y="5701"/>
                  </a:lnTo>
                  <a:lnTo>
                    <a:pt x="120946" y="21941"/>
                  </a:lnTo>
                  <a:lnTo>
                    <a:pt x="80859" y="47426"/>
                  </a:lnTo>
                  <a:lnTo>
                    <a:pt x="47426" y="80859"/>
                  </a:lnTo>
                  <a:lnTo>
                    <a:pt x="21941" y="120946"/>
                  </a:lnTo>
                  <a:lnTo>
                    <a:pt x="5701" y="166391"/>
                  </a:lnTo>
                  <a:lnTo>
                    <a:pt x="0" y="215900"/>
                  </a:lnTo>
                  <a:lnTo>
                    <a:pt x="5701" y="265408"/>
                  </a:lnTo>
                  <a:lnTo>
                    <a:pt x="21941" y="310853"/>
                  </a:lnTo>
                  <a:lnTo>
                    <a:pt x="47426" y="350940"/>
                  </a:lnTo>
                  <a:lnTo>
                    <a:pt x="80859" y="384373"/>
                  </a:lnTo>
                  <a:lnTo>
                    <a:pt x="120946" y="409858"/>
                  </a:lnTo>
                  <a:lnTo>
                    <a:pt x="166391" y="426098"/>
                  </a:lnTo>
                  <a:lnTo>
                    <a:pt x="215900" y="431800"/>
                  </a:lnTo>
                  <a:lnTo>
                    <a:pt x="265408" y="426098"/>
                  </a:lnTo>
                  <a:lnTo>
                    <a:pt x="310853" y="409858"/>
                  </a:lnTo>
                  <a:lnTo>
                    <a:pt x="350940" y="384373"/>
                  </a:lnTo>
                  <a:lnTo>
                    <a:pt x="384373" y="350940"/>
                  </a:lnTo>
                  <a:lnTo>
                    <a:pt x="409858" y="310853"/>
                  </a:lnTo>
                  <a:lnTo>
                    <a:pt x="426098" y="265408"/>
                  </a:lnTo>
                  <a:lnTo>
                    <a:pt x="431800" y="215900"/>
                  </a:lnTo>
                  <a:lnTo>
                    <a:pt x="426098" y="166391"/>
                  </a:lnTo>
                  <a:lnTo>
                    <a:pt x="409858" y="120946"/>
                  </a:lnTo>
                  <a:lnTo>
                    <a:pt x="384373" y="80859"/>
                  </a:lnTo>
                  <a:lnTo>
                    <a:pt x="350940" y="47426"/>
                  </a:lnTo>
                  <a:lnTo>
                    <a:pt x="310853" y="21941"/>
                  </a:lnTo>
                  <a:lnTo>
                    <a:pt x="265408" y="5701"/>
                  </a:lnTo>
                  <a:lnTo>
                    <a:pt x="215900" y="0"/>
                  </a:lnTo>
                  <a:close/>
                </a:path>
              </a:pathLst>
            </a:custGeom>
            <a:solidFill>
              <a:srgbClr val="E9D2FF"/>
            </a:solidFill>
          </p:spPr>
          <p:txBody>
            <a:bodyPr wrap="square" lIns="0" tIns="0" rIns="0" bIns="0" rtlCol="0"/>
            <a:lstStyle/>
            <a:p>
              <a:endParaRPr/>
            </a:p>
          </p:txBody>
        </p:sp>
        <p:sp>
          <p:nvSpPr>
            <p:cNvPr id="11" name="object 11"/>
            <p:cNvSpPr/>
            <p:nvPr/>
          </p:nvSpPr>
          <p:spPr>
            <a:xfrm>
              <a:off x="5664200" y="3003550"/>
              <a:ext cx="431800" cy="431800"/>
            </a:xfrm>
            <a:custGeom>
              <a:avLst/>
              <a:gdLst/>
              <a:ahLst/>
              <a:cxnLst/>
              <a:rect l="l" t="t" r="r" b="b"/>
              <a:pathLst>
                <a:path w="431800" h="431800">
                  <a:moveTo>
                    <a:pt x="0" y="215900"/>
                  </a:moveTo>
                  <a:lnTo>
                    <a:pt x="5701" y="166391"/>
                  </a:lnTo>
                  <a:lnTo>
                    <a:pt x="21941" y="120946"/>
                  </a:lnTo>
                  <a:lnTo>
                    <a:pt x="47426" y="80859"/>
                  </a:lnTo>
                  <a:lnTo>
                    <a:pt x="80859" y="47426"/>
                  </a:lnTo>
                  <a:lnTo>
                    <a:pt x="120946" y="21941"/>
                  </a:lnTo>
                  <a:lnTo>
                    <a:pt x="166391" y="5701"/>
                  </a:lnTo>
                  <a:lnTo>
                    <a:pt x="215900" y="0"/>
                  </a:lnTo>
                  <a:lnTo>
                    <a:pt x="265408" y="5701"/>
                  </a:lnTo>
                  <a:lnTo>
                    <a:pt x="310853" y="21941"/>
                  </a:lnTo>
                  <a:lnTo>
                    <a:pt x="350940" y="47426"/>
                  </a:lnTo>
                  <a:lnTo>
                    <a:pt x="384373" y="80859"/>
                  </a:lnTo>
                  <a:lnTo>
                    <a:pt x="409858" y="120946"/>
                  </a:lnTo>
                  <a:lnTo>
                    <a:pt x="426098" y="166391"/>
                  </a:lnTo>
                  <a:lnTo>
                    <a:pt x="431800" y="215900"/>
                  </a:lnTo>
                  <a:lnTo>
                    <a:pt x="426098" y="265408"/>
                  </a:lnTo>
                  <a:lnTo>
                    <a:pt x="409858" y="310853"/>
                  </a:lnTo>
                  <a:lnTo>
                    <a:pt x="384373" y="350940"/>
                  </a:lnTo>
                  <a:lnTo>
                    <a:pt x="350940" y="384373"/>
                  </a:lnTo>
                  <a:lnTo>
                    <a:pt x="310853" y="409858"/>
                  </a:lnTo>
                  <a:lnTo>
                    <a:pt x="265408" y="426098"/>
                  </a:lnTo>
                  <a:lnTo>
                    <a:pt x="215900" y="431800"/>
                  </a:lnTo>
                  <a:lnTo>
                    <a:pt x="166391" y="426098"/>
                  </a:lnTo>
                  <a:lnTo>
                    <a:pt x="120946" y="409858"/>
                  </a:lnTo>
                  <a:lnTo>
                    <a:pt x="80859" y="384373"/>
                  </a:lnTo>
                  <a:lnTo>
                    <a:pt x="47426" y="350940"/>
                  </a:lnTo>
                  <a:lnTo>
                    <a:pt x="21941" y="310853"/>
                  </a:lnTo>
                  <a:lnTo>
                    <a:pt x="5701" y="265408"/>
                  </a:lnTo>
                  <a:lnTo>
                    <a:pt x="0" y="215900"/>
                  </a:lnTo>
                  <a:close/>
                </a:path>
              </a:pathLst>
            </a:custGeom>
            <a:ln w="12700">
              <a:solidFill>
                <a:srgbClr val="000000"/>
              </a:solidFill>
            </a:ln>
          </p:spPr>
          <p:txBody>
            <a:bodyPr wrap="square" lIns="0" tIns="0" rIns="0" bIns="0" rtlCol="0"/>
            <a:lstStyle/>
            <a:p>
              <a:endParaRPr/>
            </a:p>
          </p:txBody>
        </p:sp>
        <p:sp>
          <p:nvSpPr>
            <p:cNvPr id="12" name="object 12"/>
            <p:cNvSpPr txBox="1"/>
            <p:nvPr/>
          </p:nvSpPr>
          <p:spPr>
            <a:xfrm>
              <a:off x="5799202" y="3081529"/>
              <a:ext cx="163195" cy="276999"/>
            </a:xfrm>
            <a:prstGeom prst="rect">
              <a:avLst/>
            </a:prstGeom>
          </p:spPr>
          <p:txBody>
            <a:bodyPr vert="horz" wrap="square" lIns="0" tIns="0" rIns="0" bIns="0" rtlCol="0">
              <a:spAutoFit/>
            </a:bodyPr>
            <a:lstStyle/>
            <a:p>
              <a:pPr marL="12700"/>
              <a:r>
                <a:rPr dirty="0">
                  <a:latin typeface="Tahoma"/>
                  <a:cs typeface="Tahoma"/>
                </a:rPr>
                <a:t>C</a:t>
              </a:r>
              <a:endParaRPr>
                <a:latin typeface="Tahoma"/>
                <a:cs typeface="Tahoma"/>
              </a:endParaRPr>
            </a:p>
          </p:txBody>
        </p:sp>
        <p:sp>
          <p:nvSpPr>
            <p:cNvPr id="13" name="object 13"/>
            <p:cNvSpPr/>
            <p:nvPr/>
          </p:nvSpPr>
          <p:spPr>
            <a:xfrm>
              <a:off x="3000375" y="3940175"/>
              <a:ext cx="431800" cy="431800"/>
            </a:xfrm>
            <a:custGeom>
              <a:avLst/>
              <a:gdLst/>
              <a:ahLst/>
              <a:cxnLst/>
              <a:rect l="l" t="t" r="r" b="b"/>
              <a:pathLst>
                <a:path w="431800" h="431800">
                  <a:moveTo>
                    <a:pt x="215900" y="0"/>
                  </a:moveTo>
                  <a:lnTo>
                    <a:pt x="166391" y="5701"/>
                  </a:lnTo>
                  <a:lnTo>
                    <a:pt x="120946" y="21941"/>
                  </a:lnTo>
                  <a:lnTo>
                    <a:pt x="80859" y="47426"/>
                  </a:lnTo>
                  <a:lnTo>
                    <a:pt x="47426" y="80859"/>
                  </a:lnTo>
                  <a:lnTo>
                    <a:pt x="21941" y="120946"/>
                  </a:lnTo>
                  <a:lnTo>
                    <a:pt x="5701" y="166391"/>
                  </a:lnTo>
                  <a:lnTo>
                    <a:pt x="0" y="215900"/>
                  </a:lnTo>
                  <a:lnTo>
                    <a:pt x="5701" y="265408"/>
                  </a:lnTo>
                  <a:lnTo>
                    <a:pt x="21941" y="310853"/>
                  </a:lnTo>
                  <a:lnTo>
                    <a:pt x="47426" y="350940"/>
                  </a:lnTo>
                  <a:lnTo>
                    <a:pt x="80859" y="384373"/>
                  </a:lnTo>
                  <a:lnTo>
                    <a:pt x="120946" y="409858"/>
                  </a:lnTo>
                  <a:lnTo>
                    <a:pt x="166391" y="426098"/>
                  </a:lnTo>
                  <a:lnTo>
                    <a:pt x="215900" y="431800"/>
                  </a:lnTo>
                  <a:lnTo>
                    <a:pt x="265408" y="426098"/>
                  </a:lnTo>
                  <a:lnTo>
                    <a:pt x="310853" y="409858"/>
                  </a:lnTo>
                  <a:lnTo>
                    <a:pt x="350940" y="384373"/>
                  </a:lnTo>
                  <a:lnTo>
                    <a:pt x="384373" y="350940"/>
                  </a:lnTo>
                  <a:lnTo>
                    <a:pt x="409858" y="310853"/>
                  </a:lnTo>
                  <a:lnTo>
                    <a:pt x="426098" y="265408"/>
                  </a:lnTo>
                  <a:lnTo>
                    <a:pt x="431800" y="215900"/>
                  </a:lnTo>
                  <a:lnTo>
                    <a:pt x="426098" y="166391"/>
                  </a:lnTo>
                  <a:lnTo>
                    <a:pt x="409858" y="120946"/>
                  </a:lnTo>
                  <a:lnTo>
                    <a:pt x="384373" y="80859"/>
                  </a:lnTo>
                  <a:lnTo>
                    <a:pt x="350940" y="47426"/>
                  </a:lnTo>
                  <a:lnTo>
                    <a:pt x="310853" y="21941"/>
                  </a:lnTo>
                  <a:lnTo>
                    <a:pt x="265408" y="5701"/>
                  </a:lnTo>
                  <a:lnTo>
                    <a:pt x="215900" y="0"/>
                  </a:lnTo>
                  <a:close/>
                </a:path>
              </a:pathLst>
            </a:custGeom>
            <a:solidFill>
              <a:srgbClr val="E9D2FF"/>
            </a:solidFill>
          </p:spPr>
          <p:txBody>
            <a:bodyPr wrap="square" lIns="0" tIns="0" rIns="0" bIns="0" rtlCol="0"/>
            <a:lstStyle/>
            <a:p>
              <a:endParaRPr/>
            </a:p>
          </p:txBody>
        </p:sp>
        <p:sp>
          <p:nvSpPr>
            <p:cNvPr id="14" name="object 14"/>
            <p:cNvSpPr/>
            <p:nvPr/>
          </p:nvSpPr>
          <p:spPr>
            <a:xfrm>
              <a:off x="3000375" y="3940175"/>
              <a:ext cx="431800" cy="431800"/>
            </a:xfrm>
            <a:custGeom>
              <a:avLst/>
              <a:gdLst/>
              <a:ahLst/>
              <a:cxnLst/>
              <a:rect l="l" t="t" r="r" b="b"/>
              <a:pathLst>
                <a:path w="431800" h="431800">
                  <a:moveTo>
                    <a:pt x="0" y="215900"/>
                  </a:moveTo>
                  <a:lnTo>
                    <a:pt x="5701" y="166391"/>
                  </a:lnTo>
                  <a:lnTo>
                    <a:pt x="21941" y="120946"/>
                  </a:lnTo>
                  <a:lnTo>
                    <a:pt x="47426" y="80859"/>
                  </a:lnTo>
                  <a:lnTo>
                    <a:pt x="80859" y="47426"/>
                  </a:lnTo>
                  <a:lnTo>
                    <a:pt x="120946" y="21941"/>
                  </a:lnTo>
                  <a:lnTo>
                    <a:pt x="166391" y="5701"/>
                  </a:lnTo>
                  <a:lnTo>
                    <a:pt x="215900" y="0"/>
                  </a:lnTo>
                  <a:lnTo>
                    <a:pt x="265408" y="5701"/>
                  </a:lnTo>
                  <a:lnTo>
                    <a:pt x="310853" y="21941"/>
                  </a:lnTo>
                  <a:lnTo>
                    <a:pt x="350940" y="47426"/>
                  </a:lnTo>
                  <a:lnTo>
                    <a:pt x="384373" y="80859"/>
                  </a:lnTo>
                  <a:lnTo>
                    <a:pt x="409858" y="120946"/>
                  </a:lnTo>
                  <a:lnTo>
                    <a:pt x="426098" y="166391"/>
                  </a:lnTo>
                  <a:lnTo>
                    <a:pt x="431800" y="215900"/>
                  </a:lnTo>
                  <a:lnTo>
                    <a:pt x="426098" y="265408"/>
                  </a:lnTo>
                  <a:lnTo>
                    <a:pt x="409858" y="310853"/>
                  </a:lnTo>
                  <a:lnTo>
                    <a:pt x="384373" y="350940"/>
                  </a:lnTo>
                  <a:lnTo>
                    <a:pt x="350940" y="384373"/>
                  </a:lnTo>
                  <a:lnTo>
                    <a:pt x="310853" y="409858"/>
                  </a:lnTo>
                  <a:lnTo>
                    <a:pt x="265408" y="426098"/>
                  </a:lnTo>
                  <a:lnTo>
                    <a:pt x="215900" y="431800"/>
                  </a:lnTo>
                  <a:lnTo>
                    <a:pt x="166391" y="426098"/>
                  </a:lnTo>
                  <a:lnTo>
                    <a:pt x="120946" y="409858"/>
                  </a:lnTo>
                  <a:lnTo>
                    <a:pt x="80859" y="384373"/>
                  </a:lnTo>
                  <a:lnTo>
                    <a:pt x="47426" y="350940"/>
                  </a:lnTo>
                  <a:lnTo>
                    <a:pt x="21941" y="310853"/>
                  </a:lnTo>
                  <a:lnTo>
                    <a:pt x="5701" y="265408"/>
                  </a:lnTo>
                  <a:lnTo>
                    <a:pt x="0" y="215900"/>
                  </a:lnTo>
                  <a:close/>
                </a:path>
              </a:pathLst>
            </a:custGeom>
            <a:ln w="12700">
              <a:solidFill>
                <a:srgbClr val="000000"/>
              </a:solidFill>
            </a:ln>
          </p:spPr>
          <p:txBody>
            <a:bodyPr wrap="square" lIns="0" tIns="0" rIns="0" bIns="0" rtlCol="0"/>
            <a:lstStyle/>
            <a:p>
              <a:endParaRPr/>
            </a:p>
          </p:txBody>
        </p:sp>
        <p:sp>
          <p:nvSpPr>
            <p:cNvPr id="15" name="object 15"/>
            <p:cNvSpPr txBox="1"/>
            <p:nvPr/>
          </p:nvSpPr>
          <p:spPr>
            <a:xfrm>
              <a:off x="3125851" y="4018154"/>
              <a:ext cx="180975" cy="276999"/>
            </a:xfrm>
            <a:prstGeom prst="rect">
              <a:avLst/>
            </a:prstGeom>
          </p:spPr>
          <p:txBody>
            <a:bodyPr vert="horz" wrap="square" lIns="0" tIns="0" rIns="0" bIns="0" rtlCol="0">
              <a:spAutoFit/>
            </a:bodyPr>
            <a:lstStyle/>
            <a:p>
              <a:pPr marL="12700"/>
              <a:r>
                <a:rPr dirty="0">
                  <a:latin typeface="Tahoma"/>
                  <a:cs typeface="Tahoma"/>
                </a:rPr>
                <a:t>D</a:t>
              </a:r>
              <a:endParaRPr>
                <a:latin typeface="Tahoma"/>
                <a:cs typeface="Tahoma"/>
              </a:endParaRPr>
            </a:p>
          </p:txBody>
        </p:sp>
        <p:sp>
          <p:nvSpPr>
            <p:cNvPr id="16" name="object 16"/>
            <p:cNvSpPr/>
            <p:nvPr/>
          </p:nvSpPr>
          <p:spPr>
            <a:xfrm>
              <a:off x="4368800" y="3940175"/>
              <a:ext cx="431800" cy="431800"/>
            </a:xfrm>
            <a:custGeom>
              <a:avLst/>
              <a:gdLst/>
              <a:ahLst/>
              <a:cxnLst/>
              <a:rect l="l" t="t" r="r" b="b"/>
              <a:pathLst>
                <a:path w="431800" h="431800">
                  <a:moveTo>
                    <a:pt x="215900" y="0"/>
                  </a:moveTo>
                  <a:lnTo>
                    <a:pt x="166391" y="5701"/>
                  </a:lnTo>
                  <a:lnTo>
                    <a:pt x="120946" y="21941"/>
                  </a:lnTo>
                  <a:lnTo>
                    <a:pt x="80859" y="47426"/>
                  </a:lnTo>
                  <a:lnTo>
                    <a:pt x="47426" y="80859"/>
                  </a:lnTo>
                  <a:lnTo>
                    <a:pt x="21941" y="120946"/>
                  </a:lnTo>
                  <a:lnTo>
                    <a:pt x="5701" y="166391"/>
                  </a:lnTo>
                  <a:lnTo>
                    <a:pt x="0" y="215900"/>
                  </a:lnTo>
                  <a:lnTo>
                    <a:pt x="5701" y="265408"/>
                  </a:lnTo>
                  <a:lnTo>
                    <a:pt x="21941" y="310853"/>
                  </a:lnTo>
                  <a:lnTo>
                    <a:pt x="47426" y="350940"/>
                  </a:lnTo>
                  <a:lnTo>
                    <a:pt x="80859" y="384373"/>
                  </a:lnTo>
                  <a:lnTo>
                    <a:pt x="120946" y="409858"/>
                  </a:lnTo>
                  <a:lnTo>
                    <a:pt x="166391" y="426098"/>
                  </a:lnTo>
                  <a:lnTo>
                    <a:pt x="215900" y="431800"/>
                  </a:lnTo>
                  <a:lnTo>
                    <a:pt x="265408" y="426098"/>
                  </a:lnTo>
                  <a:lnTo>
                    <a:pt x="310853" y="409858"/>
                  </a:lnTo>
                  <a:lnTo>
                    <a:pt x="350940" y="384373"/>
                  </a:lnTo>
                  <a:lnTo>
                    <a:pt x="384373" y="350940"/>
                  </a:lnTo>
                  <a:lnTo>
                    <a:pt x="409858" y="310853"/>
                  </a:lnTo>
                  <a:lnTo>
                    <a:pt x="426098" y="265408"/>
                  </a:lnTo>
                  <a:lnTo>
                    <a:pt x="431800" y="215900"/>
                  </a:lnTo>
                  <a:lnTo>
                    <a:pt x="426098" y="166391"/>
                  </a:lnTo>
                  <a:lnTo>
                    <a:pt x="409858" y="120946"/>
                  </a:lnTo>
                  <a:lnTo>
                    <a:pt x="384373" y="80859"/>
                  </a:lnTo>
                  <a:lnTo>
                    <a:pt x="350940" y="47426"/>
                  </a:lnTo>
                  <a:lnTo>
                    <a:pt x="310853" y="21941"/>
                  </a:lnTo>
                  <a:lnTo>
                    <a:pt x="265408" y="5701"/>
                  </a:lnTo>
                  <a:lnTo>
                    <a:pt x="215900" y="0"/>
                  </a:lnTo>
                  <a:close/>
                </a:path>
              </a:pathLst>
            </a:custGeom>
            <a:solidFill>
              <a:srgbClr val="E9D2FF"/>
            </a:solidFill>
          </p:spPr>
          <p:txBody>
            <a:bodyPr wrap="square" lIns="0" tIns="0" rIns="0" bIns="0" rtlCol="0"/>
            <a:lstStyle/>
            <a:p>
              <a:endParaRPr/>
            </a:p>
          </p:txBody>
        </p:sp>
        <p:sp>
          <p:nvSpPr>
            <p:cNvPr id="17" name="object 17"/>
            <p:cNvSpPr/>
            <p:nvPr/>
          </p:nvSpPr>
          <p:spPr>
            <a:xfrm>
              <a:off x="4368800" y="3940175"/>
              <a:ext cx="431800" cy="431800"/>
            </a:xfrm>
            <a:custGeom>
              <a:avLst/>
              <a:gdLst/>
              <a:ahLst/>
              <a:cxnLst/>
              <a:rect l="l" t="t" r="r" b="b"/>
              <a:pathLst>
                <a:path w="431800" h="431800">
                  <a:moveTo>
                    <a:pt x="0" y="215900"/>
                  </a:moveTo>
                  <a:lnTo>
                    <a:pt x="5701" y="166391"/>
                  </a:lnTo>
                  <a:lnTo>
                    <a:pt x="21941" y="120946"/>
                  </a:lnTo>
                  <a:lnTo>
                    <a:pt x="47426" y="80859"/>
                  </a:lnTo>
                  <a:lnTo>
                    <a:pt x="80859" y="47426"/>
                  </a:lnTo>
                  <a:lnTo>
                    <a:pt x="120946" y="21941"/>
                  </a:lnTo>
                  <a:lnTo>
                    <a:pt x="166391" y="5701"/>
                  </a:lnTo>
                  <a:lnTo>
                    <a:pt x="215900" y="0"/>
                  </a:lnTo>
                  <a:lnTo>
                    <a:pt x="265408" y="5701"/>
                  </a:lnTo>
                  <a:lnTo>
                    <a:pt x="310853" y="21941"/>
                  </a:lnTo>
                  <a:lnTo>
                    <a:pt x="350940" y="47426"/>
                  </a:lnTo>
                  <a:lnTo>
                    <a:pt x="384373" y="80859"/>
                  </a:lnTo>
                  <a:lnTo>
                    <a:pt x="409858" y="120946"/>
                  </a:lnTo>
                  <a:lnTo>
                    <a:pt x="426098" y="166391"/>
                  </a:lnTo>
                  <a:lnTo>
                    <a:pt x="431800" y="215900"/>
                  </a:lnTo>
                  <a:lnTo>
                    <a:pt x="426098" y="265408"/>
                  </a:lnTo>
                  <a:lnTo>
                    <a:pt x="409858" y="310853"/>
                  </a:lnTo>
                  <a:lnTo>
                    <a:pt x="384373" y="350940"/>
                  </a:lnTo>
                  <a:lnTo>
                    <a:pt x="350940" y="384373"/>
                  </a:lnTo>
                  <a:lnTo>
                    <a:pt x="310853" y="409858"/>
                  </a:lnTo>
                  <a:lnTo>
                    <a:pt x="265408" y="426098"/>
                  </a:lnTo>
                  <a:lnTo>
                    <a:pt x="215900" y="431800"/>
                  </a:lnTo>
                  <a:lnTo>
                    <a:pt x="166391" y="426098"/>
                  </a:lnTo>
                  <a:lnTo>
                    <a:pt x="120946" y="409858"/>
                  </a:lnTo>
                  <a:lnTo>
                    <a:pt x="80859" y="384373"/>
                  </a:lnTo>
                  <a:lnTo>
                    <a:pt x="47426" y="350940"/>
                  </a:lnTo>
                  <a:lnTo>
                    <a:pt x="21941" y="310853"/>
                  </a:lnTo>
                  <a:lnTo>
                    <a:pt x="5701" y="265408"/>
                  </a:lnTo>
                  <a:lnTo>
                    <a:pt x="0" y="215900"/>
                  </a:lnTo>
                  <a:close/>
                </a:path>
              </a:pathLst>
            </a:custGeom>
            <a:ln w="12700">
              <a:solidFill>
                <a:srgbClr val="000000"/>
              </a:solidFill>
            </a:ln>
          </p:spPr>
          <p:txBody>
            <a:bodyPr wrap="square" lIns="0" tIns="0" rIns="0" bIns="0" rtlCol="0"/>
            <a:lstStyle/>
            <a:p>
              <a:endParaRPr/>
            </a:p>
          </p:txBody>
        </p:sp>
        <p:sp>
          <p:nvSpPr>
            <p:cNvPr id="18" name="object 18"/>
            <p:cNvSpPr txBox="1"/>
            <p:nvPr/>
          </p:nvSpPr>
          <p:spPr>
            <a:xfrm>
              <a:off x="4508119" y="4018154"/>
              <a:ext cx="153670" cy="276999"/>
            </a:xfrm>
            <a:prstGeom prst="rect">
              <a:avLst/>
            </a:prstGeom>
          </p:spPr>
          <p:txBody>
            <a:bodyPr vert="horz" wrap="square" lIns="0" tIns="0" rIns="0" bIns="0" rtlCol="0">
              <a:spAutoFit/>
            </a:bodyPr>
            <a:lstStyle/>
            <a:p>
              <a:pPr marL="12700"/>
              <a:r>
                <a:rPr dirty="0">
                  <a:latin typeface="Tahoma"/>
                  <a:cs typeface="Tahoma"/>
                </a:rPr>
                <a:t>E</a:t>
              </a:r>
              <a:endParaRPr>
                <a:latin typeface="Tahoma"/>
                <a:cs typeface="Tahoma"/>
              </a:endParaRPr>
            </a:p>
          </p:txBody>
        </p:sp>
        <p:sp>
          <p:nvSpPr>
            <p:cNvPr id="19" name="object 19"/>
            <p:cNvSpPr/>
            <p:nvPr/>
          </p:nvSpPr>
          <p:spPr>
            <a:xfrm>
              <a:off x="5664200" y="3940175"/>
              <a:ext cx="431800" cy="431800"/>
            </a:xfrm>
            <a:custGeom>
              <a:avLst/>
              <a:gdLst/>
              <a:ahLst/>
              <a:cxnLst/>
              <a:rect l="l" t="t" r="r" b="b"/>
              <a:pathLst>
                <a:path w="431800" h="431800">
                  <a:moveTo>
                    <a:pt x="215900" y="0"/>
                  </a:moveTo>
                  <a:lnTo>
                    <a:pt x="166391" y="5701"/>
                  </a:lnTo>
                  <a:lnTo>
                    <a:pt x="120946" y="21941"/>
                  </a:lnTo>
                  <a:lnTo>
                    <a:pt x="80859" y="47426"/>
                  </a:lnTo>
                  <a:lnTo>
                    <a:pt x="47426" y="80859"/>
                  </a:lnTo>
                  <a:lnTo>
                    <a:pt x="21941" y="120946"/>
                  </a:lnTo>
                  <a:lnTo>
                    <a:pt x="5701" y="166391"/>
                  </a:lnTo>
                  <a:lnTo>
                    <a:pt x="0" y="215900"/>
                  </a:lnTo>
                  <a:lnTo>
                    <a:pt x="5701" y="265408"/>
                  </a:lnTo>
                  <a:lnTo>
                    <a:pt x="21941" y="310853"/>
                  </a:lnTo>
                  <a:lnTo>
                    <a:pt x="47426" y="350940"/>
                  </a:lnTo>
                  <a:lnTo>
                    <a:pt x="80859" y="384373"/>
                  </a:lnTo>
                  <a:lnTo>
                    <a:pt x="120946" y="409858"/>
                  </a:lnTo>
                  <a:lnTo>
                    <a:pt x="166391" y="426098"/>
                  </a:lnTo>
                  <a:lnTo>
                    <a:pt x="215900" y="431800"/>
                  </a:lnTo>
                  <a:lnTo>
                    <a:pt x="265408" y="426098"/>
                  </a:lnTo>
                  <a:lnTo>
                    <a:pt x="310853" y="409858"/>
                  </a:lnTo>
                  <a:lnTo>
                    <a:pt x="350940" y="384373"/>
                  </a:lnTo>
                  <a:lnTo>
                    <a:pt x="384373" y="350940"/>
                  </a:lnTo>
                  <a:lnTo>
                    <a:pt x="409858" y="310853"/>
                  </a:lnTo>
                  <a:lnTo>
                    <a:pt x="426098" y="265408"/>
                  </a:lnTo>
                  <a:lnTo>
                    <a:pt x="431800" y="215900"/>
                  </a:lnTo>
                  <a:lnTo>
                    <a:pt x="426098" y="166391"/>
                  </a:lnTo>
                  <a:lnTo>
                    <a:pt x="409858" y="120946"/>
                  </a:lnTo>
                  <a:lnTo>
                    <a:pt x="384373" y="80859"/>
                  </a:lnTo>
                  <a:lnTo>
                    <a:pt x="350940" y="47426"/>
                  </a:lnTo>
                  <a:lnTo>
                    <a:pt x="310853" y="21941"/>
                  </a:lnTo>
                  <a:lnTo>
                    <a:pt x="265408" y="5701"/>
                  </a:lnTo>
                  <a:lnTo>
                    <a:pt x="215900" y="0"/>
                  </a:lnTo>
                  <a:close/>
                </a:path>
              </a:pathLst>
            </a:custGeom>
            <a:solidFill>
              <a:srgbClr val="E9D2FF"/>
            </a:solidFill>
          </p:spPr>
          <p:txBody>
            <a:bodyPr wrap="square" lIns="0" tIns="0" rIns="0" bIns="0" rtlCol="0"/>
            <a:lstStyle/>
            <a:p>
              <a:endParaRPr/>
            </a:p>
          </p:txBody>
        </p:sp>
        <p:sp>
          <p:nvSpPr>
            <p:cNvPr id="20" name="object 20"/>
            <p:cNvSpPr/>
            <p:nvPr/>
          </p:nvSpPr>
          <p:spPr>
            <a:xfrm>
              <a:off x="5664200" y="3940175"/>
              <a:ext cx="431800" cy="431800"/>
            </a:xfrm>
            <a:custGeom>
              <a:avLst/>
              <a:gdLst/>
              <a:ahLst/>
              <a:cxnLst/>
              <a:rect l="l" t="t" r="r" b="b"/>
              <a:pathLst>
                <a:path w="431800" h="431800">
                  <a:moveTo>
                    <a:pt x="0" y="215900"/>
                  </a:moveTo>
                  <a:lnTo>
                    <a:pt x="5701" y="166391"/>
                  </a:lnTo>
                  <a:lnTo>
                    <a:pt x="21941" y="120946"/>
                  </a:lnTo>
                  <a:lnTo>
                    <a:pt x="47426" y="80859"/>
                  </a:lnTo>
                  <a:lnTo>
                    <a:pt x="80859" y="47426"/>
                  </a:lnTo>
                  <a:lnTo>
                    <a:pt x="120946" y="21941"/>
                  </a:lnTo>
                  <a:lnTo>
                    <a:pt x="166391" y="5701"/>
                  </a:lnTo>
                  <a:lnTo>
                    <a:pt x="215900" y="0"/>
                  </a:lnTo>
                  <a:lnTo>
                    <a:pt x="265408" y="5701"/>
                  </a:lnTo>
                  <a:lnTo>
                    <a:pt x="310853" y="21941"/>
                  </a:lnTo>
                  <a:lnTo>
                    <a:pt x="350940" y="47426"/>
                  </a:lnTo>
                  <a:lnTo>
                    <a:pt x="384373" y="80859"/>
                  </a:lnTo>
                  <a:lnTo>
                    <a:pt x="409858" y="120946"/>
                  </a:lnTo>
                  <a:lnTo>
                    <a:pt x="426098" y="166391"/>
                  </a:lnTo>
                  <a:lnTo>
                    <a:pt x="431800" y="215900"/>
                  </a:lnTo>
                  <a:lnTo>
                    <a:pt x="426098" y="265408"/>
                  </a:lnTo>
                  <a:lnTo>
                    <a:pt x="409858" y="310853"/>
                  </a:lnTo>
                  <a:lnTo>
                    <a:pt x="384373" y="350940"/>
                  </a:lnTo>
                  <a:lnTo>
                    <a:pt x="350940" y="384373"/>
                  </a:lnTo>
                  <a:lnTo>
                    <a:pt x="310853" y="409858"/>
                  </a:lnTo>
                  <a:lnTo>
                    <a:pt x="265408" y="426098"/>
                  </a:lnTo>
                  <a:lnTo>
                    <a:pt x="215900" y="431800"/>
                  </a:lnTo>
                  <a:lnTo>
                    <a:pt x="166391" y="426098"/>
                  </a:lnTo>
                  <a:lnTo>
                    <a:pt x="120946" y="409858"/>
                  </a:lnTo>
                  <a:lnTo>
                    <a:pt x="80859" y="384373"/>
                  </a:lnTo>
                  <a:lnTo>
                    <a:pt x="47426" y="350940"/>
                  </a:lnTo>
                  <a:lnTo>
                    <a:pt x="21941" y="310853"/>
                  </a:lnTo>
                  <a:lnTo>
                    <a:pt x="5701" y="265408"/>
                  </a:lnTo>
                  <a:lnTo>
                    <a:pt x="0" y="215900"/>
                  </a:lnTo>
                  <a:close/>
                </a:path>
              </a:pathLst>
            </a:custGeom>
            <a:ln w="12700">
              <a:solidFill>
                <a:srgbClr val="000000"/>
              </a:solidFill>
            </a:ln>
          </p:spPr>
          <p:txBody>
            <a:bodyPr wrap="square" lIns="0" tIns="0" rIns="0" bIns="0" rtlCol="0"/>
            <a:lstStyle/>
            <a:p>
              <a:endParaRPr/>
            </a:p>
          </p:txBody>
        </p:sp>
        <p:sp>
          <p:nvSpPr>
            <p:cNvPr id="21" name="object 21"/>
            <p:cNvSpPr txBox="1"/>
            <p:nvPr/>
          </p:nvSpPr>
          <p:spPr>
            <a:xfrm>
              <a:off x="5808345" y="4018154"/>
              <a:ext cx="144780" cy="276999"/>
            </a:xfrm>
            <a:prstGeom prst="rect">
              <a:avLst/>
            </a:prstGeom>
          </p:spPr>
          <p:txBody>
            <a:bodyPr vert="horz" wrap="square" lIns="0" tIns="0" rIns="0" bIns="0" rtlCol="0">
              <a:spAutoFit/>
            </a:bodyPr>
            <a:lstStyle/>
            <a:p>
              <a:pPr marL="12700"/>
              <a:r>
                <a:rPr dirty="0">
                  <a:latin typeface="Tahoma"/>
                  <a:cs typeface="Tahoma"/>
                </a:rPr>
                <a:t>F</a:t>
              </a:r>
            </a:p>
          </p:txBody>
        </p:sp>
        <p:sp>
          <p:nvSpPr>
            <p:cNvPr id="22" name="object 22"/>
            <p:cNvSpPr/>
            <p:nvPr/>
          </p:nvSpPr>
          <p:spPr>
            <a:xfrm>
              <a:off x="4737100" y="3371851"/>
              <a:ext cx="990600" cy="631825"/>
            </a:xfrm>
            <a:custGeom>
              <a:avLst/>
              <a:gdLst/>
              <a:ahLst/>
              <a:cxnLst/>
              <a:rect l="l" t="t" r="r" b="b"/>
              <a:pathLst>
                <a:path w="990600" h="631825">
                  <a:moveTo>
                    <a:pt x="0" y="0"/>
                  </a:moveTo>
                  <a:lnTo>
                    <a:pt x="990600" y="631825"/>
                  </a:lnTo>
                </a:path>
              </a:pathLst>
            </a:custGeom>
            <a:ln w="12700">
              <a:solidFill>
                <a:srgbClr val="000000"/>
              </a:solidFill>
            </a:ln>
          </p:spPr>
          <p:txBody>
            <a:bodyPr wrap="square" lIns="0" tIns="0" rIns="0" bIns="0" rtlCol="0"/>
            <a:lstStyle/>
            <a:p>
              <a:endParaRPr/>
            </a:p>
          </p:txBody>
        </p:sp>
        <p:sp>
          <p:nvSpPr>
            <p:cNvPr id="23" name="object 23"/>
            <p:cNvSpPr/>
            <p:nvPr/>
          </p:nvSpPr>
          <p:spPr>
            <a:xfrm>
              <a:off x="5880100" y="3435351"/>
              <a:ext cx="0" cy="504825"/>
            </a:xfrm>
            <a:custGeom>
              <a:avLst/>
              <a:gdLst/>
              <a:ahLst/>
              <a:cxnLst/>
              <a:rect l="l" t="t" r="r" b="b"/>
              <a:pathLst>
                <a:path h="504825">
                  <a:moveTo>
                    <a:pt x="0" y="0"/>
                  </a:moveTo>
                  <a:lnTo>
                    <a:pt x="0" y="504825"/>
                  </a:lnTo>
                </a:path>
              </a:pathLst>
            </a:custGeom>
            <a:ln w="12700">
              <a:solidFill>
                <a:srgbClr val="000000"/>
              </a:solidFill>
            </a:ln>
          </p:spPr>
          <p:txBody>
            <a:bodyPr wrap="square" lIns="0" tIns="0" rIns="0" bIns="0" rtlCol="0"/>
            <a:lstStyle/>
            <a:p>
              <a:endParaRPr/>
            </a:p>
          </p:txBody>
        </p:sp>
        <p:sp>
          <p:nvSpPr>
            <p:cNvPr id="24" name="object 24"/>
            <p:cNvSpPr/>
            <p:nvPr/>
          </p:nvSpPr>
          <p:spPr>
            <a:xfrm>
              <a:off x="4800600" y="4156075"/>
              <a:ext cx="863600" cy="0"/>
            </a:xfrm>
            <a:custGeom>
              <a:avLst/>
              <a:gdLst/>
              <a:ahLst/>
              <a:cxnLst/>
              <a:rect l="l" t="t" r="r" b="b"/>
              <a:pathLst>
                <a:path w="863600">
                  <a:moveTo>
                    <a:pt x="863600" y="0"/>
                  </a:moveTo>
                  <a:lnTo>
                    <a:pt x="0" y="0"/>
                  </a:lnTo>
                </a:path>
              </a:pathLst>
            </a:custGeom>
            <a:ln w="12700">
              <a:solidFill>
                <a:srgbClr val="000000"/>
              </a:solidFill>
            </a:ln>
          </p:spPr>
          <p:txBody>
            <a:bodyPr wrap="square" lIns="0" tIns="0" rIns="0" bIns="0" rtlCol="0"/>
            <a:lstStyle/>
            <a:p>
              <a:endParaRPr/>
            </a:p>
          </p:txBody>
        </p:sp>
        <p:sp>
          <p:nvSpPr>
            <p:cNvPr id="25" name="object 25"/>
            <p:cNvSpPr/>
            <p:nvPr/>
          </p:nvSpPr>
          <p:spPr>
            <a:xfrm>
              <a:off x="4584700" y="3435351"/>
              <a:ext cx="0" cy="504825"/>
            </a:xfrm>
            <a:custGeom>
              <a:avLst/>
              <a:gdLst/>
              <a:ahLst/>
              <a:cxnLst/>
              <a:rect l="l" t="t" r="r" b="b"/>
              <a:pathLst>
                <a:path h="504825">
                  <a:moveTo>
                    <a:pt x="0" y="504825"/>
                  </a:moveTo>
                  <a:lnTo>
                    <a:pt x="0" y="0"/>
                  </a:lnTo>
                </a:path>
              </a:pathLst>
            </a:custGeom>
            <a:ln w="12700">
              <a:solidFill>
                <a:srgbClr val="000000"/>
              </a:solidFill>
            </a:ln>
          </p:spPr>
          <p:txBody>
            <a:bodyPr wrap="square" lIns="0" tIns="0" rIns="0" bIns="0" rtlCol="0"/>
            <a:lstStyle/>
            <a:p>
              <a:endParaRPr/>
            </a:p>
          </p:txBody>
        </p:sp>
        <p:sp>
          <p:nvSpPr>
            <p:cNvPr id="26" name="object 26"/>
            <p:cNvSpPr/>
            <p:nvPr/>
          </p:nvSpPr>
          <p:spPr>
            <a:xfrm>
              <a:off x="3368676" y="3368675"/>
              <a:ext cx="1063625" cy="635000"/>
            </a:xfrm>
            <a:custGeom>
              <a:avLst/>
              <a:gdLst/>
              <a:ahLst/>
              <a:cxnLst/>
              <a:rect l="l" t="t" r="r" b="b"/>
              <a:pathLst>
                <a:path w="1063625" h="635000">
                  <a:moveTo>
                    <a:pt x="0" y="0"/>
                  </a:moveTo>
                  <a:lnTo>
                    <a:pt x="1063625" y="635000"/>
                  </a:lnTo>
                </a:path>
              </a:pathLst>
            </a:custGeom>
            <a:ln w="12700">
              <a:solidFill>
                <a:srgbClr val="000000"/>
              </a:solidFill>
            </a:ln>
          </p:spPr>
          <p:txBody>
            <a:bodyPr wrap="square" lIns="0" tIns="0" rIns="0" bIns="0" rtlCol="0"/>
            <a:lstStyle/>
            <a:p>
              <a:endParaRPr/>
            </a:p>
          </p:txBody>
        </p:sp>
        <p:sp>
          <p:nvSpPr>
            <p:cNvPr id="27" name="object 27"/>
            <p:cNvSpPr/>
            <p:nvPr/>
          </p:nvSpPr>
          <p:spPr>
            <a:xfrm>
              <a:off x="3432176" y="4156075"/>
              <a:ext cx="936625" cy="0"/>
            </a:xfrm>
            <a:custGeom>
              <a:avLst/>
              <a:gdLst/>
              <a:ahLst/>
              <a:cxnLst/>
              <a:rect l="l" t="t" r="r" b="b"/>
              <a:pathLst>
                <a:path w="936625">
                  <a:moveTo>
                    <a:pt x="936625" y="0"/>
                  </a:moveTo>
                  <a:lnTo>
                    <a:pt x="0" y="0"/>
                  </a:lnTo>
                </a:path>
              </a:pathLst>
            </a:custGeom>
            <a:ln w="12700">
              <a:solidFill>
                <a:srgbClr val="000000"/>
              </a:solidFill>
            </a:ln>
          </p:spPr>
          <p:txBody>
            <a:bodyPr wrap="square" lIns="0" tIns="0" rIns="0" bIns="0" rtlCol="0"/>
            <a:lstStyle/>
            <a:p>
              <a:endParaRPr/>
            </a:p>
          </p:txBody>
        </p:sp>
        <p:sp>
          <p:nvSpPr>
            <p:cNvPr id="28" name="object 28"/>
            <p:cNvSpPr/>
            <p:nvPr/>
          </p:nvSpPr>
          <p:spPr>
            <a:xfrm>
              <a:off x="3432176" y="3216275"/>
              <a:ext cx="2232025" cy="939800"/>
            </a:xfrm>
            <a:custGeom>
              <a:avLst/>
              <a:gdLst/>
              <a:ahLst/>
              <a:cxnLst/>
              <a:rect l="l" t="t" r="r" b="b"/>
              <a:pathLst>
                <a:path w="2232025" h="939800">
                  <a:moveTo>
                    <a:pt x="2232025" y="939800"/>
                  </a:moveTo>
                  <a:lnTo>
                    <a:pt x="0" y="0"/>
                  </a:lnTo>
                </a:path>
              </a:pathLst>
            </a:custGeom>
            <a:ln w="12700">
              <a:solidFill>
                <a:srgbClr val="000000"/>
              </a:solidFill>
            </a:ln>
          </p:spPr>
          <p:txBody>
            <a:bodyPr wrap="square" lIns="0" tIns="0" rIns="0" bIns="0" rtlCol="0"/>
            <a:lstStyle/>
            <a:p>
              <a:endParaRPr/>
            </a:p>
          </p:txBody>
        </p:sp>
      </p:grpSp>
      <p:sp>
        <p:nvSpPr>
          <p:cNvPr id="29" name="object 29"/>
          <p:cNvSpPr txBox="1"/>
          <p:nvPr/>
        </p:nvSpPr>
        <p:spPr>
          <a:xfrm>
            <a:off x="1444800" y="3061912"/>
            <a:ext cx="5108399" cy="1041952"/>
          </a:xfrm>
          <a:prstGeom prst="rect">
            <a:avLst/>
          </a:prstGeom>
          <a:ln w="12700">
            <a:solidFill>
              <a:srgbClr val="FF9900"/>
            </a:solidFill>
          </a:ln>
        </p:spPr>
        <p:txBody>
          <a:bodyPr vert="horz" wrap="square" lIns="0" tIns="38735" rIns="0" bIns="0" rtlCol="0">
            <a:spAutoFit/>
          </a:bodyPr>
          <a:lstStyle/>
          <a:p>
            <a:pPr marL="85090">
              <a:spcBef>
                <a:spcPts val="305"/>
              </a:spcBef>
            </a:pPr>
            <a:r>
              <a:rPr sz="2800" dirty="0">
                <a:latin typeface="HP Simplified" panose="020B0604020204020204" pitchFamily="34" charset="0"/>
                <a:cs typeface="Tahoma"/>
              </a:rPr>
              <a:t>Camino A y</a:t>
            </a:r>
            <a:r>
              <a:rPr sz="2800" spc="-130" dirty="0">
                <a:latin typeface="HP Simplified" panose="020B0604020204020204" pitchFamily="34" charset="0"/>
                <a:cs typeface="Tahoma"/>
              </a:rPr>
              <a:t> </a:t>
            </a:r>
            <a:r>
              <a:rPr sz="2800" dirty="0">
                <a:latin typeface="HP Simplified" panose="020B0604020204020204" pitchFamily="34" charset="0"/>
                <a:cs typeface="Tahoma"/>
              </a:rPr>
              <a:t>A</a:t>
            </a:r>
          </a:p>
          <a:p>
            <a:pPr marL="85090">
              <a:spcBef>
                <a:spcPts val="1075"/>
              </a:spcBef>
            </a:pPr>
            <a:r>
              <a:rPr sz="2800" dirty="0">
                <a:latin typeface="HP Simplified" panose="020B0604020204020204" pitchFamily="34" charset="0"/>
                <a:cs typeface="Tahoma"/>
              </a:rPr>
              <a:t>P = </a:t>
            </a:r>
            <a:r>
              <a:rPr sz="2800" spc="-5" dirty="0">
                <a:latin typeface="HP Simplified" panose="020B0604020204020204" pitchFamily="34" charset="0"/>
                <a:cs typeface="Tahoma"/>
              </a:rPr>
              <a:t>{A, </a:t>
            </a:r>
            <a:r>
              <a:rPr sz="2800" dirty="0">
                <a:latin typeface="HP Simplified" panose="020B0604020204020204" pitchFamily="34" charset="0"/>
                <a:cs typeface="Tahoma"/>
              </a:rPr>
              <a:t>E, </a:t>
            </a:r>
            <a:r>
              <a:rPr sz="2800" spc="-10" dirty="0">
                <a:latin typeface="HP Simplified" panose="020B0604020204020204" pitchFamily="34" charset="0"/>
                <a:cs typeface="Tahoma"/>
              </a:rPr>
              <a:t>B, </a:t>
            </a:r>
            <a:r>
              <a:rPr sz="2800" spc="-130" dirty="0">
                <a:latin typeface="HP Simplified" panose="020B0604020204020204" pitchFamily="34" charset="0"/>
                <a:cs typeface="Tahoma"/>
              </a:rPr>
              <a:t>F,</a:t>
            </a:r>
            <a:r>
              <a:rPr sz="2800" spc="-75" dirty="0">
                <a:latin typeface="HP Simplified" panose="020B0604020204020204" pitchFamily="34" charset="0"/>
                <a:cs typeface="Tahoma"/>
              </a:rPr>
              <a:t> </a:t>
            </a:r>
            <a:r>
              <a:rPr sz="2800" dirty="0">
                <a:latin typeface="HP Simplified" panose="020B0604020204020204" pitchFamily="34" charset="0"/>
                <a:cs typeface="Tahoma"/>
              </a:rPr>
              <a:t>A}</a:t>
            </a:r>
          </a:p>
        </p:txBody>
      </p:sp>
      <p:sp>
        <p:nvSpPr>
          <p:cNvPr id="30" name="object 30"/>
          <p:cNvSpPr/>
          <p:nvPr/>
        </p:nvSpPr>
        <p:spPr>
          <a:xfrm>
            <a:off x="8590866" y="492900"/>
            <a:ext cx="2700274" cy="2862326"/>
          </a:xfrm>
          <a:prstGeom prst="rect">
            <a:avLst/>
          </a:prstGeom>
          <a:blipFill>
            <a:blip r:embed="rId2" cstate="print"/>
            <a:stretch>
              <a:fillRect/>
            </a:stretch>
          </a:blipFill>
        </p:spPr>
        <p:txBody>
          <a:bodyPr wrap="square" lIns="0" tIns="0" rIns="0" bIns="0" rtlCol="0"/>
          <a:lstStyle/>
          <a:p>
            <a:endParaRPr/>
          </a:p>
        </p:txBody>
      </p:sp>
      <p:sp>
        <p:nvSpPr>
          <p:cNvPr id="31" name="object 31"/>
          <p:cNvSpPr txBox="1"/>
          <p:nvPr/>
        </p:nvSpPr>
        <p:spPr>
          <a:xfrm>
            <a:off x="969024" y="4446337"/>
            <a:ext cx="6901136" cy="369332"/>
          </a:xfrm>
          <a:prstGeom prst="rect">
            <a:avLst/>
          </a:prstGeom>
        </p:spPr>
        <p:txBody>
          <a:bodyPr vert="horz" wrap="square" lIns="0" tIns="0" rIns="0" bIns="0" rtlCol="0">
            <a:spAutoFit/>
          </a:bodyPr>
          <a:lstStyle/>
          <a:p>
            <a:pPr marL="12700"/>
            <a:r>
              <a:rPr sz="2400" spc="-5" dirty="0">
                <a:solidFill>
                  <a:srgbClr val="FF0000"/>
                </a:solidFill>
                <a:latin typeface="HP Simplified" panose="020B0604020204020204" pitchFamily="34" charset="0"/>
                <a:cs typeface="Arial"/>
              </a:rPr>
              <a:t>¿Cuál es la longitud </a:t>
            </a:r>
            <a:r>
              <a:rPr sz="2400" dirty="0">
                <a:solidFill>
                  <a:srgbClr val="FF0000"/>
                </a:solidFill>
                <a:latin typeface="HP Simplified" panose="020B0604020204020204" pitchFamily="34" charset="0"/>
                <a:cs typeface="Arial"/>
              </a:rPr>
              <a:t>mínima </a:t>
            </a:r>
            <a:r>
              <a:rPr sz="2400" spc="-5" dirty="0">
                <a:solidFill>
                  <a:srgbClr val="FF0000"/>
                </a:solidFill>
                <a:latin typeface="HP Simplified" panose="020B0604020204020204" pitchFamily="34" charset="0"/>
                <a:cs typeface="Arial"/>
              </a:rPr>
              <a:t>que puede tener </a:t>
            </a:r>
            <a:r>
              <a:rPr sz="2400" spc="-10" dirty="0">
                <a:solidFill>
                  <a:srgbClr val="FF0000"/>
                </a:solidFill>
                <a:latin typeface="HP Simplified" panose="020B0604020204020204" pitchFamily="34" charset="0"/>
                <a:cs typeface="Arial"/>
              </a:rPr>
              <a:t>un</a:t>
            </a:r>
            <a:r>
              <a:rPr sz="2400" spc="50" dirty="0">
                <a:solidFill>
                  <a:srgbClr val="FF0000"/>
                </a:solidFill>
                <a:latin typeface="HP Simplified" panose="020B0604020204020204" pitchFamily="34" charset="0"/>
                <a:cs typeface="Arial"/>
              </a:rPr>
              <a:t> </a:t>
            </a:r>
            <a:r>
              <a:rPr sz="2400" spc="-5" dirty="0">
                <a:solidFill>
                  <a:srgbClr val="FF0000"/>
                </a:solidFill>
                <a:latin typeface="HP Simplified" panose="020B0604020204020204" pitchFamily="34" charset="0"/>
                <a:cs typeface="Arial"/>
              </a:rPr>
              <a:t>ciclo?</a:t>
            </a:r>
            <a:endParaRPr sz="2400" dirty="0">
              <a:latin typeface="HP Simplified" panose="020B0604020204020204" pitchFamily="34" charset="0"/>
              <a:cs typeface="Arial"/>
            </a:endParaRPr>
          </a:p>
        </p:txBody>
      </p:sp>
      <p:sp>
        <p:nvSpPr>
          <p:cNvPr id="32" name="object 32"/>
          <p:cNvSpPr txBox="1"/>
          <p:nvPr/>
        </p:nvSpPr>
        <p:spPr>
          <a:xfrm>
            <a:off x="1132041" y="4846903"/>
            <a:ext cx="946270" cy="369332"/>
          </a:xfrm>
          <a:prstGeom prst="rect">
            <a:avLst/>
          </a:prstGeom>
        </p:spPr>
        <p:txBody>
          <a:bodyPr vert="horz" wrap="square" lIns="0" tIns="0" rIns="0" bIns="0" rtlCol="0">
            <a:spAutoFit/>
          </a:bodyPr>
          <a:lstStyle/>
          <a:p>
            <a:pPr marL="12700"/>
            <a:r>
              <a:rPr sz="2400" spc="-5" dirty="0">
                <a:latin typeface="HP Simplified" panose="020B0604020204020204" pitchFamily="34" charset="0"/>
                <a:cs typeface="Arial"/>
              </a:rPr>
              <a:t>Rpta:</a:t>
            </a:r>
            <a:r>
              <a:rPr sz="2400" spc="-90" dirty="0">
                <a:latin typeface="HP Simplified" panose="020B0604020204020204" pitchFamily="34" charset="0"/>
                <a:cs typeface="Arial"/>
              </a:rPr>
              <a:t> </a:t>
            </a:r>
            <a:r>
              <a:rPr sz="2400" spc="-5" dirty="0">
                <a:latin typeface="HP Simplified" panose="020B0604020204020204" pitchFamily="34" charset="0"/>
                <a:cs typeface="Arial"/>
              </a:rPr>
              <a:t>3</a:t>
            </a:r>
            <a:endParaRPr sz="2400" dirty="0">
              <a:latin typeface="HP Simplified" panose="020B0604020204020204" pitchFamily="34" charset="0"/>
              <a:cs typeface="Arial"/>
            </a:endParaRPr>
          </a:p>
        </p:txBody>
      </p:sp>
    </p:spTree>
    <p:extLst>
      <p:ext uri="{BB962C8B-B14F-4D97-AF65-F5344CB8AC3E}">
        <p14:creationId xmlns:p14="http://schemas.microsoft.com/office/powerpoint/2010/main" val="299282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1B757CF-85CB-42DD-B476-57FA9955D62B}"/>
              </a:ext>
            </a:extLst>
          </p:cNvPr>
          <p:cNvSpPr>
            <a:spLocks noGrp="1"/>
          </p:cNvSpPr>
          <p:nvPr>
            <p:ph type="title"/>
          </p:nvPr>
        </p:nvSpPr>
        <p:spPr/>
        <p:txBody>
          <a:bodyPr/>
          <a:lstStyle/>
          <a:p>
            <a:pPr marL="12700"/>
            <a:r>
              <a:rPr lang="es-CL" sz="5400" dirty="0">
                <a:cs typeface="Arial"/>
              </a:rPr>
              <a:t>Representación</a:t>
            </a:r>
            <a:br>
              <a:rPr lang="es-CL" sz="5400" dirty="0">
                <a:cs typeface="Arial"/>
              </a:rPr>
            </a:br>
            <a:r>
              <a:rPr lang="es-CL" sz="5400" dirty="0">
                <a:cs typeface="Arial"/>
              </a:rPr>
              <a:t>Matricial</a:t>
            </a:r>
            <a:endParaRPr lang="es-CL" dirty="0"/>
          </a:p>
        </p:txBody>
      </p:sp>
      <p:sp>
        <p:nvSpPr>
          <p:cNvPr id="5" name="Marcador de texto 4">
            <a:extLst>
              <a:ext uri="{FF2B5EF4-FFF2-40B4-BE49-F238E27FC236}">
                <a16:creationId xmlns:a16="http://schemas.microsoft.com/office/drawing/2014/main" id="{37059A18-E22B-4E78-B958-2A9A1595FC0C}"/>
              </a:ext>
            </a:extLst>
          </p:cNvPr>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109415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4516" y="1182417"/>
            <a:ext cx="10205884" cy="3890809"/>
          </a:xfrm>
          <a:prstGeom prst="rect">
            <a:avLst/>
          </a:prstGeom>
        </p:spPr>
        <p:txBody>
          <a:bodyPr vert="horz" wrap="square" lIns="0" tIns="0" rIns="0" bIns="0" rtlCol="0">
            <a:spAutoFit/>
          </a:bodyPr>
          <a:lstStyle/>
          <a:p>
            <a:pPr marL="355600" indent="-342900">
              <a:buClr>
                <a:srgbClr val="696363"/>
              </a:buClr>
              <a:buSzPct val="80357"/>
              <a:buFont typeface="Wingdings"/>
              <a:buChar char=""/>
              <a:tabLst>
                <a:tab pos="355600" algn="l"/>
              </a:tabLst>
            </a:pPr>
            <a:r>
              <a:rPr sz="2800" spc="-5" dirty="0">
                <a:solidFill>
                  <a:schemeClr val="tx2"/>
                </a:solidFill>
                <a:latin typeface="HP Simplified" panose="020B0604020204020204" pitchFamily="34" charset="0"/>
                <a:cs typeface="Arial Narrow"/>
              </a:rPr>
              <a:t>Para representar un grafo en </a:t>
            </a:r>
            <a:r>
              <a:rPr sz="2800" spc="-10" dirty="0">
                <a:solidFill>
                  <a:schemeClr val="tx2"/>
                </a:solidFill>
                <a:latin typeface="HP Simplified" panose="020B0604020204020204" pitchFamily="34" charset="0"/>
                <a:cs typeface="Arial Narrow"/>
              </a:rPr>
              <a:t>una </a:t>
            </a:r>
            <a:r>
              <a:rPr sz="2800" u="sng" spc="-10" dirty="0">
                <a:solidFill>
                  <a:schemeClr val="tx2"/>
                </a:solidFill>
                <a:latin typeface="HP Simplified" panose="020B0604020204020204" pitchFamily="34" charset="0"/>
                <a:cs typeface="Arial Narrow"/>
              </a:rPr>
              <a:t>computadora</a:t>
            </a:r>
            <a:r>
              <a:rPr sz="2800" u="heavy" spc="-10" dirty="0">
                <a:solidFill>
                  <a:schemeClr val="tx2"/>
                </a:solidFill>
                <a:latin typeface="HP Simplified" panose="020B0604020204020204" pitchFamily="34" charset="0"/>
                <a:cs typeface="Arial Narrow"/>
              </a:rPr>
              <a:t> </a:t>
            </a:r>
            <a:r>
              <a:rPr sz="2800" spc="-5" dirty="0">
                <a:solidFill>
                  <a:schemeClr val="tx2"/>
                </a:solidFill>
                <a:latin typeface="HP Simplified" panose="020B0604020204020204" pitchFamily="34" charset="0"/>
                <a:cs typeface="Arial Narrow"/>
              </a:rPr>
              <a:t>se</a:t>
            </a:r>
            <a:r>
              <a:rPr sz="2800" spc="50" dirty="0">
                <a:solidFill>
                  <a:schemeClr val="tx2"/>
                </a:solidFill>
                <a:latin typeface="HP Simplified" panose="020B0604020204020204" pitchFamily="34" charset="0"/>
                <a:cs typeface="Arial Narrow"/>
              </a:rPr>
              <a:t> </a:t>
            </a:r>
            <a:r>
              <a:rPr sz="2800" spc="-10" dirty="0" err="1">
                <a:solidFill>
                  <a:schemeClr val="tx2"/>
                </a:solidFill>
                <a:latin typeface="HP Simplified" panose="020B0604020204020204" pitchFamily="34" charset="0"/>
                <a:cs typeface="Arial Narrow"/>
              </a:rPr>
              <a:t>puede</a:t>
            </a:r>
            <a:r>
              <a:rPr lang="es-CL" sz="2800" spc="-10" dirty="0">
                <a:solidFill>
                  <a:schemeClr val="tx2"/>
                </a:solidFill>
                <a:latin typeface="HP Simplified" panose="020B0604020204020204" pitchFamily="34" charset="0"/>
                <a:cs typeface="Arial Narrow"/>
              </a:rPr>
              <a:t> </a:t>
            </a:r>
            <a:r>
              <a:rPr sz="2800" spc="-10" dirty="0" err="1">
                <a:solidFill>
                  <a:schemeClr val="tx2"/>
                </a:solidFill>
                <a:latin typeface="HP Simplified" panose="020B0604020204020204" pitchFamily="34" charset="0"/>
                <a:cs typeface="Arial Narrow"/>
              </a:rPr>
              <a:t>usar</a:t>
            </a:r>
            <a:r>
              <a:rPr sz="2800" spc="-10" dirty="0">
                <a:solidFill>
                  <a:schemeClr val="tx2"/>
                </a:solidFill>
                <a:latin typeface="HP Simplified" panose="020B0604020204020204" pitchFamily="34" charset="0"/>
                <a:cs typeface="Arial Narrow"/>
              </a:rPr>
              <a:t>:</a:t>
            </a:r>
            <a:endParaRPr sz="2800" dirty="0">
              <a:solidFill>
                <a:schemeClr val="tx2"/>
              </a:solidFill>
              <a:latin typeface="HP Simplified" panose="020B0604020204020204" pitchFamily="34" charset="0"/>
              <a:cs typeface="Arial Narrow"/>
            </a:endParaRPr>
          </a:p>
          <a:p>
            <a:pPr marL="629920" lvl="1" indent="-342900">
              <a:spcBef>
                <a:spcPts val="670"/>
              </a:spcBef>
              <a:buClr>
                <a:srgbClr val="696363"/>
              </a:buClr>
              <a:buSzPct val="80357"/>
              <a:buFont typeface="Wingdings"/>
              <a:buChar char=""/>
              <a:tabLst>
                <a:tab pos="630555" algn="l"/>
              </a:tabLst>
            </a:pPr>
            <a:r>
              <a:rPr sz="2800" u="sng" spc="-10" dirty="0">
                <a:solidFill>
                  <a:schemeClr val="tx2"/>
                </a:solidFill>
                <a:latin typeface="HP Simplified" panose="020B0604020204020204" pitchFamily="34" charset="0"/>
                <a:cs typeface="Arial Narrow"/>
              </a:rPr>
              <a:t>Matriz </a:t>
            </a:r>
            <a:r>
              <a:rPr sz="2800" u="sng" spc="-5" dirty="0">
                <a:solidFill>
                  <a:schemeClr val="tx2"/>
                </a:solidFill>
                <a:latin typeface="HP Simplified" panose="020B0604020204020204" pitchFamily="34" charset="0"/>
                <a:cs typeface="Arial Narrow"/>
              </a:rPr>
              <a:t>de </a:t>
            </a:r>
            <a:r>
              <a:rPr sz="2800" b="1" u="sng" spc="-5" dirty="0">
                <a:solidFill>
                  <a:schemeClr val="tx2"/>
                </a:solidFill>
                <a:latin typeface="HP Simplified" panose="020B0604020204020204" pitchFamily="34" charset="0"/>
                <a:cs typeface="Arial Narrow"/>
              </a:rPr>
              <a:t>Adyacencia</a:t>
            </a:r>
            <a:r>
              <a:rPr sz="2800" b="1" u="sng" spc="-50" dirty="0">
                <a:solidFill>
                  <a:schemeClr val="tx2"/>
                </a:solidFill>
                <a:latin typeface="HP Simplified" panose="020B0604020204020204" pitchFamily="34" charset="0"/>
                <a:cs typeface="Arial Narrow"/>
              </a:rPr>
              <a:t> </a:t>
            </a:r>
            <a:r>
              <a:rPr sz="2800" b="1" u="sng" dirty="0">
                <a:solidFill>
                  <a:schemeClr val="tx2"/>
                </a:solidFill>
                <a:latin typeface="HP Simplified" panose="020B0604020204020204" pitchFamily="34" charset="0"/>
                <a:cs typeface="Arial Narrow"/>
              </a:rPr>
              <a:t>[A]</a:t>
            </a:r>
            <a:endParaRPr sz="2800" u="sng" dirty="0">
              <a:solidFill>
                <a:schemeClr val="tx2"/>
              </a:solidFill>
              <a:latin typeface="HP Simplified" panose="020B0604020204020204" pitchFamily="34" charset="0"/>
              <a:cs typeface="Arial Narrow"/>
            </a:endParaRPr>
          </a:p>
          <a:p>
            <a:pPr marL="904240" marR="3536950" lvl="2" indent="-342900">
              <a:spcBef>
                <a:spcPts val="580"/>
              </a:spcBef>
              <a:buClr>
                <a:srgbClr val="696363"/>
              </a:buClr>
              <a:buSzPct val="79166"/>
              <a:buFont typeface="Wingdings"/>
              <a:buChar char=""/>
              <a:tabLst>
                <a:tab pos="904875" algn="l"/>
              </a:tabLst>
            </a:pPr>
            <a:r>
              <a:rPr sz="2400" i="1" dirty="0">
                <a:solidFill>
                  <a:schemeClr val="tx2"/>
                </a:solidFill>
                <a:latin typeface="HP Simplified" panose="020B0604020204020204" pitchFamily="34" charset="0"/>
                <a:cs typeface="Arial Narrow"/>
              </a:rPr>
              <a:t>V </a:t>
            </a:r>
            <a:r>
              <a:rPr sz="2400" i="1" spc="-5" dirty="0">
                <a:solidFill>
                  <a:schemeClr val="tx2"/>
                </a:solidFill>
                <a:latin typeface="HP Simplified" panose="020B0604020204020204" pitchFamily="34" charset="0"/>
                <a:cs typeface="Arial Narrow"/>
              </a:rPr>
              <a:t>(vértices) </a:t>
            </a:r>
            <a:r>
              <a:rPr sz="2400" i="1" dirty="0">
                <a:solidFill>
                  <a:schemeClr val="tx2"/>
                </a:solidFill>
                <a:latin typeface="HP Simplified" panose="020B0604020204020204" pitchFamily="34" charset="0"/>
                <a:cs typeface="Arial Narrow"/>
              </a:rPr>
              <a:t>x</a:t>
            </a:r>
            <a:r>
              <a:rPr sz="2400" i="1" spc="-90" dirty="0">
                <a:solidFill>
                  <a:schemeClr val="tx2"/>
                </a:solidFill>
                <a:latin typeface="HP Simplified" panose="020B0604020204020204" pitchFamily="34" charset="0"/>
                <a:cs typeface="Arial Narrow"/>
              </a:rPr>
              <a:t> </a:t>
            </a:r>
            <a:r>
              <a:rPr sz="2400" i="1" dirty="0">
                <a:solidFill>
                  <a:schemeClr val="tx2"/>
                </a:solidFill>
                <a:latin typeface="HP Simplified" panose="020B0604020204020204" pitchFamily="34" charset="0"/>
                <a:cs typeface="Arial Narrow"/>
              </a:rPr>
              <a:t>V(vértices)</a:t>
            </a:r>
            <a:endParaRPr sz="2400" dirty="0">
              <a:solidFill>
                <a:schemeClr val="tx2"/>
              </a:solidFill>
              <a:latin typeface="HP Simplified" panose="020B0604020204020204" pitchFamily="34" charset="0"/>
              <a:cs typeface="Arial Narrow"/>
            </a:endParaRPr>
          </a:p>
          <a:p>
            <a:pPr lvl="2">
              <a:spcBef>
                <a:spcPts val="40"/>
              </a:spcBef>
              <a:buClr>
                <a:srgbClr val="696363"/>
              </a:buClr>
              <a:buFont typeface="Wingdings"/>
              <a:buChar char=""/>
            </a:pPr>
            <a:endParaRPr sz="2400" dirty="0">
              <a:solidFill>
                <a:schemeClr val="tx2"/>
              </a:solidFill>
              <a:latin typeface="HP Simplified" panose="020B0604020204020204" pitchFamily="34" charset="0"/>
              <a:cs typeface="Times New Roman"/>
            </a:endParaRPr>
          </a:p>
          <a:p>
            <a:pPr marL="629920" marR="3587750" lvl="1" indent="-342900">
              <a:buClr>
                <a:srgbClr val="696363"/>
              </a:buClr>
              <a:buSzPct val="80357"/>
              <a:buFont typeface="Wingdings"/>
              <a:buChar char=""/>
              <a:tabLst>
                <a:tab pos="630555" algn="l"/>
              </a:tabLst>
            </a:pPr>
            <a:r>
              <a:rPr sz="2800" u="sng" spc="-5" dirty="0">
                <a:solidFill>
                  <a:schemeClr val="tx2"/>
                </a:solidFill>
                <a:latin typeface="HP Simplified" panose="020B0604020204020204" pitchFamily="34" charset="0"/>
                <a:cs typeface="Arial Narrow"/>
              </a:rPr>
              <a:t>Matriz de </a:t>
            </a:r>
            <a:r>
              <a:rPr sz="2800" b="1" u="sng" spc="-5" dirty="0">
                <a:solidFill>
                  <a:schemeClr val="tx2"/>
                </a:solidFill>
                <a:latin typeface="HP Simplified" panose="020B0604020204020204" pitchFamily="34" charset="0"/>
                <a:cs typeface="Arial Narrow"/>
              </a:rPr>
              <a:t>Incidencia</a:t>
            </a:r>
            <a:r>
              <a:rPr sz="2800" b="1" u="sng" spc="-55" dirty="0">
                <a:solidFill>
                  <a:schemeClr val="tx2"/>
                </a:solidFill>
                <a:latin typeface="HP Simplified" panose="020B0604020204020204" pitchFamily="34" charset="0"/>
                <a:cs typeface="Arial Narrow"/>
              </a:rPr>
              <a:t> </a:t>
            </a:r>
            <a:r>
              <a:rPr sz="2800" b="1" u="sng" spc="-5" dirty="0">
                <a:solidFill>
                  <a:schemeClr val="tx2"/>
                </a:solidFill>
                <a:latin typeface="HP Simplified" panose="020B0604020204020204" pitchFamily="34" charset="0"/>
                <a:cs typeface="Arial Narrow"/>
              </a:rPr>
              <a:t>[M]</a:t>
            </a:r>
            <a:endParaRPr sz="2800" u="sng" dirty="0">
              <a:solidFill>
                <a:schemeClr val="tx2"/>
              </a:solidFill>
              <a:latin typeface="HP Simplified" panose="020B0604020204020204" pitchFamily="34" charset="0"/>
              <a:cs typeface="Arial Narrow"/>
            </a:endParaRPr>
          </a:p>
          <a:p>
            <a:pPr marL="904240" marR="3611245" lvl="2" indent="-342900">
              <a:spcBef>
                <a:spcPts val="575"/>
              </a:spcBef>
              <a:buClr>
                <a:srgbClr val="696363"/>
              </a:buClr>
              <a:buSzPct val="79166"/>
              <a:buFont typeface="Wingdings"/>
              <a:buChar char=""/>
              <a:tabLst>
                <a:tab pos="904875" algn="l"/>
              </a:tabLst>
            </a:pPr>
            <a:r>
              <a:rPr sz="2400" i="1" dirty="0">
                <a:solidFill>
                  <a:schemeClr val="tx2"/>
                </a:solidFill>
                <a:latin typeface="HP Simplified" panose="020B0604020204020204" pitchFamily="34" charset="0"/>
                <a:cs typeface="Arial Narrow"/>
              </a:rPr>
              <a:t>V </a:t>
            </a:r>
            <a:r>
              <a:rPr sz="2400" i="1" spc="-5" dirty="0">
                <a:solidFill>
                  <a:schemeClr val="tx2"/>
                </a:solidFill>
                <a:latin typeface="HP Simplified" panose="020B0604020204020204" pitchFamily="34" charset="0"/>
                <a:cs typeface="Arial Narrow"/>
              </a:rPr>
              <a:t>(vértices) </a:t>
            </a:r>
            <a:r>
              <a:rPr sz="2400" i="1" dirty="0">
                <a:solidFill>
                  <a:schemeClr val="tx2"/>
                </a:solidFill>
                <a:latin typeface="HP Simplified" panose="020B0604020204020204" pitchFamily="34" charset="0"/>
                <a:cs typeface="Arial Narrow"/>
              </a:rPr>
              <a:t>x A  </a:t>
            </a:r>
            <a:r>
              <a:rPr sz="2400" i="1" spc="-5" dirty="0">
                <a:solidFill>
                  <a:schemeClr val="tx2"/>
                </a:solidFill>
                <a:latin typeface="HP Simplified" panose="020B0604020204020204" pitchFamily="34" charset="0"/>
                <a:cs typeface="Arial Narrow"/>
              </a:rPr>
              <a:t>(arcos</a:t>
            </a:r>
            <a:r>
              <a:rPr sz="2400" i="1" spc="-325" dirty="0">
                <a:solidFill>
                  <a:schemeClr val="tx2"/>
                </a:solidFill>
                <a:latin typeface="HP Simplified" panose="020B0604020204020204" pitchFamily="34" charset="0"/>
                <a:cs typeface="Arial Narrow"/>
              </a:rPr>
              <a:t> </a:t>
            </a:r>
            <a:r>
              <a:rPr sz="2400" i="1" dirty="0">
                <a:solidFill>
                  <a:schemeClr val="tx2"/>
                </a:solidFill>
                <a:latin typeface="HP Simplified" panose="020B0604020204020204" pitchFamily="34" charset="0"/>
                <a:cs typeface="Arial Narrow"/>
              </a:rPr>
              <a:t>)</a:t>
            </a:r>
            <a:endParaRPr sz="2400" dirty="0">
              <a:solidFill>
                <a:schemeClr val="tx2"/>
              </a:solidFill>
              <a:latin typeface="HP Simplified" panose="020B0604020204020204" pitchFamily="34" charset="0"/>
              <a:cs typeface="Arial Narrow"/>
            </a:endParaRPr>
          </a:p>
          <a:p>
            <a:pPr lvl="2">
              <a:spcBef>
                <a:spcPts val="40"/>
              </a:spcBef>
              <a:buClr>
                <a:srgbClr val="696363"/>
              </a:buClr>
              <a:buFont typeface="Wingdings"/>
              <a:buChar char=""/>
            </a:pPr>
            <a:endParaRPr sz="2400" dirty="0">
              <a:solidFill>
                <a:schemeClr val="tx2"/>
              </a:solidFill>
              <a:latin typeface="HP Simplified" panose="020B0604020204020204" pitchFamily="34" charset="0"/>
              <a:cs typeface="Times New Roman"/>
            </a:endParaRPr>
          </a:p>
          <a:p>
            <a:pPr marL="629920" lvl="1" indent="-342900">
              <a:buClr>
                <a:srgbClr val="696363"/>
              </a:buClr>
              <a:buSzPct val="80357"/>
              <a:buFont typeface="Wingdings"/>
              <a:buChar char=""/>
              <a:tabLst>
                <a:tab pos="630555" algn="l"/>
              </a:tabLst>
            </a:pPr>
            <a:r>
              <a:rPr sz="2800" u="sng" spc="-5" dirty="0">
                <a:solidFill>
                  <a:schemeClr val="tx2"/>
                </a:solidFill>
                <a:latin typeface="HP Simplified" panose="020B0604020204020204" pitchFamily="34" charset="0"/>
                <a:cs typeface="Arial Narrow"/>
              </a:rPr>
              <a:t>Matriz de </a:t>
            </a:r>
            <a:r>
              <a:rPr sz="2800" b="1" u="sng" spc="-5" dirty="0">
                <a:solidFill>
                  <a:schemeClr val="tx2"/>
                </a:solidFill>
                <a:latin typeface="HP Simplified" panose="020B0604020204020204" pitchFamily="34" charset="0"/>
                <a:cs typeface="Arial Narrow"/>
              </a:rPr>
              <a:t>Arcos</a:t>
            </a:r>
            <a:r>
              <a:rPr sz="2800" b="1" u="sng" spc="-70" dirty="0">
                <a:solidFill>
                  <a:schemeClr val="tx2"/>
                </a:solidFill>
                <a:latin typeface="HP Simplified" panose="020B0604020204020204" pitchFamily="34" charset="0"/>
                <a:cs typeface="Arial Narrow"/>
              </a:rPr>
              <a:t> </a:t>
            </a:r>
            <a:r>
              <a:rPr sz="2800" b="1" u="sng" spc="-5" dirty="0">
                <a:solidFill>
                  <a:schemeClr val="tx2"/>
                </a:solidFill>
                <a:latin typeface="HP Simplified" panose="020B0604020204020204" pitchFamily="34" charset="0"/>
                <a:cs typeface="Arial Narrow"/>
              </a:rPr>
              <a:t>[B]</a:t>
            </a:r>
            <a:endParaRPr sz="2800" u="sng" dirty="0">
              <a:solidFill>
                <a:schemeClr val="tx2"/>
              </a:solidFill>
              <a:latin typeface="HP Simplified" panose="020B0604020204020204" pitchFamily="34" charset="0"/>
              <a:cs typeface="Arial Narrow"/>
            </a:endParaRPr>
          </a:p>
          <a:p>
            <a:pPr marL="904240" marR="3594735" lvl="2" indent="-342900">
              <a:spcBef>
                <a:spcPts val="575"/>
              </a:spcBef>
              <a:buClr>
                <a:srgbClr val="696363"/>
              </a:buClr>
              <a:buSzPct val="79166"/>
              <a:buFont typeface="Wingdings"/>
              <a:buChar char=""/>
              <a:tabLst>
                <a:tab pos="904875" algn="l"/>
              </a:tabLst>
            </a:pPr>
            <a:r>
              <a:rPr sz="2400" i="1" dirty="0">
                <a:solidFill>
                  <a:schemeClr val="tx2"/>
                </a:solidFill>
                <a:latin typeface="HP Simplified" panose="020B0604020204020204" pitchFamily="34" charset="0"/>
                <a:cs typeface="Arial Narrow"/>
              </a:rPr>
              <a:t>A  (arcos ) x V</a:t>
            </a:r>
            <a:r>
              <a:rPr sz="2400" i="1" spc="-240" dirty="0">
                <a:solidFill>
                  <a:schemeClr val="tx2"/>
                </a:solidFill>
                <a:latin typeface="HP Simplified" panose="020B0604020204020204" pitchFamily="34" charset="0"/>
                <a:cs typeface="Arial Narrow"/>
              </a:rPr>
              <a:t> </a:t>
            </a:r>
            <a:r>
              <a:rPr sz="2400" i="1" dirty="0">
                <a:solidFill>
                  <a:schemeClr val="tx2"/>
                </a:solidFill>
                <a:latin typeface="HP Simplified" panose="020B0604020204020204" pitchFamily="34" charset="0"/>
                <a:cs typeface="Arial Narrow"/>
              </a:rPr>
              <a:t>(vértices)</a:t>
            </a:r>
            <a:endParaRPr sz="2400" dirty="0">
              <a:solidFill>
                <a:schemeClr val="tx2"/>
              </a:solidFill>
              <a:latin typeface="HP Simplified" panose="020B0604020204020204" pitchFamily="34" charset="0"/>
              <a:cs typeface="Arial Narrow"/>
            </a:endParaRPr>
          </a:p>
        </p:txBody>
      </p:sp>
      <p:sp>
        <p:nvSpPr>
          <p:cNvPr id="3" name="object 3"/>
          <p:cNvSpPr txBox="1">
            <a:spLocks noGrp="1"/>
          </p:cNvSpPr>
          <p:nvPr>
            <p:ph type="title"/>
          </p:nvPr>
        </p:nvSpPr>
        <p:spPr>
          <a:xfrm>
            <a:off x="609600" y="336672"/>
            <a:ext cx="10394707" cy="830997"/>
          </a:xfrm>
          <a:prstGeom prst="rect">
            <a:avLst/>
          </a:prstGeom>
        </p:spPr>
        <p:txBody>
          <a:bodyPr vert="horz" wrap="square" lIns="0" tIns="0" rIns="0" bIns="0" rtlCol="0" anchor="ctr">
            <a:spAutoFit/>
          </a:bodyPr>
          <a:lstStyle/>
          <a:p>
            <a:pPr>
              <a:lnSpc>
                <a:spcPct val="100000"/>
              </a:lnSpc>
            </a:pPr>
            <a:r>
              <a:rPr spc="-5" dirty="0"/>
              <a:t>Representación de</a:t>
            </a:r>
            <a:r>
              <a:rPr spc="-15" dirty="0"/>
              <a:t> </a:t>
            </a:r>
            <a:r>
              <a:rPr spc="-5" dirty="0"/>
              <a:t>Grafos</a:t>
            </a:r>
          </a:p>
        </p:txBody>
      </p:sp>
      <p:pic>
        <p:nvPicPr>
          <p:cNvPr id="8" name="Imagen 7">
            <a:extLst>
              <a:ext uri="{FF2B5EF4-FFF2-40B4-BE49-F238E27FC236}">
                <a16:creationId xmlns:a16="http://schemas.microsoft.com/office/drawing/2014/main" id="{74D26059-B53F-4BB6-AF67-6DC210A220D3}"/>
              </a:ext>
            </a:extLst>
          </p:cNvPr>
          <p:cNvPicPr>
            <a:picLocks noChangeAspect="1"/>
          </p:cNvPicPr>
          <p:nvPr/>
        </p:nvPicPr>
        <p:blipFill>
          <a:blip r:embed="rId2"/>
          <a:stretch>
            <a:fillRect/>
          </a:stretch>
        </p:blipFill>
        <p:spPr>
          <a:xfrm>
            <a:off x="6329792" y="1975732"/>
            <a:ext cx="5100208" cy="4267200"/>
          </a:xfrm>
          <a:prstGeom prst="roundRect">
            <a:avLst>
              <a:gd name="adj" fmla="val 8594"/>
            </a:avLst>
          </a:prstGeom>
          <a:solidFill>
            <a:srgbClr val="FFFFFF">
              <a:shade val="85000"/>
            </a:srgbClr>
          </a:solidFill>
          <a:ln w="28575">
            <a:solidFill>
              <a:schemeClr val="accent1"/>
            </a:solidFill>
          </a:ln>
          <a:effectLst/>
        </p:spPr>
      </p:pic>
      <p:sp>
        <p:nvSpPr>
          <p:cNvPr id="10" name="CuadroTexto 9">
            <a:extLst>
              <a:ext uri="{FF2B5EF4-FFF2-40B4-BE49-F238E27FC236}">
                <a16:creationId xmlns:a16="http://schemas.microsoft.com/office/drawing/2014/main" id="{C853183C-E73C-4D8C-BE01-E03D2902976E}"/>
              </a:ext>
            </a:extLst>
          </p:cNvPr>
          <p:cNvSpPr txBox="1"/>
          <p:nvPr/>
        </p:nvSpPr>
        <p:spPr>
          <a:xfrm>
            <a:off x="762000" y="5781267"/>
            <a:ext cx="6142702" cy="461665"/>
          </a:xfrm>
          <a:prstGeom prst="rect">
            <a:avLst/>
          </a:prstGeom>
          <a:noFill/>
        </p:spPr>
        <p:txBody>
          <a:bodyPr wrap="square">
            <a:spAutoFit/>
          </a:bodyPr>
          <a:lstStyle/>
          <a:p>
            <a:r>
              <a:rPr lang="es-CL" sz="2400" dirty="0">
                <a:solidFill>
                  <a:schemeClr val="bg2">
                    <a:lumMod val="20000"/>
                    <a:lumOff val="80000"/>
                  </a:schemeClr>
                </a:solidFill>
                <a:latin typeface="HP Simplified" panose="020B0604020204020204" pitchFamily="34" charset="0"/>
              </a:rPr>
              <a:t>https://graphonline.ru/es/</a:t>
            </a:r>
          </a:p>
        </p:txBody>
      </p:sp>
    </p:spTree>
    <p:extLst>
      <p:ext uri="{BB962C8B-B14F-4D97-AF65-F5344CB8AC3E}">
        <p14:creationId xmlns:p14="http://schemas.microsoft.com/office/powerpoint/2010/main" val="1273912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84489"/>
            <a:ext cx="10396882" cy="1151965"/>
          </a:xfrm>
          <a:prstGeom prst="rect">
            <a:avLst/>
          </a:prstGeom>
        </p:spPr>
        <p:txBody>
          <a:bodyPr vert="horz" wrap="square" lIns="0" tIns="123952" rIns="0" bIns="0" rtlCol="0" anchor="ctr">
            <a:spAutoFit/>
          </a:bodyPr>
          <a:lstStyle/>
          <a:p>
            <a:pPr marL="12700" marR="5080">
              <a:lnSpc>
                <a:spcPct val="100000"/>
              </a:lnSpc>
            </a:pPr>
            <a:r>
              <a:rPr sz="3600" spc="-5" dirty="0"/>
              <a:t>Matriz de </a:t>
            </a:r>
            <a:r>
              <a:rPr sz="3600" dirty="0"/>
              <a:t>Adyacencia [A] (grafos</a:t>
            </a:r>
            <a:r>
              <a:rPr sz="3600" spc="-295" dirty="0"/>
              <a:t> </a:t>
            </a:r>
            <a:r>
              <a:rPr sz="3600" spc="-5" dirty="0"/>
              <a:t>no  </a:t>
            </a:r>
            <a:r>
              <a:rPr sz="3600" dirty="0"/>
              <a:t>dirigidos)</a:t>
            </a:r>
          </a:p>
        </p:txBody>
      </p:sp>
      <p:sp>
        <p:nvSpPr>
          <p:cNvPr id="3" name="object 3"/>
          <p:cNvSpPr txBox="1"/>
          <p:nvPr/>
        </p:nvSpPr>
        <p:spPr>
          <a:xfrm>
            <a:off x="669814" y="1316956"/>
            <a:ext cx="10396882" cy="1745093"/>
          </a:xfrm>
          <a:prstGeom prst="rect">
            <a:avLst/>
          </a:prstGeom>
        </p:spPr>
        <p:txBody>
          <a:bodyPr vert="horz" wrap="square" lIns="0" tIns="0" rIns="0" bIns="0" rtlCol="0">
            <a:spAutoFit/>
          </a:bodyPr>
          <a:lstStyle/>
          <a:p>
            <a:pPr marL="355600" indent="-342900">
              <a:buClr>
                <a:srgbClr val="696363"/>
              </a:buClr>
              <a:buSzPct val="79166"/>
              <a:buFont typeface="Wingdings"/>
              <a:buChar char=""/>
              <a:tabLst>
                <a:tab pos="355600" algn="l"/>
              </a:tabLst>
            </a:pPr>
            <a:r>
              <a:rPr sz="2400" spc="-5" dirty="0">
                <a:solidFill>
                  <a:srgbClr val="002850"/>
                </a:solidFill>
                <a:latin typeface="HP Simplified" panose="020B0604020204020204" pitchFamily="34" charset="0"/>
                <a:cs typeface="Arial Narrow"/>
              </a:rPr>
              <a:t>Dado un Grafo </a:t>
            </a:r>
            <a:r>
              <a:rPr sz="2400" dirty="0">
                <a:solidFill>
                  <a:srgbClr val="002850"/>
                </a:solidFill>
                <a:latin typeface="HP Simplified" panose="020B0604020204020204" pitchFamily="34" charset="0"/>
                <a:cs typeface="Arial Narrow"/>
              </a:rPr>
              <a:t>G = </a:t>
            </a:r>
            <a:r>
              <a:rPr sz="2400" spc="-60" dirty="0">
                <a:solidFill>
                  <a:srgbClr val="002850"/>
                </a:solidFill>
                <a:latin typeface="HP Simplified" panose="020B0604020204020204" pitchFamily="34" charset="0"/>
                <a:cs typeface="Arial Narrow"/>
              </a:rPr>
              <a:t>(V,</a:t>
            </a:r>
            <a:r>
              <a:rPr sz="2400" spc="-35"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E)</a:t>
            </a:r>
            <a:endParaRPr sz="2400" dirty="0">
              <a:latin typeface="HP Simplified" panose="020B0604020204020204" pitchFamily="34" charset="0"/>
              <a:cs typeface="Arial Narrow"/>
            </a:endParaRPr>
          </a:p>
          <a:p>
            <a:pPr marL="355600" marR="5080" indent="-342900">
              <a:lnSpc>
                <a:spcPct val="110000"/>
              </a:lnSpc>
              <a:spcBef>
                <a:spcPts val="575"/>
              </a:spcBef>
              <a:buClr>
                <a:srgbClr val="696363"/>
              </a:buClr>
              <a:buSzPct val="79166"/>
              <a:buFont typeface="Wingdings"/>
              <a:buChar char=""/>
              <a:tabLst>
                <a:tab pos="355600" algn="l"/>
              </a:tabLst>
            </a:pPr>
            <a:r>
              <a:rPr sz="2400" dirty="0">
                <a:solidFill>
                  <a:srgbClr val="002850"/>
                </a:solidFill>
                <a:latin typeface="HP Simplified" panose="020B0604020204020204" pitchFamily="34" charset="0"/>
                <a:cs typeface="Arial Narrow"/>
              </a:rPr>
              <a:t>Está </a:t>
            </a:r>
            <a:r>
              <a:rPr sz="2400" spc="-5" dirty="0">
                <a:solidFill>
                  <a:srgbClr val="002850"/>
                </a:solidFill>
                <a:latin typeface="HP Simplified" panose="020B0604020204020204" pitchFamily="34" charset="0"/>
                <a:cs typeface="Arial Narrow"/>
              </a:rPr>
              <a:t>representado por una matriz  de </a:t>
            </a:r>
            <a:r>
              <a:rPr sz="2400" dirty="0">
                <a:solidFill>
                  <a:srgbClr val="002850"/>
                </a:solidFill>
                <a:latin typeface="HP Simplified" panose="020B0604020204020204" pitchFamily="34" charset="0"/>
                <a:cs typeface="Arial Narrow"/>
              </a:rPr>
              <a:t>V </a:t>
            </a:r>
            <a:r>
              <a:rPr sz="2400" spc="-5" dirty="0">
                <a:solidFill>
                  <a:srgbClr val="002850"/>
                </a:solidFill>
                <a:latin typeface="HP Simplified" panose="020B0604020204020204" pitchFamily="34" charset="0"/>
                <a:cs typeface="Arial Narrow"/>
              </a:rPr>
              <a:t>(vértices) por</a:t>
            </a:r>
            <a:r>
              <a:rPr sz="2400"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V(vértices)</a:t>
            </a:r>
            <a:endParaRPr sz="2400" dirty="0">
              <a:latin typeface="HP Simplified" panose="020B0604020204020204" pitchFamily="34" charset="0"/>
              <a:cs typeface="Arial Narrow"/>
            </a:endParaRPr>
          </a:p>
          <a:p>
            <a:pPr marL="355600" indent="-342900">
              <a:spcBef>
                <a:spcPts val="865"/>
              </a:spcBef>
              <a:buClr>
                <a:srgbClr val="696363"/>
              </a:buClr>
              <a:buSzPct val="79166"/>
              <a:buFont typeface="Wingdings"/>
              <a:buChar char=""/>
              <a:tabLst>
                <a:tab pos="355600" algn="l"/>
              </a:tabLst>
            </a:pPr>
            <a:r>
              <a:rPr sz="2400" spc="-5" dirty="0">
                <a:solidFill>
                  <a:srgbClr val="002850"/>
                </a:solidFill>
                <a:latin typeface="HP Simplified" panose="020B0604020204020204" pitchFamily="34" charset="0"/>
                <a:cs typeface="Arial Narrow"/>
              </a:rPr>
              <a:t>1= si hay un arco </a:t>
            </a:r>
            <a:r>
              <a:rPr sz="2400" dirty="0">
                <a:solidFill>
                  <a:srgbClr val="002850"/>
                </a:solidFill>
                <a:latin typeface="HP Simplified" panose="020B0604020204020204" pitchFamily="34" charset="0"/>
                <a:cs typeface="Arial Narrow"/>
              </a:rPr>
              <a:t>o</a:t>
            </a:r>
            <a:r>
              <a:rPr sz="2400" spc="10" dirty="0">
                <a:solidFill>
                  <a:srgbClr val="002850"/>
                </a:solidFill>
                <a:latin typeface="HP Simplified" panose="020B0604020204020204" pitchFamily="34" charset="0"/>
                <a:cs typeface="Arial Narrow"/>
              </a:rPr>
              <a:t> </a:t>
            </a:r>
            <a:r>
              <a:rPr sz="2400" spc="-10" dirty="0">
                <a:solidFill>
                  <a:srgbClr val="002850"/>
                </a:solidFill>
                <a:latin typeface="HP Simplified" panose="020B0604020204020204" pitchFamily="34" charset="0"/>
                <a:cs typeface="Arial Narrow"/>
              </a:rPr>
              <a:t>existe</a:t>
            </a:r>
            <a:endParaRPr sz="2400" dirty="0">
              <a:latin typeface="HP Simplified" panose="020B0604020204020204" pitchFamily="34" charset="0"/>
              <a:cs typeface="Arial Narrow"/>
            </a:endParaRPr>
          </a:p>
          <a:p>
            <a:pPr marL="355600">
              <a:spcBef>
                <a:spcPts val="285"/>
              </a:spcBef>
            </a:pPr>
            <a:r>
              <a:rPr sz="2400" spc="-10" dirty="0">
                <a:solidFill>
                  <a:srgbClr val="002850"/>
                </a:solidFill>
                <a:latin typeface="HP Simplified" panose="020B0604020204020204" pitchFamily="34" charset="0"/>
                <a:cs typeface="Arial Narrow"/>
              </a:rPr>
              <a:t>adyacencia </a:t>
            </a:r>
            <a:r>
              <a:rPr sz="2400" spc="-5" dirty="0">
                <a:solidFill>
                  <a:srgbClr val="002850"/>
                </a:solidFill>
                <a:latin typeface="HP Simplified" panose="020B0604020204020204" pitchFamily="34" charset="0"/>
                <a:cs typeface="Arial Narrow"/>
              </a:rPr>
              <a:t>entre los</a:t>
            </a:r>
            <a:r>
              <a:rPr sz="2400" spc="40"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vértices</a:t>
            </a:r>
            <a:endParaRPr sz="2400" dirty="0">
              <a:latin typeface="HP Simplified" panose="020B0604020204020204" pitchFamily="34" charset="0"/>
              <a:cs typeface="Arial Narrow"/>
            </a:endParaRPr>
          </a:p>
        </p:txBody>
      </p:sp>
      <p:grpSp>
        <p:nvGrpSpPr>
          <p:cNvPr id="58" name="Grupo 57">
            <a:extLst>
              <a:ext uri="{FF2B5EF4-FFF2-40B4-BE49-F238E27FC236}">
                <a16:creationId xmlns:a16="http://schemas.microsoft.com/office/drawing/2014/main" id="{1191BD1C-BC88-4BE5-AEAA-D4F84F0E0868}"/>
              </a:ext>
            </a:extLst>
          </p:cNvPr>
          <p:cNvGrpSpPr/>
          <p:nvPr/>
        </p:nvGrpSpPr>
        <p:grpSpPr>
          <a:xfrm>
            <a:off x="755088" y="3571591"/>
            <a:ext cx="3803260" cy="1162512"/>
            <a:chOff x="2207539" y="4041312"/>
            <a:chExt cx="3803260" cy="1162512"/>
          </a:xfrm>
        </p:grpSpPr>
        <p:sp>
          <p:nvSpPr>
            <p:cNvPr id="4" name="object 4"/>
            <p:cNvSpPr/>
            <p:nvPr/>
          </p:nvSpPr>
          <p:spPr>
            <a:xfrm>
              <a:off x="2566670" y="4767602"/>
              <a:ext cx="364459" cy="43622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566670" y="4470241"/>
              <a:ext cx="364459" cy="4362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2566670" y="4172880"/>
              <a:ext cx="364459" cy="436223"/>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2713879" y="4041312"/>
              <a:ext cx="3296920" cy="1026691"/>
            </a:xfrm>
            <a:prstGeom prst="rect">
              <a:avLst/>
            </a:prstGeom>
          </p:spPr>
          <p:txBody>
            <a:bodyPr vert="horz" wrap="square" lIns="0" tIns="0" rIns="0" bIns="0" rtlCol="0">
              <a:spAutoFit/>
            </a:bodyPr>
            <a:lstStyle/>
            <a:p>
              <a:pPr marL="24130" marR="5080" indent="-12065">
                <a:lnSpc>
                  <a:spcPct val="125400"/>
                </a:lnSpc>
                <a:tabLst>
                  <a:tab pos="2294255" algn="l"/>
                </a:tabLst>
              </a:pPr>
              <a:r>
                <a:rPr sz="2800" spc="-125" dirty="0">
                  <a:latin typeface="Times New Roman"/>
                  <a:cs typeface="Times New Roman"/>
                </a:rPr>
                <a:t>1, </a:t>
              </a:r>
              <a:r>
                <a:rPr sz="2800" spc="80" dirty="0">
                  <a:latin typeface="Times New Roman"/>
                  <a:cs typeface="Times New Roman"/>
                </a:rPr>
                <a:t>si</a:t>
              </a:r>
              <a:r>
                <a:rPr sz="2800" spc="-459" dirty="0">
                  <a:latin typeface="Times New Roman"/>
                  <a:cs typeface="Times New Roman"/>
                </a:rPr>
                <a:t> </a:t>
              </a:r>
              <a:r>
                <a:rPr sz="2800" spc="20" dirty="0">
                  <a:latin typeface="Times New Roman"/>
                  <a:cs typeface="Times New Roman"/>
                </a:rPr>
                <a:t>hay</a:t>
              </a:r>
              <a:r>
                <a:rPr sz="2800" spc="-295" dirty="0">
                  <a:latin typeface="Times New Roman"/>
                  <a:cs typeface="Times New Roman"/>
                </a:rPr>
                <a:t> </a:t>
              </a:r>
              <a:r>
                <a:rPr sz="2800" spc="75" dirty="0">
                  <a:latin typeface="Times New Roman"/>
                  <a:cs typeface="Times New Roman"/>
                </a:rPr>
                <a:t>arco	</a:t>
              </a:r>
              <a:r>
                <a:rPr sz="2800" spc="5" dirty="0">
                  <a:latin typeface="Times New Roman"/>
                  <a:cs typeface="Times New Roman"/>
                </a:rPr>
                <a:t>(</a:t>
              </a:r>
              <a:r>
                <a:rPr sz="2800" i="1" spc="5" dirty="0">
                  <a:latin typeface="Times New Roman"/>
                  <a:cs typeface="Times New Roman"/>
                </a:rPr>
                <a:t>Vi</a:t>
              </a:r>
              <a:r>
                <a:rPr sz="2800" spc="5" dirty="0">
                  <a:latin typeface="Times New Roman"/>
                  <a:cs typeface="Times New Roman"/>
                </a:rPr>
                <a:t>,</a:t>
              </a:r>
              <a:r>
                <a:rPr sz="2800" i="1" spc="5" dirty="0">
                  <a:latin typeface="Times New Roman"/>
                  <a:cs typeface="Times New Roman"/>
                </a:rPr>
                <a:t>Vj</a:t>
              </a:r>
              <a:r>
                <a:rPr sz="2800" spc="5" dirty="0">
                  <a:latin typeface="Times New Roman"/>
                  <a:cs typeface="Times New Roman"/>
                </a:rPr>
                <a:t>)  </a:t>
              </a:r>
              <a:r>
                <a:rPr sz="2800" spc="-20" dirty="0">
                  <a:latin typeface="Times New Roman"/>
                  <a:cs typeface="Times New Roman"/>
                </a:rPr>
                <a:t>0,</a:t>
              </a:r>
              <a:r>
                <a:rPr sz="2800" spc="-300" dirty="0">
                  <a:latin typeface="Times New Roman"/>
                  <a:cs typeface="Times New Roman"/>
                </a:rPr>
                <a:t> </a:t>
              </a:r>
              <a:r>
                <a:rPr sz="2800" spc="80" dirty="0">
                  <a:latin typeface="Times New Roman"/>
                  <a:cs typeface="Times New Roman"/>
                </a:rPr>
                <a:t>si</a:t>
              </a:r>
              <a:r>
                <a:rPr sz="2800" spc="-310" dirty="0">
                  <a:latin typeface="Times New Roman"/>
                  <a:cs typeface="Times New Roman"/>
                </a:rPr>
                <a:t> </a:t>
              </a:r>
              <a:r>
                <a:rPr sz="2800" spc="35" dirty="0">
                  <a:latin typeface="Times New Roman"/>
                  <a:cs typeface="Times New Roman"/>
                </a:rPr>
                <a:t>no</a:t>
              </a:r>
              <a:r>
                <a:rPr sz="2800" spc="-235" dirty="0">
                  <a:latin typeface="Times New Roman"/>
                  <a:cs typeface="Times New Roman"/>
                </a:rPr>
                <a:t> </a:t>
              </a:r>
              <a:r>
                <a:rPr sz="2800" spc="20" dirty="0">
                  <a:latin typeface="Times New Roman"/>
                  <a:cs typeface="Times New Roman"/>
                </a:rPr>
                <a:t>hay</a:t>
              </a:r>
              <a:r>
                <a:rPr sz="2800" spc="-305" dirty="0">
                  <a:latin typeface="Times New Roman"/>
                  <a:cs typeface="Times New Roman"/>
                </a:rPr>
                <a:t> </a:t>
              </a:r>
              <a:r>
                <a:rPr sz="2800" spc="40" dirty="0">
                  <a:latin typeface="Times New Roman"/>
                  <a:cs typeface="Times New Roman"/>
                </a:rPr>
                <a:t>arco(</a:t>
              </a:r>
              <a:r>
                <a:rPr sz="2800" i="1" spc="40" dirty="0">
                  <a:latin typeface="Times New Roman"/>
                  <a:cs typeface="Times New Roman"/>
                </a:rPr>
                <a:t>Vi</a:t>
              </a:r>
              <a:r>
                <a:rPr sz="2800" spc="40" dirty="0">
                  <a:latin typeface="Times New Roman"/>
                  <a:cs typeface="Times New Roman"/>
                </a:rPr>
                <a:t>,</a:t>
              </a:r>
              <a:r>
                <a:rPr sz="2800" i="1" spc="40" dirty="0">
                  <a:latin typeface="Times New Roman"/>
                  <a:cs typeface="Times New Roman"/>
                </a:rPr>
                <a:t>Vj</a:t>
              </a:r>
              <a:r>
                <a:rPr sz="2800" spc="40" dirty="0">
                  <a:latin typeface="Times New Roman"/>
                  <a:cs typeface="Times New Roman"/>
                </a:rPr>
                <a:t>)</a:t>
              </a:r>
              <a:endParaRPr sz="2800" dirty="0">
                <a:latin typeface="Times New Roman"/>
                <a:cs typeface="Times New Roman"/>
              </a:endParaRPr>
            </a:p>
          </p:txBody>
        </p:sp>
        <p:sp>
          <p:nvSpPr>
            <p:cNvPr id="8" name="object 8"/>
            <p:cNvSpPr txBox="1"/>
            <p:nvPr/>
          </p:nvSpPr>
          <p:spPr>
            <a:xfrm>
              <a:off x="2207539" y="4412002"/>
              <a:ext cx="208915" cy="445770"/>
            </a:xfrm>
            <a:prstGeom prst="rect">
              <a:avLst/>
            </a:prstGeom>
          </p:spPr>
          <p:txBody>
            <a:bodyPr vert="horz" wrap="square" lIns="0" tIns="0" rIns="0" bIns="0" rtlCol="0">
              <a:spAutoFit/>
            </a:bodyPr>
            <a:lstStyle/>
            <a:p>
              <a:pPr marL="12700"/>
              <a:r>
                <a:rPr sz="2800" i="1" spc="40" dirty="0">
                  <a:latin typeface="Times New Roman"/>
                  <a:cs typeface="Times New Roman"/>
                </a:rPr>
                <a:t>a</a:t>
              </a:r>
              <a:endParaRPr sz="2800" dirty="0">
                <a:latin typeface="Times New Roman"/>
                <a:cs typeface="Times New Roman"/>
              </a:endParaRPr>
            </a:p>
          </p:txBody>
        </p:sp>
        <p:sp>
          <p:nvSpPr>
            <p:cNvPr id="9" name="object 9"/>
            <p:cNvSpPr txBox="1"/>
            <p:nvPr/>
          </p:nvSpPr>
          <p:spPr>
            <a:xfrm>
              <a:off x="2382561" y="4647121"/>
              <a:ext cx="130810" cy="246221"/>
            </a:xfrm>
            <a:prstGeom prst="rect">
              <a:avLst/>
            </a:prstGeom>
          </p:spPr>
          <p:txBody>
            <a:bodyPr vert="horz" wrap="square" lIns="0" tIns="0" rIns="0" bIns="0" rtlCol="0">
              <a:spAutoFit/>
            </a:bodyPr>
            <a:lstStyle/>
            <a:p>
              <a:pPr marL="12700"/>
              <a:r>
                <a:rPr sz="1600" i="1" spc="-50" dirty="0">
                  <a:latin typeface="Times New Roman"/>
                  <a:cs typeface="Times New Roman"/>
                </a:rPr>
                <a:t>ij</a:t>
              </a:r>
              <a:endParaRPr sz="1600">
                <a:latin typeface="Times New Roman"/>
                <a:cs typeface="Times New Roman"/>
              </a:endParaRPr>
            </a:p>
          </p:txBody>
        </p:sp>
      </p:grpSp>
      <p:sp>
        <p:nvSpPr>
          <p:cNvPr id="10" name="object 10"/>
          <p:cNvSpPr/>
          <p:nvPr/>
        </p:nvSpPr>
        <p:spPr>
          <a:xfrm>
            <a:off x="8146771" y="5143531"/>
            <a:ext cx="154052" cy="305102"/>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8146771" y="4947762"/>
            <a:ext cx="154052" cy="30510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146771" y="4709285"/>
            <a:ext cx="154052" cy="305102"/>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146771" y="4470787"/>
            <a:ext cx="154052" cy="305102"/>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8146771" y="4232310"/>
            <a:ext cx="154052" cy="305102"/>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8146771" y="3993812"/>
            <a:ext cx="154052" cy="305102"/>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8146771" y="3755334"/>
            <a:ext cx="154052" cy="305102"/>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8146771" y="3516857"/>
            <a:ext cx="154052" cy="305102"/>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8146771" y="5186245"/>
            <a:ext cx="154052" cy="305102"/>
          </a:xfrm>
          <a:prstGeom prst="rect">
            <a:avLst/>
          </a:prstGeom>
          <a:blipFill>
            <a:blip r:embed="rId6" cstate="print"/>
            <a:stretch>
              <a:fillRect/>
            </a:stretch>
          </a:blipFill>
        </p:spPr>
        <p:txBody>
          <a:bodyPr wrap="square" lIns="0" tIns="0" rIns="0" bIns="0" rtlCol="0"/>
          <a:lstStyle/>
          <a:p>
            <a:endParaRPr/>
          </a:p>
        </p:txBody>
      </p:sp>
      <p:sp>
        <p:nvSpPr>
          <p:cNvPr id="19" name="object 19"/>
          <p:cNvSpPr/>
          <p:nvPr/>
        </p:nvSpPr>
        <p:spPr>
          <a:xfrm>
            <a:off x="8146771" y="3278359"/>
            <a:ext cx="154052" cy="305102"/>
          </a:xfrm>
          <a:prstGeom prst="rect">
            <a:avLst/>
          </a:prstGeom>
          <a:blipFill>
            <a:blip r:embed="rId7" cstate="print"/>
            <a:stretch>
              <a:fillRect/>
            </a:stretch>
          </a:blipFill>
        </p:spPr>
        <p:txBody>
          <a:bodyPr wrap="square" lIns="0" tIns="0" rIns="0" bIns="0" rtlCol="0"/>
          <a:lstStyle/>
          <a:p>
            <a:endParaRPr/>
          </a:p>
        </p:txBody>
      </p:sp>
      <p:sp>
        <p:nvSpPr>
          <p:cNvPr id="20" name="object 20"/>
          <p:cNvSpPr/>
          <p:nvPr/>
        </p:nvSpPr>
        <p:spPr>
          <a:xfrm>
            <a:off x="5528389" y="5143531"/>
            <a:ext cx="184191" cy="305102"/>
          </a:xfrm>
          <a:prstGeom prst="rect">
            <a:avLst/>
          </a:prstGeom>
          <a:blipFill>
            <a:blip r:embed="rId8" cstate="print"/>
            <a:stretch>
              <a:fillRect/>
            </a:stretch>
          </a:blipFill>
        </p:spPr>
        <p:txBody>
          <a:bodyPr wrap="square" lIns="0" tIns="0" rIns="0" bIns="0" rtlCol="0"/>
          <a:lstStyle/>
          <a:p>
            <a:endParaRPr/>
          </a:p>
        </p:txBody>
      </p:sp>
      <p:sp>
        <p:nvSpPr>
          <p:cNvPr id="21" name="object 21"/>
          <p:cNvSpPr/>
          <p:nvPr/>
        </p:nvSpPr>
        <p:spPr>
          <a:xfrm>
            <a:off x="5528389" y="4947762"/>
            <a:ext cx="184191" cy="305102"/>
          </a:xfrm>
          <a:prstGeom prst="rect">
            <a:avLst/>
          </a:prstGeom>
          <a:blipFill>
            <a:blip r:embed="rId8" cstate="print"/>
            <a:stretch>
              <a:fillRect/>
            </a:stretch>
          </a:blipFill>
        </p:spPr>
        <p:txBody>
          <a:bodyPr wrap="square" lIns="0" tIns="0" rIns="0" bIns="0" rtlCol="0"/>
          <a:lstStyle/>
          <a:p>
            <a:endParaRPr/>
          </a:p>
        </p:txBody>
      </p:sp>
      <p:sp>
        <p:nvSpPr>
          <p:cNvPr id="22" name="object 22"/>
          <p:cNvSpPr/>
          <p:nvPr/>
        </p:nvSpPr>
        <p:spPr>
          <a:xfrm>
            <a:off x="5528389" y="4709285"/>
            <a:ext cx="184191" cy="305102"/>
          </a:xfrm>
          <a:prstGeom prst="rect">
            <a:avLst/>
          </a:prstGeom>
          <a:blipFill>
            <a:blip r:embed="rId8" cstate="print"/>
            <a:stretch>
              <a:fillRect/>
            </a:stretch>
          </a:blipFill>
        </p:spPr>
        <p:txBody>
          <a:bodyPr wrap="square" lIns="0" tIns="0" rIns="0" bIns="0" rtlCol="0"/>
          <a:lstStyle/>
          <a:p>
            <a:endParaRPr/>
          </a:p>
        </p:txBody>
      </p:sp>
      <p:sp>
        <p:nvSpPr>
          <p:cNvPr id="23" name="object 23"/>
          <p:cNvSpPr/>
          <p:nvPr/>
        </p:nvSpPr>
        <p:spPr>
          <a:xfrm>
            <a:off x="5528389" y="4470787"/>
            <a:ext cx="184191" cy="305102"/>
          </a:xfrm>
          <a:prstGeom prst="rect">
            <a:avLst/>
          </a:prstGeom>
          <a:blipFill>
            <a:blip r:embed="rId8" cstate="print"/>
            <a:stretch>
              <a:fillRect/>
            </a:stretch>
          </a:blipFill>
        </p:spPr>
        <p:txBody>
          <a:bodyPr wrap="square" lIns="0" tIns="0" rIns="0" bIns="0" rtlCol="0"/>
          <a:lstStyle/>
          <a:p>
            <a:endParaRPr/>
          </a:p>
        </p:txBody>
      </p:sp>
      <p:sp>
        <p:nvSpPr>
          <p:cNvPr id="24" name="object 24"/>
          <p:cNvSpPr/>
          <p:nvPr/>
        </p:nvSpPr>
        <p:spPr>
          <a:xfrm>
            <a:off x="5528389" y="4232310"/>
            <a:ext cx="184191" cy="305102"/>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5528389" y="3993812"/>
            <a:ext cx="184191" cy="305102"/>
          </a:xfrm>
          <a:prstGeom prst="rect">
            <a:avLst/>
          </a:prstGeom>
          <a:blipFill>
            <a:blip r:embed="rId8" cstate="print"/>
            <a:stretch>
              <a:fillRect/>
            </a:stretch>
          </a:blipFill>
        </p:spPr>
        <p:txBody>
          <a:bodyPr wrap="square" lIns="0" tIns="0" rIns="0" bIns="0" rtlCol="0"/>
          <a:lstStyle/>
          <a:p>
            <a:endParaRPr/>
          </a:p>
        </p:txBody>
      </p:sp>
      <p:sp>
        <p:nvSpPr>
          <p:cNvPr id="26" name="object 26"/>
          <p:cNvSpPr/>
          <p:nvPr/>
        </p:nvSpPr>
        <p:spPr>
          <a:xfrm>
            <a:off x="5528389" y="3755334"/>
            <a:ext cx="184191" cy="305102"/>
          </a:xfrm>
          <a:prstGeom prst="rect">
            <a:avLst/>
          </a:prstGeom>
          <a:blipFill>
            <a:blip r:embed="rId8" cstate="print"/>
            <a:stretch>
              <a:fillRect/>
            </a:stretch>
          </a:blipFill>
        </p:spPr>
        <p:txBody>
          <a:bodyPr wrap="square" lIns="0" tIns="0" rIns="0" bIns="0" rtlCol="0"/>
          <a:lstStyle/>
          <a:p>
            <a:endParaRPr/>
          </a:p>
        </p:txBody>
      </p:sp>
      <p:sp>
        <p:nvSpPr>
          <p:cNvPr id="27" name="object 27"/>
          <p:cNvSpPr/>
          <p:nvPr/>
        </p:nvSpPr>
        <p:spPr>
          <a:xfrm>
            <a:off x="5528389" y="3516857"/>
            <a:ext cx="184191" cy="305102"/>
          </a:xfrm>
          <a:prstGeom prst="rect">
            <a:avLst/>
          </a:prstGeom>
          <a:blipFill>
            <a:blip r:embed="rId8" cstate="print"/>
            <a:stretch>
              <a:fillRect/>
            </a:stretch>
          </a:blipFill>
        </p:spPr>
        <p:txBody>
          <a:bodyPr wrap="square" lIns="0" tIns="0" rIns="0" bIns="0" rtlCol="0"/>
          <a:lstStyle/>
          <a:p>
            <a:endParaRPr/>
          </a:p>
        </p:txBody>
      </p:sp>
      <p:sp>
        <p:nvSpPr>
          <p:cNvPr id="28" name="object 28"/>
          <p:cNvSpPr/>
          <p:nvPr/>
        </p:nvSpPr>
        <p:spPr>
          <a:xfrm>
            <a:off x="5528389" y="5186245"/>
            <a:ext cx="184191" cy="305102"/>
          </a:xfrm>
          <a:prstGeom prst="rect">
            <a:avLst/>
          </a:prstGeom>
          <a:blipFill>
            <a:blip r:embed="rId9" cstate="print"/>
            <a:stretch>
              <a:fillRect/>
            </a:stretch>
          </a:blipFill>
        </p:spPr>
        <p:txBody>
          <a:bodyPr wrap="square" lIns="0" tIns="0" rIns="0" bIns="0" rtlCol="0"/>
          <a:lstStyle/>
          <a:p>
            <a:endParaRPr/>
          </a:p>
        </p:txBody>
      </p:sp>
      <p:sp>
        <p:nvSpPr>
          <p:cNvPr id="29" name="object 29"/>
          <p:cNvSpPr/>
          <p:nvPr/>
        </p:nvSpPr>
        <p:spPr>
          <a:xfrm>
            <a:off x="5528389" y="3278359"/>
            <a:ext cx="184191" cy="305102"/>
          </a:xfrm>
          <a:prstGeom prst="rect">
            <a:avLst/>
          </a:prstGeom>
          <a:blipFill>
            <a:blip r:embed="rId10" cstate="print"/>
            <a:stretch>
              <a:fillRect/>
            </a:stretch>
          </a:blipFill>
        </p:spPr>
        <p:txBody>
          <a:bodyPr wrap="square" lIns="0" tIns="0" rIns="0" bIns="0" rtlCol="0"/>
          <a:lstStyle/>
          <a:p>
            <a:endParaRPr/>
          </a:p>
        </p:txBody>
      </p:sp>
      <p:graphicFrame>
        <p:nvGraphicFramePr>
          <p:cNvPr id="30" name="object 30"/>
          <p:cNvGraphicFramePr>
            <a:graphicFrameLocks noGrp="1"/>
          </p:cNvGraphicFramePr>
          <p:nvPr>
            <p:extLst>
              <p:ext uri="{D42A27DB-BD31-4B8C-83A1-F6EECF244321}">
                <p14:modId xmlns:p14="http://schemas.microsoft.com/office/powerpoint/2010/main" val="552833944"/>
              </p:ext>
            </p:extLst>
          </p:nvPr>
        </p:nvGraphicFramePr>
        <p:xfrm>
          <a:off x="5187787" y="2894649"/>
          <a:ext cx="3052736" cy="2536067"/>
        </p:xfrm>
        <a:graphic>
          <a:graphicData uri="http://schemas.openxmlformats.org/drawingml/2006/table">
            <a:tbl>
              <a:tblPr firstRow="1" bandRow="1">
                <a:tableStyleId>{2D5ABB26-0587-4C30-8999-92F81FD0307C}</a:tableStyleId>
              </a:tblPr>
              <a:tblGrid>
                <a:gridCol w="338560">
                  <a:extLst>
                    <a:ext uri="{9D8B030D-6E8A-4147-A177-3AD203B41FA5}">
                      <a16:colId xmlns:a16="http://schemas.microsoft.com/office/drawing/2014/main" val="20000"/>
                    </a:ext>
                  </a:extLst>
                </a:gridCol>
                <a:gridCol w="411631">
                  <a:extLst>
                    <a:ext uri="{9D8B030D-6E8A-4147-A177-3AD203B41FA5}">
                      <a16:colId xmlns:a16="http://schemas.microsoft.com/office/drawing/2014/main" val="20001"/>
                    </a:ext>
                  </a:extLst>
                </a:gridCol>
                <a:gridCol w="462013">
                  <a:extLst>
                    <a:ext uri="{9D8B030D-6E8A-4147-A177-3AD203B41FA5}">
                      <a16:colId xmlns:a16="http://schemas.microsoft.com/office/drawing/2014/main" val="20002"/>
                    </a:ext>
                  </a:extLst>
                </a:gridCol>
                <a:gridCol w="478277">
                  <a:extLst>
                    <a:ext uri="{9D8B030D-6E8A-4147-A177-3AD203B41FA5}">
                      <a16:colId xmlns:a16="http://schemas.microsoft.com/office/drawing/2014/main" val="20003"/>
                    </a:ext>
                  </a:extLst>
                </a:gridCol>
                <a:gridCol w="477067">
                  <a:extLst>
                    <a:ext uri="{9D8B030D-6E8A-4147-A177-3AD203B41FA5}">
                      <a16:colId xmlns:a16="http://schemas.microsoft.com/office/drawing/2014/main" val="20004"/>
                    </a:ext>
                  </a:extLst>
                </a:gridCol>
                <a:gridCol w="481244">
                  <a:extLst>
                    <a:ext uri="{9D8B030D-6E8A-4147-A177-3AD203B41FA5}">
                      <a16:colId xmlns:a16="http://schemas.microsoft.com/office/drawing/2014/main" val="20005"/>
                    </a:ext>
                  </a:extLst>
                </a:gridCol>
                <a:gridCol w="403944">
                  <a:extLst>
                    <a:ext uri="{9D8B030D-6E8A-4147-A177-3AD203B41FA5}">
                      <a16:colId xmlns:a16="http://schemas.microsoft.com/office/drawing/2014/main" val="20006"/>
                    </a:ext>
                  </a:extLst>
                </a:gridCol>
              </a:tblGrid>
              <a:tr h="334689">
                <a:tc>
                  <a:txBody>
                    <a:bodyPr/>
                    <a:lstStyle/>
                    <a:p>
                      <a:endParaRPr sz="1600">
                        <a:latin typeface="Times New Roman"/>
                        <a:cs typeface="Times New Roman"/>
                      </a:endParaRPr>
                    </a:p>
                  </a:txBody>
                  <a:tcPr marL="0" marR="0" marT="0" marB="0"/>
                </a:tc>
                <a:tc>
                  <a:txBody>
                    <a:bodyPr/>
                    <a:lstStyle/>
                    <a:p>
                      <a:pPr marR="61594" algn="ctr">
                        <a:lnSpc>
                          <a:spcPts val="2135"/>
                        </a:lnSpc>
                      </a:pPr>
                      <a:r>
                        <a:rPr sz="1950" i="1" spc="5" dirty="0">
                          <a:latin typeface="Times New Roman"/>
                          <a:cs typeface="Times New Roman"/>
                        </a:rPr>
                        <a:t>V</a:t>
                      </a:r>
                      <a:r>
                        <a:rPr sz="1950" i="1" spc="-260" dirty="0">
                          <a:latin typeface="Times New Roman"/>
                          <a:cs typeface="Times New Roman"/>
                        </a:rPr>
                        <a:t> </a:t>
                      </a:r>
                      <a:r>
                        <a:rPr sz="1150" spc="-5" dirty="0">
                          <a:latin typeface="Times New Roman"/>
                          <a:cs typeface="Times New Roman"/>
                        </a:rPr>
                        <a:t>0</a:t>
                      </a:r>
                      <a:endParaRPr sz="1150" dirty="0">
                        <a:latin typeface="Times New Roman"/>
                        <a:cs typeface="Times New Roman"/>
                      </a:endParaRPr>
                    </a:p>
                  </a:txBody>
                  <a:tcPr marL="0" marR="0" marT="0" marB="0"/>
                </a:tc>
                <a:tc>
                  <a:txBody>
                    <a:bodyPr/>
                    <a:lstStyle/>
                    <a:p>
                      <a:pPr marR="93980" algn="r">
                        <a:lnSpc>
                          <a:spcPts val="2135"/>
                        </a:lnSpc>
                      </a:pPr>
                      <a:r>
                        <a:rPr sz="1950" i="1" spc="5" dirty="0">
                          <a:latin typeface="Times New Roman"/>
                          <a:cs typeface="Times New Roman"/>
                        </a:rPr>
                        <a:t>V</a:t>
                      </a:r>
                      <a:r>
                        <a:rPr sz="1950" i="1" spc="-370" dirty="0">
                          <a:latin typeface="Times New Roman"/>
                          <a:cs typeface="Times New Roman"/>
                        </a:rPr>
                        <a:t> </a:t>
                      </a:r>
                      <a:r>
                        <a:rPr sz="1150" spc="-5" dirty="0">
                          <a:latin typeface="Times New Roman"/>
                          <a:cs typeface="Times New Roman"/>
                        </a:rPr>
                        <a:t>1</a:t>
                      </a:r>
                      <a:endParaRPr sz="1150" dirty="0">
                        <a:latin typeface="Times New Roman"/>
                        <a:cs typeface="Times New Roman"/>
                      </a:endParaRPr>
                    </a:p>
                  </a:txBody>
                  <a:tcPr marL="0" marR="0" marT="0" marB="0"/>
                </a:tc>
                <a:tc>
                  <a:txBody>
                    <a:bodyPr/>
                    <a:lstStyle/>
                    <a:p>
                      <a:pPr algn="ctr">
                        <a:lnSpc>
                          <a:spcPts val="2135"/>
                        </a:lnSpc>
                      </a:pPr>
                      <a:r>
                        <a:rPr sz="1950" i="1" spc="5" dirty="0">
                          <a:latin typeface="Times New Roman"/>
                          <a:cs typeface="Times New Roman"/>
                        </a:rPr>
                        <a:t>V</a:t>
                      </a:r>
                      <a:r>
                        <a:rPr sz="1950" i="1" spc="-240" dirty="0">
                          <a:latin typeface="Times New Roman"/>
                          <a:cs typeface="Times New Roman"/>
                        </a:rPr>
                        <a:t> </a:t>
                      </a:r>
                      <a:r>
                        <a:rPr sz="1150" spc="-5" dirty="0">
                          <a:latin typeface="Times New Roman"/>
                          <a:cs typeface="Times New Roman"/>
                        </a:rPr>
                        <a:t>2</a:t>
                      </a:r>
                      <a:endParaRPr sz="1150" dirty="0">
                        <a:latin typeface="Times New Roman"/>
                        <a:cs typeface="Times New Roman"/>
                      </a:endParaRPr>
                    </a:p>
                  </a:txBody>
                  <a:tcPr marL="0" marR="0" marT="0" marB="0"/>
                </a:tc>
                <a:tc>
                  <a:txBody>
                    <a:bodyPr/>
                    <a:lstStyle/>
                    <a:p>
                      <a:pPr marL="1905" algn="ctr">
                        <a:lnSpc>
                          <a:spcPts val="2135"/>
                        </a:lnSpc>
                      </a:pPr>
                      <a:r>
                        <a:rPr sz="1950" i="1" spc="5" dirty="0">
                          <a:latin typeface="Times New Roman"/>
                          <a:cs typeface="Times New Roman"/>
                        </a:rPr>
                        <a:t>V</a:t>
                      </a:r>
                      <a:r>
                        <a:rPr sz="1950" i="1" spc="-275" dirty="0">
                          <a:latin typeface="Times New Roman"/>
                          <a:cs typeface="Times New Roman"/>
                        </a:rPr>
                        <a:t> </a:t>
                      </a:r>
                      <a:r>
                        <a:rPr sz="1150" spc="-5" dirty="0">
                          <a:latin typeface="Times New Roman"/>
                          <a:cs typeface="Times New Roman"/>
                        </a:rPr>
                        <a:t>3</a:t>
                      </a:r>
                      <a:endParaRPr sz="1150" dirty="0">
                        <a:latin typeface="Times New Roman"/>
                        <a:cs typeface="Times New Roman"/>
                      </a:endParaRPr>
                    </a:p>
                  </a:txBody>
                  <a:tcPr marL="0" marR="0" marT="0" marB="0"/>
                </a:tc>
                <a:tc>
                  <a:txBody>
                    <a:bodyPr/>
                    <a:lstStyle/>
                    <a:p>
                      <a:pPr algn="ctr">
                        <a:lnSpc>
                          <a:spcPts val="2135"/>
                        </a:lnSpc>
                      </a:pPr>
                      <a:r>
                        <a:rPr sz="1950" i="1" spc="5" dirty="0">
                          <a:latin typeface="Times New Roman"/>
                          <a:cs typeface="Times New Roman"/>
                        </a:rPr>
                        <a:t>V</a:t>
                      </a:r>
                      <a:r>
                        <a:rPr sz="1950" i="1" spc="-240" dirty="0">
                          <a:latin typeface="Times New Roman"/>
                          <a:cs typeface="Times New Roman"/>
                        </a:rPr>
                        <a:t> </a:t>
                      </a:r>
                      <a:r>
                        <a:rPr sz="1150" spc="-5" dirty="0">
                          <a:latin typeface="Times New Roman"/>
                          <a:cs typeface="Times New Roman"/>
                        </a:rPr>
                        <a:t>4</a:t>
                      </a:r>
                      <a:endParaRPr sz="1150" dirty="0">
                        <a:latin typeface="Times New Roman"/>
                        <a:cs typeface="Times New Roman"/>
                      </a:endParaRPr>
                    </a:p>
                  </a:txBody>
                  <a:tcPr marL="0" marR="0" marT="0" marB="0"/>
                </a:tc>
                <a:tc>
                  <a:txBody>
                    <a:bodyPr/>
                    <a:lstStyle/>
                    <a:p>
                      <a:pPr marL="74930" algn="ctr">
                        <a:lnSpc>
                          <a:spcPts val="2135"/>
                        </a:lnSpc>
                      </a:pPr>
                      <a:r>
                        <a:rPr sz="1950" i="1" spc="5" dirty="0">
                          <a:latin typeface="Times New Roman"/>
                          <a:cs typeface="Times New Roman"/>
                        </a:rPr>
                        <a:t>V</a:t>
                      </a:r>
                      <a:r>
                        <a:rPr sz="1950" i="1" spc="-270" dirty="0">
                          <a:latin typeface="Times New Roman"/>
                          <a:cs typeface="Times New Roman"/>
                        </a:rPr>
                        <a:t> </a:t>
                      </a:r>
                      <a:r>
                        <a:rPr sz="1150" spc="-5" dirty="0">
                          <a:latin typeface="Times New Roman"/>
                          <a:cs typeface="Times New Roman"/>
                        </a:rPr>
                        <a:t>5</a:t>
                      </a:r>
                      <a:endParaRPr sz="1150">
                        <a:latin typeface="Times New Roman"/>
                        <a:cs typeface="Times New Roman"/>
                      </a:endParaRPr>
                    </a:p>
                  </a:txBody>
                  <a:tcPr marL="0" marR="0" marT="0" marB="0"/>
                </a:tc>
                <a:extLst>
                  <a:ext uri="{0D108BD9-81ED-4DB2-BD59-A6C34878D82A}">
                    <a16:rowId xmlns:a16="http://schemas.microsoft.com/office/drawing/2014/main" val="10000"/>
                  </a:ext>
                </a:extLst>
              </a:tr>
              <a:tr h="383630">
                <a:tc>
                  <a:txBody>
                    <a:bodyPr/>
                    <a:lstStyle/>
                    <a:p>
                      <a:pPr algn="ctr">
                        <a:lnSpc>
                          <a:spcPct val="100000"/>
                        </a:lnSpc>
                        <a:spcBef>
                          <a:spcPts val="260"/>
                        </a:spcBef>
                      </a:pPr>
                      <a:r>
                        <a:rPr sz="1950" i="1" spc="5" dirty="0">
                          <a:latin typeface="Times New Roman"/>
                          <a:cs typeface="Times New Roman"/>
                        </a:rPr>
                        <a:t>V</a:t>
                      </a:r>
                      <a:r>
                        <a:rPr sz="1950" i="1" spc="-260" dirty="0">
                          <a:latin typeface="Times New Roman"/>
                          <a:cs typeface="Times New Roman"/>
                        </a:rPr>
                        <a:t> </a:t>
                      </a:r>
                      <a:r>
                        <a:rPr sz="1150" spc="-5" dirty="0">
                          <a:latin typeface="Times New Roman"/>
                          <a:cs typeface="Times New Roman"/>
                        </a:rPr>
                        <a:t>0</a:t>
                      </a:r>
                      <a:endParaRPr sz="1150" dirty="0">
                        <a:latin typeface="Times New Roman"/>
                        <a:cs typeface="Times New Roman"/>
                      </a:endParaRPr>
                    </a:p>
                  </a:txBody>
                  <a:tcPr marL="0" marR="0" marT="33020" marB="0"/>
                </a:tc>
                <a:tc>
                  <a:txBody>
                    <a:bodyPr/>
                    <a:lstStyle/>
                    <a:p>
                      <a:pPr marR="80645" algn="ctr">
                        <a:lnSpc>
                          <a:spcPct val="100000"/>
                        </a:lnSpc>
                        <a:spcBef>
                          <a:spcPts val="260"/>
                        </a:spcBef>
                      </a:pPr>
                      <a:r>
                        <a:rPr sz="1950" dirty="0">
                          <a:latin typeface="Times New Roman"/>
                          <a:cs typeface="Times New Roman"/>
                        </a:rPr>
                        <a:t>0</a:t>
                      </a:r>
                      <a:endParaRPr sz="1950">
                        <a:latin typeface="Times New Roman"/>
                        <a:cs typeface="Times New Roman"/>
                      </a:endParaRPr>
                    </a:p>
                  </a:txBody>
                  <a:tcPr marL="0" marR="0" marT="33020" marB="0"/>
                </a:tc>
                <a:tc>
                  <a:txBody>
                    <a:bodyPr/>
                    <a:lstStyle/>
                    <a:p>
                      <a:pPr marR="103505" algn="r">
                        <a:lnSpc>
                          <a:spcPct val="100000"/>
                        </a:lnSpc>
                        <a:spcBef>
                          <a:spcPts val="260"/>
                        </a:spcBef>
                      </a:pPr>
                      <a:r>
                        <a:rPr sz="1950" dirty="0">
                          <a:latin typeface="Times New Roman"/>
                          <a:cs typeface="Times New Roman"/>
                        </a:rPr>
                        <a:t>1</a:t>
                      </a:r>
                      <a:endParaRPr sz="1950">
                        <a:latin typeface="Times New Roman"/>
                        <a:cs typeface="Times New Roman"/>
                      </a:endParaRPr>
                    </a:p>
                  </a:txBody>
                  <a:tcPr marL="0" marR="0" marT="33020" marB="0"/>
                </a:tc>
                <a:tc>
                  <a:txBody>
                    <a:bodyPr/>
                    <a:lstStyle/>
                    <a:p>
                      <a:pPr marL="11430" algn="ctr">
                        <a:lnSpc>
                          <a:spcPct val="100000"/>
                        </a:lnSpc>
                        <a:spcBef>
                          <a:spcPts val="260"/>
                        </a:spcBef>
                      </a:pPr>
                      <a:r>
                        <a:rPr sz="1950" dirty="0">
                          <a:latin typeface="Times New Roman"/>
                          <a:cs typeface="Times New Roman"/>
                        </a:rPr>
                        <a:t>0</a:t>
                      </a:r>
                      <a:endParaRPr sz="1950">
                        <a:latin typeface="Times New Roman"/>
                        <a:cs typeface="Times New Roman"/>
                      </a:endParaRPr>
                    </a:p>
                  </a:txBody>
                  <a:tcPr marL="0" marR="0" marT="33020" marB="0"/>
                </a:tc>
                <a:tc>
                  <a:txBody>
                    <a:bodyPr/>
                    <a:lstStyle/>
                    <a:p>
                      <a:pPr marL="13335" algn="ctr">
                        <a:lnSpc>
                          <a:spcPct val="100000"/>
                        </a:lnSpc>
                        <a:spcBef>
                          <a:spcPts val="260"/>
                        </a:spcBef>
                      </a:pPr>
                      <a:r>
                        <a:rPr sz="1950" dirty="0">
                          <a:latin typeface="Times New Roman"/>
                          <a:cs typeface="Times New Roman"/>
                        </a:rPr>
                        <a:t>0</a:t>
                      </a:r>
                      <a:endParaRPr sz="1950">
                        <a:latin typeface="Times New Roman"/>
                        <a:cs typeface="Times New Roman"/>
                      </a:endParaRPr>
                    </a:p>
                  </a:txBody>
                  <a:tcPr marL="0" marR="0" marT="33020" marB="0"/>
                </a:tc>
                <a:tc>
                  <a:txBody>
                    <a:bodyPr/>
                    <a:lstStyle/>
                    <a:p>
                      <a:pPr marL="11430" algn="ctr">
                        <a:lnSpc>
                          <a:spcPct val="100000"/>
                        </a:lnSpc>
                        <a:spcBef>
                          <a:spcPts val="260"/>
                        </a:spcBef>
                      </a:pPr>
                      <a:r>
                        <a:rPr sz="1950" dirty="0">
                          <a:latin typeface="Times New Roman"/>
                          <a:cs typeface="Times New Roman"/>
                        </a:rPr>
                        <a:t>0</a:t>
                      </a:r>
                      <a:endParaRPr sz="1950">
                        <a:latin typeface="Times New Roman"/>
                        <a:cs typeface="Times New Roman"/>
                      </a:endParaRPr>
                    </a:p>
                  </a:txBody>
                  <a:tcPr marL="0" marR="0" marT="33020" marB="0"/>
                </a:tc>
                <a:tc>
                  <a:txBody>
                    <a:bodyPr/>
                    <a:lstStyle/>
                    <a:p>
                      <a:pPr marL="83820" algn="ctr">
                        <a:lnSpc>
                          <a:spcPct val="100000"/>
                        </a:lnSpc>
                        <a:spcBef>
                          <a:spcPts val="260"/>
                        </a:spcBef>
                      </a:pPr>
                      <a:r>
                        <a:rPr sz="1950" dirty="0">
                          <a:latin typeface="Times New Roman"/>
                          <a:cs typeface="Times New Roman"/>
                        </a:rPr>
                        <a:t>0</a:t>
                      </a:r>
                      <a:endParaRPr sz="1950">
                        <a:latin typeface="Times New Roman"/>
                        <a:cs typeface="Times New Roman"/>
                      </a:endParaRPr>
                    </a:p>
                  </a:txBody>
                  <a:tcPr marL="0" marR="0" marT="33020" marB="0"/>
                </a:tc>
                <a:extLst>
                  <a:ext uri="{0D108BD9-81ED-4DB2-BD59-A6C34878D82A}">
                    <a16:rowId xmlns:a16="http://schemas.microsoft.com/office/drawing/2014/main" val="10001"/>
                  </a:ext>
                </a:extLst>
              </a:tr>
              <a:tr h="373493">
                <a:tc>
                  <a:txBody>
                    <a:bodyPr/>
                    <a:lstStyle/>
                    <a:p>
                      <a:pPr marL="5080" algn="ctr">
                        <a:lnSpc>
                          <a:spcPct val="100000"/>
                        </a:lnSpc>
                        <a:spcBef>
                          <a:spcPts val="180"/>
                        </a:spcBef>
                      </a:pPr>
                      <a:r>
                        <a:rPr sz="1950" i="1" spc="5" dirty="0">
                          <a:latin typeface="Times New Roman"/>
                          <a:cs typeface="Times New Roman"/>
                        </a:rPr>
                        <a:t>V</a:t>
                      </a:r>
                      <a:r>
                        <a:rPr sz="1950" i="1" spc="-370" dirty="0">
                          <a:latin typeface="Times New Roman"/>
                          <a:cs typeface="Times New Roman"/>
                        </a:rPr>
                        <a:t> </a:t>
                      </a:r>
                      <a:r>
                        <a:rPr sz="1150" spc="-5" dirty="0">
                          <a:latin typeface="Times New Roman"/>
                          <a:cs typeface="Times New Roman"/>
                        </a:rPr>
                        <a:t>1</a:t>
                      </a:r>
                      <a:endParaRPr sz="1150" dirty="0">
                        <a:latin typeface="Times New Roman"/>
                        <a:cs typeface="Times New Roman"/>
                      </a:endParaRPr>
                    </a:p>
                  </a:txBody>
                  <a:tcPr marL="0" marR="0" marT="22860" marB="0"/>
                </a:tc>
                <a:tc>
                  <a:txBody>
                    <a:bodyPr/>
                    <a:lstStyle/>
                    <a:p>
                      <a:pPr marR="85090" algn="ctr">
                        <a:lnSpc>
                          <a:spcPct val="100000"/>
                        </a:lnSpc>
                        <a:spcBef>
                          <a:spcPts val="180"/>
                        </a:spcBef>
                      </a:pPr>
                      <a:r>
                        <a:rPr sz="1950" dirty="0">
                          <a:latin typeface="Times New Roman"/>
                          <a:cs typeface="Times New Roman"/>
                        </a:rPr>
                        <a:t>1</a:t>
                      </a:r>
                      <a:endParaRPr sz="1950">
                        <a:latin typeface="Times New Roman"/>
                        <a:cs typeface="Times New Roman"/>
                      </a:endParaRPr>
                    </a:p>
                  </a:txBody>
                  <a:tcPr marL="0" marR="0" marT="22860" marB="0"/>
                </a:tc>
                <a:tc>
                  <a:txBody>
                    <a:bodyPr/>
                    <a:lstStyle/>
                    <a:p>
                      <a:pPr marR="100965" algn="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6985" algn="ctr">
                        <a:lnSpc>
                          <a:spcPct val="100000"/>
                        </a:lnSpc>
                        <a:spcBef>
                          <a:spcPts val="180"/>
                        </a:spcBef>
                      </a:pPr>
                      <a:r>
                        <a:rPr sz="1950" dirty="0">
                          <a:latin typeface="Times New Roman"/>
                          <a:cs typeface="Times New Roman"/>
                        </a:rPr>
                        <a:t>1</a:t>
                      </a:r>
                      <a:endParaRPr sz="1950">
                        <a:latin typeface="Times New Roman"/>
                        <a:cs typeface="Times New Roman"/>
                      </a:endParaRPr>
                    </a:p>
                  </a:txBody>
                  <a:tcPr marL="0" marR="0" marT="22860" marB="0"/>
                </a:tc>
                <a:tc>
                  <a:txBody>
                    <a:bodyPr/>
                    <a:lstStyle/>
                    <a:p>
                      <a:pPr marL="13335"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1143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8382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extLst>
                  <a:ext uri="{0D108BD9-81ED-4DB2-BD59-A6C34878D82A}">
                    <a16:rowId xmlns:a16="http://schemas.microsoft.com/office/drawing/2014/main" val="10002"/>
                  </a:ext>
                </a:extLst>
              </a:tr>
              <a:tr h="373493">
                <a:tc>
                  <a:txBody>
                    <a:bodyPr/>
                    <a:lstStyle/>
                    <a:p>
                      <a:pPr algn="ctr">
                        <a:lnSpc>
                          <a:spcPct val="100000"/>
                        </a:lnSpc>
                        <a:spcBef>
                          <a:spcPts val="180"/>
                        </a:spcBef>
                      </a:pPr>
                      <a:r>
                        <a:rPr sz="1950" i="1" spc="5" dirty="0">
                          <a:latin typeface="Times New Roman"/>
                          <a:cs typeface="Times New Roman"/>
                        </a:rPr>
                        <a:t>V</a:t>
                      </a:r>
                      <a:r>
                        <a:rPr sz="1950" i="1" spc="-240" dirty="0">
                          <a:latin typeface="Times New Roman"/>
                          <a:cs typeface="Times New Roman"/>
                        </a:rPr>
                        <a:t> </a:t>
                      </a:r>
                      <a:r>
                        <a:rPr sz="1150" spc="-5" dirty="0">
                          <a:latin typeface="Times New Roman"/>
                          <a:cs typeface="Times New Roman"/>
                        </a:rPr>
                        <a:t>2</a:t>
                      </a:r>
                      <a:endParaRPr sz="1150" dirty="0">
                        <a:latin typeface="Times New Roman"/>
                        <a:cs typeface="Times New Roman"/>
                      </a:endParaRPr>
                    </a:p>
                  </a:txBody>
                  <a:tcPr marL="0" marR="0" marT="22860" marB="0"/>
                </a:tc>
                <a:tc>
                  <a:txBody>
                    <a:bodyPr/>
                    <a:lstStyle/>
                    <a:p>
                      <a:pPr marR="80645"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R="103505" algn="r">
                        <a:lnSpc>
                          <a:spcPct val="100000"/>
                        </a:lnSpc>
                        <a:spcBef>
                          <a:spcPts val="180"/>
                        </a:spcBef>
                      </a:pPr>
                      <a:r>
                        <a:rPr sz="1950" dirty="0">
                          <a:latin typeface="Times New Roman"/>
                          <a:cs typeface="Times New Roman"/>
                        </a:rPr>
                        <a:t>1</a:t>
                      </a:r>
                      <a:endParaRPr sz="1950">
                        <a:latin typeface="Times New Roman"/>
                        <a:cs typeface="Times New Roman"/>
                      </a:endParaRPr>
                    </a:p>
                  </a:txBody>
                  <a:tcPr marL="0" marR="0" marT="22860" marB="0"/>
                </a:tc>
                <a:tc>
                  <a:txBody>
                    <a:bodyPr/>
                    <a:lstStyle/>
                    <a:p>
                      <a:pPr marL="1143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9525" algn="ctr">
                        <a:lnSpc>
                          <a:spcPct val="100000"/>
                        </a:lnSpc>
                        <a:spcBef>
                          <a:spcPts val="180"/>
                        </a:spcBef>
                      </a:pPr>
                      <a:r>
                        <a:rPr sz="1950" dirty="0">
                          <a:latin typeface="Times New Roman"/>
                          <a:cs typeface="Times New Roman"/>
                        </a:rPr>
                        <a:t>1</a:t>
                      </a:r>
                      <a:endParaRPr sz="1950">
                        <a:latin typeface="Times New Roman"/>
                        <a:cs typeface="Times New Roman"/>
                      </a:endParaRPr>
                    </a:p>
                  </a:txBody>
                  <a:tcPr marL="0" marR="0" marT="22860" marB="0"/>
                </a:tc>
                <a:tc>
                  <a:txBody>
                    <a:bodyPr/>
                    <a:lstStyle/>
                    <a:p>
                      <a:pPr marL="1143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8382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extLst>
                  <a:ext uri="{0D108BD9-81ED-4DB2-BD59-A6C34878D82A}">
                    <a16:rowId xmlns:a16="http://schemas.microsoft.com/office/drawing/2014/main" val="10003"/>
                  </a:ext>
                </a:extLst>
              </a:tr>
              <a:tr h="373235">
                <a:tc>
                  <a:txBody>
                    <a:bodyPr/>
                    <a:lstStyle/>
                    <a:p>
                      <a:pPr algn="ctr">
                        <a:lnSpc>
                          <a:spcPct val="100000"/>
                        </a:lnSpc>
                        <a:spcBef>
                          <a:spcPts val="180"/>
                        </a:spcBef>
                      </a:pPr>
                      <a:r>
                        <a:rPr sz="1950" i="1" spc="5" dirty="0">
                          <a:latin typeface="Times New Roman"/>
                          <a:cs typeface="Times New Roman"/>
                        </a:rPr>
                        <a:t>V</a:t>
                      </a:r>
                      <a:r>
                        <a:rPr sz="1950" i="1" spc="-275" dirty="0">
                          <a:latin typeface="Times New Roman"/>
                          <a:cs typeface="Times New Roman"/>
                        </a:rPr>
                        <a:t> </a:t>
                      </a:r>
                      <a:r>
                        <a:rPr sz="1150" spc="-5" dirty="0">
                          <a:latin typeface="Times New Roman"/>
                          <a:cs typeface="Times New Roman"/>
                        </a:rPr>
                        <a:t>3</a:t>
                      </a:r>
                      <a:endParaRPr sz="1150" dirty="0">
                        <a:latin typeface="Times New Roman"/>
                        <a:cs typeface="Times New Roman"/>
                      </a:endParaRPr>
                    </a:p>
                  </a:txBody>
                  <a:tcPr marL="0" marR="0" marT="22860" marB="0"/>
                </a:tc>
                <a:tc>
                  <a:txBody>
                    <a:bodyPr/>
                    <a:lstStyle/>
                    <a:p>
                      <a:pPr marR="80645"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R="100965" algn="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6985" algn="ctr">
                        <a:lnSpc>
                          <a:spcPct val="100000"/>
                        </a:lnSpc>
                        <a:spcBef>
                          <a:spcPts val="180"/>
                        </a:spcBef>
                      </a:pPr>
                      <a:r>
                        <a:rPr sz="1950" dirty="0">
                          <a:latin typeface="Times New Roman"/>
                          <a:cs typeface="Times New Roman"/>
                        </a:rPr>
                        <a:t>1</a:t>
                      </a:r>
                      <a:endParaRPr sz="1950">
                        <a:latin typeface="Times New Roman"/>
                        <a:cs typeface="Times New Roman"/>
                      </a:endParaRPr>
                    </a:p>
                  </a:txBody>
                  <a:tcPr marL="0" marR="0" marT="22860" marB="0"/>
                </a:tc>
                <a:tc>
                  <a:txBody>
                    <a:bodyPr/>
                    <a:lstStyle/>
                    <a:p>
                      <a:pPr marL="13335"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1143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8382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extLst>
                  <a:ext uri="{0D108BD9-81ED-4DB2-BD59-A6C34878D82A}">
                    <a16:rowId xmlns:a16="http://schemas.microsoft.com/office/drawing/2014/main" val="10004"/>
                  </a:ext>
                </a:extLst>
              </a:tr>
              <a:tr h="373234">
                <a:tc>
                  <a:txBody>
                    <a:bodyPr/>
                    <a:lstStyle/>
                    <a:p>
                      <a:pPr algn="ctr">
                        <a:lnSpc>
                          <a:spcPct val="100000"/>
                        </a:lnSpc>
                        <a:spcBef>
                          <a:spcPts val="180"/>
                        </a:spcBef>
                      </a:pPr>
                      <a:r>
                        <a:rPr sz="1950" i="1" spc="5" dirty="0">
                          <a:latin typeface="Times New Roman"/>
                          <a:cs typeface="Times New Roman"/>
                        </a:rPr>
                        <a:t>V</a:t>
                      </a:r>
                      <a:r>
                        <a:rPr sz="1950" i="1" spc="-240" dirty="0">
                          <a:latin typeface="Times New Roman"/>
                          <a:cs typeface="Times New Roman"/>
                        </a:rPr>
                        <a:t> </a:t>
                      </a:r>
                      <a:r>
                        <a:rPr sz="1150" spc="-5" dirty="0">
                          <a:latin typeface="Times New Roman"/>
                          <a:cs typeface="Times New Roman"/>
                        </a:rPr>
                        <a:t>4</a:t>
                      </a:r>
                      <a:endParaRPr sz="1150" dirty="0">
                        <a:latin typeface="Times New Roman"/>
                        <a:cs typeface="Times New Roman"/>
                      </a:endParaRPr>
                    </a:p>
                  </a:txBody>
                  <a:tcPr marL="0" marR="0" marT="22860" marB="0"/>
                </a:tc>
                <a:tc>
                  <a:txBody>
                    <a:bodyPr/>
                    <a:lstStyle/>
                    <a:p>
                      <a:pPr marR="80645"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R="100965" algn="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1143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13335"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1143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80010" algn="ctr">
                        <a:lnSpc>
                          <a:spcPct val="100000"/>
                        </a:lnSpc>
                        <a:spcBef>
                          <a:spcPts val="180"/>
                        </a:spcBef>
                      </a:pPr>
                      <a:r>
                        <a:rPr sz="1950" dirty="0">
                          <a:latin typeface="Times New Roman"/>
                          <a:cs typeface="Times New Roman"/>
                        </a:rPr>
                        <a:t>1</a:t>
                      </a:r>
                      <a:endParaRPr sz="1950">
                        <a:latin typeface="Times New Roman"/>
                        <a:cs typeface="Times New Roman"/>
                      </a:endParaRPr>
                    </a:p>
                  </a:txBody>
                  <a:tcPr marL="0" marR="0" marT="22860" marB="0"/>
                </a:tc>
                <a:extLst>
                  <a:ext uri="{0D108BD9-81ED-4DB2-BD59-A6C34878D82A}">
                    <a16:rowId xmlns:a16="http://schemas.microsoft.com/office/drawing/2014/main" val="10005"/>
                  </a:ext>
                </a:extLst>
              </a:tr>
              <a:tr h="324293">
                <a:tc>
                  <a:txBody>
                    <a:bodyPr/>
                    <a:lstStyle/>
                    <a:p>
                      <a:pPr algn="ctr">
                        <a:lnSpc>
                          <a:spcPct val="100000"/>
                        </a:lnSpc>
                        <a:spcBef>
                          <a:spcPts val="180"/>
                        </a:spcBef>
                      </a:pPr>
                      <a:r>
                        <a:rPr sz="1950" i="1" spc="5" dirty="0">
                          <a:latin typeface="Times New Roman"/>
                          <a:cs typeface="Times New Roman"/>
                        </a:rPr>
                        <a:t>V</a:t>
                      </a:r>
                      <a:r>
                        <a:rPr sz="1950" i="1" spc="-270" dirty="0">
                          <a:latin typeface="Times New Roman"/>
                          <a:cs typeface="Times New Roman"/>
                        </a:rPr>
                        <a:t> </a:t>
                      </a:r>
                      <a:r>
                        <a:rPr sz="1150" spc="-5" dirty="0">
                          <a:latin typeface="Times New Roman"/>
                          <a:cs typeface="Times New Roman"/>
                        </a:rPr>
                        <a:t>5</a:t>
                      </a:r>
                      <a:endParaRPr sz="1150" dirty="0">
                        <a:latin typeface="Times New Roman"/>
                        <a:cs typeface="Times New Roman"/>
                      </a:endParaRPr>
                    </a:p>
                  </a:txBody>
                  <a:tcPr marL="0" marR="0" marT="22860" marB="0"/>
                </a:tc>
                <a:tc>
                  <a:txBody>
                    <a:bodyPr/>
                    <a:lstStyle/>
                    <a:p>
                      <a:pPr marR="80645"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R="100965" algn="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11430"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13335" algn="ctr">
                        <a:lnSpc>
                          <a:spcPct val="100000"/>
                        </a:lnSpc>
                        <a:spcBef>
                          <a:spcPts val="180"/>
                        </a:spcBef>
                      </a:pPr>
                      <a:r>
                        <a:rPr sz="1950" dirty="0">
                          <a:latin typeface="Times New Roman"/>
                          <a:cs typeface="Times New Roman"/>
                        </a:rPr>
                        <a:t>0</a:t>
                      </a:r>
                      <a:endParaRPr sz="1950">
                        <a:latin typeface="Times New Roman"/>
                        <a:cs typeface="Times New Roman"/>
                      </a:endParaRPr>
                    </a:p>
                  </a:txBody>
                  <a:tcPr marL="0" marR="0" marT="22860" marB="0"/>
                </a:tc>
                <a:tc>
                  <a:txBody>
                    <a:bodyPr/>
                    <a:lstStyle/>
                    <a:p>
                      <a:pPr marL="8890" algn="ctr">
                        <a:lnSpc>
                          <a:spcPct val="100000"/>
                        </a:lnSpc>
                        <a:spcBef>
                          <a:spcPts val="180"/>
                        </a:spcBef>
                      </a:pPr>
                      <a:r>
                        <a:rPr sz="1950" dirty="0">
                          <a:latin typeface="Times New Roman"/>
                          <a:cs typeface="Times New Roman"/>
                        </a:rPr>
                        <a:t>1</a:t>
                      </a:r>
                      <a:endParaRPr sz="1950">
                        <a:latin typeface="Times New Roman"/>
                        <a:cs typeface="Times New Roman"/>
                      </a:endParaRPr>
                    </a:p>
                  </a:txBody>
                  <a:tcPr marL="0" marR="0" marT="22860" marB="0"/>
                </a:tc>
                <a:tc>
                  <a:txBody>
                    <a:bodyPr/>
                    <a:lstStyle/>
                    <a:p>
                      <a:pPr marL="83820" algn="ctr">
                        <a:lnSpc>
                          <a:spcPct val="100000"/>
                        </a:lnSpc>
                        <a:spcBef>
                          <a:spcPts val="180"/>
                        </a:spcBef>
                      </a:pPr>
                      <a:r>
                        <a:rPr sz="1950" dirty="0">
                          <a:latin typeface="Times New Roman"/>
                          <a:cs typeface="Times New Roman"/>
                        </a:rPr>
                        <a:t>0</a:t>
                      </a:r>
                    </a:p>
                  </a:txBody>
                  <a:tcPr marL="0" marR="0" marT="22860" marB="0"/>
                </a:tc>
                <a:extLst>
                  <a:ext uri="{0D108BD9-81ED-4DB2-BD59-A6C34878D82A}">
                    <a16:rowId xmlns:a16="http://schemas.microsoft.com/office/drawing/2014/main" val="10006"/>
                  </a:ext>
                </a:extLst>
              </a:tr>
            </a:tbl>
          </a:graphicData>
        </a:graphic>
      </p:graphicFrame>
      <p:grpSp>
        <p:nvGrpSpPr>
          <p:cNvPr id="57" name="Grupo 56">
            <a:extLst>
              <a:ext uri="{FF2B5EF4-FFF2-40B4-BE49-F238E27FC236}">
                <a16:creationId xmlns:a16="http://schemas.microsoft.com/office/drawing/2014/main" id="{988DF56C-2CA4-46C6-B2BF-2C9AD000F6A5}"/>
              </a:ext>
            </a:extLst>
          </p:cNvPr>
          <p:cNvGrpSpPr/>
          <p:nvPr/>
        </p:nvGrpSpPr>
        <p:grpSpPr>
          <a:xfrm>
            <a:off x="8719721" y="3098104"/>
            <a:ext cx="2657603" cy="2129155"/>
            <a:chOff x="7328153" y="1365250"/>
            <a:chExt cx="2657603" cy="2129155"/>
          </a:xfrm>
        </p:grpSpPr>
        <p:sp>
          <p:nvSpPr>
            <p:cNvPr id="31" name="object 31"/>
            <p:cNvSpPr/>
            <p:nvPr/>
          </p:nvSpPr>
          <p:spPr>
            <a:xfrm>
              <a:off x="7680325" y="1693926"/>
              <a:ext cx="360680" cy="360680"/>
            </a:xfrm>
            <a:custGeom>
              <a:avLst/>
              <a:gdLst/>
              <a:ahLst/>
              <a:cxnLst/>
              <a:rect l="l" t="t" r="r" b="b"/>
              <a:pathLst>
                <a:path w="360679" h="360680">
                  <a:moveTo>
                    <a:pt x="180212" y="0"/>
                  </a:moveTo>
                  <a:lnTo>
                    <a:pt x="132291" y="6434"/>
                  </a:lnTo>
                  <a:lnTo>
                    <a:pt x="89238" y="24590"/>
                  </a:lnTo>
                  <a:lnTo>
                    <a:pt x="52768" y="52752"/>
                  </a:lnTo>
                  <a:lnTo>
                    <a:pt x="24595" y="89201"/>
                  </a:lnTo>
                  <a:lnTo>
                    <a:pt x="6434" y="132218"/>
                  </a:lnTo>
                  <a:lnTo>
                    <a:pt x="0" y="180086"/>
                  </a:lnTo>
                  <a:lnTo>
                    <a:pt x="6434" y="228007"/>
                  </a:lnTo>
                  <a:lnTo>
                    <a:pt x="24595" y="271060"/>
                  </a:lnTo>
                  <a:lnTo>
                    <a:pt x="52768" y="307530"/>
                  </a:lnTo>
                  <a:lnTo>
                    <a:pt x="89238" y="335703"/>
                  </a:lnTo>
                  <a:lnTo>
                    <a:pt x="132291" y="353864"/>
                  </a:lnTo>
                  <a:lnTo>
                    <a:pt x="180212" y="360299"/>
                  </a:lnTo>
                  <a:lnTo>
                    <a:pt x="228090" y="353864"/>
                  </a:lnTo>
                  <a:lnTo>
                    <a:pt x="271130" y="335703"/>
                  </a:lnTo>
                  <a:lnTo>
                    <a:pt x="307609" y="307530"/>
                  </a:lnTo>
                  <a:lnTo>
                    <a:pt x="335802" y="271060"/>
                  </a:lnTo>
                  <a:lnTo>
                    <a:pt x="353982" y="228007"/>
                  </a:lnTo>
                  <a:lnTo>
                    <a:pt x="360425" y="180086"/>
                  </a:lnTo>
                  <a:lnTo>
                    <a:pt x="353982" y="132218"/>
                  </a:lnTo>
                  <a:lnTo>
                    <a:pt x="335802" y="89201"/>
                  </a:lnTo>
                  <a:lnTo>
                    <a:pt x="307609" y="52752"/>
                  </a:lnTo>
                  <a:lnTo>
                    <a:pt x="271130" y="24590"/>
                  </a:lnTo>
                  <a:lnTo>
                    <a:pt x="228090" y="6434"/>
                  </a:lnTo>
                  <a:lnTo>
                    <a:pt x="180212" y="0"/>
                  </a:lnTo>
                  <a:close/>
                </a:path>
              </a:pathLst>
            </a:custGeom>
            <a:solidFill>
              <a:srgbClr val="FFFF00"/>
            </a:solidFill>
          </p:spPr>
          <p:txBody>
            <a:bodyPr wrap="square" lIns="0" tIns="0" rIns="0" bIns="0" rtlCol="0"/>
            <a:lstStyle/>
            <a:p>
              <a:endParaRPr/>
            </a:p>
          </p:txBody>
        </p:sp>
        <p:sp>
          <p:nvSpPr>
            <p:cNvPr id="32" name="object 32"/>
            <p:cNvSpPr/>
            <p:nvPr/>
          </p:nvSpPr>
          <p:spPr>
            <a:xfrm>
              <a:off x="7680325" y="1693926"/>
              <a:ext cx="360680" cy="360680"/>
            </a:xfrm>
            <a:custGeom>
              <a:avLst/>
              <a:gdLst/>
              <a:ahLst/>
              <a:cxnLst/>
              <a:rect l="l" t="t" r="r" b="b"/>
              <a:pathLst>
                <a:path w="360679" h="360680">
                  <a:moveTo>
                    <a:pt x="0" y="180086"/>
                  </a:moveTo>
                  <a:lnTo>
                    <a:pt x="6434" y="132218"/>
                  </a:lnTo>
                  <a:lnTo>
                    <a:pt x="24595" y="89201"/>
                  </a:lnTo>
                  <a:lnTo>
                    <a:pt x="52768" y="52752"/>
                  </a:lnTo>
                  <a:lnTo>
                    <a:pt x="89238" y="24590"/>
                  </a:lnTo>
                  <a:lnTo>
                    <a:pt x="132291" y="6434"/>
                  </a:lnTo>
                  <a:lnTo>
                    <a:pt x="180212" y="0"/>
                  </a:lnTo>
                  <a:lnTo>
                    <a:pt x="228090" y="6434"/>
                  </a:lnTo>
                  <a:lnTo>
                    <a:pt x="271130" y="24590"/>
                  </a:lnTo>
                  <a:lnTo>
                    <a:pt x="307609" y="52752"/>
                  </a:lnTo>
                  <a:lnTo>
                    <a:pt x="335802" y="89201"/>
                  </a:lnTo>
                  <a:lnTo>
                    <a:pt x="353982" y="132218"/>
                  </a:lnTo>
                  <a:lnTo>
                    <a:pt x="360425" y="180086"/>
                  </a:lnTo>
                  <a:lnTo>
                    <a:pt x="353982" y="228007"/>
                  </a:lnTo>
                  <a:lnTo>
                    <a:pt x="335802" y="271060"/>
                  </a:lnTo>
                  <a:lnTo>
                    <a:pt x="307609" y="307530"/>
                  </a:lnTo>
                  <a:lnTo>
                    <a:pt x="271130" y="335703"/>
                  </a:lnTo>
                  <a:lnTo>
                    <a:pt x="228090" y="353864"/>
                  </a:lnTo>
                  <a:lnTo>
                    <a:pt x="180212" y="360299"/>
                  </a:lnTo>
                  <a:lnTo>
                    <a:pt x="132291" y="353864"/>
                  </a:lnTo>
                  <a:lnTo>
                    <a:pt x="89238" y="335703"/>
                  </a:lnTo>
                  <a:lnTo>
                    <a:pt x="52768" y="307530"/>
                  </a:lnTo>
                  <a:lnTo>
                    <a:pt x="24595" y="271060"/>
                  </a:lnTo>
                  <a:lnTo>
                    <a:pt x="6434" y="228007"/>
                  </a:lnTo>
                  <a:lnTo>
                    <a:pt x="0" y="180086"/>
                  </a:lnTo>
                  <a:close/>
                </a:path>
              </a:pathLst>
            </a:custGeom>
            <a:ln w="12699">
              <a:solidFill>
                <a:srgbClr val="000000"/>
              </a:solidFill>
            </a:ln>
          </p:spPr>
          <p:txBody>
            <a:bodyPr wrap="square" lIns="0" tIns="0" rIns="0" bIns="0" rtlCol="0"/>
            <a:lstStyle/>
            <a:p>
              <a:endParaRPr/>
            </a:p>
          </p:txBody>
        </p:sp>
        <p:sp>
          <p:nvSpPr>
            <p:cNvPr id="33" name="object 33"/>
            <p:cNvSpPr txBox="1"/>
            <p:nvPr/>
          </p:nvSpPr>
          <p:spPr>
            <a:xfrm>
              <a:off x="7786879" y="1735836"/>
              <a:ext cx="150495" cy="276999"/>
            </a:xfrm>
            <a:prstGeom prst="rect">
              <a:avLst/>
            </a:prstGeom>
          </p:spPr>
          <p:txBody>
            <a:bodyPr vert="horz" wrap="square" lIns="0" tIns="0" rIns="0" bIns="0" rtlCol="0">
              <a:spAutoFit/>
            </a:bodyPr>
            <a:lstStyle/>
            <a:p>
              <a:pPr marL="12700"/>
              <a:r>
                <a:rPr dirty="0">
                  <a:latin typeface="Tahoma"/>
                  <a:cs typeface="Tahoma"/>
                </a:rPr>
                <a:t>4</a:t>
              </a:r>
              <a:endParaRPr>
                <a:latin typeface="Tahoma"/>
                <a:cs typeface="Tahoma"/>
              </a:endParaRPr>
            </a:p>
          </p:txBody>
        </p:sp>
        <p:sp>
          <p:nvSpPr>
            <p:cNvPr id="34" name="object 34"/>
            <p:cNvSpPr/>
            <p:nvPr/>
          </p:nvSpPr>
          <p:spPr>
            <a:xfrm>
              <a:off x="9264650" y="1693926"/>
              <a:ext cx="360680" cy="360680"/>
            </a:xfrm>
            <a:custGeom>
              <a:avLst/>
              <a:gdLst/>
              <a:ahLst/>
              <a:cxnLst/>
              <a:rect l="l" t="t" r="r" b="b"/>
              <a:pathLst>
                <a:path w="360679" h="360680">
                  <a:moveTo>
                    <a:pt x="180213" y="0"/>
                  </a:moveTo>
                  <a:lnTo>
                    <a:pt x="132291" y="6434"/>
                  </a:lnTo>
                  <a:lnTo>
                    <a:pt x="89238" y="24590"/>
                  </a:lnTo>
                  <a:lnTo>
                    <a:pt x="52768" y="52752"/>
                  </a:lnTo>
                  <a:lnTo>
                    <a:pt x="24595" y="89201"/>
                  </a:lnTo>
                  <a:lnTo>
                    <a:pt x="6434" y="132218"/>
                  </a:lnTo>
                  <a:lnTo>
                    <a:pt x="0" y="180086"/>
                  </a:lnTo>
                  <a:lnTo>
                    <a:pt x="6434" y="228007"/>
                  </a:lnTo>
                  <a:lnTo>
                    <a:pt x="24595" y="271060"/>
                  </a:lnTo>
                  <a:lnTo>
                    <a:pt x="52768" y="307530"/>
                  </a:lnTo>
                  <a:lnTo>
                    <a:pt x="89238" y="335703"/>
                  </a:lnTo>
                  <a:lnTo>
                    <a:pt x="132291" y="353864"/>
                  </a:lnTo>
                  <a:lnTo>
                    <a:pt x="180213" y="360299"/>
                  </a:lnTo>
                  <a:lnTo>
                    <a:pt x="228090" y="353864"/>
                  </a:lnTo>
                  <a:lnTo>
                    <a:pt x="271130" y="335703"/>
                  </a:lnTo>
                  <a:lnTo>
                    <a:pt x="307609" y="307530"/>
                  </a:lnTo>
                  <a:lnTo>
                    <a:pt x="335802" y="271060"/>
                  </a:lnTo>
                  <a:lnTo>
                    <a:pt x="353982" y="228007"/>
                  </a:lnTo>
                  <a:lnTo>
                    <a:pt x="360425" y="180086"/>
                  </a:lnTo>
                  <a:lnTo>
                    <a:pt x="353982" y="132218"/>
                  </a:lnTo>
                  <a:lnTo>
                    <a:pt x="335802" y="89201"/>
                  </a:lnTo>
                  <a:lnTo>
                    <a:pt x="307609" y="52752"/>
                  </a:lnTo>
                  <a:lnTo>
                    <a:pt x="271130" y="24590"/>
                  </a:lnTo>
                  <a:lnTo>
                    <a:pt x="228090" y="6434"/>
                  </a:lnTo>
                  <a:lnTo>
                    <a:pt x="180213" y="0"/>
                  </a:lnTo>
                  <a:close/>
                </a:path>
              </a:pathLst>
            </a:custGeom>
            <a:solidFill>
              <a:srgbClr val="FFFF00"/>
            </a:solidFill>
          </p:spPr>
          <p:txBody>
            <a:bodyPr wrap="square" lIns="0" tIns="0" rIns="0" bIns="0" rtlCol="0"/>
            <a:lstStyle/>
            <a:p>
              <a:endParaRPr/>
            </a:p>
          </p:txBody>
        </p:sp>
        <p:sp>
          <p:nvSpPr>
            <p:cNvPr id="35" name="object 35"/>
            <p:cNvSpPr/>
            <p:nvPr/>
          </p:nvSpPr>
          <p:spPr>
            <a:xfrm>
              <a:off x="9264650" y="1693926"/>
              <a:ext cx="360680" cy="360680"/>
            </a:xfrm>
            <a:custGeom>
              <a:avLst/>
              <a:gdLst/>
              <a:ahLst/>
              <a:cxnLst/>
              <a:rect l="l" t="t" r="r" b="b"/>
              <a:pathLst>
                <a:path w="360679" h="360680">
                  <a:moveTo>
                    <a:pt x="0" y="180086"/>
                  </a:moveTo>
                  <a:lnTo>
                    <a:pt x="6434" y="132218"/>
                  </a:lnTo>
                  <a:lnTo>
                    <a:pt x="24595" y="89201"/>
                  </a:lnTo>
                  <a:lnTo>
                    <a:pt x="52768" y="52752"/>
                  </a:lnTo>
                  <a:lnTo>
                    <a:pt x="89238" y="24590"/>
                  </a:lnTo>
                  <a:lnTo>
                    <a:pt x="132291" y="6434"/>
                  </a:lnTo>
                  <a:lnTo>
                    <a:pt x="180213" y="0"/>
                  </a:lnTo>
                  <a:lnTo>
                    <a:pt x="228090" y="6434"/>
                  </a:lnTo>
                  <a:lnTo>
                    <a:pt x="271130" y="24590"/>
                  </a:lnTo>
                  <a:lnTo>
                    <a:pt x="307609" y="52752"/>
                  </a:lnTo>
                  <a:lnTo>
                    <a:pt x="335802" y="89201"/>
                  </a:lnTo>
                  <a:lnTo>
                    <a:pt x="353982" y="132218"/>
                  </a:lnTo>
                  <a:lnTo>
                    <a:pt x="360425" y="180086"/>
                  </a:lnTo>
                  <a:lnTo>
                    <a:pt x="353982" y="228007"/>
                  </a:lnTo>
                  <a:lnTo>
                    <a:pt x="335802" y="271060"/>
                  </a:lnTo>
                  <a:lnTo>
                    <a:pt x="307609" y="307530"/>
                  </a:lnTo>
                  <a:lnTo>
                    <a:pt x="271130" y="335703"/>
                  </a:lnTo>
                  <a:lnTo>
                    <a:pt x="228090" y="353864"/>
                  </a:lnTo>
                  <a:lnTo>
                    <a:pt x="180213" y="360299"/>
                  </a:lnTo>
                  <a:lnTo>
                    <a:pt x="132291" y="353864"/>
                  </a:lnTo>
                  <a:lnTo>
                    <a:pt x="89238" y="335703"/>
                  </a:lnTo>
                  <a:lnTo>
                    <a:pt x="52768" y="307530"/>
                  </a:lnTo>
                  <a:lnTo>
                    <a:pt x="24595" y="271060"/>
                  </a:lnTo>
                  <a:lnTo>
                    <a:pt x="6434" y="228007"/>
                  </a:lnTo>
                  <a:lnTo>
                    <a:pt x="0" y="180086"/>
                  </a:lnTo>
                  <a:close/>
                </a:path>
              </a:pathLst>
            </a:custGeom>
            <a:ln w="12699">
              <a:solidFill>
                <a:srgbClr val="000000"/>
              </a:solidFill>
            </a:ln>
          </p:spPr>
          <p:txBody>
            <a:bodyPr wrap="square" lIns="0" tIns="0" rIns="0" bIns="0" rtlCol="0"/>
            <a:lstStyle/>
            <a:p>
              <a:endParaRPr/>
            </a:p>
          </p:txBody>
        </p:sp>
        <p:sp>
          <p:nvSpPr>
            <p:cNvPr id="36" name="object 36"/>
            <p:cNvSpPr/>
            <p:nvPr/>
          </p:nvSpPr>
          <p:spPr>
            <a:xfrm>
              <a:off x="8688451" y="3133725"/>
              <a:ext cx="360680" cy="360680"/>
            </a:xfrm>
            <a:custGeom>
              <a:avLst/>
              <a:gdLst/>
              <a:ahLst/>
              <a:cxnLst/>
              <a:rect l="l" t="t" r="r" b="b"/>
              <a:pathLst>
                <a:path w="360679" h="360679">
                  <a:moveTo>
                    <a:pt x="180085" y="0"/>
                  </a:moveTo>
                  <a:lnTo>
                    <a:pt x="132218" y="6434"/>
                  </a:lnTo>
                  <a:lnTo>
                    <a:pt x="89201" y="24595"/>
                  </a:lnTo>
                  <a:lnTo>
                    <a:pt x="52752" y="52768"/>
                  </a:lnTo>
                  <a:lnTo>
                    <a:pt x="24590" y="89238"/>
                  </a:lnTo>
                  <a:lnTo>
                    <a:pt x="6434" y="132291"/>
                  </a:lnTo>
                  <a:lnTo>
                    <a:pt x="0" y="180212"/>
                  </a:lnTo>
                  <a:lnTo>
                    <a:pt x="6434" y="228090"/>
                  </a:lnTo>
                  <a:lnTo>
                    <a:pt x="24590" y="271130"/>
                  </a:lnTo>
                  <a:lnTo>
                    <a:pt x="52752" y="307609"/>
                  </a:lnTo>
                  <a:lnTo>
                    <a:pt x="89201" y="335802"/>
                  </a:lnTo>
                  <a:lnTo>
                    <a:pt x="132218" y="353982"/>
                  </a:lnTo>
                  <a:lnTo>
                    <a:pt x="180085" y="360425"/>
                  </a:lnTo>
                  <a:lnTo>
                    <a:pt x="228007" y="353982"/>
                  </a:lnTo>
                  <a:lnTo>
                    <a:pt x="271060" y="335802"/>
                  </a:lnTo>
                  <a:lnTo>
                    <a:pt x="307530" y="307609"/>
                  </a:lnTo>
                  <a:lnTo>
                    <a:pt x="335703" y="271130"/>
                  </a:lnTo>
                  <a:lnTo>
                    <a:pt x="353864" y="228090"/>
                  </a:lnTo>
                  <a:lnTo>
                    <a:pt x="360299" y="180212"/>
                  </a:lnTo>
                  <a:lnTo>
                    <a:pt x="353864" y="132291"/>
                  </a:lnTo>
                  <a:lnTo>
                    <a:pt x="335703" y="89238"/>
                  </a:lnTo>
                  <a:lnTo>
                    <a:pt x="307530" y="52768"/>
                  </a:lnTo>
                  <a:lnTo>
                    <a:pt x="271060" y="24595"/>
                  </a:lnTo>
                  <a:lnTo>
                    <a:pt x="228007" y="6434"/>
                  </a:lnTo>
                  <a:lnTo>
                    <a:pt x="180085" y="0"/>
                  </a:lnTo>
                  <a:close/>
                </a:path>
              </a:pathLst>
            </a:custGeom>
            <a:solidFill>
              <a:srgbClr val="FFFF00"/>
            </a:solidFill>
          </p:spPr>
          <p:txBody>
            <a:bodyPr wrap="square" lIns="0" tIns="0" rIns="0" bIns="0" rtlCol="0"/>
            <a:lstStyle/>
            <a:p>
              <a:endParaRPr/>
            </a:p>
          </p:txBody>
        </p:sp>
        <p:sp>
          <p:nvSpPr>
            <p:cNvPr id="37" name="object 37"/>
            <p:cNvSpPr/>
            <p:nvPr/>
          </p:nvSpPr>
          <p:spPr>
            <a:xfrm>
              <a:off x="8688451" y="3133725"/>
              <a:ext cx="360680" cy="360680"/>
            </a:xfrm>
            <a:custGeom>
              <a:avLst/>
              <a:gdLst/>
              <a:ahLst/>
              <a:cxnLst/>
              <a:rect l="l" t="t" r="r" b="b"/>
              <a:pathLst>
                <a:path w="360679" h="360679">
                  <a:moveTo>
                    <a:pt x="0" y="180212"/>
                  </a:moveTo>
                  <a:lnTo>
                    <a:pt x="6434" y="132291"/>
                  </a:lnTo>
                  <a:lnTo>
                    <a:pt x="24590" y="89238"/>
                  </a:lnTo>
                  <a:lnTo>
                    <a:pt x="52752" y="52768"/>
                  </a:lnTo>
                  <a:lnTo>
                    <a:pt x="89201" y="24595"/>
                  </a:lnTo>
                  <a:lnTo>
                    <a:pt x="132218" y="6434"/>
                  </a:lnTo>
                  <a:lnTo>
                    <a:pt x="180085" y="0"/>
                  </a:lnTo>
                  <a:lnTo>
                    <a:pt x="228007" y="6434"/>
                  </a:lnTo>
                  <a:lnTo>
                    <a:pt x="271060" y="24595"/>
                  </a:lnTo>
                  <a:lnTo>
                    <a:pt x="307530" y="52768"/>
                  </a:lnTo>
                  <a:lnTo>
                    <a:pt x="335703" y="89238"/>
                  </a:lnTo>
                  <a:lnTo>
                    <a:pt x="353864" y="132291"/>
                  </a:lnTo>
                  <a:lnTo>
                    <a:pt x="360299" y="180212"/>
                  </a:lnTo>
                  <a:lnTo>
                    <a:pt x="353864" y="228090"/>
                  </a:lnTo>
                  <a:lnTo>
                    <a:pt x="335703" y="271130"/>
                  </a:lnTo>
                  <a:lnTo>
                    <a:pt x="307530" y="307609"/>
                  </a:lnTo>
                  <a:lnTo>
                    <a:pt x="271060" y="335802"/>
                  </a:lnTo>
                  <a:lnTo>
                    <a:pt x="228007" y="353982"/>
                  </a:lnTo>
                  <a:lnTo>
                    <a:pt x="180085" y="360425"/>
                  </a:lnTo>
                  <a:lnTo>
                    <a:pt x="132218" y="353982"/>
                  </a:lnTo>
                  <a:lnTo>
                    <a:pt x="89201" y="335802"/>
                  </a:lnTo>
                  <a:lnTo>
                    <a:pt x="52752" y="307609"/>
                  </a:lnTo>
                  <a:lnTo>
                    <a:pt x="24590" y="271130"/>
                  </a:lnTo>
                  <a:lnTo>
                    <a:pt x="6434" y="228090"/>
                  </a:lnTo>
                  <a:lnTo>
                    <a:pt x="0" y="180212"/>
                  </a:lnTo>
                  <a:close/>
                </a:path>
              </a:pathLst>
            </a:custGeom>
            <a:ln w="12699">
              <a:solidFill>
                <a:srgbClr val="000000"/>
              </a:solidFill>
            </a:ln>
          </p:spPr>
          <p:txBody>
            <a:bodyPr wrap="square" lIns="0" tIns="0" rIns="0" bIns="0" rtlCol="0"/>
            <a:lstStyle/>
            <a:p>
              <a:endParaRPr/>
            </a:p>
          </p:txBody>
        </p:sp>
        <p:sp>
          <p:nvSpPr>
            <p:cNvPr id="38" name="object 38"/>
            <p:cNvSpPr/>
            <p:nvPr/>
          </p:nvSpPr>
          <p:spPr>
            <a:xfrm>
              <a:off x="7680325" y="3133725"/>
              <a:ext cx="360680" cy="360680"/>
            </a:xfrm>
            <a:custGeom>
              <a:avLst/>
              <a:gdLst/>
              <a:ahLst/>
              <a:cxnLst/>
              <a:rect l="l" t="t" r="r" b="b"/>
              <a:pathLst>
                <a:path w="360679" h="360679">
                  <a:moveTo>
                    <a:pt x="180212" y="0"/>
                  </a:moveTo>
                  <a:lnTo>
                    <a:pt x="132291" y="6434"/>
                  </a:lnTo>
                  <a:lnTo>
                    <a:pt x="89238" y="24595"/>
                  </a:lnTo>
                  <a:lnTo>
                    <a:pt x="52768" y="52768"/>
                  </a:lnTo>
                  <a:lnTo>
                    <a:pt x="24595" y="89238"/>
                  </a:lnTo>
                  <a:lnTo>
                    <a:pt x="6434" y="132291"/>
                  </a:lnTo>
                  <a:lnTo>
                    <a:pt x="0" y="180212"/>
                  </a:lnTo>
                  <a:lnTo>
                    <a:pt x="6434" y="228090"/>
                  </a:lnTo>
                  <a:lnTo>
                    <a:pt x="24595" y="271130"/>
                  </a:lnTo>
                  <a:lnTo>
                    <a:pt x="52768" y="307609"/>
                  </a:lnTo>
                  <a:lnTo>
                    <a:pt x="89238" y="335802"/>
                  </a:lnTo>
                  <a:lnTo>
                    <a:pt x="132291" y="353982"/>
                  </a:lnTo>
                  <a:lnTo>
                    <a:pt x="180212" y="360425"/>
                  </a:lnTo>
                  <a:lnTo>
                    <a:pt x="228090" y="353982"/>
                  </a:lnTo>
                  <a:lnTo>
                    <a:pt x="271130" y="335802"/>
                  </a:lnTo>
                  <a:lnTo>
                    <a:pt x="307609" y="307609"/>
                  </a:lnTo>
                  <a:lnTo>
                    <a:pt x="335802" y="271130"/>
                  </a:lnTo>
                  <a:lnTo>
                    <a:pt x="353982" y="228090"/>
                  </a:lnTo>
                  <a:lnTo>
                    <a:pt x="360425" y="180212"/>
                  </a:lnTo>
                  <a:lnTo>
                    <a:pt x="353982" y="132291"/>
                  </a:lnTo>
                  <a:lnTo>
                    <a:pt x="335802" y="89238"/>
                  </a:lnTo>
                  <a:lnTo>
                    <a:pt x="307609" y="52768"/>
                  </a:lnTo>
                  <a:lnTo>
                    <a:pt x="271130" y="24595"/>
                  </a:lnTo>
                  <a:lnTo>
                    <a:pt x="228090" y="6434"/>
                  </a:lnTo>
                  <a:lnTo>
                    <a:pt x="180212" y="0"/>
                  </a:lnTo>
                  <a:close/>
                </a:path>
              </a:pathLst>
            </a:custGeom>
            <a:solidFill>
              <a:srgbClr val="FFFF00"/>
            </a:solidFill>
          </p:spPr>
          <p:txBody>
            <a:bodyPr wrap="square" lIns="0" tIns="0" rIns="0" bIns="0" rtlCol="0"/>
            <a:lstStyle/>
            <a:p>
              <a:endParaRPr/>
            </a:p>
          </p:txBody>
        </p:sp>
        <p:sp>
          <p:nvSpPr>
            <p:cNvPr id="39" name="object 39"/>
            <p:cNvSpPr/>
            <p:nvPr/>
          </p:nvSpPr>
          <p:spPr>
            <a:xfrm>
              <a:off x="7680325" y="3133725"/>
              <a:ext cx="360680" cy="360680"/>
            </a:xfrm>
            <a:custGeom>
              <a:avLst/>
              <a:gdLst/>
              <a:ahLst/>
              <a:cxnLst/>
              <a:rect l="l" t="t" r="r" b="b"/>
              <a:pathLst>
                <a:path w="360679" h="360679">
                  <a:moveTo>
                    <a:pt x="0" y="180212"/>
                  </a:moveTo>
                  <a:lnTo>
                    <a:pt x="6434" y="132291"/>
                  </a:lnTo>
                  <a:lnTo>
                    <a:pt x="24595" y="89238"/>
                  </a:lnTo>
                  <a:lnTo>
                    <a:pt x="52768" y="52768"/>
                  </a:lnTo>
                  <a:lnTo>
                    <a:pt x="89238" y="24595"/>
                  </a:lnTo>
                  <a:lnTo>
                    <a:pt x="132291" y="6434"/>
                  </a:lnTo>
                  <a:lnTo>
                    <a:pt x="180212" y="0"/>
                  </a:lnTo>
                  <a:lnTo>
                    <a:pt x="228090" y="6434"/>
                  </a:lnTo>
                  <a:lnTo>
                    <a:pt x="271130" y="24595"/>
                  </a:lnTo>
                  <a:lnTo>
                    <a:pt x="307609" y="52768"/>
                  </a:lnTo>
                  <a:lnTo>
                    <a:pt x="335802" y="89238"/>
                  </a:lnTo>
                  <a:lnTo>
                    <a:pt x="353982" y="132291"/>
                  </a:lnTo>
                  <a:lnTo>
                    <a:pt x="360425" y="180212"/>
                  </a:lnTo>
                  <a:lnTo>
                    <a:pt x="353982" y="228090"/>
                  </a:lnTo>
                  <a:lnTo>
                    <a:pt x="335802" y="271130"/>
                  </a:lnTo>
                  <a:lnTo>
                    <a:pt x="307609" y="307609"/>
                  </a:lnTo>
                  <a:lnTo>
                    <a:pt x="271130" y="335802"/>
                  </a:lnTo>
                  <a:lnTo>
                    <a:pt x="228090" y="353982"/>
                  </a:lnTo>
                  <a:lnTo>
                    <a:pt x="180212" y="360425"/>
                  </a:lnTo>
                  <a:lnTo>
                    <a:pt x="132291" y="353982"/>
                  </a:lnTo>
                  <a:lnTo>
                    <a:pt x="89238" y="335802"/>
                  </a:lnTo>
                  <a:lnTo>
                    <a:pt x="52768" y="307609"/>
                  </a:lnTo>
                  <a:lnTo>
                    <a:pt x="24595" y="271130"/>
                  </a:lnTo>
                  <a:lnTo>
                    <a:pt x="6434" y="228090"/>
                  </a:lnTo>
                  <a:lnTo>
                    <a:pt x="0" y="180212"/>
                  </a:lnTo>
                  <a:close/>
                </a:path>
              </a:pathLst>
            </a:custGeom>
            <a:ln w="12700">
              <a:solidFill>
                <a:srgbClr val="000000"/>
              </a:solidFill>
            </a:ln>
          </p:spPr>
          <p:txBody>
            <a:bodyPr wrap="square" lIns="0" tIns="0" rIns="0" bIns="0" rtlCol="0"/>
            <a:lstStyle/>
            <a:p>
              <a:endParaRPr/>
            </a:p>
          </p:txBody>
        </p:sp>
        <p:sp>
          <p:nvSpPr>
            <p:cNvPr id="40" name="object 40"/>
            <p:cNvSpPr/>
            <p:nvPr/>
          </p:nvSpPr>
          <p:spPr>
            <a:xfrm>
              <a:off x="8401050" y="2125726"/>
              <a:ext cx="360680" cy="360680"/>
            </a:xfrm>
            <a:custGeom>
              <a:avLst/>
              <a:gdLst/>
              <a:ahLst/>
              <a:cxnLst/>
              <a:rect l="l" t="t" r="r" b="b"/>
              <a:pathLst>
                <a:path w="360679" h="360680">
                  <a:moveTo>
                    <a:pt x="180213" y="0"/>
                  </a:moveTo>
                  <a:lnTo>
                    <a:pt x="132291" y="6434"/>
                  </a:lnTo>
                  <a:lnTo>
                    <a:pt x="89238" y="24590"/>
                  </a:lnTo>
                  <a:lnTo>
                    <a:pt x="52768" y="52752"/>
                  </a:lnTo>
                  <a:lnTo>
                    <a:pt x="24595" y="89201"/>
                  </a:lnTo>
                  <a:lnTo>
                    <a:pt x="6434" y="132218"/>
                  </a:lnTo>
                  <a:lnTo>
                    <a:pt x="0" y="180086"/>
                  </a:lnTo>
                  <a:lnTo>
                    <a:pt x="6434" y="228007"/>
                  </a:lnTo>
                  <a:lnTo>
                    <a:pt x="24595" y="271060"/>
                  </a:lnTo>
                  <a:lnTo>
                    <a:pt x="52768" y="307530"/>
                  </a:lnTo>
                  <a:lnTo>
                    <a:pt x="89238" y="335703"/>
                  </a:lnTo>
                  <a:lnTo>
                    <a:pt x="132291" y="353864"/>
                  </a:lnTo>
                  <a:lnTo>
                    <a:pt x="180213" y="360299"/>
                  </a:lnTo>
                  <a:lnTo>
                    <a:pt x="228090" y="353864"/>
                  </a:lnTo>
                  <a:lnTo>
                    <a:pt x="271130" y="335703"/>
                  </a:lnTo>
                  <a:lnTo>
                    <a:pt x="307609" y="307530"/>
                  </a:lnTo>
                  <a:lnTo>
                    <a:pt x="335802" y="271060"/>
                  </a:lnTo>
                  <a:lnTo>
                    <a:pt x="353982" y="228007"/>
                  </a:lnTo>
                  <a:lnTo>
                    <a:pt x="360425" y="180086"/>
                  </a:lnTo>
                  <a:lnTo>
                    <a:pt x="353982" y="132218"/>
                  </a:lnTo>
                  <a:lnTo>
                    <a:pt x="335802" y="89201"/>
                  </a:lnTo>
                  <a:lnTo>
                    <a:pt x="307609" y="52752"/>
                  </a:lnTo>
                  <a:lnTo>
                    <a:pt x="271130" y="24590"/>
                  </a:lnTo>
                  <a:lnTo>
                    <a:pt x="228090" y="6434"/>
                  </a:lnTo>
                  <a:lnTo>
                    <a:pt x="180213" y="0"/>
                  </a:lnTo>
                  <a:close/>
                </a:path>
              </a:pathLst>
            </a:custGeom>
            <a:solidFill>
              <a:srgbClr val="FFFF00"/>
            </a:solidFill>
          </p:spPr>
          <p:txBody>
            <a:bodyPr wrap="square" lIns="0" tIns="0" rIns="0" bIns="0" rtlCol="0"/>
            <a:lstStyle/>
            <a:p>
              <a:endParaRPr/>
            </a:p>
          </p:txBody>
        </p:sp>
        <p:sp>
          <p:nvSpPr>
            <p:cNvPr id="41" name="object 41"/>
            <p:cNvSpPr/>
            <p:nvPr/>
          </p:nvSpPr>
          <p:spPr>
            <a:xfrm>
              <a:off x="8401050" y="2125726"/>
              <a:ext cx="360680" cy="360680"/>
            </a:xfrm>
            <a:custGeom>
              <a:avLst/>
              <a:gdLst/>
              <a:ahLst/>
              <a:cxnLst/>
              <a:rect l="l" t="t" r="r" b="b"/>
              <a:pathLst>
                <a:path w="360679" h="360680">
                  <a:moveTo>
                    <a:pt x="0" y="180086"/>
                  </a:moveTo>
                  <a:lnTo>
                    <a:pt x="6434" y="132218"/>
                  </a:lnTo>
                  <a:lnTo>
                    <a:pt x="24595" y="89201"/>
                  </a:lnTo>
                  <a:lnTo>
                    <a:pt x="52768" y="52752"/>
                  </a:lnTo>
                  <a:lnTo>
                    <a:pt x="89238" y="24590"/>
                  </a:lnTo>
                  <a:lnTo>
                    <a:pt x="132291" y="6434"/>
                  </a:lnTo>
                  <a:lnTo>
                    <a:pt x="180213" y="0"/>
                  </a:lnTo>
                  <a:lnTo>
                    <a:pt x="228090" y="6434"/>
                  </a:lnTo>
                  <a:lnTo>
                    <a:pt x="271130" y="24590"/>
                  </a:lnTo>
                  <a:lnTo>
                    <a:pt x="307609" y="52752"/>
                  </a:lnTo>
                  <a:lnTo>
                    <a:pt x="335802" y="89201"/>
                  </a:lnTo>
                  <a:lnTo>
                    <a:pt x="353982" y="132218"/>
                  </a:lnTo>
                  <a:lnTo>
                    <a:pt x="360425" y="180086"/>
                  </a:lnTo>
                  <a:lnTo>
                    <a:pt x="353982" y="228007"/>
                  </a:lnTo>
                  <a:lnTo>
                    <a:pt x="335802" y="271060"/>
                  </a:lnTo>
                  <a:lnTo>
                    <a:pt x="307609" y="307530"/>
                  </a:lnTo>
                  <a:lnTo>
                    <a:pt x="271130" y="335703"/>
                  </a:lnTo>
                  <a:lnTo>
                    <a:pt x="228090" y="353864"/>
                  </a:lnTo>
                  <a:lnTo>
                    <a:pt x="180213" y="360299"/>
                  </a:lnTo>
                  <a:lnTo>
                    <a:pt x="132291" y="353864"/>
                  </a:lnTo>
                  <a:lnTo>
                    <a:pt x="89238" y="335703"/>
                  </a:lnTo>
                  <a:lnTo>
                    <a:pt x="52768" y="307530"/>
                  </a:lnTo>
                  <a:lnTo>
                    <a:pt x="24595" y="271060"/>
                  </a:lnTo>
                  <a:lnTo>
                    <a:pt x="6434" y="228007"/>
                  </a:lnTo>
                  <a:lnTo>
                    <a:pt x="0" y="180086"/>
                  </a:lnTo>
                  <a:close/>
                </a:path>
              </a:pathLst>
            </a:custGeom>
            <a:ln w="12699">
              <a:solidFill>
                <a:srgbClr val="000000"/>
              </a:solidFill>
            </a:ln>
          </p:spPr>
          <p:txBody>
            <a:bodyPr wrap="square" lIns="0" tIns="0" rIns="0" bIns="0" rtlCol="0"/>
            <a:lstStyle/>
            <a:p>
              <a:endParaRPr/>
            </a:p>
          </p:txBody>
        </p:sp>
        <p:sp>
          <p:nvSpPr>
            <p:cNvPr id="42" name="object 42"/>
            <p:cNvSpPr/>
            <p:nvPr/>
          </p:nvSpPr>
          <p:spPr>
            <a:xfrm>
              <a:off x="9625076" y="2774950"/>
              <a:ext cx="360680" cy="360680"/>
            </a:xfrm>
            <a:custGeom>
              <a:avLst/>
              <a:gdLst/>
              <a:ahLst/>
              <a:cxnLst/>
              <a:rect l="l" t="t" r="r" b="b"/>
              <a:pathLst>
                <a:path w="360679" h="360680">
                  <a:moveTo>
                    <a:pt x="180085" y="0"/>
                  </a:moveTo>
                  <a:lnTo>
                    <a:pt x="132218" y="6434"/>
                  </a:lnTo>
                  <a:lnTo>
                    <a:pt x="89201" y="24595"/>
                  </a:lnTo>
                  <a:lnTo>
                    <a:pt x="52752" y="52768"/>
                  </a:lnTo>
                  <a:lnTo>
                    <a:pt x="24590" y="89238"/>
                  </a:lnTo>
                  <a:lnTo>
                    <a:pt x="6434" y="132291"/>
                  </a:lnTo>
                  <a:lnTo>
                    <a:pt x="0" y="180212"/>
                  </a:lnTo>
                  <a:lnTo>
                    <a:pt x="6434" y="228090"/>
                  </a:lnTo>
                  <a:lnTo>
                    <a:pt x="24590" y="271130"/>
                  </a:lnTo>
                  <a:lnTo>
                    <a:pt x="52752" y="307609"/>
                  </a:lnTo>
                  <a:lnTo>
                    <a:pt x="89201" y="335802"/>
                  </a:lnTo>
                  <a:lnTo>
                    <a:pt x="132218" y="353982"/>
                  </a:lnTo>
                  <a:lnTo>
                    <a:pt x="180085" y="360425"/>
                  </a:lnTo>
                  <a:lnTo>
                    <a:pt x="228007" y="353982"/>
                  </a:lnTo>
                  <a:lnTo>
                    <a:pt x="271060" y="335802"/>
                  </a:lnTo>
                  <a:lnTo>
                    <a:pt x="307530" y="307609"/>
                  </a:lnTo>
                  <a:lnTo>
                    <a:pt x="335703" y="271130"/>
                  </a:lnTo>
                  <a:lnTo>
                    <a:pt x="353864" y="228090"/>
                  </a:lnTo>
                  <a:lnTo>
                    <a:pt x="360299" y="180212"/>
                  </a:lnTo>
                  <a:lnTo>
                    <a:pt x="353864" y="132291"/>
                  </a:lnTo>
                  <a:lnTo>
                    <a:pt x="335703" y="89238"/>
                  </a:lnTo>
                  <a:lnTo>
                    <a:pt x="307530" y="52768"/>
                  </a:lnTo>
                  <a:lnTo>
                    <a:pt x="271060" y="24595"/>
                  </a:lnTo>
                  <a:lnTo>
                    <a:pt x="228007" y="6434"/>
                  </a:lnTo>
                  <a:lnTo>
                    <a:pt x="180085" y="0"/>
                  </a:lnTo>
                  <a:close/>
                </a:path>
              </a:pathLst>
            </a:custGeom>
            <a:solidFill>
              <a:srgbClr val="FFFF00"/>
            </a:solidFill>
          </p:spPr>
          <p:txBody>
            <a:bodyPr wrap="square" lIns="0" tIns="0" rIns="0" bIns="0" rtlCol="0"/>
            <a:lstStyle/>
            <a:p>
              <a:endParaRPr/>
            </a:p>
          </p:txBody>
        </p:sp>
        <p:sp>
          <p:nvSpPr>
            <p:cNvPr id="43" name="object 43"/>
            <p:cNvSpPr/>
            <p:nvPr/>
          </p:nvSpPr>
          <p:spPr>
            <a:xfrm>
              <a:off x="9625076" y="2774950"/>
              <a:ext cx="360680" cy="360680"/>
            </a:xfrm>
            <a:custGeom>
              <a:avLst/>
              <a:gdLst/>
              <a:ahLst/>
              <a:cxnLst/>
              <a:rect l="l" t="t" r="r" b="b"/>
              <a:pathLst>
                <a:path w="360679" h="360680">
                  <a:moveTo>
                    <a:pt x="0" y="180212"/>
                  </a:moveTo>
                  <a:lnTo>
                    <a:pt x="6434" y="132291"/>
                  </a:lnTo>
                  <a:lnTo>
                    <a:pt x="24590" y="89238"/>
                  </a:lnTo>
                  <a:lnTo>
                    <a:pt x="52752" y="52768"/>
                  </a:lnTo>
                  <a:lnTo>
                    <a:pt x="89201" y="24595"/>
                  </a:lnTo>
                  <a:lnTo>
                    <a:pt x="132218" y="6434"/>
                  </a:lnTo>
                  <a:lnTo>
                    <a:pt x="180085" y="0"/>
                  </a:lnTo>
                  <a:lnTo>
                    <a:pt x="228007" y="6434"/>
                  </a:lnTo>
                  <a:lnTo>
                    <a:pt x="271060" y="24595"/>
                  </a:lnTo>
                  <a:lnTo>
                    <a:pt x="307530" y="52768"/>
                  </a:lnTo>
                  <a:lnTo>
                    <a:pt x="335703" y="89238"/>
                  </a:lnTo>
                  <a:lnTo>
                    <a:pt x="353864" y="132291"/>
                  </a:lnTo>
                  <a:lnTo>
                    <a:pt x="360299" y="180212"/>
                  </a:lnTo>
                  <a:lnTo>
                    <a:pt x="353864" y="228090"/>
                  </a:lnTo>
                  <a:lnTo>
                    <a:pt x="335703" y="271130"/>
                  </a:lnTo>
                  <a:lnTo>
                    <a:pt x="307530" y="307609"/>
                  </a:lnTo>
                  <a:lnTo>
                    <a:pt x="271060" y="335802"/>
                  </a:lnTo>
                  <a:lnTo>
                    <a:pt x="228007" y="353982"/>
                  </a:lnTo>
                  <a:lnTo>
                    <a:pt x="180085" y="360425"/>
                  </a:lnTo>
                  <a:lnTo>
                    <a:pt x="132218" y="353982"/>
                  </a:lnTo>
                  <a:lnTo>
                    <a:pt x="89201" y="335802"/>
                  </a:lnTo>
                  <a:lnTo>
                    <a:pt x="52752" y="307609"/>
                  </a:lnTo>
                  <a:lnTo>
                    <a:pt x="24590" y="271130"/>
                  </a:lnTo>
                  <a:lnTo>
                    <a:pt x="6434" y="228090"/>
                  </a:lnTo>
                  <a:lnTo>
                    <a:pt x="0" y="180212"/>
                  </a:lnTo>
                  <a:close/>
                </a:path>
              </a:pathLst>
            </a:custGeom>
            <a:ln w="12699">
              <a:solidFill>
                <a:srgbClr val="000000"/>
              </a:solidFill>
            </a:ln>
          </p:spPr>
          <p:txBody>
            <a:bodyPr wrap="square" lIns="0" tIns="0" rIns="0" bIns="0" rtlCol="0"/>
            <a:lstStyle/>
            <a:p>
              <a:endParaRPr/>
            </a:p>
          </p:txBody>
        </p:sp>
        <p:sp>
          <p:nvSpPr>
            <p:cNvPr id="44" name="object 44"/>
            <p:cNvSpPr/>
            <p:nvPr/>
          </p:nvSpPr>
          <p:spPr>
            <a:xfrm>
              <a:off x="7861300" y="2054225"/>
              <a:ext cx="0" cy="1079500"/>
            </a:xfrm>
            <a:custGeom>
              <a:avLst/>
              <a:gdLst/>
              <a:ahLst/>
              <a:cxnLst/>
              <a:rect l="l" t="t" r="r" b="b"/>
              <a:pathLst>
                <a:path h="1079500">
                  <a:moveTo>
                    <a:pt x="0" y="0"/>
                  </a:moveTo>
                  <a:lnTo>
                    <a:pt x="0" y="1079500"/>
                  </a:lnTo>
                </a:path>
              </a:pathLst>
            </a:custGeom>
            <a:ln w="12700">
              <a:solidFill>
                <a:srgbClr val="000000"/>
              </a:solidFill>
            </a:ln>
          </p:spPr>
          <p:txBody>
            <a:bodyPr wrap="square" lIns="0" tIns="0" rIns="0" bIns="0" rtlCol="0"/>
            <a:lstStyle/>
            <a:p>
              <a:endParaRPr/>
            </a:p>
          </p:txBody>
        </p:sp>
        <p:sp>
          <p:nvSpPr>
            <p:cNvPr id="45" name="object 45"/>
            <p:cNvSpPr/>
            <p:nvPr/>
          </p:nvSpPr>
          <p:spPr>
            <a:xfrm>
              <a:off x="8040751" y="3314700"/>
              <a:ext cx="647700" cy="0"/>
            </a:xfrm>
            <a:custGeom>
              <a:avLst/>
              <a:gdLst/>
              <a:ahLst/>
              <a:cxnLst/>
              <a:rect l="l" t="t" r="r" b="b"/>
              <a:pathLst>
                <a:path w="647700">
                  <a:moveTo>
                    <a:pt x="0" y="0"/>
                  </a:moveTo>
                  <a:lnTo>
                    <a:pt x="647700" y="0"/>
                  </a:lnTo>
                </a:path>
              </a:pathLst>
            </a:custGeom>
            <a:ln w="12700">
              <a:solidFill>
                <a:srgbClr val="000000"/>
              </a:solidFill>
            </a:ln>
          </p:spPr>
          <p:txBody>
            <a:bodyPr wrap="square" lIns="0" tIns="0" rIns="0" bIns="0" rtlCol="0"/>
            <a:lstStyle/>
            <a:p>
              <a:endParaRPr/>
            </a:p>
          </p:txBody>
        </p:sp>
        <p:sp>
          <p:nvSpPr>
            <p:cNvPr id="46" name="object 46"/>
            <p:cNvSpPr/>
            <p:nvPr/>
          </p:nvSpPr>
          <p:spPr>
            <a:xfrm>
              <a:off x="8996427" y="2001902"/>
              <a:ext cx="320675" cy="1184275"/>
            </a:xfrm>
            <a:custGeom>
              <a:avLst/>
              <a:gdLst/>
              <a:ahLst/>
              <a:cxnLst/>
              <a:rect l="l" t="t" r="r" b="b"/>
              <a:pathLst>
                <a:path w="320675" h="1184275">
                  <a:moveTo>
                    <a:pt x="0" y="1184148"/>
                  </a:moveTo>
                  <a:lnTo>
                    <a:pt x="320675" y="0"/>
                  </a:lnTo>
                </a:path>
              </a:pathLst>
            </a:custGeom>
            <a:ln w="12700">
              <a:solidFill>
                <a:srgbClr val="000000"/>
              </a:solidFill>
            </a:ln>
          </p:spPr>
          <p:txBody>
            <a:bodyPr wrap="square" lIns="0" tIns="0" rIns="0" bIns="0" rtlCol="0"/>
            <a:lstStyle/>
            <a:p>
              <a:endParaRPr/>
            </a:p>
          </p:txBody>
        </p:sp>
        <p:sp>
          <p:nvSpPr>
            <p:cNvPr id="47" name="object 47"/>
            <p:cNvSpPr/>
            <p:nvPr/>
          </p:nvSpPr>
          <p:spPr>
            <a:xfrm>
              <a:off x="8709026" y="2433701"/>
              <a:ext cx="968375" cy="393700"/>
            </a:xfrm>
            <a:custGeom>
              <a:avLst/>
              <a:gdLst/>
              <a:ahLst/>
              <a:cxnLst/>
              <a:rect l="l" t="t" r="r" b="b"/>
              <a:pathLst>
                <a:path w="968375" h="393700">
                  <a:moveTo>
                    <a:pt x="0" y="0"/>
                  </a:moveTo>
                  <a:lnTo>
                    <a:pt x="968375" y="393573"/>
                  </a:lnTo>
                </a:path>
              </a:pathLst>
            </a:custGeom>
            <a:ln w="12700">
              <a:solidFill>
                <a:srgbClr val="000000"/>
              </a:solidFill>
            </a:ln>
          </p:spPr>
          <p:txBody>
            <a:bodyPr wrap="square" lIns="0" tIns="0" rIns="0" bIns="0" rtlCol="0"/>
            <a:lstStyle/>
            <a:p>
              <a:endParaRPr/>
            </a:p>
          </p:txBody>
        </p:sp>
        <p:sp>
          <p:nvSpPr>
            <p:cNvPr id="48" name="object 48"/>
            <p:cNvSpPr txBox="1"/>
            <p:nvPr/>
          </p:nvSpPr>
          <p:spPr>
            <a:xfrm>
              <a:off x="7328153" y="1581403"/>
              <a:ext cx="260350" cy="292388"/>
            </a:xfrm>
            <a:prstGeom prst="rect">
              <a:avLst/>
            </a:prstGeom>
          </p:spPr>
          <p:txBody>
            <a:bodyPr vert="horz" wrap="square" lIns="0" tIns="0" rIns="0" bIns="0" rtlCol="0">
              <a:spAutoFit/>
            </a:bodyPr>
            <a:lstStyle/>
            <a:p>
              <a:pPr marL="12700"/>
              <a:r>
                <a:rPr sz="1900" i="1" spc="-60" dirty="0">
                  <a:latin typeface="Tahoma"/>
                  <a:cs typeface="Tahoma"/>
                </a:rPr>
                <a:t>V</a:t>
              </a:r>
              <a:r>
                <a:rPr sz="1450" i="1" spc="-30" dirty="0">
                  <a:latin typeface="Tahoma"/>
                  <a:cs typeface="Tahoma"/>
                </a:rPr>
                <a:t>0</a:t>
              </a:r>
              <a:endParaRPr sz="1450">
                <a:latin typeface="Tahoma"/>
                <a:cs typeface="Tahoma"/>
              </a:endParaRPr>
            </a:p>
          </p:txBody>
        </p:sp>
        <p:sp>
          <p:nvSpPr>
            <p:cNvPr id="49" name="object 49"/>
            <p:cNvSpPr txBox="1"/>
            <p:nvPr/>
          </p:nvSpPr>
          <p:spPr>
            <a:xfrm>
              <a:off x="7328153" y="3165728"/>
              <a:ext cx="609600" cy="292388"/>
            </a:xfrm>
            <a:prstGeom prst="rect">
              <a:avLst/>
            </a:prstGeom>
          </p:spPr>
          <p:txBody>
            <a:bodyPr vert="horz" wrap="square" lIns="0" tIns="0" rIns="0" bIns="0" rtlCol="0">
              <a:spAutoFit/>
            </a:bodyPr>
            <a:lstStyle/>
            <a:p>
              <a:pPr marL="12700">
                <a:tabLst>
                  <a:tab pos="471170" algn="l"/>
                </a:tabLst>
              </a:pPr>
              <a:r>
                <a:rPr sz="1900" i="1" spc="-55" dirty="0">
                  <a:latin typeface="Tahoma"/>
                  <a:cs typeface="Tahoma"/>
                </a:rPr>
                <a:t>V</a:t>
              </a:r>
              <a:r>
                <a:rPr sz="1450" i="1" spc="-30" dirty="0">
                  <a:latin typeface="Tahoma"/>
                  <a:cs typeface="Tahoma"/>
                </a:rPr>
                <a:t>1</a:t>
              </a:r>
              <a:r>
                <a:rPr sz="1450" i="1" dirty="0">
                  <a:latin typeface="Tahoma"/>
                  <a:cs typeface="Tahoma"/>
                </a:rPr>
                <a:t>	</a:t>
              </a:r>
              <a:r>
                <a:rPr dirty="0">
                  <a:latin typeface="Tahoma"/>
                  <a:cs typeface="Tahoma"/>
                </a:rPr>
                <a:t>6</a:t>
              </a:r>
              <a:endParaRPr>
                <a:latin typeface="Tahoma"/>
                <a:cs typeface="Tahoma"/>
              </a:endParaRPr>
            </a:p>
          </p:txBody>
        </p:sp>
        <p:sp>
          <p:nvSpPr>
            <p:cNvPr id="50" name="object 50"/>
            <p:cNvSpPr txBox="1"/>
            <p:nvPr/>
          </p:nvSpPr>
          <p:spPr>
            <a:xfrm>
              <a:off x="8795132" y="3165728"/>
              <a:ext cx="593725" cy="292388"/>
            </a:xfrm>
            <a:prstGeom prst="rect">
              <a:avLst/>
            </a:prstGeom>
          </p:spPr>
          <p:txBody>
            <a:bodyPr vert="horz" wrap="square" lIns="0" tIns="0" rIns="0" bIns="0" rtlCol="0">
              <a:spAutoFit/>
            </a:bodyPr>
            <a:lstStyle/>
            <a:p>
              <a:pPr marL="12700">
                <a:tabLst>
                  <a:tab pos="345440" algn="l"/>
                </a:tabLst>
              </a:pPr>
              <a:r>
                <a:rPr dirty="0">
                  <a:latin typeface="Tahoma"/>
                  <a:cs typeface="Tahoma"/>
                </a:rPr>
                <a:t>9	</a:t>
              </a:r>
              <a:r>
                <a:rPr sz="1900" i="1" spc="-55" dirty="0">
                  <a:latin typeface="Tahoma"/>
                  <a:cs typeface="Tahoma"/>
                </a:rPr>
                <a:t>V</a:t>
              </a:r>
              <a:r>
                <a:rPr sz="1450" i="1" spc="-30" dirty="0">
                  <a:latin typeface="Tahoma"/>
                  <a:cs typeface="Tahoma"/>
                </a:rPr>
                <a:t>2</a:t>
              </a:r>
              <a:endParaRPr sz="1450">
                <a:latin typeface="Tahoma"/>
                <a:cs typeface="Tahoma"/>
              </a:endParaRPr>
            </a:p>
          </p:txBody>
        </p:sp>
        <p:sp>
          <p:nvSpPr>
            <p:cNvPr id="51" name="object 51"/>
            <p:cNvSpPr txBox="1"/>
            <p:nvPr/>
          </p:nvSpPr>
          <p:spPr>
            <a:xfrm>
              <a:off x="9271507" y="1365250"/>
              <a:ext cx="250190" cy="659130"/>
            </a:xfrm>
            <a:prstGeom prst="rect">
              <a:avLst/>
            </a:prstGeom>
          </p:spPr>
          <p:txBody>
            <a:bodyPr vert="horz" wrap="square" lIns="0" tIns="0" rIns="0" bIns="0" rtlCol="0">
              <a:spAutoFit/>
            </a:bodyPr>
            <a:lstStyle/>
            <a:p>
              <a:pPr algn="ctr">
                <a:lnSpc>
                  <a:spcPct val="100000"/>
                </a:lnSpc>
              </a:pPr>
              <a:r>
                <a:rPr sz="1900" i="1" spc="-55" dirty="0">
                  <a:latin typeface="Tahoma"/>
                  <a:cs typeface="Tahoma"/>
                </a:rPr>
                <a:t>V</a:t>
              </a:r>
              <a:r>
                <a:rPr sz="1250" i="1" spc="-30" dirty="0">
                  <a:latin typeface="Tahoma"/>
                  <a:cs typeface="Tahoma"/>
                </a:rPr>
                <a:t>3</a:t>
              </a:r>
              <a:endParaRPr sz="1250">
                <a:latin typeface="Tahoma"/>
                <a:cs typeface="Tahoma"/>
              </a:endParaRPr>
            </a:p>
            <a:p>
              <a:pPr marL="99695" algn="ctr">
                <a:spcBef>
                  <a:spcPts val="635"/>
                </a:spcBef>
              </a:pPr>
              <a:r>
                <a:rPr dirty="0">
                  <a:latin typeface="Tahoma"/>
                  <a:cs typeface="Tahoma"/>
                </a:rPr>
                <a:t>7</a:t>
              </a:r>
              <a:endParaRPr>
                <a:latin typeface="Tahoma"/>
                <a:cs typeface="Tahoma"/>
              </a:endParaRPr>
            </a:p>
          </p:txBody>
        </p:sp>
        <p:sp>
          <p:nvSpPr>
            <p:cNvPr id="52" name="object 52"/>
            <p:cNvSpPr txBox="1"/>
            <p:nvPr/>
          </p:nvSpPr>
          <p:spPr>
            <a:xfrm>
              <a:off x="8407655" y="1797177"/>
              <a:ext cx="313055" cy="659130"/>
            </a:xfrm>
            <a:prstGeom prst="rect">
              <a:avLst/>
            </a:prstGeom>
          </p:spPr>
          <p:txBody>
            <a:bodyPr vert="horz" wrap="square" lIns="0" tIns="0" rIns="0" bIns="0" rtlCol="0">
              <a:spAutoFit/>
            </a:bodyPr>
            <a:lstStyle/>
            <a:p>
              <a:pPr marL="50165" indent="-38100"/>
              <a:r>
                <a:rPr sz="1900" i="1" spc="-40" dirty="0">
                  <a:latin typeface="Tahoma"/>
                  <a:cs typeface="Tahoma"/>
                </a:rPr>
                <a:t>V</a:t>
              </a:r>
              <a:r>
                <a:rPr sz="1450" i="1" spc="-40" dirty="0">
                  <a:latin typeface="Tahoma"/>
                  <a:cs typeface="Tahoma"/>
                </a:rPr>
                <a:t>4</a:t>
              </a:r>
              <a:endParaRPr sz="1450">
                <a:latin typeface="Tahoma"/>
                <a:cs typeface="Tahoma"/>
              </a:endParaRPr>
            </a:p>
            <a:p>
              <a:pPr marL="50165">
                <a:spcBef>
                  <a:spcPts val="635"/>
                </a:spcBef>
              </a:pPr>
              <a:r>
                <a:rPr dirty="0">
                  <a:latin typeface="Tahoma"/>
                  <a:cs typeface="Tahoma"/>
                </a:rPr>
                <a:t>10</a:t>
              </a:r>
              <a:endParaRPr>
                <a:latin typeface="Tahoma"/>
                <a:cs typeface="Tahoma"/>
              </a:endParaRPr>
            </a:p>
          </p:txBody>
        </p:sp>
        <p:sp>
          <p:nvSpPr>
            <p:cNvPr id="53" name="object 53"/>
            <p:cNvSpPr txBox="1"/>
            <p:nvPr/>
          </p:nvSpPr>
          <p:spPr>
            <a:xfrm>
              <a:off x="9632061" y="2518028"/>
              <a:ext cx="313055" cy="588010"/>
            </a:xfrm>
            <a:prstGeom prst="rect">
              <a:avLst/>
            </a:prstGeom>
          </p:spPr>
          <p:txBody>
            <a:bodyPr vert="horz" wrap="square" lIns="0" tIns="0" rIns="0" bIns="0" rtlCol="0">
              <a:spAutoFit/>
            </a:bodyPr>
            <a:lstStyle/>
            <a:p>
              <a:pPr marL="12700"/>
              <a:r>
                <a:rPr sz="1900" i="1" spc="-40" dirty="0">
                  <a:latin typeface="Tahoma"/>
                  <a:cs typeface="Tahoma"/>
                </a:rPr>
                <a:t>V</a:t>
              </a:r>
              <a:r>
                <a:rPr sz="1450" i="1" spc="-40" dirty="0">
                  <a:latin typeface="Tahoma"/>
                  <a:cs typeface="Tahoma"/>
                </a:rPr>
                <a:t>5</a:t>
              </a:r>
              <a:endParaRPr sz="1450">
                <a:latin typeface="Tahoma"/>
                <a:cs typeface="Tahoma"/>
              </a:endParaRPr>
            </a:p>
            <a:p>
              <a:pPr marL="50165">
                <a:spcBef>
                  <a:spcPts val="75"/>
                </a:spcBef>
              </a:pPr>
              <a:r>
                <a:rPr dirty="0">
                  <a:latin typeface="Tahoma"/>
                  <a:cs typeface="Tahoma"/>
                </a:rPr>
                <a:t>11</a:t>
              </a:r>
              <a:endParaRPr>
                <a:latin typeface="Tahoma"/>
                <a:cs typeface="Tahoma"/>
              </a:endParaRPr>
            </a:p>
          </p:txBody>
        </p:sp>
      </p:grpSp>
      <p:sp>
        <p:nvSpPr>
          <p:cNvPr id="54" name="object 54"/>
          <p:cNvSpPr txBox="1"/>
          <p:nvPr/>
        </p:nvSpPr>
        <p:spPr>
          <a:xfrm>
            <a:off x="876343" y="5839655"/>
            <a:ext cx="10053347" cy="430887"/>
          </a:xfrm>
          <a:prstGeom prst="rect">
            <a:avLst/>
          </a:prstGeom>
        </p:spPr>
        <p:txBody>
          <a:bodyPr vert="horz" wrap="square" lIns="0" tIns="0" rIns="0" bIns="0" rtlCol="0">
            <a:spAutoFit/>
          </a:bodyPr>
          <a:lstStyle/>
          <a:p>
            <a:pPr marL="12700"/>
            <a:r>
              <a:rPr sz="2000" u="sng" spc="-5" dirty="0">
                <a:solidFill>
                  <a:schemeClr val="bg2">
                    <a:lumMod val="20000"/>
                    <a:lumOff val="80000"/>
                  </a:schemeClr>
                </a:solidFill>
                <a:latin typeface="HP Simplified" panose="020B0604020204020204" pitchFamily="34" charset="0"/>
                <a:cs typeface="Arial"/>
              </a:rPr>
              <a:t>Caso</a:t>
            </a:r>
            <a:r>
              <a:rPr sz="2000" u="heavy" spc="-5" dirty="0">
                <a:solidFill>
                  <a:schemeClr val="bg2">
                    <a:lumMod val="20000"/>
                    <a:lumOff val="80000"/>
                  </a:schemeClr>
                </a:solidFill>
                <a:latin typeface="HP Simplified" panose="020B0604020204020204" pitchFamily="34" charset="0"/>
                <a:cs typeface="Arial"/>
              </a:rPr>
              <a:t> </a:t>
            </a:r>
            <a:r>
              <a:rPr sz="2000" u="sng" spc="-5" dirty="0">
                <a:solidFill>
                  <a:schemeClr val="bg2">
                    <a:lumMod val="20000"/>
                    <a:lumOff val="80000"/>
                  </a:schemeClr>
                </a:solidFill>
                <a:latin typeface="HP Simplified" panose="020B0604020204020204" pitchFamily="34" charset="0"/>
                <a:cs typeface="Arial"/>
              </a:rPr>
              <a:t>especial</a:t>
            </a:r>
            <a:r>
              <a:rPr sz="2000" spc="-5" dirty="0">
                <a:solidFill>
                  <a:schemeClr val="bg2">
                    <a:lumMod val="20000"/>
                    <a:lumOff val="80000"/>
                  </a:schemeClr>
                </a:solidFill>
                <a:latin typeface="HP Simplified" panose="020B0604020204020204" pitchFamily="34" charset="0"/>
                <a:cs typeface="Arial"/>
              </a:rPr>
              <a:t>: cuando hay un lazo se considera</a:t>
            </a:r>
            <a:r>
              <a:rPr sz="2000" spc="50" dirty="0">
                <a:solidFill>
                  <a:schemeClr val="bg2">
                    <a:lumMod val="20000"/>
                    <a:lumOff val="80000"/>
                  </a:schemeClr>
                </a:solidFill>
                <a:latin typeface="HP Simplified" panose="020B0604020204020204" pitchFamily="34" charset="0"/>
                <a:cs typeface="Arial"/>
              </a:rPr>
              <a:t> </a:t>
            </a:r>
            <a:r>
              <a:rPr sz="2800" spc="-5" dirty="0">
                <a:solidFill>
                  <a:schemeClr val="bg2">
                    <a:lumMod val="20000"/>
                    <a:lumOff val="80000"/>
                  </a:schemeClr>
                </a:solidFill>
                <a:latin typeface="HP Simplified" panose="020B0604020204020204" pitchFamily="34" charset="0"/>
                <a:cs typeface="Arial"/>
              </a:rPr>
              <a:t>a</a:t>
            </a:r>
            <a:r>
              <a:rPr sz="2000" spc="-5" dirty="0">
                <a:solidFill>
                  <a:schemeClr val="bg2">
                    <a:lumMod val="20000"/>
                    <a:lumOff val="80000"/>
                  </a:schemeClr>
                </a:solidFill>
                <a:latin typeface="HP Simplified" panose="020B0604020204020204" pitchFamily="34" charset="0"/>
                <a:cs typeface="Arial"/>
              </a:rPr>
              <a:t>ij=1</a:t>
            </a:r>
            <a:endParaRPr sz="2000" dirty="0">
              <a:solidFill>
                <a:schemeClr val="bg2">
                  <a:lumMod val="20000"/>
                  <a:lumOff val="80000"/>
                </a:schemeClr>
              </a:solidFill>
              <a:latin typeface="HP Simplified" panose="020B0604020204020204" pitchFamily="34" charset="0"/>
              <a:cs typeface="Arial"/>
            </a:endParaRPr>
          </a:p>
        </p:txBody>
      </p:sp>
    </p:spTree>
    <p:extLst>
      <p:ext uri="{BB962C8B-B14F-4D97-AF65-F5344CB8AC3E}">
        <p14:creationId xmlns:p14="http://schemas.microsoft.com/office/powerpoint/2010/main" val="267599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7496" y="221134"/>
            <a:ext cx="10396882" cy="1151965"/>
          </a:xfrm>
          <a:prstGeom prst="rect">
            <a:avLst/>
          </a:prstGeom>
        </p:spPr>
        <p:txBody>
          <a:bodyPr vert="horz" wrap="square" lIns="0" tIns="0" rIns="0" bIns="0" rtlCol="0" anchor="ctr">
            <a:spAutoFit/>
          </a:bodyPr>
          <a:lstStyle/>
          <a:p>
            <a:pPr marL="12700" marR="5080">
              <a:lnSpc>
                <a:spcPct val="100000"/>
              </a:lnSpc>
            </a:pPr>
            <a:r>
              <a:rPr spc="-5" dirty="0"/>
              <a:t>Matriz de Adyacencia</a:t>
            </a:r>
            <a:r>
              <a:rPr spc="-229" dirty="0"/>
              <a:t> </a:t>
            </a:r>
            <a:r>
              <a:rPr spc="-5" dirty="0"/>
              <a:t>[A]  (digrafos)</a:t>
            </a:r>
          </a:p>
        </p:txBody>
      </p:sp>
      <p:sp>
        <p:nvSpPr>
          <p:cNvPr id="3" name="object 3"/>
          <p:cNvSpPr txBox="1"/>
          <p:nvPr/>
        </p:nvSpPr>
        <p:spPr>
          <a:xfrm>
            <a:off x="647495" y="1318033"/>
            <a:ext cx="3316555" cy="369332"/>
          </a:xfrm>
          <a:prstGeom prst="rect">
            <a:avLst/>
          </a:prstGeom>
        </p:spPr>
        <p:txBody>
          <a:bodyPr vert="horz" wrap="square" lIns="0" tIns="0" rIns="0" bIns="0" rtlCol="0">
            <a:spAutoFit/>
          </a:bodyPr>
          <a:lstStyle/>
          <a:p>
            <a:pPr marL="12700"/>
            <a:r>
              <a:rPr sz="1900" spc="225" dirty="0">
                <a:solidFill>
                  <a:srgbClr val="696363"/>
                </a:solidFill>
                <a:latin typeface="HP Simplified" panose="020B0604020204020204" pitchFamily="34" charset="0"/>
                <a:cs typeface="Wingdings"/>
              </a:rPr>
              <a:t></a:t>
            </a:r>
            <a:r>
              <a:rPr sz="1900" spc="225" dirty="0">
                <a:solidFill>
                  <a:srgbClr val="696363"/>
                </a:solidFill>
                <a:latin typeface="HP Simplified" panose="020B0604020204020204" pitchFamily="34" charset="0"/>
                <a:cs typeface="Times New Roman"/>
              </a:rPr>
              <a:t> </a:t>
            </a:r>
            <a:r>
              <a:rPr sz="2400" u="sng" spc="-5" dirty="0">
                <a:solidFill>
                  <a:srgbClr val="002850"/>
                </a:solidFill>
                <a:latin typeface="HP Simplified" panose="020B0604020204020204" pitchFamily="34" charset="0"/>
                <a:cs typeface="Arial Narrow"/>
              </a:rPr>
              <a:t>Para </a:t>
            </a:r>
            <a:r>
              <a:rPr sz="2400" b="1" u="sng" dirty="0">
                <a:solidFill>
                  <a:srgbClr val="002850"/>
                </a:solidFill>
                <a:latin typeface="HP Simplified" panose="020B0604020204020204" pitchFamily="34" charset="0"/>
                <a:cs typeface="Arial Narrow"/>
              </a:rPr>
              <a:t>Digrafos</a:t>
            </a:r>
            <a:endParaRPr sz="2400" u="sng" dirty="0">
              <a:latin typeface="HP Simplified" panose="020B0604020204020204" pitchFamily="34" charset="0"/>
              <a:cs typeface="Arial Narrow"/>
            </a:endParaRPr>
          </a:p>
        </p:txBody>
      </p:sp>
      <p:sp>
        <p:nvSpPr>
          <p:cNvPr id="4" name="object 4"/>
          <p:cNvSpPr/>
          <p:nvPr/>
        </p:nvSpPr>
        <p:spPr>
          <a:xfrm>
            <a:off x="4459223" y="2620083"/>
            <a:ext cx="360680" cy="360680"/>
          </a:xfrm>
          <a:custGeom>
            <a:avLst/>
            <a:gdLst/>
            <a:ahLst/>
            <a:cxnLst/>
            <a:rect l="l" t="t" r="r" b="b"/>
            <a:pathLst>
              <a:path w="360679" h="360679">
                <a:moveTo>
                  <a:pt x="180212" y="0"/>
                </a:moveTo>
                <a:lnTo>
                  <a:pt x="132291" y="6434"/>
                </a:lnTo>
                <a:lnTo>
                  <a:pt x="89238" y="24595"/>
                </a:lnTo>
                <a:lnTo>
                  <a:pt x="52768" y="52768"/>
                </a:lnTo>
                <a:lnTo>
                  <a:pt x="24595" y="89238"/>
                </a:lnTo>
                <a:lnTo>
                  <a:pt x="6434" y="132291"/>
                </a:lnTo>
                <a:lnTo>
                  <a:pt x="0" y="180212"/>
                </a:lnTo>
                <a:lnTo>
                  <a:pt x="6434" y="228090"/>
                </a:lnTo>
                <a:lnTo>
                  <a:pt x="24595" y="271130"/>
                </a:lnTo>
                <a:lnTo>
                  <a:pt x="52768" y="307609"/>
                </a:lnTo>
                <a:lnTo>
                  <a:pt x="89238" y="335802"/>
                </a:lnTo>
                <a:lnTo>
                  <a:pt x="132291" y="353982"/>
                </a:lnTo>
                <a:lnTo>
                  <a:pt x="180212" y="360425"/>
                </a:lnTo>
                <a:lnTo>
                  <a:pt x="228080" y="353982"/>
                </a:lnTo>
                <a:lnTo>
                  <a:pt x="271097" y="335802"/>
                </a:lnTo>
                <a:lnTo>
                  <a:pt x="307546" y="307609"/>
                </a:lnTo>
                <a:lnTo>
                  <a:pt x="335708" y="271130"/>
                </a:lnTo>
                <a:lnTo>
                  <a:pt x="353864" y="228090"/>
                </a:lnTo>
                <a:lnTo>
                  <a:pt x="360299" y="180212"/>
                </a:lnTo>
                <a:lnTo>
                  <a:pt x="353864" y="132291"/>
                </a:lnTo>
                <a:lnTo>
                  <a:pt x="335708" y="89238"/>
                </a:lnTo>
                <a:lnTo>
                  <a:pt x="307546" y="52768"/>
                </a:lnTo>
                <a:lnTo>
                  <a:pt x="271097" y="24595"/>
                </a:lnTo>
                <a:lnTo>
                  <a:pt x="228080" y="6434"/>
                </a:lnTo>
                <a:lnTo>
                  <a:pt x="180212" y="0"/>
                </a:lnTo>
                <a:close/>
              </a:path>
            </a:pathLst>
          </a:custGeom>
          <a:solidFill>
            <a:srgbClr val="FFFF00"/>
          </a:solidFill>
        </p:spPr>
        <p:txBody>
          <a:bodyPr wrap="square" lIns="0" tIns="0" rIns="0" bIns="0" rtlCol="0"/>
          <a:lstStyle/>
          <a:p>
            <a:endParaRPr/>
          </a:p>
        </p:txBody>
      </p:sp>
      <p:sp>
        <p:nvSpPr>
          <p:cNvPr id="5" name="object 5"/>
          <p:cNvSpPr/>
          <p:nvPr/>
        </p:nvSpPr>
        <p:spPr>
          <a:xfrm>
            <a:off x="4459223" y="2620083"/>
            <a:ext cx="360680" cy="360680"/>
          </a:xfrm>
          <a:custGeom>
            <a:avLst/>
            <a:gdLst/>
            <a:ahLst/>
            <a:cxnLst/>
            <a:rect l="l" t="t" r="r" b="b"/>
            <a:pathLst>
              <a:path w="360679" h="360679">
                <a:moveTo>
                  <a:pt x="0" y="180212"/>
                </a:moveTo>
                <a:lnTo>
                  <a:pt x="6434" y="132291"/>
                </a:lnTo>
                <a:lnTo>
                  <a:pt x="24595" y="89238"/>
                </a:lnTo>
                <a:lnTo>
                  <a:pt x="52768" y="52768"/>
                </a:lnTo>
                <a:lnTo>
                  <a:pt x="89238" y="24595"/>
                </a:lnTo>
                <a:lnTo>
                  <a:pt x="132291" y="6434"/>
                </a:lnTo>
                <a:lnTo>
                  <a:pt x="180212" y="0"/>
                </a:lnTo>
                <a:lnTo>
                  <a:pt x="228080" y="6434"/>
                </a:lnTo>
                <a:lnTo>
                  <a:pt x="271097" y="24595"/>
                </a:lnTo>
                <a:lnTo>
                  <a:pt x="307546" y="52768"/>
                </a:lnTo>
                <a:lnTo>
                  <a:pt x="335708" y="89238"/>
                </a:lnTo>
                <a:lnTo>
                  <a:pt x="353864" y="132291"/>
                </a:lnTo>
                <a:lnTo>
                  <a:pt x="360299" y="180212"/>
                </a:lnTo>
                <a:lnTo>
                  <a:pt x="353864" y="228090"/>
                </a:lnTo>
                <a:lnTo>
                  <a:pt x="335708" y="271130"/>
                </a:lnTo>
                <a:lnTo>
                  <a:pt x="307546" y="307609"/>
                </a:lnTo>
                <a:lnTo>
                  <a:pt x="271097" y="335802"/>
                </a:lnTo>
                <a:lnTo>
                  <a:pt x="228080" y="353982"/>
                </a:lnTo>
                <a:lnTo>
                  <a:pt x="180212" y="360425"/>
                </a:lnTo>
                <a:lnTo>
                  <a:pt x="132291" y="353982"/>
                </a:lnTo>
                <a:lnTo>
                  <a:pt x="89238" y="335802"/>
                </a:lnTo>
                <a:lnTo>
                  <a:pt x="52768" y="307609"/>
                </a:lnTo>
                <a:lnTo>
                  <a:pt x="24595" y="271130"/>
                </a:lnTo>
                <a:lnTo>
                  <a:pt x="6434" y="228090"/>
                </a:lnTo>
                <a:lnTo>
                  <a:pt x="0" y="180212"/>
                </a:lnTo>
                <a:close/>
              </a:path>
            </a:pathLst>
          </a:custGeom>
          <a:ln w="12699">
            <a:solidFill>
              <a:srgbClr val="000000"/>
            </a:solidFill>
          </a:ln>
        </p:spPr>
        <p:txBody>
          <a:bodyPr wrap="square" lIns="0" tIns="0" rIns="0" bIns="0" rtlCol="0"/>
          <a:lstStyle/>
          <a:p>
            <a:endParaRPr/>
          </a:p>
        </p:txBody>
      </p:sp>
      <p:sp>
        <p:nvSpPr>
          <p:cNvPr id="6" name="object 6"/>
          <p:cNvSpPr txBox="1"/>
          <p:nvPr/>
        </p:nvSpPr>
        <p:spPr>
          <a:xfrm>
            <a:off x="4496815" y="2662375"/>
            <a:ext cx="288290" cy="276999"/>
          </a:xfrm>
          <a:prstGeom prst="rect">
            <a:avLst/>
          </a:prstGeom>
        </p:spPr>
        <p:txBody>
          <a:bodyPr vert="horz" wrap="square" lIns="0" tIns="0" rIns="0" bIns="0" rtlCol="0">
            <a:spAutoFit/>
          </a:bodyPr>
          <a:lstStyle/>
          <a:p>
            <a:pPr marL="12700"/>
            <a:r>
              <a:rPr spc="5" dirty="0">
                <a:latin typeface="Tahoma"/>
                <a:cs typeface="Tahoma"/>
              </a:rPr>
              <a:t>V2</a:t>
            </a:r>
            <a:endParaRPr>
              <a:latin typeface="Tahoma"/>
              <a:cs typeface="Tahoma"/>
            </a:endParaRPr>
          </a:p>
        </p:txBody>
      </p:sp>
      <p:sp>
        <p:nvSpPr>
          <p:cNvPr id="7" name="object 7"/>
          <p:cNvSpPr/>
          <p:nvPr/>
        </p:nvSpPr>
        <p:spPr>
          <a:xfrm>
            <a:off x="3883024" y="4059881"/>
            <a:ext cx="360680" cy="360680"/>
          </a:xfrm>
          <a:custGeom>
            <a:avLst/>
            <a:gdLst/>
            <a:ahLst/>
            <a:cxnLst/>
            <a:rect l="l" t="t" r="r" b="b"/>
            <a:pathLst>
              <a:path w="360680" h="360679">
                <a:moveTo>
                  <a:pt x="180086" y="0"/>
                </a:moveTo>
                <a:lnTo>
                  <a:pt x="132218" y="6443"/>
                </a:lnTo>
                <a:lnTo>
                  <a:pt x="89201" y="24623"/>
                </a:lnTo>
                <a:lnTo>
                  <a:pt x="52752" y="52816"/>
                </a:lnTo>
                <a:lnTo>
                  <a:pt x="24579" y="89323"/>
                </a:lnTo>
                <a:lnTo>
                  <a:pt x="6432" y="132344"/>
                </a:lnTo>
                <a:lnTo>
                  <a:pt x="0" y="180212"/>
                </a:lnTo>
                <a:lnTo>
                  <a:pt x="6434" y="228134"/>
                </a:lnTo>
                <a:lnTo>
                  <a:pt x="24590" y="271187"/>
                </a:lnTo>
                <a:lnTo>
                  <a:pt x="52752" y="307657"/>
                </a:lnTo>
                <a:lnTo>
                  <a:pt x="89201" y="335830"/>
                </a:lnTo>
                <a:lnTo>
                  <a:pt x="132218" y="353991"/>
                </a:lnTo>
                <a:lnTo>
                  <a:pt x="180086" y="360425"/>
                </a:lnTo>
                <a:lnTo>
                  <a:pt x="228007" y="353991"/>
                </a:lnTo>
                <a:lnTo>
                  <a:pt x="271060" y="335830"/>
                </a:lnTo>
                <a:lnTo>
                  <a:pt x="307530" y="307657"/>
                </a:lnTo>
                <a:lnTo>
                  <a:pt x="335703" y="271187"/>
                </a:lnTo>
                <a:lnTo>
                  <a:pt x="353864" y="228134"/>
                </a:lnTo>
                <a:lnTo>
                  <a:pt x="360299" y="180212"/>
                </a:lnTo>
                <a:lnTo>
                  <a:pt x="353860" y="132335"/>
                </a:lnTo>
                <a:lnTo>
                  <a:pt x="335681" y="89295"/>
                </a:lnTo>
                <a:lnTo>
                  <a:pt x="307530" y="52863"/>
                </a:lnTo>
                <a:lnTo>
                  <a:pt x="271060" y="24680"/>
                </a:lnTo>
                <a:lnTo>
                  <a:pt x="228007" y="6487"/>
                </a:lnTo>
                <a:lnTo>
                  <a:pt x="180086" y="0"/>
                </a:lnTo>
                <a:close/>
              </a:path>
            </a:pathLst>
          </a:custGeom>
          <a:solidFill>
            <a:srgbClr val="FFFF00"/>
          </a:solidFill>
        </p:spPr>
        <p:txBody>
          <a:bodyPr wrap="square" lIns="0" tIns="0" rIns="0" bIns="0" rtlCol="0"/>
          <a:lstStyle/>
          <a:p>
            <a:endParaRPr/>
          </a:p>
        </p:txBody>
      </p:sp>
      <p:sp>
        <p:nvSpPr>
          <p:cNvPr id="8" name="object 8"/>
          <p:cNvSpPr/>
          <p:nvPr/>
        </p:nvSpPr>
        <p:spPr>
          <a:xfrm>
            <a:off x="3883024" y="4059881"/>
            <a:ext cx="360680" cy="360680"/>
          </a:xfrm>
          <a:custGeom>
            <a:avLst/>
            <a:gdLst/>
            <a:ahLst/>
            <a:cxnLst/>
            <a:rect l="l" t="t" r="r" b="b"/>
            <a:pathLst>
              <a:path w="360680" h="360679">
                <a:moveTo>
                  <a:pt x="0" y="180212"/>
                </a:moveTo>
                <a:lnTo>
                  <a:pt x="6434" y="132335"/>
                </a:lnTo>
                <a:lnTo>
                  <a:pt x="24590" y="89295"/>
                </a:lnTo>
                <a:lnTo>
                  <a:pt x="52752" y="52816"/>
                </a:lnTo>
                <a:lnTo>
                  <a:pt x="89201" y="24623"/>
                </a:lnTo>
                <a:lnTo>
                  <a:pt x="132218" y="6443"/>
                </a:lnTo>
                <a:lnTo>
                  <a:pt x="180086" y="0"/>
                </a:lnTo>
                <a:lnTo>
                  <a:pt x="228007" y="6487"/>
                </a:lnTo>
                <a:lnTo>
                  <a:pt x="271060" y="24680"/>
                </a:lnTo>
                <a:lnTo>
                  <a:pt x="307530" y="52863"/>
                </a:lnTo>
                <a:lnTo>
                  <a:pt x="335703" y="89323"/>
                </a:lnTo>
                <a:lnTo>
                  <a:pt x="353864" y="132344"/>
                </a:lnTo>
                <a:lnTo>
                  <a:pt x="360299" y="180212"/>
                </a:lnTo>
                <a:lnTo>
                  <a:pt x="353864" y="228134"/>
                </a:lnTo>
                <a:lnTo>
                  <a:pt x="335703" y="271187"/>
                </a:lnTo>
                <a:lnTo>
                  <a:pt x="307530" y="307657"/>
                </a:lnTo>
                <a:lnTo>
                  <a:pt x="271060" y="335830"/>
                </a:lnTo>
                <a:lnTo>
                  <a:pt x="228007" y="353991"/>
                </a:lnTo>
                <a:lnTo>
                  <a:pt x="180086" y="360425"/>
                </a:lnTo>
                <a:lnTo>
                  <a:pt x="132218" y="353991"/>
                </a:lnTo>
                <a:lnTo>
                  <a:pt x="89201" y="335830"/>
                </a:lnTo>
                <a:lnTo>
                  <a:pt x="52752" y="307657"/>
                </a:lnTo>
                <a:lnTo>
                  <a:pt x="24590" y="271187"/>
                </a:lnTo>
                <a:lnTo>
                  <a:pt x="6434" y="228134"/>
                </a:lnTo>
                <a:lnTo>
                  <a:pt x="0" y="180212"/>
                </a:lnTo>
                <a:close/>
              </a:path>
            </a:pathLst>
          </a:custGeom>
          <a:ln w="12699">
            <a:solidFill>
              <a:srgbClr val="000000"/>
            </a:solidFill>
          </a:ln>
        </p:spPr>
        <p:txBody>
          <a:bodyPr wrap="square" lIns="0" tIns="0" rIns="0" bIns="0" rtlCol="0"/>
          <a:lstStyle/>
          <a:p>
            <a:endParaRPr/>
          </a:p>
        </p:txBody>
      </p:sp>
      <p:sp>
        <p:nvSpPr>
          <p:cNvPr id="9" name="object 9"/>
          <p:cNvSpPr/>
          <p:nvPr/>
        </p:nvSpPr>
        <p:spPr>
          <a:xfrm>
            <a:off x="2657410" y="2688409"/>
            <a:ext cx="360680" cy="360680"/>
          </a:xfrm>
          <a:custGeom>
            <a:avLst/>
            <a:gdLst/>
            <a:ahLst/>
            <a:cxnLst/>
            <a:rect l="l" t="t" r="r" b="b"/>
            <a:pathLst>
              <a:path w="360680" h="360679">
                <a:moveTo>
                  <a:pt x="180149" y="0"/>
                </a:moveTo>
                <a:lnTo>
                  <a:pt x="132276" y="6434"/>
                </a:lnTo>
                <a:lnTo>
                  <a:pt x="89248" y="24590"/>
                </a:lnTo>
                <a:lnTo>
                  <a:pt x="52784" y="52752"/>
                </a:lnTo>
                <a:lnTo>
                  <a:pt x="24607" y="89201"/>
                </a:lnTo>
                <a:lnTo>
                  <a:pt x="6438" y="132218"/>
                </a:lnTo>
                <a:lnTo>
                  <a:pt x="0" y="180086"/>
                </a:lnTo>
                <a:lnTo>
                  <a:pt x="6438" y="228007"/>
                </a:lnTo>
                <a:lnTo>
                  <a:pt x="24607" y="271060"/>
                </a:lnTo>
                <a:lnTo>
                  <a:pt x="52784" y="307530"/>
                </a:lnTo>
                <a:lnTo>
                  <a:pt x="89248" y="335703"/>
                </a:lnTo>
                <a:lnTo>
                  <a:pt x="132276" y="353864"/>
                </a:lnTo>
                <a:lnTo>
                  <a:pt x="180149" y="360299"/>
                </a:lnTo>
                <a:lnTo>
                  <a:pt x="228070" y="353864"/>
                </a:lnTo>
                <a:lnTo>
                  <a:pt x="271123" y="335703"/>
                </a:lnTo>
                <a:lnTo>
                  <a:pt x="307594" y="307530"/>
                </a:lnTo>
                <a:lnTo>
                  <a:pt x="335766" y="271060"/>
                </a:lnTo>
                <a:lnTo>
                  <a:pt x="353927" y="228007"/>
                </a:lnTo>
                <a:lnTo>
                  <a:pt x="360362" y="180086"/>
                </a:lnTo>
                <a:lnTo>
                  <a:pt x="353927" y="132218"/>
                </a:lnTo>
                <a:lnTo>
                  <a:pt x="335766" y="89201"/>
                </a:lnTo>
                <a:lnTo>
                  <a:pt x="307594" y="52752"/>
                </a:lnTo>
                <a:lnTo>
                  <a:pt x="271123" y="24590"/>
                </a:lnTo>
                <a:lnTo>
                  <a:pt x="228070" y="6434"/>
                </a:lnTo>
                <a:lnTo>
                  <a:pt x="180149" y="0"/>
                </a:lnTo>
                <a:close/>
              </a:path>
            </a:pathLst>
          </a:custGeom>
          <a:solidFill>
            <a:srgbClr val="FFFF00"/>
          </a:solidFill>
        </p:spPr>
        <p:txBody>
          <a:bodyPr wrap="square" lIns="0" tIns="0" rIns="0" bIns="0" rtlCol="0"/>
          <a:lstStyle/>
          <a:p>
            <a:endParaRPr/>
          </a:p>
        </p:txBody>
      </p:sp>
      <p:sp>
        <p:nvSpPr>
          <p:cNvPr id="10" name="object 10"/>
          <p:cNvSpPr/>
          <p:nvPr/>
        </p:nvSpPr>
        <p:spPr>
          <a:xfrm>
            <a:off x="2657410" y="2688409"/>
            <a:ext cx="360680" cy="360680"/>
          </a:xfrm>
          <a:custGeom>
            <a:avLst/>
            <a:gdLst/>
            <a:ahLst/>
            <a:cxnLst/>
            <a:rect l="l" t="t" r="r" b="b"/>
            <a:pathLst>
              <a:path w="360680" h="360679">
                <a:moveTo>
                  <a:pt x="0" y="180086"/>
                </a:moveTo>
                <a:lnTo>
                  <a:pt x="6438" y="132218"/>
                </a:lnTo>
                <a:lnTo>
                  <a:pt x="24607" y="89201"/>
                </a:lnTo>
                <a:lnTo>
                  <a:pt x="52784" y="52752"/>
                </a:lnTo>
                <a:lnTo>
                  <a:pt x="89248" y="24590"/>
                </a:lnTo>
                <a:lnTo>
                  <a:pt x="132276" y="6434"/>
                </a:lnTo>
                <a:lnTo>
                  <a:pt x="180149" y="0"/>
                </a:lnTo>
                <a:lnTo>
                  <a:pt x="228070" y="6434"/>
                </a:lnTo>
                <a:lnTo>
                  <a:pt x="271123" y="24590"/>
                </a:lnTo>
                <a:lnTo>
                  <a:pt x="307594" y="52752"/>
                </a:lnTo>
                <a:lnTo>
                  <a:pt x="335766" y="89201"/>
                </a:lnTo>
                <a:lnTo>
                  <a:pt x="353927" y="132218"/>
                </a:lnTo>
                <a:lnTo>
                  <a:pt x="360362" y="180086"/>
                </a:lnTo>
                <a:lnTo>
                  <a:pt x="353927" y="228007"/>
                </a:lnTo>
                <a:lnTo>
                  <a:pt x="335766" y="271060"/>
                </a:lnTo>
                <a:lnTo>
                  <a:pt x="307594" y="307530"/>
                </a:lnTo>
                <a:lnTo>
                  <a:pt x="271123" y="335703"/>
                </a:lnTo>
                <a:lnTo>
                  <a:pt x="228070" y="353864"/>
                </a:lnTo>
                <a:lnTo>
                  <a:pt x="180149" y="360299"/>
                </a:lnTo>
                <a:lnTo>
                  <a:pt x="132276" y="353864"/>
                </a:lnTo>
                <a:lnTo>
                  <a:pt x="89248" y="335703"/>
                </a:lnTo>
                <a:lnTo>
                  <a:pt x="52784" y="307530"/>
                </a:lnTo>
                <a:lnTo>
                  <a:pt x="24607" y="271060"/>
                </a:lnTo>
                <a:lnTo>
                  <a:pt x="6438" y="228007"/>
                </a:lnTo>
                <a:lnTo>
                  <a:pt x="0" y="180086"/>
                </a:lnTo>
                <a:close/>
              </a:path>
            </a:pathLst>
          </a:custGeom>
          <a:ln w="12700">
            <a:solidFill>
              <a:srgbClr val="000000"/>
            </a:solidFill>
          </a:ln>
        </p:spPr>
        <p:txBody>
          <a:bodyPr wrap="square" lIns="0" tIns="0" rIns="0" bIns="0" rtlCol="0"/>
          <a:lstStyle/>
          <a:p>
            <a:endParaRPr/>
          </a:p>
        </p:txBody>
      </p:sp>
      <p:sp>
        <p:nvSpPr>
          <p:cNvPr id="11" name="object 11"/>
          <p:cNvSpPr txBox="1"/>
          <p:nvPr/>
        </p:nvSpPr>
        <p:spPr>
          <a:xfrm>
            <a:off x="2694583" y="2730574"/>
            <a:ext cx="288290" cy="276999"/>
          </a:xfrm>
          <a:prstGeom prst="rect">
            <a:avLst/>
          </a:prstGeom>
        </p:spPr>
        <p:txBody>
          <a:bodyPr vert="horz" wrap="square" lIns="0" tIns="0" rIns="0" bIns="0" rtlCol="0">
            <a:spAutoFit/>
          </a:bodyPr>
          <a:lstStyle/>
          <a:p>
            <a:pPr marL="12700"/>
            <a:r>
              <a:rPr spc="5" dirty="0">
                <a:latin typeface="Tahoma"/>
                <a:cs typeface="Tahoma"/>
              </a:rPr>
              <a:t>V1</a:t>
            </a:r>
            <a:endParaRPr>
              <a:latin typeface="Tahoma"/>
              <a:cs typeface="Tahoma"/>
            </a:endParaRPr>
          </a:p>
        </p:txBody>
      </p:sp>
      <p:sp>
        <p:nvSpPr>
          <p:cNvPr id="12" name="object 12"/>
          <p:cNvSpPr/>
          <p:nvPr/>
        </p:nvSpPr>
        <p:spPr>
          <a:xfrm>
            <a:off x="5797549" y="2616908"/>
            <a:ext cx="360680" cy="360680"/>
          </a:xfrm>
          <a:custGeom>
            <a:avLst/>
            <a:gdLst/>
            <a:ahLst/>
            <a:cxnLst/>
            <a:rect l="l" t="t" r="r" b="b"/>
            <a:pathLst>
              <a:path w="360679" h="360679">
                <a:moveTo>
                  <a:pt x="180086" y="0"/>
                </a:moveTo>
                <a:lnTo>
                  <a:pt x="132218" y="6434"/>
                </a:lnTo>
                <a:lnTo>
                  <a:pt x="89201" y="24595"/>
                </a:lnTo>
                <a:lnTo>
                  <a:pt x="52752" y="52768"/>
                </a:lnTo>
                <a:lnTo>
                  <a:pt x="24590" y="89238"/>
                </a:lnTo>
                <a:lnTo>
                  <a:pt x="6434" y="132291"/>
                </a:lnTo>
                <a:lnTo>
                  <a:pt x="0" y="180212"/>
                </a:lnTo>
                <a:lnTo>
                  <a:pt x="6434" y="228090"/>
                </a:lnTo>
                <a:lnTo>
                  <a:pt x="24590" y="271130"/>
                </a:lnTo>
                <a:lnTo>
                  <a:pt x="52752" y="307609"/>
                </a:lnTo>
                <a:lnTo>
                  <a:pt x="89201" y="335802"/>
                </a:lnTo>
                <a:lnTo>
                  <a:pt x="132218" y="353982"/>
                </a:lnTo>
                <a:lnTo>
                  <a:pt x="180086" y="360425"/>
                </a:lnTo>
                <a:lnTo>
                  <a:pt x="228007" y="353982"/>
                </a:lnTo>
                <a:lnTo>
                  <a:pt x="271060" y="335802"/>
                </a:lnTo>
                <a:lnTo>
                  <a:pt x="307530" y="307609"/>
                </a:lnTo>
                <a:lnTo>
                  <a:pt x="335703" y="271130"/>
                </a:lnTo>
                <a:lnTo>
                  <a:pt x="353864" y="228090"/>
                </a:lnTo>
                <a:lnTo>
                  <a:pt x="360299" y="180212"/>
                </a:lnTo>
                <a:lnTo>
                  <a:pt x="353864" y="132291"/>
                </a:lnTo>
                <a:lnTo>
                  <a:pt x="335703" y="89238"/>
                </a:lnTo>
                <a:lnTo>
                  <a:pt x="307530" y="52768"/>
                </a:lnTo>
                <a:lnTo>
                  <a:pt x="271060" y="24595"/>
                </a:lnTo>
                <a:lnTo>
                  <a:pt x="228007" y="6434"/>
                </a:lnTo>
                <a:lnTo>
                  <a:pt x="180086" y="0"/>
                </a:lnTo>
                <a:close/>
              </a:path>
            </a:pathLst>
          </a:custGeom>
          <a:solidFill>
            <a:srgbClr val="FFFF00"/>
          </a:solidFill>
        </p:spPr>
        <p:txBody>
          <a:bodyPr wrap="square" lIns="0" tIns="0" rIns="0" bIns="0" rtlCol="0"/>
          <a:lstStyle/>
          <a:p>
            <a:endParaRPr/>
          </a:p>
        </p:txBody>
      </p:sp>
      <p:sp>
        <p:nvSpPr>
          <p:cNvPr id="13" name="object 13"/>
          <p:cNvSpPr/>
          <p:nvPr/>
        </p:nvSpPr>
        <p:spPr>
          <a:xfrm>
            <a:off x="5797549" y="2616908"/>
            <a:ext cx="360680" cy="360680"/>
          </a:xfrm>
          <a:custGeom>
            <a:avLst/>
            <a:gdLst/>
            <a:ahLst/>
            <a:cxnLst/>
            <a:rect l="l" t="t" r="r" b="b"/>
            <a:pathLst>
              <a:path w="360679" h="360679">
                <a:moveTo>
                  <a:pt x="0" y="180212"/>
                </a:moveTo>
                <a:lnTo>
                  <a:pt x="6434" y="132291"/>
                </a:lnTo>
                <a:lnTo>
                  <a:pt x="24590" y="89238"/>
                </a:lnTo>
                <a:lnTo>
                  <a:pt x="52752" y="52768"/>
                </a:lnTo>
                <a:lnTo>
                  <a:pt x="89201" y="24595"/>
                </a:lnTo>
                <a:lnTo>
                  <a:pt x="132218" y="6434"/>
                </a:lnTo>
                <a:lnTo>
                  <a:pt x="180086" y="0"/>
                </a:lnTo>
                <a:lnTo>
                  <a:pt x="228007" y="6434"/>
                </a:lnTo>
                <a:lnTo>
                  <a:pt x="271060" y="24595"/>
                </a:lnTo>
                <a:lnTo>
                  <a:pt x="307530" y="52768"/>
                </a:lnTo>
                <a:lnTo>
                  <a:pt x="335703" y="89238"/>
                </a:lnTo>
                <a:lnTo>
                  <a:pt x="353864" y="132291"/>
                </a:lnTo>
                <a:lnTo>
                  <a:pt x="360299" y="180212"/>
                </a:lnTo>
                <a:lnTo>
                  <a:pt x="353864" y="228090"/>
                </a:lnTo>
                <a:lnTo>
                  <a:pt x="335703" y="271130"/>
                </a:lnTo>
                <a:lnTo>
                  <a:pt x="307530" y="307609"/>
                </a:lnTo>
                <a:lnTo>
                  <a:pt x="271060" y="335802"/>
                </a:lnTo>
                <a:lnTo>
                  <a:pt x="228007" y="353982"/>
                </a:lnTo>
                <a:lnTo>
                  <a:pt x="180086" y="360425"/>
                </a:lnTo>
                <a:lnTo>
                  <a:pt x="132218" y="353982"/>
                </a:lnTo>
                <a:lnTo>
                  <a:pt x="89201" y="335802"/>
                </a:lnTo>
                <a:lnTo>
                  <a:pt x="52752" y="307609"/>
                </a:lnTo>
                <a:lnTo>
                  <a:pt x="24590" y="271130"/>
                </a:lnTo>
                <a:lnTo>
                  <a:pt x="6434" y="228090"/>
                </a:lnTo>
                <a:lnTo>
                  <a:pt x="0" y="180212"/>
                </a:lnTo>
                <a:close/>
              </a:path>
            </a:pathLst>
          </a:custGeom>
          <a:ln w="12699">
            <a:solidFill>
              <a:srgbClr val="000000"/>
            </a:solidFill>
          </a:ln>
        </p:spPr>
        <p:txBody>
          <a:bodyPr wrap="square" lIns="0" tIns="0" rIns="0" bIns="0" rtlCol="0"/>
          <a:lstStyle/>
          <a:p>
            <a:endParaRPr/>
          </a:p>
        </p:txBody>
      </p:sp>
      <p:sp>
        <p:nvSpPr>
          <p:cNvPr id="14" name="object 14"/>
          <p:cNvSpPr txBox="1"/>
          <p:nvPr/>
        </p:nvSpPr>
        <p:spPr>
          <a:xfrm>
            <a:off x="5835268" y="2659326"/>
            <a:ext cx="288290" cy="276999"/>
          </a:xfrm>
          <a:prstGeom prst="rect">
            <a:avLst/>
          </a:prstGeom>
        </p:spPr>
        <p:txBody>
          <a:bodyPr vert="horz" wrap="square" lIns="0" tIns="0" rIns="0" bIns="0" rtlCol="0">
            <a:spAutoFit/>
          </a:bodyPr>
          <a:lstStyle/>
          <a:p>
            <a:pPr marL="12700"/>
            <a:r>
              <a:rPr dirty="0">
                <a:latin typeface="Tahoma"/>
                <a:cs typeface="Tahoma"/>
              </a:rPr>
              <a:t>V4</a:t>
            </a:r>
            <a:endParaRPr>
              <a:latin typeface="Tahoma"/>
              <a:cs typeface="Tahoma"/>
            </a:endParaRPr>
          </a:p>
        </p:txBody>
      </p:sp>
      <p:sp>
        <p:nvSpPr>
          <p:cNvPr id="15" name="object 15"/>
          <p:cNvSpPr/>
          <p:nvPr/>
        </p:nvSpPr>
        <p:spPr>
          <a:xfrm>
            <a:off x="3017520" y="2753561"/>
            <a:ext cx="1442085" cy="122555"/>
          </a:xfrm>
          <a:custGeom>
            <a:avLst/>
            <a:gdLst/>
            <a:ahLst/>
            <a:cxnLst/>
            <a:rect l="l" t="t" r="r" b="b"/>
            <a:pathLst>
              <a:path w="1442085" h="122554">
                <a:moveTo>
                  <a:pt x="1405432" y="42893"/>
                </a:moveTo>
                <a:lnTo>
                  <a:pt x="0" y="109474"/>
                </a:lnTo>
                <a:lnTo>
                  <a:pt x="507" y="122047"/>
                </a:lnTo>
                <a:lnTo>
                  <a:pt x="1405978" y="55589"/>
                </a:lnTo>
                <a:lnTo>
                  <a:pt x="1416590" y="48708"/>
                </a:lnTo>
                <a:lnTo>
                  <a:pt x="1405432" y="42893"/>
                </a:lnTo>
                <a:close/>
              </a:path>
              <a:path w="1442085" h="122554">
                <a:moveTo>
                  <a:pt x="1430748" y="41783"/>
                </a:moveTo>
                <a:lnTo>
                  <a:pt x="1428877" y="41783"/>
                </a:lnTo>
                <a:lnTo>
                  <a:pt x="1429385" y="54483"/>
                </a:lnTo>
                <a:lnTo>
                  <a:pt x="1405978" y="55589"/>
                </a:lnTo>
                <a:lnTo>
                  <a:pt x="1348740" y="92710"/>
                </a:lnTo>
                <a:lnTo>
                  <a:pt x="1347851" y="96647"/>
                </a:lnTo>
                <a:lnTo>
                  <a:pt x="1351661" y="102489"/>
                </a:lnTo>
                <a:lnTo>
                  <a:pt x="1355598" y="103378"/>
                </a:lnTo>
                <a:lnTo>
                  <a:pt x="1358646" y="101473"/>
                </a:lnTo>
                <a:lnTo>
                  <a:pt x="1441704" y="47498"/>
                </a:lnTo>
                <a:lnTo>
                  <a:pt x="1430748" y="41783"/>
                </a:lnTo>
                <a:close/>
              </a:path>
              <a:path w="1442085" h="122554">
                <a:moveTo>
                  <a:pt x="1416590" y="48708"/>
                </a:moveTo>
                <a:lnTo>
                  <a:pt x="1405978" y="55589"/>
                </a:lnTo>
                <a:lnTo>
                  <a:pt x="1429385" y="54483"/>
                </a:lnTo>
                <a:lnTo>
                  <a:pt x="1429354" y="53721"/>
                </a:lnTo>
                <a:lnTo>
                  <a:pt x="1426210" y="53721"/>
                </a:lnTo>
                <a:lnTo>
                  <a:pt x="1416590" y="48708"/>
                </a:lnTo>
                <a:close/>
              </a:path>
              <a:path w="1442085" h="122554">
                <a:moveTo>
                  <a:pt x="1425702" y="42799"/>
                </a:moveTo>
                <a:lnTo>
                  <a:pt x="1416590" y="48708"/>
                </a:lnTo>
                <a:lnTo>
                  <a:pt x="1426210" y="53721"/>
                </a:lnTo>
                <a:lnTo>
                  <a:pt x="1425702" y="42799"/>
                </a:lnTo>
                <a:close/>
              </a:path>
              <a:path w="1442085" h="122554">
                <a:moveTo>
                  <a:pt x="1428917" y="42799"/>
                </a:moveTo>
                <a:lnTo>
                  <a:pt x="1425702" y="42799"/>
                </a:lnTo>
                <a:lnTo>
                  <a:pt x="1426210" y="53721"/>
                </a:lnTo>
                <a:lnTo>
                  <a:pt x="1429354" y="53721"/>
                </a:lnTo>
                <a:lnTo>
                  <a:pt x="1428917" y="42799"/>
                </a:lnTo>
                <a:close/>
              </a:path>
              <a:path w="1442085" h="122554">
                <a:moveTo>
                  <a:pt x="1428877" y="41783"/>
                </a:moveTo>
                <a:lnTo>
                  <a:pt x="1405432" y="42893"/>
                </a:lnTo>
                <a:lnTo>
                  <a:pt x="1416590" y="48708"/>
                </a:lnTo>
                <a:lnTo>
                  <a:pt x="1425702" y="42799"/>
                </a:lnTo>
                <a:lnTo>
                  <a:pt x="1428917" y="42799"/>
                </a:lnTo>
                <a:lnTo>
                  <a:pt x="1428877" y="41783"/>
                </a:lnTo>
                <a:close/>
              </a:path>
              <a:path w="1442085" h="122554">
                <a:moveTo>
                  <a:pt x="1350772" y="0"/>
                </a:moveTo>
                <a:lnTo>
                  <a:pt x="1346961" y="1270"/>
                </a:lnTo>
                <a:lnTo>
                  <a:pt x="1345311" y="4318"/>
                </a:lnTo>
                <a:lnTo>
                  <a:pt x="1343660" y="7493"/>
                </a:lnTo>
                <a:lnTo>
                  <a:pt x="1344930" y="11302"/>
                </a:lnTo>
                <a:lnTo>
                  <a:pt x="1347978" y="12953"/>
                </a:lnTo>
                <a:lnTo>
                  <a:pt x="1405432" y="42893"/>
                </a:lnTo>
                <a:lnTo>
                  <a:pt x="1428877" y="41783"/>
                </a:lnTo>
                <a:lnTo>
                  <a:pt x="1430748" y="41783"/>
                </a:lnTo>
                <a:lnTo>
                  <a:pt x="1353820" y="1650"/>
                </a:lnTo>
                <a:lnTo>
                  <a:pt x="1350772" y="0"/>
                </a:lnTo>
                <a:close/>
              </a:path>
            </a:pathLst>
          </a:custGeom>
          <a:solidFill>
            <a:srgbClr val="000000"/>
          </a:solidFill>
        </p:spPr>
        <p:txBody>
          <a:bodyPr wrap="square" lIns="0" tIns="0" rIns="0" bIns="0" rtlCol="0"/>
          <a:lstStyle/>
          <a:p>
            <a:endParaRPr/>
          </a:p>
        </p:txBody>
      </p:sp>
      <p:sp>
        <p:nvSpPr>
          <p:cNvPr id="16" name="object 16"/>
          <p:cNvSpPr/>
          <p:nvPr/>
        </p:nvSpPr>
        <p:spPr>
          <a:xfrm>
            <a:off x="4819522" y="2749116"/>
            <a:ext cx="978535" cy="103505"/>
          </a:xfrm>
          <a:custGeom>
            <a:avLst/>
            <a:gdLst/>
            <a:ahLst/>
            <a:cxnLst/>
            <a:rect l="l" t="t" r="r" b="b"/>
            <a:pathLst>
              <a:path w="978535" h="103504">
                <a:moveTo>
                  <a:pt x="88518" y="0"/>
                </a:moveTo>
                <a:lnTo>
                  <a:pt x="0" y="51942"/>
                </a:lnTo>
                <a:lnTo>
                  <a:pt x="85851" y="101599"/>
                </a:lnTo>
                <a:lnTo>
                  <a:pt x="88773" y="103377"/>
                </a:lnTo>
                <a:lnTo>
                  <a:pt x="92710" y="102361"/>
                </a:lnTo>
                <a:lnTo>
                  <a:pt x="96265" y="96265"/>
                </a:lnTo>
                <a:lnTo>
                  <a:pt x="95250" y="92328"/>
                </a:lnTo>
                <a:lnTo>
                  <a:pt x="36486" y="58292"/>
                </a:lnTo>
                <a:lnTo>
                  <a:pt x="12700" y="58292"/>
                </a:lnTo>
                <a:lnTo>
                  <a:pt x="12573" y="45592"/>
                </a:lnTo>
                <a:lnTo>
                  <a:pt x="36105" y="45515"/>
                </a:lnTo>
                <a:lnTo>
                  <a:pt x="91948" y="12700"/>
                </a:lnTo>
                <a:lnTo>
                  <a:pt x="94868" y="10921"/>
                </a:lnTo>
                <a:lnTo>
                  <a:pt x="95885" y="6984"/>
                </a:lnTo>
                <a:lnTo>
                  <a:pt x="94106" y="3937"/>
                </a:lnTo>
                <a:lnTo>
                  <a:pt x="92328" y="1015"/>
                </a:lnTo>
                <a:lnTo>
                  <a:pt x="88518" y="0"/>
                </a:lnTo>
                <a:close/>
              </a:path>
              <a:path w="978535" h="103504">
                <a:moveTo>
                  <a:pt x="36105" y="45515"/>
                </a:moveTo>
                <a:lnTo>
                  <a:pt x="12573" y="45592"/>
                </a:lnTo>
                <a:lnTo>
                  <a:pt x="12700" y="58292"/>
                </a:lnTo>
                <a:lnTo>
                  <a:pt x="36351" y="58215"/>
                </a:lnTo>
                <a:lnTo>
                  <a:pt x="34951" y="57403"/>
                </a:lnTo>
                <a:lnTo>
                  <a:pt x="15875" y="57403"/>
                </a:lnTo>
                <a:lnTo>
                  <a:pt x="15875" y="46354"/>
                </a:lnTo>
                <a:lnTo>
                  <a:pt x="34677" y="46354"/>
                </a:lnTo>
                <a:lnTo>
                  <a:pt x="36105" y="45515"/>
                </a:lnTo>
                <a:close/>
              </a:path>
              <a:path w="978535" h="103504">
                <a:moveTo>
                  <a:pt x="36351" y="58215"/>
                </a:moveTo>
                <a:lnTo>
                  <a:pt x="12700" y="58292"/>
                </a:lnTo>
                <a:lnTo>
                  <a:pt x="36486" y="58292"/>
                </a:lnTo>
                <a:lnTo>
                  <a:pt x="36351" y="58215"/>
                </a:lnTo>
                <a:close/>
              </a:path>
              <a:path w="978535" h="103504">
                <a:moveTo>
                  <a:pt x="977900" y="42417"/>
                </a:moveTo>
                <a:lnTo>
                  <a:pt x="36105" y="45515"/>
                </a:lnTo>
                <a:lnTo>
                  <a:pt x="25344" y="51839"/>
                </a:lnTo>
                <a:lnTo>
                  <a:pt x="36351" y="58215"/>
                </a:lnTo>
                <a:lnTo>
                  <a:pt x="978026" y="55117"/>
                </a:lnTo>
                <a:lnTo>
                  <a:pt x="977900" y="42417"/>
                </a:lnTo>
                <a:close/>
              </a:path>
              <a:path w="978535" h="103504">
                <a:moveTo>
                  <a:pt x="15875" y="46354"/>
                </a:moveTo>
                <a:lnTo>
                  <a:pt x="15875" y="57403"/>
                </a:lnTo>
                <a:lnTo>
                  <a:pt x="25344" y="51839"/>
                </a:lnTo>
                <a:lnTo>
                  <a:pt x="15875" y="46354"/>
                </a:lnTo>
                <a:close/>
              </a:path>
              <a:path w="978535" h="103504">
                <a:moveTo>
                  <a:pt x="25344" y="51839"/>
                </a:moveTo>
                <a:lnTo>
                  <a:pt x="15875" y="57403"/>
                </a:lnTo>
                <a:lnTo>
                  <a:pt x="34951" y="57403"/>
                </a:lnTo>
                <a:lnTo>
                  <a:pt x="25344" y="51839"/>
                </a:lnTo>
                <a:close/>
              </a:path>
              <a:path w="978535" h="103504">
                <a:moveTo>
                  <a:pt x="34677" y="46354"/>
                </a:moveTo>
                <a:lnTo>
                  <a:pt x="15875" y="46354"/>
                </a:lnTo>
                <a:lnTo>
                  <a:pt x="25344" y="51839"/>
                </a:lnTo>
                <a:lnTo>
                  <a:pt x="34677" y="46354"/>
                </a:lnTo>
                <a:close/>
              </a:path>
            </a:pathLst>
          </a:custGeom>
          <a:solidFill>
            <a:srgbClr val="000000"/>
          </a:solidFill>
        </p:spPr>
        <p:txBody>
          <a:bodyPr wrap="square" lIns="0" tIns="0" rIns="0" bIns="0" rtlCol="0"/>
          <a:lstStyle/>
          <a:p>
            <a:endParaRPr/>
          </a:p>
        </p:txBody>
      </p:sp>
      <p:sp>
        <p:nvSpPr>
          <p:cNvPr id="17" name="object 17"/>
          <p:cNvSpPr/>
          <p:nvPr/>
        </p:nvSpPr>
        <p:spPr>
          <a:xfrm>
            <a:off x="4175378" y="2978097"/>
            <a:ext cx="469265" cy="1134745"/>
          </a:xfrm>
          <a:custGeom>
            <a:avLst/>
            <a:gdLst/>
            <a:ahLst/>
            <a:cxnLst/>
            <a:rect l="l" t="t" r="r" b="b"/>
            <a:pathLst>
              <a:path w="469264" h="1134745">
                <a:moveTo>
                  <a:pt x="9397" y="1028573"/>
                </a:moveTo>
                <a:lnTo>
                  <a:pt x="2412" y="1029588"/>
                </a:lnTo>
                <a:lnTo>
                  <a:pt x="0" y="1032763"/>
                </a:lnTo>
                <a:lnTo>
                  <a:pt x="634" y="1036319"/>
                </a:lnTo>
                <a:lnTo>
                  <a:pt x="15493" y="1134237"/>
                </a:lnTo>
                <a:lnTo>
                  <a:pt x="27465" y="1124839"/>
                </a:lnTo>
                <a:lnTo>
                  <a:pt x="26034" y="1124839"/>
                </a:lnTo>
                <a:lnTo>
                  <a:pt x="14224" y="1120267"/>
                </a:lnTo>
                <a:lnTo>
                  <a:pt x="22898" y="1098335"/>
                </a:lnTo>
                <a:lnTo>
                  <a:pt x="13207" y="1034414"/>
                </a:lnTo>
                <a:lnTo>
                  <a:pt x="12572" y="1030859"/>
                </a:lnTo>
                <a:lnTo>
                  <a:pt x="9397" y="1028573"/>
                </a:lnTo>
                <a:close/>
              </a:path>
              <a:path w="469264" h="1134745">
                <a:moveTo>
                  <a:pt x="22898" y="1098335"/>
                </a:moveTo>
                <a:lnTo>
                  <a:pt x="14224" y="1120267"/>
                </a:lnTo>
                <a:lnTo>
                  <a:pt x="26034" y="1124839"/>
                </a:lnTo>
                <a:lnTo>
                  <a:pt x="27341" y="1121537"/>
                </a:lnTo>
                <a:lnTo>
                  <a:pt x="26415" y="1121537"/>
                </a:lnTo>
                <a:lnTo>
                  <a:pt x="16256" y="1117600"/>
                </a:lnTo>
                <a:lnTo>
                  <a:pt x="24799" y="1110871"/>
                </a:lnTo>
                <a:lnTo>
                  <a:pt x="22898" y="1098335"/>
                </a:lnTo>
                <a:close/>
              </a:path>
              <a:path w="469264" h="1134745">
                <a:moveTo>
                  <a:pt x="88392" y="1060831"/>
                </a:moveTo>
                <a:lnTo>
                  <a:pt x="85597" y="1062989"/>
                </a:lnTo>
                <a:lnTo>
                  <a:pt x="34619" y="1103137"/>
                </a:lnTo>
                <a:lnTo>
                  <a:pt x="26034" y="1124839"/>
                </a:lnTo>
                <a:lnTo>
                  <a:pt x="27465" y="1124839"/>
                </a:lnTo>
                <a:lnTo>
                  <a:pt x="93471" y="1073023"/>
                </a:lnTo>
                <a:lnTo>
                  <a:pt x="96265" y="1070864"/>
                </a:lnTo>
                <a:lnTo>
                  <a:pt x="96646" y="1066800"/>
                </a:lnTo>
                <a:lnTo>
                  <a:pt x="94487" y="1064133"/>
                </a:lnTo>
                <a:lnTo>
                  <a:pt x="92328" y="1061339"/>
                </a:lnTo>
                <a:lnTo>
                  <a:pt x="88392" y="1060831"/>
                </a:lnTo>
                <a:close/>
              </a:path>
              <a:path w="469264" h="1134745">
                <a:moveTo>
                  <a:pt x="24799" y="1110871"/>
                </a:moveTo>
                <a:lnTo>
                  <a:pt x="16256" y="1117600"/>
                </a:lnTo>
                <a:lnTo>
                  <a:pt x="26415" y="1121537"/>
                </a:lnTo>
                <a:lnTo>
                  <a:pt x="24799" y="1110871"/>
                </a:lnTo>
                <a:close/>
              </a:path>
              <a:path w="469264" h="1134745">
                <a:moveTo>
                  <a:pt x="34619" y="1103137"/>
                </a:moveTo>
                <a:lnTo>
                  <a:pt x="24799" y="1110871"/>
                </a:lnTo>
                <a:lnTo>
                  <a:pt x="26415" y="1121537"/>
                </a:lnTo>
                <a:lnTo>
                  <a:pt x="27341" y="1121537"/>
                </a:lnTo>
                <a:lnTo>
                  <a:pt x="34619" y="1103137"/>
                </a:lnTo>
                <a:close/>
              </a:path>
              <a:path w="469264" h="1134745">
                <a:moveTo>
                  <a:pt x="457326" y="0"/>
                </a:moveTo>
                <a:lnTo>
                  <a:pt x="22898" y="1098335"/>
                </a:lnTo>
                <a:lnTo>
                  <a:pt x="24799" y="1110871"/>
                </a:lnTo>
                <a:lnTo>
                  <a:pt x="34619" y="1103137"/>
                </a:lnTo>
                <a:lnTo>
                  <a:pt x="469138" y="4699"/>
                </a:lnTo>
                <a:lnTo>
                  <a:pt x="457326" y="0"/>
                </a:lnTo>
                <a:close/>
              </a:path>
            </a:pathLst>
          </a:custGeom>
          <a:solidFill>
            <a:srgbClr val="000000"/>
          </a:solidFill>
        </p:spPr>
        <p:txBody>
          <a:bodyPr wrap="square" lIns="0" tIns="0" rIns="0" bIns="0" rtlCol="0"/>
          <a:lstStyle/>
          <a:p>
            <a:endParaRPr/>
          </a:p>
        </p:txBody>
      </p:sp>
      <p:sp>
        <p:nvSpPr>
          <p:cNvPr id="18" name="object 18"/>
          <p:cNvSpPr/>
          <p:nvPr/>
        </p:nvSpPr>
        <p:spPr>
          <a:xfrm>
            <a:off x="2965322" y="2996257"/>
            <a:ext cx="975360" cy="1120775"/>
          </a:xfrm>
          <a:custGeom>
            <a:avLst/>
            <a:gdLst/>
            <a:ahLst/>
            <a:cxnLst/>
            <a:rect l="l" t="t" r="r" b="b"/>
            <a:pathLst>
              <a:path w="975360" h="1120775">
                <a:moveTo>
                  <a:pt x="16642" y="19152"/>
                </a:moveTo>
                <a:lnTo>
                  <a:pt x="18968" y="31450"/>
                </a:lnTo>
                <a:lnTo>
                  <a:pt x="965200" y="1120267"/>
                </a:lnTo>
                <a:lnTo>
                  <a:pt x="974851" y="1111884"/>
                </a:lnTo>
                <a:lnTo>
                  <a:pt x="28619" y="23211"/>
                </a:lnTo>
                <a:lnTo>
                  <a:pt x="16642" y="19152"/>
                </a:lnTo>
                <a:close/>
              </a:path>
              <a:path w="975360" h="1120775">
                <a:moveTo>
                  <a:pt x="0" y="0"/>
                </a:moveTo>
                <a:lnTo>
                  <a:pt x="18541" y="97408"/>
                </a:lnTo>
                <a:lnTo>
                  <a:pt x="19176" y="100837"/>
                </a:lnTo>
                <a:lnTo>
                  <a:pt x="22478" y="103124"/>
                </a:lnTo>
                <a:lnTo>
                  <a:pt x="29337" y="101853"/>
                </a:lnTo>
                <a:lnTo>
                  <a:pt x="31622" y="98425"/>
                </a:lnTo>
                <a:lnTo>
                  <a:pt x="18968" y="31450"/>
                </a:lnTo>
                <a:lnTo>
                  <a:pt x="3556" y="13715"/>
                </a:lnTo>
                <a:lnTo>
                  <a:pt x="13081" y="5333"/>
                </a:lnTo>
                <a:lnTo>
                  <a:pt x="15704" y="5333"/>
                </a:lnTo>
                <a:lnTo>
                  <a:pt x="0" y="0"/>
                </a:lnTo>
                <a:close/>
              </a:path>
              <a:path w="975360" h="1120775">
                <a:moveTo>
                  <a:pt x="15704" y="5333"/>
                </a:moveTo>
                <a:lnTo>
                  <a:pt x="13081" y="5333"/>
                </a:lnTo>
                <a:lnTo>
                  <a:pt x="28619" y="23211"/>
                </a:lnTo>
                <a:lnTo>
                  <a:pt x="93090" y="45084"/>
                </a:lnTo>
                <a:lnTo>
                  <a:pt x="96773" y="43306"/>
                </a:lnTo>
                <a:lnTo>
                  <a:pt x="97916" y="40005"/>
                </a:lnTo>
                <a:lnTo>
                  <a:pt x="98932" y="36575"/>
                </a:lnTo>
                <a:lnTo>
                  <a:pt x="97154" y="33019"/>
                </a:lnTo>
                <a:lnTo>
                  <a:pt x="15704" y="5333"/>
                </a:lnTo>
                <a:close/>
              </a:path>
              <a:path w="975360" h="1120775">
                <a:moveTo>
                  <a:pt x="13081" y="5333"/>
                </a:moveTo>
                <a:lnTo>
                  <a:pt x="3556" y="13715"/>
                </a:lnTo>
                <a:lnTo>
                  <a:pt x="18968" y="31450"/>
                </a:lnTo>
                <a:lnTo>
                  <a:pt x="16642" y="19152"/>
                </a:lnTo>
                <a:lnTo>
                  <a:pt x="6222" y="15620"/>
                </a:lnTo>
                <a:lnTo>
                  <a:pt x="14604" y="8381"/>
                </a:lnTo>
                <a:lnTo>
                  <a:pt x="15730" y="8381"/>
                </a:lnTo>
                <a:lnTo>
                  <a:pt x="13081" y="5333"/>
                </a:lnTo>
                <a:close/>
              </a:path>
              <a:path w="975360" h="1120775">
                <a:moveTo>
                  <a:pt x="15730" y="8381"/>
                </a:moveTo>
                <a:lnTo>
                  <a:pt x="14604" y="8381"/>
                </a:lnTo>
                <a:lnTo>
                  <a:pt x="16642" y="19152"/>
                </a:lnTo>
                <a:lnTo>
                  <a:pt x="28619" y="23211"/>
                </a:lnTo>
                <a:lnTo>
                  <a:pt x="15730" y="8381"/>
                </a:lnTo>
                <a:close/>
              </a:path>
              <a:path w="975360" h="1120775">
                <a:moveTo>
                  <a:pt x="14604" y="8381"/>
                </a:moveTo>
                <a:lnTo>
                  <a:pt x="6222" y="15620"/>
                </a:lnTo>
                <a:lnTo>
                  <a:pt x="16642" y="19152"/>
                </a:lnTo>
                <a:lnTo>
                  <a:pt x="14604" y="8381"/>
                </a:lnTo>
                <a:close/>
              </a:path>
            </a:pathLst>
          </a:custGeom>
          <a:solidFill>
            <a:srgbClr val="000000"/>
          </a:solidFill>
        </p:spPr>
        <p:txBody>
          <a:bodyPr wrap="square" lIns="0" tIns="0" rIns="0" bIns="0" rtlCol="0"/>
          <a:lstStyle/>
          <a:p>
            <a:endParaRPr/>
          </a:p>
        </p:txBody>
      </p:sp>
      <p:sp>
        <p:nvSpPr>
          <p:cNvPr id="19" name="object 19"/>
          <p:cNvSpPr/>
          <p:nvPr/>
        </p:nvSpPr>
        <p:spPr>
          <a:xfrm>
            <a:off x="7086600" y="2889959"/>
            <a:ext cx="2847251" cy="1879631"/>
          </a:xfrm>
          <a:prstGeom prst="rect">
            <a:avLst/>
          </a:prstGeom>
          <a:blipFill>
            <a:blip r:embed="rId2" cstate="print"/>
            <a:stretch>
              <a:fillRect/>
            </a:stretch>
          </a:blipFill>
        </p:spPr>
        <p:txBody>
          <a:bodyPr wrap="square" lIns="0" tIns="0" rIns="0" bIns="0" rtlCol="0"/>
          <a:lstStyle/>
          <a:p>
            <a:endParaRPr/>
          </a:p>
        </p:txBody>
      </p:sp>
      <p:sp>
        <p:nvSpPr>
          <p:cNvPr id="20" name="object 20"/>
          <p:cNvSpPr txBox="1"/>
          <p:nvPr/>
        </p:nvSpPr>
        <p:spPr>
          <a:xfrm>
            <a:off x="603503" y="5726296"/>
            <a:ext cx="10597897" cy="492443"/>
          </a:xfrm>
          <a:prstGeom prst="rect">
            <a:avLst/>
          </a:prstGeom>
        </p:spPr>
        <p:txBody>
          <a:bodyPr vert="horz" wrap="square" lIns="0" tIns="0" rIns="0" bIns="0" rtlCol="0">
            <a:spAutoFit/>
          </a:bodyPr>
          <a:lstStyle/>
          <a:p>
            <a:pPr marL="12700"/>
            <a:r>
              <a:rPr sz="2400" u="sng" spc="-5" dirty="0">
                <a:solidFill>
                  <a:schemeClr val="bg2">
                    <a:lumMod val="20000"/>
                    <a:lumOff val="80000"/>
                  </a:schemeClr>
                </a:solidFill>
                <a:latin typeface="HP Simplified" panose="020B0604020204020204" pitchFamily="34" charset="0"/>
                <a:cs typeface="Arial"/>
              </a:rPr>
              <a:t>Caso especial</a:t>
            </a:r>
            <a:r>
              <a:rPr sz="2400" spc="-5" dirty="0">
                <a:solidFill>
                  <a:schemeClr val="bg2">
                    <a:lumMod val="20000"/>
                    <a:lumOff val="80000"/>
                  </a:schemeClr>
                </a:solidFill>
                <a:latin typeface="HP Simplified" panose="020B0604020204020204" pitchFamily="34" charset="0"/>
                <a:cs typeface="Arial"/>
              </a:rPr>
              <a:t>: cuando hay un lazo se considera</a:t>
            </a:r>
            <a:r>
              <a:rPr sz="2400" spc="65" dirty="0">
                <a:solidFill>
                  <a:schemeClr val="bg2">
                    <a:lumMod val="20000"/>
                    <a:lumOff val="80000"/>
                  </a:schemeClr>
                </a:solidFill>
                <a:latin typeface="HP Simplified" panose="020B0604020204020204" pitchFamily="34" charset="0"/>
                <a:cs typeface="Arial"/>
              </a:rPr>
              <a:t> </a:t>
            </a:r>
            <a:r>
              <a:rPr sz="3200" spc="-5" dirty="0">
                <a:solidFill>
                  <a:schemeClr val="bg2">
                    <a:lumMod val="20000"/>
                    <a:lumOff val="80000"/>
                  </a:schemeClr>
                </a:solidFill>
                <a:latin typeface="HP Simplified" panose="020B0604020204020204" pitchFamily="34" charset="0"/>
                <a:cs typeface="Arial"/>
              </a:rPr>
              <a:t>a</a:t>
            </a:r>
            <a:r>
              <a:rPr sz="2400" spc="-5" dirty="0">
                <a:solidFill>
                  <a:schemeClr val="bg2">
                    <a:lumMod val="20000"/>
                    <a:lumOff val="80000"/>
                  </a:schemeClr>
                </a:solidFill>
                <a:latin typeface="HP Simplified" panose="020B0604020204020204" pitchFamily="34" charset="0"/>
                <a:cs typeface="Arial"/>
              </a:rPr>
              <a:t>ij=1</a:t>
            </a:r>
            <a:endParaRPr sz="2400" dirty="0">
              <a:solidFill>
                <a:schemeClr val="bg2">
                  <a:lumMod val="20000"/>
                  <a:lumOff val="80000"/>
                </a:schemeClr>
              </a:solidFill>
              <a:latin typeface="HP Simplified" panose="020B0604020204020204" pitchFamily="34" charset="0"/>
              <a:cs typeface="Arial"/>
            </a:endParaRPr>
          </a:p>
        </p:txBody>
      </p:sp>
      <p:sp>
        <p:nvSpPr>
          <p:cNvPr id="21" name="object 21"/>
          <p:cNvSpPr/>
          <p:nvPr/>
        </p:nvSpPr>
        <p:spPr>
          <a:xfrm>
            <a:off x="2948274" y="1262911"/>
            <a:ext cx="7072249" cy="825500"/>
          </a:xfrm>
          <a:prstGeom prst="rect">
            <a:avLst/>
          </a:prstGeom>
          <a:blipFill>
            <a:blip r:embed="rId3" cstate="print"/>
            <a:stretch>
              <a:fillRect/>
            </a:stretch>
          </a:blipFill>
        </p:spPr>
        <p:txBody>
          <a:bodyPr wrap="square" lIns="0" tIns="0" rIns="0" bIns="0" rtlCol="0"/>
          <a:lstStyle/>
          <a:p>
            <a:endParaRPr/>
          </a:p>
        </p:txBody>
      </p:sp>
      <p:sp>
        <p:nvSpPr>
          <p:cNvPr id="25" name="CuadroTexto 24">
            <a:extLst>
              <a:ext uri="{FF2B5EF4-FFF2-40B4-BE49-F238E27FC236}">
                <a16:creationId xmlns:a16="http://schemas.microsoft.com/office/drawing/2014/main" id="{039263B3-A8F6-4922-BDE3-96874B6565AC}"/>
              </a:ext>
            </a:extLst>
          </p:cNvPr>
          <p:cNvSpPr txBox="1"/>
          <p:nvPr/>
        </p:nvSpPr>
        <p:spPr>
          <a:xfrm>
            <a:off x="2350016" y="4071197"/>
            <a:ext cx="6142702" cy="369332"/>
          </a:xfrm>
          <a:prstGeom prst="rect">
            <a:avLst/>
          </a:prstGeom>
          <a:noFill/>
        </p:spPr>
        <p:txBody>
          <a:bodyPr wrap="square">
            <a:spAutoFit/>
          </a:bodyPr>
          <a:lstStyle/>
          <a:p>
            <a:pPr marL="1503045"/>
            <a:r>
              <a:rPr lang="es-CL" spc="5" dirty="0">
                <a:latin typeface="Tahoma"/>
                <a:cs typeface="Tahoma"/>
              </a:rPr>
              <a:t>V3</a:t>
            </a:r>
            <a:endParaRPr lang="es-CL" dirty="0">
              <a:latin typeface="Tahoma"/>
              <a:cs typeface="Tahoma"/>
            </a:endParaRPr>
          </a:p>
        </p:txBody>
      </p:sp>
      <p:graphicFrame>
        <p:nvGraphicFramePr>
          <p:cNvPr id="26" name="Tabla 25">
            <a:extLst>
              <a:ext uri="{FF2B5EF4-FFF2-40B4-BE49-F238E27FC236}">
                <a16:creationId xmlns:a16="http://schemas.microsoft.com/office/drawing/2014/main" id="{ABEE087B-74A8-4B2D-B35B-74A4F6878E59}"/>
              </a:ext>
            </a:extLst>
          </p:cNvPr>
          <p:cNvGraphicFramePr>
            <a:graphicFrameLocks noGrp="1"/>
          </p:cNvGraphicFramePr>
          <p:nvPr>
            <p:extLst>
              <p:ext uri="{D42A27DB-BD31-4B8C-83A1-F6EECF244321}">
                <p14:modId xmlns:p14="http://schemas.microsoft.com/office/powerpoint/2010/main" val="1896986906"/>
              </p:ext>
            </p:extLst>
          </p:nvPr>
        </p:nvGraphicFramePr>
        <p:xfrm>
          <a:off x="7719457" y="2912745"/>
          <a:ext cx="338560" cy="1834058"/>
        </p:xfrm>
        <a:graphic>
          <a:graphicData uri="http://schemas.openxmlformats.org/drawingml/2006/table">
            <a:tbl>
              <a:tblPr firstRow="1" bandRow="1">
                <a:tableStyleId>{2D5ABB26-0587-4C30-8999-92F81FD0307C}</a:tableStyleId>
              </a:tblPr>
              <a:tblGrid>
                <a:gridCol w="338560">
                  <a:extLst>
                    <a:ext uri="{9D8B030D-6E8A-4147-A177-3AD203B41FA5}">
                      <a16:colId xmlns:a16="http://schemas.microsoft.com/office/drawing/2014/main" val="1867531418"/>
                    </a:ext>
                  </a:extLst>
                </a:gridCol>
              </a:tblGrid>
              <a:tr h="458673">
                <a:tc>
                  <a:txBody>
                    <a:bodyPr/>
                    <a:lstStyle/>
                    <a:p>
                      <a:pPr marL="5080" algn="ctr">
                        <a:lnSpc>
                          <a:spcPct val="100000"/>
                        </a:lnSpc>
                        <a:spcBef>
                          <a:spcPts val="180"/>
                        </a:spcBef>
                      </a:pPr>
                      <a:r>
                        <a:rPr sz="1950" i="1" spc="5" dirty="0">
                          <a:latin typeface="Times New Roman"/>
                          <a:cs typeface="Times New Roman"/>
                        </a:rPr>
                        <a:t>V</a:t>
                      </a:r>
                      <a:r>
                        <a:rPr sz="1950" i="1" spc="-370" dirty="0">
                          <a:latin typeface="Times New Roman"/>
                          <a:cs typeface="Times New Roman"/>
                        </a:rPr>
                        <a:t> </a:t>
                      </a:r>
                      <a:r>
                        <a:rPr sz="1150" spc="-5" dirty="0">
                          <a:latin typeface="Times New Roman"/>
                          <a:cs typeface="Times New Roman"/>
                        </a:rPr>
                        <a:t>1</a:t>
                      </a:r>
                      <a:endParaRPr sz="1150" dirty="0">
                        <a:latin typeface="Times New Roman"/>
                        <a:cs typeface="Times New Roman"/>
                      </a:endParaRPr>
                    </a:p>
                  </a:txBody>
                  <a:tcPr marL="0" marR="0" marT="22860" marB="0"/>
                </a:tc>
                <a:extLst>
                  <a:ext uri="{0D108BD9-81ED-4DB2-BD59-A6C34878D82A}">
                    <a16:rowId xmlns:a16="http://schemas.microsoft.com/office/drawing/2014/main" val="2495996737"/>
                  </a:ext>
                </a:extLst>
              </a:tr>
              <a:tr h="458673">
                <a:tc>
                  <a:txBody>
                    <a:bodyPr/>
                    <a:lstStyle/>
                    <a:p>
                      <a:pPr algn="ctr">
                        <a:lnSpc>
                          <a:spcPct val="100000"/>
                        </a:lnSpc>
                        <a:spcBef>
                          <a:spcPts val="180"/>
                        </a:spcBef>
                      </a:pPr>
                      <a:r>
                        <a:rPr sz="1950" i="1" spc="5" dirty="0">
                          <a:latin typeface="Times New Roman"/>
                          <a:cs typeface="Times New Roman"/>
                        </a:rPr>
                        <a:t>V</a:t>
                      </a:r>
                      <a:r>
                        <a:rPr sz="1950" i="1" spc="-240" dirty="0">
                          <a:latin typeface="Times New Roman"/>
                          <a:cs typeface="Times New Roman"/>
                        </a:rPr>
                        <a:t> </a:t>
                      </a:r>
                      <a:r>
                        <a:rPr sz="1150" spc="-5" dirty="0">
                          <a:latin typeface="Times New Roman"/>
                          <a:cs typeface="Times New Roman"/>
                        </a:rPr>
                        <a:t>2</a:t>
                      </a:r>
                      <a:endParaRPr sz="1150" dirty="0">
                        <a:latin typeface="Times New Roman"/>
                        <a:cs typeface="Times New Roman"/>
                      </a:endParaRPr>
                    </a:p>
                  </a:txBody>
                  <a:tcPr marL="0" marR="0" marT="22860" marB="0"/>
                </a:tc>
                <a:extLst>
                  <a:ext uri="{0D108BD9-81ED-4DB2-BD59-A6C34878D82A}">
                    <a16:rowId xmlns:a16="http://schemas.microsoft.com/office/drawing/2014/main" val="366377963"/>
                  </a:ext>
                </a:extLst>
              </a:tr>
              <a:tr h="458357">
                <a:tc>
                  <a:txBody>
                    <a:bodyPr/>
                    <a:lstStyle/>
                    <a:p>
                      <a:pPr algn="ctr">
                        <a:lnSpc>
                          <a:spcPct val="100000"/>
                        </a:lnSpc>
                        <a:spcBef>
                          <a:spcPts val="180"/>
                        </a:spcBef>
                      </a:pPr>
                      <a:r>
                        <a:rPr sz="1950" i="1" spc="5" dirty="0">
                          <a:latin typeface="Times New Roman"/>
                          <a:cs typeface="Times New Roman"/>
                        </a:rPr>
                        <a:t>V</a:t>
                      </a:r>
                      <a:r>
                        <a:rPr sz="1950" i="1" spc="-275" dirty="0">
                          <a:latin typeface="Times New Roman"/>
                          <a:cs typeface="Times New Roman"/>
                        </a:rPr>
                        <a:t> </a:t>
                      </a:r>
                      <a:r>
                        <a:rPr sz="1150" spc="-5" dirty="0">
                          <a:latin typeface="Times New Roman"/>
                          <a:cs typeface="Times New Roman"/>
                        </a:rPr>
                        <a:t>3</a:t>
                      </a:r>
                      <a:endParaRPr sz="1150" dirty="0">
                        <a:latin typeface="Times New Roman"/>
                        <a:cs typeface="Times New Roman"/>
                      </a:endParaRPr>
                    </a:p>
                  </a:txBody>
                  <a:tcPr marL="0" marR="0" marT="22860" marB="0"/>
                </a:tc>
                <a:extLst>
                  <a:ext uri="{0D108BD9-81ED-4DB2-BD59-A6C34878D82A}">
                    <a16:rowId xmlns:a16="http://schemas.microsoft.com/office/drawing/2014/main" val="1914852927"/>
                  </a:ext>
                </a:extLst>
              </a:tr>
              <a:tr h="458355">
                <a:tc>
                  <a:txBody>
                    <a:bodyPr/>
                    <a:lstStyle/>
                    <a:p>
                      <a:pPr algn="ctr">
                        <a:lnSpc>
                          <a:spcPct val="100000"/>
                        </a:lnSpc>
                        <a:spcBef>
                          <a:spcPts val="180"/>
                        </a:spcBef>
                      </a:pPr>
                      <a:r>
                        <a:rPr sz="1950" i="1" spc="5" dirty="0">
                          <a:latin typeface="Times New Roman"/>
                          <a:cs typeface="Times New Roman"/>
                        </a:rPr>
                        <a:t>V</a:t>
                      </a:r>
                      <a:r>
                        <a:rPr sz="1950" i="1" spc="-240" dirty="0">
                          <a:latin typeface="Times New Roman"/>
                          <a:cs typeface="Times New Roman"/>
                        </a:rPr>
                        <a:t> </a:t>
                      </a:r>
                      <a:r>
                        <a:rPr sz="1150" spc="-5" dirty="0">
                          <a:latin typeface="Times New Roman"/>
                          <a:cs typeface="Times New Roman"/>
                        </a:rPr>
                        <a:t>4</a:t>
                      </a:r>
                      <a:endParaRPr sz="1150" dirty="0">
                        <a:latin typeface="Times New Roman"/>
                        <a:cs typeface="Times New Roman"/>
                      </a:endParaRPr>
                    </a:p>
                  </a:txBody>
                  <a:tcPr marL="0" marR="0" marT="22860" marB="0"/>
                </a:tc>
                <a:extLst>
                  <a:ext uri="{0D108BD9-81ED-4DB2-BD59-A6C34878D82A}">
                    <a16:rowId xmlns:a16="http://schemas.microsoft.com/office/drawing/2014/main" val="2398556701"/>
                  </a:ext>
                </a:extLst>
              </a:tr>
            </a:tbl>
          </a:graphicData>
        </a:graphic>
      </p:graphicFrame>
      <p:graphicFrame>
        <p:nvGraphicFramePr>
          <p:cNvPr id="27" name="Tabla 26">
            <a:extLst>
              <a:ext uri="{FF2B5EF4-FFF2-40B4-BE49-F238E27FC236}">
                <a16:creationId xmlns:a16="http://schemas.microsoft.com/office/drawing/2014/main" id="{B0150145-6164-475E-9463-E0E0E98A6C34}"/>
              </a:ext>
            </a:extLst>
          </p:cNvPr>
          <p:cNvGraphicFramePr>
            <a:graphicFrameLocks noGrp="1"/>
          </p:cNvGraphicFramePr>
          <p:nvPr>
            <p:extLst>
              <p:ext uri="{D42A27DB-BD31-4B8C-83A1-F6EECF244321}">
                <p14:modId xmlns:p14="http://schemas.microsoft.com/office/powerpoint/2010/main" val="690068466"/>
              </p:ext>
            </p:extLst>
          </p:nvPr>
        </p:nvGraphicFramePr>
        <p:xfrm>
          <a:off x="8031487" y="2614993"/>
          <a:ext cx="1898601" cy="334689"/>
        </p:xfrm>
        <a:graphic>
          <a:graphicData uri="http://schemas.openxmlformats.org/drawingml/2006/table">
            <a:tbl>
              <a:tblPr firstRow="1" bandRow="1">
                <a:tableStyleId>{2D5ABB26-0587-4C30-8999-92F81FD0307C}</a:tableStyleId>
              </a:tblPr>
              <a:tblGrid>
                <a:gridCol w="462013">
                  <a:extLst>
                    <a:ext uri="{9D8B030D-6E8A-4147-A177-3AD203B41FA5}">
                      <a16:colId xmlns:a16="http://schemas.microsoft.com/office/drawing/2014/main" val="940720923"/>
                    </a:ext>
                  </a:extLst>
                </a:gridCol>
                <a:gridCol w="478277">
                  <a:extLst>
                    <a:ext uri="{9D8B030D-6E8A-4147-A177-3AD203B41FA5}">
                      <a16:colId xmlns:a16="http://schemas.microsoft.com/office/drawing/2014/main" val="3116649093"/>
                    </a:ext>
                  </a:extLst>
                </a:gridCol>
                <a:gridCol w="477067">
                  <a:extLst>
                    <a:ext uri="{9D8B030D-6E8A-4147-A177-3AD203B41FA5}">
                      <a16:colId xmlns:a16="http://schemas.microsoft.com/office/drawing/2014/main" val="3930380561"/>
                    </a:ext>
                  </a:extLst>
                </a:gridCol>
                <a:gridCol w="481244">
                  <a:extLst>
                    <a:ext uri="{9D8B030D-6E8A-4147-A177-3AD203B41FA5}">
                      <a16:colId xmlns:a16="http://schemas.microsoft.com/office/drawing/2014/main" val="466698861"/>
                    </a:ext>
                  </a:extLst>
                </a:gridCol>
              </a:tblGrid>
              <a:tr h="334689">
                <a:tc>
                  <a:txBody>
                    <a:bodyPr/>
                    <a:lstStyle/>
                    <a:p>
                      <a:pPr marR="93980" algn="r">
                        <a:lnSpc>
                          <a:spcPts val="2135"/>
                        </a:lnSpc>
                      </a:pPr>
                      <a:r>
                        <a:rPr sz="1950" i="1" spc="5" dirty="0">
                          <a:latin typeface="Times New Roman"/>
                          <a:cs typeface="Times New Roman"/>
                        </a:rPr>
                        <a:t>V</a:t>
                      </a:r>
                      <a:r>
                        <a:rPr sz="1950" i="1" spc="-370" dirty="0">
                          <a:latin typeface="Times New Roman"/>
                          <a:cs typeface="Times New Roman"/>
                        </a:rPr>
                        <a:t> </a:t>
                      </a:r>
                      <a:r>
                        <a:rPr sz="1150" spc="-5" dirty="0">
                          <a:latin typeface="Times New Roman"/>
                          <a:cs typeface="Times New Roman"/>
                        </a:rPr>
                        <a:t>1</a:t>
                      </a:r>
                      <a:endParaRPr sz="1150" dirty="0">
                        <a:latin typeface="Times New Roman"/>
                        <a:cs typeface="Times New Roman"/>
                      </a:endParaRPr>
                    </a:p>
                  </a:txBody>
                  <a:tcPr marL="0" marR="0" marT="0" marB="0"/>
                </a:tc>
                <a:tc>
                  <a:txBody>
                    <a:bodyPr/>
                    <a:lstStyle/>
                    <a:p>
                      <a:pPr algn="ctr">
                        <a:lnSpc>
                          <a:spcPts val="2135"/>
                        </a:lnSpc>
                      </a:pPr>
                      <a:r>
                        <a:rPr sz="1950" i="1" spc="5" dirty="0">
                          <a:latin typeface="Times New Roman"/>
                          <a:cs typeface="Times New Roman"/>
                        </a:rPr>
                        <a:t>V</a:t>
                      </a:r>
                      <a:r>
                        <a:rPr sz="1950" i="1" spc="-240" dirty="0">
                          <a:latin typeface="Times New Roman"/>
                          <a:cs typeface="Times New Roman"/>
                        </a:rPr>
                        <a:t> </a:t>
                      </a:r>
                      <a:r>
                        <a:rPr sz="1150" spc="-5" dirty="0">
                          <a:latin typeface="Times New Roman"/>
                          <a:cs typeface="Times New Roman"/>
                        </a:rPr>
                        <a:t>2</a:t>
                      </a:r>
                      <a:endParaRPr sz="1150" dirty="0">
                        <a:latin typeface="Times New Roman"/>
                        <a:cs typeface="Times New Roman"/>
                      </a:endParaRPr>
                    </a:p>
                  </a:txBody>
                  <a:tcPr marL="0" marR="0" marT="0" marB="0"/>
                </a:tc>
                <a:tc>
                  <a:txBody>
                    <a:bodyPr/>
                    <a:lstStyle/>
                    <a:p>
                      <a:pPr marL="1905" algn="ctr">
                        <a:lnSpc>
                          <a:spcPts val="2135"/>
                        </a:lnSpc>
                      </a:pPr>
                      <a:r>
                        <a:rPr sz="1950" i="1" spc="5" dirty="0">
                          <a:latin typeface="Times New Roman"/>
                          <a:cs typeface="Times New Roman"/>
                        </a:rPr>
                        <a:t>V</a:t>
                      </a:r>
                      <a:r>
                        <a:rPr sz="1950" i="1" spc="-275" dirty="0">
                          <a:latin typeface="Times New Roman"/>
                          <a:cs typeface="Times New Roman"/>
                        </a:rPr>
                        <a:t> </a:t>
                      </a:r>
                      <a:r>
                        <a:rPr sz="1150" spc="-5" dirty="0">
                          <a:latin typeface="Times New Roman"/>
                          <a:cs typeface="Times New Roman"/>
                        </a:rPr>
                        <a:t>3</a:t>
                      </a:r>
                      <a:endParaRPr sz="1150" dirty="0">
                        <a:latin typeface="Times New Roman"/>
                        <a:cs typeface="Times New Roman"/>
                      </a:endParaRPr>
                    </a:p>
                  </a:txBody>
                  <a:tcPr marL="0" marR="0" marT="0" marB="0"/>
                </a:tc>
                <a:tc>
                  <a:txBody>
                    <a:bodyPr/>
                    <a:lstStyle/>
                    <a:p>
                      <a:pPr algn="ctr">
                        <a:lnSpc>
                          <a:spcPts val="2135"/>
                        </a:lnSpc>
                      </a:pPr>
                      <a:r>
                        <a:rPr sz="1950" i="1" spc="5" dirty="0">
                          <a:latin typeface="Times New Roman"/>
                          <a:cs typeface="Times New Roman"/>
                        </a:rPr>
                        <a:t>V</a:t>
                      </a:r>
                      <a:r>
                        <a:rPr sz="1950" i="1" spc="-240" dirty="0">
                          <a:latin typeface="Times New Roman"/>
                          <a:cs typeface="Times New Roman"/>
                        </a:rPr>
                        <a:t> </a:t>
                      </a:r>
                      <a:r>
                        <a:rPr sz="1150" spc="-5" dirty="0">
                          <a:latin typeface="Times New Roman"/>
                          <a:cs typeface="Times New Roman"/>
                        </a:rPr>
                        <a:t>4</a:t>
                      </a:r>
                      <a:endParaRPr sz="1150" dirty="0">
                        <a:latin typeface="Times New Roman"/>
                        <a:cs typeface="Times New Roman"/>
                      </a:endParaRPr>
                    </a:p>
                  </a:txBody>
                  <a:tcPr marL="0" marR="0" marT="0" marB="0"/>
                </a:tc>
                <a:extLst>
                  <a:ext uri="{0D108BD9-81ED-4DB2-BD59-A6C34878D82A}">
                    <a16:rowId xmlns:a16="http://schemas.microsoft.com/office/drawing/2014/main" val="3318022756"/>
                  </a:ext>
                </a:extLst>
              </a:tr>
            </a:tbl>
          </a:graphicData>
        </a:graphic>
      </p:graphicFrame>
    </p:spTree>
    <p:extLst>
      <p:ext uri="{BB962C8B-B14F-4D97-AF65-F5344CB8AC3E}">
        <p14:creationId xmlns:p14="http://schemas.microsoft.com/office/powerpoint/2010/main" val="330909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3415" y="395269"/>
            <a:ext cx="10515599" cy="738664"/>
          </a:xfrm>
          <a:prstGeom prst="rect">
            <a:avLst/>
          </a:prstGeom>
        </p:spPr>
        <p:txBody>
          <a:bodyPr vert="horz" wrap="square" lIns="0" tIns="0" rIns="0" bIns="0" rtlCol="0" anchor="ctr">
            <a:spAutoFit/>
          </a:bodyPr>
          <a:lstStyle/>
          <a:p>
            <a:pPr marL="12700" marR="5080">
              <a:lnSpc>
                <a:spcPct val="100000"/>
              </a:lnSpc>
            </a:pPr>
            <a:r>
              <a:rPr sz="4800" spc="-5" dirty="0"/>
              <a:t>Matriz de Adyacencia</a:t>
            </a:r>
            <a:r>
              <a:rPr sz="4800" spc="-229" dirty="0"/>
              <a:t> </a:t>
            </a:r>
            <a:r>
              <a:rPr sz="4800" spc="-5" dirty="0"/>
              <a:t>[A]  (Propiedades)</a:t>
            </a:r>
          </a:p>
        </p:txBody>
      </p:sp>
      <p:sp>
        <p:nvSpPr>
          <p:cNvPr id="3" name="object 3"/>
          <p:cNvSpPr txBox="1"/>
          <p:nvPr/>
        </p:nvSpPr>
        <p:spPr>
          <a:xfrm>
            <a:off x="653415" y="1506601"/>
            <a:ext cx="10243185" cy="3092129"/>
          </a:xfrm>
          <a:prstGeom prst="rect">
            <a:avLst/>
          </a:prstGeom>
        </p:spPr>
        <p:txBody>
          <a:bodyPr vert="horz" wrap="square" lIns="0" tIns="0" rIns="0" bIns="0" rtlCol="0">
            <a:spAutoFit/>
          </a:bodyPr>
          <a:lstStyle/>
          <a:p>
            <a:pPr marL="355600" marR="249554" indent="-342900">
              <a:lnSpc>
                <a:spcPct val="110000"/>
              </a:lnSpc>
              <a:buClr>
                <a:srgbClr val="696363"/>
              </a:buClr>
              <a:buSzPct val="79166"/>
              <a:buFont typeface="Wingdings"/>
              <a:buChar char=""/>
              <a:tabLst>
                <a:tab pos="355600" algn="l"/>
              </a:tabLst>
            </a:pPr>
            <a:r>
              <a:rPr sz="2800" dirty="0">
                <a:solidFill>
                  <a:srgbClr val="001F5F"/>
                </a:solidFill>
                <a:latin typeface="HP Simplified" panose="020B0604020204020204" pitchFamily="34" charset="0"/>
                <a:cs typeface="Arial Narrow"/>
              </a:rPr>
              <a:t>El Grado </a:t>
            </a:r>
            <a:r>
              <a:rPr sz="2800" spc="-5" dirty="0">
                <a:solidFill>
                  <a:srgbClr val="001F5F"/>
                </a:solidFill>
                <a:latin typeface="HP Simplified" panose="020B0604020204020204" pitchFamily="34" charset="0"/>
                <a:cs typeface="Arial Narrow"/>
              </a:rPr>
              <a:t>de un Vértice se obtiene </a:t>
            </a:r>
            <a:r>
              <a:rPr sz="2800" b="1" spc="-5" dirty="0">
                <a:solidFill>
                  <a:srgbClr val="001F5F"/>
                </a:solidFill>
                <a:latin typeface="HP Simplified" panose="020B0604020204020204" pitchFamily="34" charset="0"/>
                <a:cs typeface="Arial Narrow"/>
              </a:rPr>
              <a:t>sumando </a:t>
            </a:r>
            <a:r>
              <a:rPr sz="2800" spc="-5" dirty="0">
                <a:solidFill>
                  <a:srgbClr val="001F5F"/>
                </a:solidFill>
                <a:latin typeface="HP Simplified" panose="020B0604020204020204" pitchFamily="34" charset="0"/>
                <a:cs typeface="Arial Narrow"/>
              </a:rPr>
              <a:t>la </a:t>
            </a:r>
            <a:r>
              <a:rPr sz="2800" u="sng" dirty="0">
                <a:solidFill>
                  <a:srgbClr val="001F5F"/>
                </a:solidFill>
                <a:latin typeface="HP Simplified" panose="020B0604020204020204" pitchFamily="34" charset="0"/>
                <a:cs typeface="Arial Narrow"/>
              </a:rPr>
              <a:t>fila</a:t>
            </a:r>
            <a:r>
              <a:rPr sz="2800" u="heavy" dirty="0">
                <a:solidFill>
                  <a:srgbClr val="001F5F"/>
                </a:solidFill>
                <a:latin typeface="HP Simplified" panose="020B0604020204020204" pitchFamily="34" charset="0"/>
                <a:cs typeface="Arial Narrow"/>
              </a:rPr>
              <a:t> </a:t>
            </a:r>
            <a:r>
              <a:rPr sz="2800" dirty="0">
                <a:solidFill>
                  <a:srgbClr val="001F5F"/>
                </a:solidFill>
                <a:latin typeface="HP Simplified" panose="020B0604020204020204" pitchFamily="34" charset="0"/>
                <a:cs typeface="Arial Narrow"/>
              </a:rPr>
              <a:t>o </a:t>
            </a:r>
            <a:r>
              <a:rPr sz="2800" spc="-5" dirty="0">
                <a:solidFill>
                  <a:srgbClr val="001F5F"/>
                </a:solidFill>
                <a:latin typeface="HP Simplified" panose="020B0604020204020204" pitchFamily="34" charset="0"/>
                <a:cs typeface="Arial Narrow"/>
              </a:rPr>
              <a:t>la </a:t>
            </a:r>
            <a:r>
              <a:rPr sz="2800" u="sng" spc="-10" dirty="0">
                <a:solidFill>
                  <a:srgbClr val="001F5F"/>
                </a:solidFill>
                <a:latin typeface="HP Simplified" panose="020B0604020204020204" pitchFamily="34" charset="0"/>
                <a:cs typeface="Arial Narrow"/>
              </a:rPr>
              <a:t>columna</a:t>
            </a:r>
            <a:r>
              <a:rPr sz="2800" u="heavy" spc="-10" dirty="0">
                <a:solidFill>
                  <a:srgbClr val="001F5F"/>
                </a:solidFill>
                <a:latin typeface="HP Simplified" panose="020B0604020204020204" pitchFamily="34" charset="0"/>
                <a:cs typeface="Arial Narrow"/>
              </a:rPr>
              <a:t>  </a:t>
            </a:r>
            <a:r>
              <a:rPr sz="2800" spc="-5" dirty="0">
                <a:solidFill>
                  <a:srgbClr val="001F5F"/>
                </a:solidFill>
                <a:latin typeface="HP Simplified" panose="020B0604020204020204" pitchFamily="34" charset="0"/>
                <a:cs typeface="Arial Narrow"/>
              </a:rPr>
              <a:t>correspondiente </a:t>
            </a:r>
            <a:r>
              <a:rPr sz="2800" dirty="0">
                <a:solidFill>
                  <a:srgbClr val="001F5F"/>
                </a:solidFill>
                <a:latin typeface="HP Simplified" panose="020B0604020204020204" pitchFamily="34" charset="0"/>
                <a:cs typeface="Arial Narrow"/>
              </a:rPr>
              <a:t>(solo </a:t>
            </a:r>
            <a:r>
              <a:rPr sz="2800" spc="-5" dirty="0">
                <a:solidFill>
                  <a:srgbClr val="001F5F"/>
                </a:solidFill>
                <a:latin typeface="HP Simplified" panose="020B0604020204020204" pitchFamily="34" charset="0"/>
                <a:cs typeface="Arial Narrow"/>
              </a:rPr>
              <a:t>para grafos </a:t>
            </a:r>
            <a:r>
              <a:rPr sz="2800" b="1" dirty="0">
                <a:solidFill>
                  <a:srgbClr val="001F5F"/>
                </a:solidFill>
                <a:latin typeface="HP Simplified" panose="020B0604020204020204" pitchFamily="34" charset="0"/>
                <a:cs typeface="Arial Narrow"/>
              </a:rPr>
              <a:t>no</a:t>
            </a:r>
            <a:r>
              <a:rPr sz="2800" b="1" spc="30" dirty="0">
                <a:solidFill>
                  <a:srgbClr val="001F5F"/>
                </a:solidFill>
                <a:latin typeface="HP Simplified" panose="020B0604020204020204" pitchFamily="34" charset="0"/>
                <a:cs typeface="Arial Narrow"/>
              </a:rPr>
              <a:t> </a:t>
            </a:r>
            <a:r>
              <a:rPr sz="2800" b="1" dirty="0">
                <a:solidFill>
                  <a:srgbClr val="001F5F"/>
                </a:solidFill>
                <a:latin typeface="HP Simplified" panose="020B0604020204020204" pitchFamily="34" charset="0"/>
                <a:cs typeface="Arial Narrow"/>
              </a:rPr>
              <a:t>dirigidos</a:t>
            </a:r>
            <a:r>
              <a:rPr sz="2800" dirty="0">
                <a:solidFill>
                  <a:srgbClr val="001F5F"/>
                </a:solidFill>
                <a:latin typeface="HP Simplified" panose="020B0604020204020204" pitchFamily="34" charset="0"/>
                <a:cs typeface="Arial Narrow"/>
              </a:rPr>
              <a:t>).</a:t>
            </a:r>
            <a:endParaRPr sz="2800" dirty="0">
              <a:latin typeface="HP Simplified" panose="020B0604020204020204" pitchFamily="34" charset="0"/>
              <a:cs typeface="Arial Narrow"/>
            </a:endParaRPr>
          </a:p>
          <a:p>
            <a:pPr marL="469900">
              <a:spcBef>
                <a:spcPts val="865"/>
              </a:spcBef>
            </a:pPr>
            <a:r>
              <a:rPr sz="2000" spc="225" dirty="0">
                <a:solidFill>
                  <a:srgbClr val="696363"/>
                </a:solidFill>
                <a:latin typeface="HP Simplified" panose="020B0604020204020204" pitchFamily="34" charset="0"/>
                <a:cs typeface="Wingdings"/>
              </a:rPr>
              <a:t></a:t>
            </a:r>
            <a:r>
              <a:rPr sz="2000" spc="225" dirty="0">
                <a:solidFill>
                  <a:srgbClr val="696363"/>
                </a:solidFill>
                <a:latin typeface="HP Simplified" panose="020B0604020204020204" pitchFamily="34" charset="0"/>
                <a:cs typeface="Times New Roman"/>
              </a:rPr>
              <a:t> </a:t>
            </a:r>
            <a:r>
              <a:rPr sz="2800" spc="-5" dirty="0">
                <a:solidFill>
                  <a:srgbClr val="001F5F"/>
                </a:solidFill>
                <a:latin typeface="HP Simplified" panose="020B0604020204020204" pitchFamily="34" charset="0"/>
                <a:cs typeface="Arial Narrow"/>
              </a:rPr>
              <a:t>Nota: </a:t>
            </a:r>
            <a:r>
              <a:rPr sz="2800" dirty="0">
                <a:solidFill>
                  <a:srgbClr val="001F5F"/>
                </a:solidFill>
                <a:latin typeface="HP Simplified" panose="020B0604020204020204" pitchFamily="34" charset="0"/>
                <a:cs typeface="Arial Narrow"/>
              </a:rPr>
              <a:t>Si </a:t>
            </a:r>
            <a:r>
              <a:rPr sz="2800" spc="-5" dirty="0">
                <a:solidFill>
                  <a:srgbClr val="001F5F"/>
                </a:solidFill>
                <a:latin typeface="HP Simplified" panose="020B0604020204020204" pitchFamily="34" charset="0"/>
                <a:cs typeface="Arial Narrow"/>
              </a:rPr>
              <a:t>la arista es un bucle entonces se suma </a:t>
            </a:r>
            <a:r>
              <a:rPr sz="2800" u="sng" dirty="0">
                <a:solidFill>
                  <a:srgbClr val="001F5F"/>
                </a:solidFill>
                <a:latin typeface="HP Simplified" panose="020B0604020204020204" pitchFamily="34" charset="0"/>
                <a:cs typeface="Arial Narrow"/>
              </a:rPr>
              <a:t>2</a:t>
            </a:r>
            <a:r>
              <a:rPr sz="2800" u="heavy" dirty="0">
                <a:solidFill>
                  <a:srgbClr val="001F5F"/>
                </a:solidFill>
                <a:latin typeface="HP Simplified" panose="020B0604020204020204" pitchFamily="34" charset="0"/>
                <a:cs typeface="Arial Narrow"/>
              </a:rPr>
              <a:t> </a:t>
            </a:r>
            <a:r>
              <a:rPr sz="2800" spc="-5" dirty="0">
                <a:solidFill>
                  <a:srgbClr val="001F5F"/>
                </a:solidFill>
                <a:latin typeface="HP Simplified" panose="020B0604020204020204" pitchFamily="34" charset="0"/>
                <a:cs typeface="Arial Narrow"/>
              </a:rPr>
              <a:t>en vez de</a:t>
            </a:r>
            <a:r>
              <a:rPr sz="2800" spc="285" dirty="0">
                <a:solidFill>
                  <a:srgbClr val="001F5F"/>
                </a:solidFill>
                <a:latin typeface="HP Simplified" panose="020B0604020204020204" pitchFamily="34" charset="0"/>
                <a:cs typeface="Arial Narrow"/>
              </a:rPr>
              <a:t> </a:t>
            </a:r>
            <a:r>
              <a:rPr sz="2800" dirty="0">
                <a:solidFill>
                  <a:srgbClr val="001F5F"/>
                </a:solidFill>
                <a:latin typeface="HP Simplified" panose="020B0604020204020204" pitchFamily="34" charset="0"/>
                <a:cs typeface="Arial Narrow"/>
              </a:rPr>
              <a:t>1</a:t>
            </a:r>
            <a:endParaRPr sz="2800" dirty="0">
              <a:latin typeface="HP Simplified" panose="020B0604020204020204" pitchFamily="34" charset="0"/>
              <a:cs typeface="Arial Narrow"/>
            </a:endParaRPr>
          </a:p>
          <a:p>
            <a:pPr>
              <a:lnSpc>
                <a:spcPct val="100000"/>
              </a:lnSpc>
            </a:pPr>
            <a:endParaRPr sz="2800" dirty="0">
              <a:latin typeface="HP Simplified" panose="020B0604020204020204" pitchFamily="34" charset="0"/>
              <a:cs typeface="Times New Roman"/>
            </a:endParaRPr>
          </a:p>
          <a:p>
            <a:pPr marL="355600" indent="-342900">
              <a:spcBef>
                <a:spcPts val="1590"/>
              </a:spcBef>
              <a:buClr>
                <a:srgbClr val="696363"/>
              </a:buClr>
              <a:buSzPct val="79166"/>
              <a:buFont typeface="Wingdings"/>
              <a:buChar char=""/>
              <a:tabLst>
                <a:tab pos="355600" algn="l"/>
              </a:tabLst>
            </a:pPr>
            <a:r>
              <a:rPr sz="2800" u="sng" spc="-35" dirty="0">
                <a:solidFill>
                  <a:srgbClr val="FF0000"/>
                </a:solidFill>
                <a:latin typeface="HP Simplified" panose="020B0604020204020204" pitchFamily="34" charset="0"/>
                <a:cs typeface="Arial Narrow"/>
              </a:rPr>
              <a:t>Teorema</a:t>
            </a:r>
            <a:r>
              <a:rPr sz="2800" spc="-35" dirty="0">
                <a:solidFill>
                  <a:srgbClr val="FF0000"/>
                </a:solidFill>
                <a:latin typeface="HP Simplified" panose="020B0604020204020204" pitchFamily="34" charset="0"/>
                <a:cs typeface="Arial Narrow"/>
              </a:rPr>
              <a:t>: </a:t>
            </a:r>
            <a:r>
              <a:rPr sz="2800" dirty="0">
                <a:solidFill>
                  <a:srgbClr val="FF0000"/>
                </a:solidFill>
                <a:latin typeface="HP Simplified" panose="020B0604020204020204" pitchFamily="34" charset="0"/>
                <a:cs typeface="Arial Narrow"/>
              </a:rPr>
              <a:t>Si </a:t>
            </a:r>
            <a:r>
              <a:rPr sz="2800" b="1" dirty="0">
                <a:solidFill>
                  <a:srgbClr val="FF0000"/>
                </a:solidFill>
                <a:latin typeface="HP Simplified" panose="020B0604020204020204" pitchFamily="34" charset="0"/>
                <a:cs typeface="Arial Narrow"/>
              </a:rPr>
              <a:t>A</a:t>
            </a:r>
            <a:r>
              <a:rPr sz="2800" dirty="0">
                <a:solidFill>
                  <a:srgbClr val="FF0000"/>
                </a:solidFill>
                <a:latin typeface="HP Simplified" panose="020B0604020204020204" pitchFamily="34" charset="0"/>
                <a:cs typeface="Arial Narrow"/>
              </a:rPr>
              <a:t> </a:t>
            </a:r>
            <a:r>
              <a:rPr sz="2800" spc="-5" dirty="0">
                <a:solidFill>
                  <a:srgbClr val="FF0000"/>
                </a:solidFill>
                <a:latin typeface="HP Simplified" panose="020B0604020204020204" pitchFamily="34" charset="0"/>
                <a:cs typeface="Arial Narrow"/>
              </a:rPr>
              <a:t>es la matriz de adyacencia, el elemento ij de </a:t>
            </a:r>
            <a:r>
              <a:rPr sz="3200" b="1" dirty="0">
                <a:solidFill>
                  <a:srgbClr val="FF0000"/>
                </a:solidFill>
                <a:latin typeface="HP Simplified" panose="020B0604020204020204" pitchFamily="34" charset="0"/>
                <a:cs typeface="Arial Narrow"/>
              </a:rPr>
              <a:t>A</a:t>
            </a:r>
            <a:r>
              <a:rPr sz="2800" b="1" baseline="25525" dirty="0">
                <a:solidFill>
                  <a:srgbClr val="FF0000"/>
                </a:solidFill>
                <a:latin typeface="HP Simplified" panose="020B0604020204020204" pitchFamily="34" charset="0"/>
                <a:cs typeface="Arial Narrow"/>
              </a:rPr>
              <a:t>n</a:t>
            </a:r>
            <a:r>
              <a:rPr sz="2800" b="1" spc="202" baseline="25525" dirty="0">
                <a:solidFill>
                  <a:srgbClr val="FF0000"/>
                </a:solidFill>
                <a:latin typeface="HP Simplified" panose="020B0604020204020204" pitchFamily="34" charset="0"/>
                <a:cs typeface="Arial Narrow"/>
              </a:rPr>
              <a:t> </a:t>
            </a:r>
            <a:r>
              <a:rPr sz="2800" spc="-5" dirty="0">
                <a:solidFill>
                  <a:srgbClr val="FF0000"/>
                </a:solidFill>
                <a:latin typeface="HP Simplified" panose="020B0604020204020204" pitchFamily="34" charset="0"/>
                <a:cs typeface="Arial Narrow"/>
              </a:rPr>
              <a:t>es</a:t>
            </a:r>
            <a:endParaRPr sz="2800" dirty="0">
              <a:latin typeface="HP Simplified" panose="020B0604020204020204" pitchFamily="34" charset="0"/>
              <a:cs typeface="Arial Narrow"/>
            </a:endParaRPr>
          </a:p>
          <a:p>
            <a:pPr marL="355600">
              <a:spcBef>
                <a:spcPts val="335"/>
              </a:spcBef>
            </a:pPr>
            <a:r>
              <a:rPr sz="2800" spc="-5" dirty="0">
                <a:solidFill>
                  <a:srgbClr val="FF0000"/>
                </a:solidFill>
                <a:latin typeface="HP Simplified" panose="020B0604020204020204" pitchFamily="34" charset="0"/>
                <a:cs typeface="Arial Narrow"/>
              </a:rPr>
              <a:t>igual al </a:t>
            </a:r>
            <a:r>
              <a:rPr sz="2800" u="sng" spc="-5" dirty="0">
                <a:solidFill>
                  <a:srgbClr val="FF0000"/>
                </a:solidFill>
                <a:latin typeface="HP Simplified" panose="020B0604020204020204" pitchFamily="34" charset="0"/>
                <a:cs typeface="Arial Narrow"/>
              </a:rPr>
              <a:t>número de caminos </a:t>
            </a:r>
            <a:r>
              <a:rPr sz="2800" dirty="0">
                <a:solidFill>
                  <a:srgbClr val="FF0000"/>
                </a:solidFill>
                <a:latin typeface="HP Simplified" panose="020B0604020204020204" pitchFamily="34" charset="0"/>
                <a:cs typeface="Arial Narrow"/>
              </a:rPr>
              <a:t>de </a:t>
            </a:r>
            <a:r>
              <a:rPr sz="2800" spc="-5" dirty="0">
                <a:solidFill>
                  <a:srgbClr val="FF0000"/>
                </a:solidFill>
                <a:latin typeface="HP Simplified" panose="020B0604020204020204" pitchFamily="34" charset="0"/>
                <a:cs typeface="Arial Narrow"/>
              </a:rPr>
              <a:t>longitud </a:t>
            </a:r>
            <a:r>
              <a:rPr sz="2800" dirty="0">
                <a:solidFill>
                  <a:srgbClr val="FF0000"/>
                </a:solidFill>
                <a:latin typeface="HP Simplified" panose="020B0604020204020204" pitchFamily="34" charset="0"/>
                <a:cs typeface="Arial Narrow"/>
              </a:rPr>
              <a:t>“n” </a:t>
            </a:r>
            <a:r>
              <a:rPr sz="2800" spc="-5" dirty="0">
                <a:solidFill>
                  <a:srgbClr val="FF0000"/>
                </a:solidFill>
                <a:latin typeface="HP Simplified" panose="020B0604020204020204" pitchFamily="34" charset="0"/>
                <a:cs typeface="Arial Narrow"/>
              </a:rPr>
              <a:t>del </a:t>
            </a:r>
            <a:r>
              <a:rPr sz="2800" dirty="0">
                <a:solidFill>
                  <a:srgbClr val="FF0000"/>
                </a:solidFill>
                <a:latin typeface="HP Simplified" panose="020B0604020204020204" pitchFamily="34" charset="0"/>
                <a:cs typeface="Arial Narrow"/>
              </a:rPr>
              <a:t>vértice i al vértice</a:t>
            </a:r>
            <a:r>
              <a:rPr sz="2800" spc="165" dirty="0">
                <a:solidFill>
                  <a:srgbClr val="FF0000"/>
                </a:solidFill>
                <a:latin typeface="HP Simplified" panose="020B0604020204020204" pitchFamily="34" charset="0"/>
                <a:cs typeface="Arial Narrow"/>
              </a:rPr>
              <a:t> </a:t>
            </a:r>
            <a:r>
              <a:rPr sz="2800" dirty="0">
                <a:solidFill>
                  <a:srgbClr val="FF0000"/>
                </a:solidFill>
                <a:latin typeface="HP Simplified" panose="020B0604020204020204" pitchFamily="34" charset="0"/>
                <a:cs typeface="Arial Narrow"/>
              </a:rPr>
              <a:t>j</a:t>
            </a:r>
            <a:endParaRPr sz="2800" dirty="0">
              <a:latin typeface="HP Simplified" panose="020B0604020204020204" pitchFamily="34" charset="0"/>
              <a:cs typeface="Arial Narrow"/>
            </a:endParaRPr>
          </a:p>
        </p:txBody>
      </p:sp>
    </p:spTree>
    <p:extLst>
      <p:ext uri="{BB962C8B-B14F-4D97-AF65-F5344CB8AC3E}">
        <p14:creationId xmlns:p14="http://schemas.microsoft.com/office/powerpoint/2010/main" val="1305555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6412" y="339973"/>
            <a:ext cx="10396882" cy="615553"/>
          </a:xfrm>
          <a:prstGeom prst="rect">
            <a:avLst/>
          </a:prstGeom>
        </p:spPr>
        <p:txBody>
          <a:bodyPr vert="horz" wrap="square" lIns="0" tIns="0" rIns="0" bIns="0" rtlCol="0" anchor="ctr">
            <a:spAutoFit/>
          </a:bodyPr>
          <a:lstStyle/>
          <a:p>
            <a:pPr marL="12700" marR="5080">
              <a:lnSpc>
                <a:spcPct val="100000"/>
              </a:lnSpc>
            </a:pPr>
            <a:r>
              <a:rPr sz="4000" spc="-5" dirty="0"/>
              <a:t>Matriz de Incidencia [M] (grafos no  dirigidos)</a:t>
            </a:r>
          </a:p>
        </p:txBody>
      </p:sp>
      <p:sp>
        <p:nvSpPr>
          <p:cNvPr id="3" name="object 3"/>
          <p:cNvSpPr txBox="1"/>
          <p:nvPr/>
        </p:nvSpPr>
        <p:spPr>
          <a:xfrm>
            <a:off x="675968" y="1149694"/>
            <a:ext cx="10404539" cy="977191"/>
          </a:xfrm>
          <a:prstGeom prst="rect">
            <a:avLst/>
          </a:prstGeom>
        </p:spPr>
        <p:txBody>
          <a:bodyPr vert="horz" wrap="square" lIns="0" tIns="0" rIns="0" bIns="0" rtlCol="0">
            <a:spAutoFit/>
          </a:bodyPr>
          <a:lstStyle/>
          <a:p>
            <a:pPr marL="355600" indent="-342900">
              <a:buClr>
                <a:srgbClr val="696363"/>
              </a:buClr>
              <a:buSzPct val="79166"/>
              <a:buFont typeface="Wingdings"/>
              <a:buChar char=""/>
              <a:tabLst>
                <a:tab pos="355600" algn="l"/>
              </a:tabLst>
            </a:pPr>
            <a:r>
              <a:rPr sz="2800" spc="-5" dirty="0">
                <a:solidFill>
                  <a:srgbClr val="002850"/>
                </a:solidFill>
                <a:latin typeface="HP Simplified" panose="020B0604020204020204" pitchFamily="34" charset="0"/>
                <a:cs typeface="Arial Narrow"/>
              </a:rPr>
              <a:t>Dado un Grafo </a:t>
            </a:r>
            <a:r>
              <a:rPr sz="2800" dirty="0">
                <a:solidFill>
                  <a:srgbClr val="002850"/>
                </a:solidFill>
                <a:latin typeface="HP Simplified" panose="020B0604020204020204" pitchFamily="34" charset="0"/>
                <a:cs typeface="Arial Narrow"/>
              </a:rPr>
              <a:t>G = </a:t>
            </a:r>
            <a:r>
              <a:rPr sz="2800" spc="-60" dirty="0">
                <a:solidFill>
                  <a:srgbClr val="002850"/>
                </a:solidFill>
                <a:latin typeface="HP Simplified" panose="020B0604020204020204" pitchFamily="34" charset="0"/>
                <a:cs typeface="Arial Narrow"/>
              </a:rPr>
              <a:t>(V,</a:t>
            </a:r>
            <a:r>
              <a:rPr sz="2800" spc="-35" dirty="0">
                <a:solidFill>
                  <a:srgbClr val="002850"/>
                </a:solidFill>
                <a:latin typeface="HP Simplified" panose="020B0604020204020204" pitchFamily="34" charset="0"/>
                <a:cs typeface="Arial Narrow"/>
              </a:rPr>
              <a:t> </a:t>
            </a:r>
            <a:r>
              <a:rPr sz="2800" spc="-5" dirty="0">
                <a:solidFill>
                  <a:srgbClr val="002850"/>
                </a:solidFill>
                <a:latin typeface="HP Simplified" panose="020B0604020204020204" pitchFamily="34" charset="0"/>
                <a:cs typeface="Arial Narrow"/>
              </a:rPr>
              <a:t>E)</a:t>
            </a:r>
            <a:endParaRPr sz="2800" dirty="0">
              <a:latin typeface="HP Simplified" panose="020B0604020204020204" pitchFamily="34" charset="0"/>
              <a:cs typeface="Arial Narrow"/>
            </a:endParaRPr>
          </a:p>
          <a:p>
            <a:pPr marL="355600" indent="-342900">
              <a:spcBef>
                <a:spcPts val="865"/>
              </a:spcBef>
              <a:buClr>
                <a:srgbClr val="696363"/>
              </a:buClr>
              <a:buSzPct val="79166"/>
              <a:buFont typeface="Wingdings"/>
              <a:buChar char=""/>
              <a:tabLst>
                <a:tab pos="355600" algn="l"/>
              </a:tabLst>
            </a:pPr>
            <a:r>
              <a:rPr sz="2800" dirty="0">
                <a:solidFill>
                  <a:srgbClr val="002850"/>
                </a:solidFill>
                <a:latin typeface="HP Simplified" panose="020B0604020204020204" pitchFamily="34" charset="0"/>
                <a:cs typeface="Arial Narrow"/>
              </a:rPr>
              <a:t>Está </a:t>
            </a:r>
            <a:r>
              <a:rPr sz="2800" spc="-5" dirty="0">
                <a:solidFill>
                  <a:srgbClr val="002850"/>
                </a:solidFill>
                <a:latin typeface="HP Simplified" panose="020B0604020204020204" pitchFamily="34" charset="0"/>
                <a:cs typeface="Arial Narrow"/>
              </a:rPr>
              <a:t>representado por una matriz de </a:t>
            </a:r>
            <a:r>
              <a:rPr sz="2800" dirty="0">
                <a:solidFill>
                  <a:srgbClr val="002850"/>
                </a:solidFill>
                <a:latin typeface="HP Simplified" panose="020B0604020204020204" pitchFamily="34" charset="0"/>
                <a:cs typeface="Arial Narrow"/>
              </a:rPr>
              <a:t>V (vértices) </a:t>
            </a:r>
            <a:r>
              <a:rPr sz="2800" spc="-5" dirty="0">
                <a:solidFill>
                  <a:srgbClr val="002850"/>
                </a:solidFill>
                <a:latin typeface="HP Simplified" panose="020B0604020204020204" pitchFamily="34" charset="0"/>
                <a:cs typeface="Arial Narrow"/>
              </a:rPr>
              <a:t>por </a:t>
            </a:r>
            <a:r>
              <a:rPr sz="2800" dirty="0">
                <a:solidFill>
                  <a:srgbClr val="002850"/>
                </a:solidFill>
                <a:latin typeface="HP Simplified" panose="020B0604020204020204" pitchFamily="34" charset="0"/>
                <a:cs typeface="Arial Narrow"/>
              </a:rPr>
              <a:t>A</a:t>
            </a:r>
            <a:r>
              <a:rPr sz="2800" spc="-125" dirty="0">
                <a:solidFill>
                  <a:srgbClr val="002850"/>
                </a:solidFill>
                <a:latin typeface="HP Simplified" panose="020B0604020204020204" pitchFamily="34" charset="0"/>
                <a:cs typeface="Arial Narrow"/>
              </a:rPr>
              <a:t> </a:t>
            </a:r>
            <a:r>
              <a:rPr sz="2800" spc="-5" dirty="0">
                <a:solidFill>
                  <a:srgbClr val="002850"/>
                </a:solidFill>
                <a:latin typeface="HP Simplified" panose="020B0604020204020204" pitchFamily="34" charset="0"/>
                <a:cs typeface="Arial Narrow"/>
              </a:rPr>
              <a:t>(arcos)</a:t>
            </a:r>
            <a:endParaRPr sz="2800" dirty="0">
              <a:latin typeface="HP Simplified" panose="020B0604020204020204" pitchFamily="34" charset="0"/>
              <a:cs typeface="Arial Narrow"/>
            </a:endParaRPr>
          </a:p>
        </p:txBody>
      </p:sp>
      <p:sp>
        <p:nvSpPr>
          <p:cNvPr id="4" name="object 4"/>
          <p:cNvSpPr txBox="1"/>
          <p:nvPr/>
        </p:nvSpPr>
        <p:spPr>
          <a:xfrm>
            <a:off x="594122" y="4022140"/>
            <a:ext cx="7489825" cy="1417952"/>
          </a:xfrm>
          <a:prstGeom prst="rect">
            <a:avLst/>
          </a:prstGeom>
        </p:spPr>
        <p:txBody>
          <a:bodyPr vert="horz" wrap="square" lIns="0" tIns="0" rIns="0" bIns="0" rtlCol="0">
            <a:spAutoFit/>
          </a:bodyPr>
          <a:lstStyle/>
          <a:p>
            <a:pPr marL="355600" indent="-342900">
              <a:buClr>
                <a:srgbClr val="696363"/>
              </a:buClr>
              <a:buSzPct val="79166"/>
              <a:buFont typeface="Wingdings"/>
              <a:buChar char=""/>
              <a:tabLst>
                <a:tab pos="355600" algn="l"/>
              </a:tabLst>
            </a:pPr>
            <a:r>
              <a:rPr sz="2800" spc="-5" dirty="0">
                <a:solidFill>
                  <a:srgbClr val="002850"/>
                </a:solidFill>
                <a:latin typeface="HP Simplified" panose="020B0604020204020204" pitchFamily="34" charset="0"/>
                <a:cs typeface="Arial Narrow"/>
              </a:rPr>
              <a:t>1: Si el arco </a:t>
            </a:r>
            <a:r>
              <a:rPr sz="2800" i="1" dirty="0" err="1">
                <a:solidFill>
                  <a:srgbClr val="002850"/>
                </a:solidFill>
                <a:latin typeface="HP Simplified" panose="020B0604020204020204" pitchFamily="34" charset="0"/>
                <a:cs typeface="Arial Narrow"/>
              </a:rPr>
              <a:t>i</a:t>
            </a:r>
            <a:r>
              <a:rPr sz="2800" i="1" dirty="0">
                <a:solidFill>
                  <a:srgbClr val="002850"/>
                </a:solidFill>
                <a:latin typeface="HP Simplified" panose="020B0604020204020204" pitchFamily="34" charset="0"/>
                <a:cs typeface="Arial Narrow"/>
              </a:rPr>
              <a:t> </a:t>
            </a:r>
            <a:r>
              <a:rPr sz="2800" u="sng" spc="-5" dirty="0" err="1">
                <a:solidFill>
                  <a:srgbClr val="002850"/>
                </a:solidFill>
                <a:latin typeface="HP Simplified" panose="020B0604020204020204" pitchFamily="34" charset="0"/>
                <a:cs typeface="Arial Narrow"/>
              </a:rPr>
              <a:t>incide</a:t>
            </a:r>
            <a:r>
              <a:rPr lang="es-CL" sz="2800" spc="-5" dirty="0">
                <a:solidFill>
                  <a:srgbClr val="002850"/>
                </a:solidFill>
                <a:latin typeface="HP Simplified" panose="020B0604020204020204" pitchFamily="34" charset="0"/>
                <a:cs typeface="Arial Narrow"/>
              </a:rPr>
              <a:t> </a:t>
            </a:r>
            <a:r>
              <a:rPr sz="2800" spc="-5" dirty="0" err="1">
                <a:solidFill>
                  <a:srgbClr val="002850"/>
                </a:solidFill>
                <a:latin typeface="HP Simplified" panose="020B0604020204020204" pitchFamily="34" charset="0"/>
                <a:cs typeface="Arial Narrow"/>
              </a:rPr>
              <a:t>en</a:t>
            </a:r>
            <a:r>
              <a:rPr sz="2800" spc="-5" dirty="0">
                <a:solidFill>
                  <a:srgbClr val="002850"/>
                </a:solidFill>
                <a:latin typeface="HP Simplified" panose="020B0604020204020204" pitchFamily="34" charset="0"/>
                <a:cs typeface="Arial Narrow"/>
              </a:rPr>
              <a:t> el vértice</a:t>
            </a:r>
            <a:r>
              <a:rPr sz="2800" spc="55" dirty="0">
                <a:solidFill>
                  <a:srgbClr val="002850"/>
                </a:solidFill>
                <a:latin typeface="HP Simplified" panose="020B0604020204020204" pitchFamily="34" charset="0"/>
                <a:cs typeface="Arial Narrow"/>
              </a:rPr>
              <a:t> </a:t>
            </a:r>
            <a:r>
              <a:rPr sz="2800" i="1" dirty="0">
                <a:solidFill>
                  <a:srgbClr val="002850"/>
                </a:solidFill>
                <a:latin typeface="HP Simplified" panose="020B0604020204020204" pitchFamily="34" charset="0"/>
                <a:cs typeface="Arial Narrow"/>
              </a:rPr>
              <a:t>j</a:t>
            </a:r>
            <a:endParaRPr sz="2800" dirty="0">
              <a:latin typeface="HP Simplified" panose="020B0604020204020204" pitchFamily="34" charset="0"/>
              <a:cs typeface="Arial Narrow"/>
            </a:endParaRPr>
          </a:p>
          <a:p>
            <a:pPr marL="355600" marR="5080" indent="-342900">
              <a:lnSpc>
                <a:spcPct val="110000"/>
              </a:lnSpc>
              <a:spcBef>
                <a:spcPts val="575"/>
              </a:spcBef>
              <a:buClr>
                <a:srgbClr val="696363"/>
              </a:buClr>
              <a:buSzPct val="79166"/>
              <a:buFont typeface="Wingdings"/>
              <a:buChar char=""/>
              <a:tabLst>
                <a:tab pos="355600" algn="l"/>
              </a:tabLst>
            </a:pPr>
            <a:r>
              <a:rPr sz="2800" dirty="0">
                <a:solidFill>
                  <a:srgbClr val="002850"/>
                </a:solidFill>
                <a:latin typeface="HP Simplified" panose="020B0604020204020204" pitchFamily="34" charset="0"/>
                <a:cs typeface="Arial Narrow"/>
              </a:rPr>
              <a:t>En </a:t>
            </a:r>
            <a:r>
              <a:rPr sz="2800" spc="-5" dirty="0">
                <a:solidFill>
                  <a:srgbClr val="002850"/>
                </a:solidFill>
                <a:latin typeface="HP Simplified" panose="020B0604020204020204" pitchFamily="34" charset="0"/>
                <a:cs typeface="Arial Narrow"/>
              </a:rPr>
              <a:t>un grafo sin lazos, la suma de una fila dá el grado del vértice  </a:t>
            </a:r>
            <a:r>
              <a:rPr sz="2800" spc="-10" dirty="0">
                <a:solidFill>
                  <a:srgbClr val="002850"/>
                </a:solidFill>
                <a:latin typeface="HP Simplified" panose="020B0604020204020204" pitchFamily="34" charset="0"/>
                <a:cs typeface="Arial Narrow"/>
              </a:rPr>
              <a:t>identificado </a:t>
            </a:r>
            <a:r>
              <a:rPr sz="2800" spc="-5" dirty="0">
                <a:solidFill>
                  <a:srgbClr val="002850"/>
                </a:solidFill>
                <a:latin typeface="HP Simplified" panose="020B0604020204020204" pitchFamily="34" charset="0"/>
                <a:cs typeface="Arial Narrow"/>
              </a:rPr>
              <a:t>con esa</a:t>
            </a:r>
            <a:r>
              <a:rPr sz="2800" spc="50" dirty="0">
                <a:solidFill>
                  <a:srgbClr val="002850"/>
                </a:solidFill>
                <a:latin typeface="HP Simplified" panose="020B0604020204020204" pitchFamily="34" charset="0"/>
                <a:cs typeface="Arial Narrow"/>
              </a:rPr>
              <a:t> </a:t>
            </a:r>
            <a:r>
              <a:rPr sz="2800" dirty="0">
                <a:solidFill>
                  <a:srgbClr val="002850"/>
                </a:solidFill>
                <a:latin typeface="HP Simplified" panose="020B0604020204020204" pitchFamily="34" charset="0"/>
                <a:cs typeface="Arial Narrow"/>
              </a:rPr>
              <a:t>fila.</a:t>
            </a:r>
            <a:endParaRPr sz="2800" dirty="0">
              <a:latin typeface="HP Simplified" panose="020B0604020204020204" pitchFamily="34" charset="0"/>
              <a:cs typeface="Arial Narrow"/>
            </a:endParaRPr>
          </a:p>
        </p:txBody>
      </p:sp>
      <p:sp>
        <p:nvSpPr>
          <p:cNvPr id="6" name="object 6"/>
          <p:cNvSpPr txBox="1"/>
          <p:nvPr/>
        </p:nvSpPr>
        <p:spPr>
          <a:xfrm>
            <a:off x="885444" y="2581577"/>
            <a:ext cx="222885" cy="492443"/>
          </a:xfrm>
          <a:prstGeom prst="rect">
            <a:avLst/>
          </a:prstGeom>
        </p:spPr>
        <p:txBody>
          <a:bodyPr vert="horz" wrap="square" lIns="0" tIns="0" rIns="0" bIns="0" rtlCol="0">
            <a:spAutoFit/>
          </a:bodyPr>
          <a:lstStyle/>
          <a:p>
            <a:pPr marL="12700"/>
            <a:r>
              <a:rPr sz="3200" spc="-5" dirty="0">
                <a:latin typeface="HP Simplified" panose="020B0604020204020204" pitchFamily="34" charset="0"/>
                <a:cs typeface="Arial"/>
              </a:rPr>
              <a:t>a</a:t>
            </a:r>
            <a:endParaRPr sz="3200">
              <a:latin typeface="HP Simplified" panose="020B0604020204020204" pitchFamily="34" charset="0"/>
              <a:cs typeface="Arial"/>
            </a:endParaRPr>
          </a:p>
        </p:txBody>
      </p:sp>
      <p:sp>
        <p:nvSpPr>
          <p:cNvPr id="7" name="object 7"/>
          <p:cNvSpPr txBox="1"/>
          <p:nvPr/>
        </p:nvSpPr>
        <p:spPr>
          <a:xfrm>
            <a:off x="1083818" y="2789095"/>
            <a:ext cx="132080" cy="307777"/>
          </a:xfrm>
          <a:prstGeom prst="rect">
            <a:avLst/>
          </a:prstGeom>
        </p:spPr>
        <p:txBody>
          <a:bodyPr vert="horz" wrap="square" lIns="0" tIns="0" rIns="0" bIns="0" rtlCol="0">
            <a:spAutoFit/>
          </a:bodyPr>
          <a:lstStyle/>
          <a:p>
            <a:pPr marL="12700"/>
            <a:r>
              <a:rPr sz="2000" dirty="0">
                <a:latin typeface="HP Simplified" panose="020B0604020204020204" pitchFamily="34" charset="0"/>
                <a:cs typeface="Arial"/>
              </a:rPr>
              <a:t>ij</a:t>
            </a:r>
            <a:endParaRPr sz="2000">
              <a:latin typeface="HP Simplified" panose="020B0604020204020204" pitchFamily="34" charset="0"/>
              <a:cs typeface="Arial"/>
            </a:endParaRPr>
          </a:p>
        </p:txBody>
      </p:sp>
      <p:sp>
        <p:nvSpPr>
          <p:cNvPr id="8" name="object 8"/>
          <p:cNvSpPr/>
          <p:nvPr/>
        </p:nvSpPr>
        <p:spPr>
          <a:xfrm>
            <a:off x="1378076" y="2289098"/>
            <a:ext cx="364746" cy="1417952"/>
          </a:xfrm>
          <a:custGeom>
            <a:avLst/>
            <a:gdLst/>
            <a:ahLst/>
            <a:cxnLst/>
            <a:rect l="l" t="t" r="r" b="b"/>
            <a:pathLst>
              <a:path w="285750" h="714375">
                <a:moveTo>
                  <a:pt x="285750" y="714375"/>
                </a:moveTo>
                <a:lnTo>
                  <a:pt x="230153" y="712501"/>
                </a:lnTo>
                <a:lnTo>
                  <a:pt x="184737" y="707390"/>
                </a:lnTo>
                <a:lnTo>
                  <a:pt x="154108" y="699801"/>
                </a:lnTo>
                <a:lnTo>
                  <a:pt x="142875" y="690499"/>
                </a:lnTo>
                <a:lnTo>
                  <a:pt x="142875" y="381000"/>
                </a:lnTo>
                <a:lnTo>
                  <a:pt x="131641" y="371697"/>
                </a:lnTo>
                <a:lnTo>
                  <a:pt x="101012" y="364108"/>
                </a:lnTo>
                <a:lnTo>
                  <a:pt x="55596" y="358997"/>
                </a:lnTo>
                <a:lnTo>
                  <a:pt x="0" y="357124"/>
                </a:lnTo>
                <a:lnTo>
                  <a:pt x="55596" y="355270"/>
                </a:lnTo>
                <a:lnTo>
                  <a:pt x="101012" y="350202"/>
                </a:lnTo>
                <a:lnTo>
                  <a:pt x="131641" y="342657"/>
                </a:lnTo>
                <a:lnTo>
                  <a:pt x="142875" y="333375"/>
                </a:lnTo>
                <a:lnTo>
                  <a:pt x="142875" y="23749"/>
                </a:lnTo>
                <a:lnTo>
                  <a:pt x="154108" y="14519"/>
                </a:lnTo>
                <a:lnTo>
                  <a:pt x="184737" y="6969"/>
                </a:lnTo>
                <a:lnTo>
                  <a:pt x="230153" y="1871"/>
                </a:lnTo>
                <a:lnTo>
                  <a:pt x="285750" y="0"/>
                </a:lnTo>
              </a:path>
            </a:pathLst>
          </a:custGeom>
          <a:ln w="12700">
            <a:solidFill>
              <a:srgbClr val="000000"/>
            </a:solidFill>
          </a:ln>
        </p:spPr>
        <p:txBody>
          <a:bodyPr wrap="square" lIns="0" tIns="0" rIns="0" bIns="0" rtlCol="0"/>
          <a:lstStyle/>
          <a:p>
            <a:endParaRPr sz="2000">
              <a:latin typeface="HP Simplified" panose="020B0604020204020204" pitchFamily="34" charset="0"/>
            </a:endParaRPr>
          </a:p>
        </p:txBody>
      </p:sp>
      <p:sp>
        <p:nvSpPr>
          <p:cNvPr id="9" name="object 9"/>
          <p:cNvSpPr txBox="1"/>
          <p:nvPr/>
        </p:nvSpPr>
        <p:spPr>
          <a:xfrm>
            <a:off x="1905000" y="2444655"/>
            <a:ext cx="5016880" cy="1107996"/>
          </a:xfrm>
          <a:prstGeom prst="rect">
            <a:avLst/>
          </a:prstGeom>
        </p:spPr>
        <p:txBody>
          <a:bodyPr vert="horz" wrap="square" lIns="0" tIns="0" rIns="0" bIns="0" rtlCol="0">
            <a:spAutoFit/>
          </a:bodyPr>
          <a:lstStyle/>
          <a:p>
            <a:pPr marL="12700"/>
            <a:r>
              <a:rPr sz="2400" spc="-5" dirty="0">
                <a:solidFill>
                  <a:srgbClr val="001F5F"/>
                </a:solidFill>
                <a:latin typeface="HP Simplified" panose="020B0604020204020204" pitchFamily="34" charset="0"/>
                <a:cs typeface="Arial Narrow"/>
              </a:rPr>
              <a:t>1, </a:t>
            </a:r>
            <a:r>
              <a:rPr sz="2400" dirty="0">
                <a:solidFill>
                  <a:srgbClr val="001F5F"/>
                </a:solidFill>
                <a:latin typeface="HP Simplified" panose="020B0604020204020204" pitchFamily="34" charset="0"/>
                <a:cs typeface="Arial Narrow"/>
              </a:rPr>
              <a:t>[arco, </a:t>
            </a:r>
            <a:r>
              <a:rPr sz="2400" spc="-5" dirty="0">
                <a:solidFill>
                  <a:srgbClr val="001F5F"/>
                </a:solidFill>
                <a:latin typeface="HP Simplified" panose="020B0604020204020204" pitchFamily="34" charset="0"/>
                <a:cs typeface="Arial Narrow"/>
              </a:rPr>
              <a:t>vértice] </a:t>
            </a:r>
            <a:r>
              <a:rPr sz="2400" spc="-5" dirty="0" err="1">
                <a:solidFill>
                  <a:srgbClr val="001F5F"/>
                </a:solidFill>
                <a:latin typeface="HP Simplified" panose="020B0604020204020204" pitchFamily="34" charset="0"/>
                <a:cs typeface="Arial Narrow"/>
              </a:rPr>
              <a:t>está</a:t>
            </a:r>
            <a:r>
              <a:rPr sz="2400" spc="-90" dirty="0">
                <a:solidFill>
                  <a:srgbClr val="001F5F"/>
                </a:solidFill>
                <a:latin typeface="HP Simplified" panose="020B0604020204020204" pitchFamily="34" charset="0"/>
                <a:cs typeface="Arial Narrow"/>
              </a:rPr>
              <a:t> </a:t>
            </a:r>
            <a:r>
              <a:rPr sz="2400" spc="-5" dirty="0" err="1">
                <a:solidFill>
                  <a:srgbClr val="001F5F"/>
                </a:solidFill>
                <a:latin typeface="HP Simplified" panose="020B0604020204020204" pitchFamily="34" charset="0"/>
                <a:cs typeface="Arial Narrow"/>
              </a:rPr>
              <a:t>conectado</a:t>
            </a:r>
            <a:endParaRPr lang="es-CL" sz="2400" spc="-5" dirty="0">
              <a:solidFill>
                <a:srgbClr val="001F5F"/>
              </a:solidFill>
              <a:latin typeface="HP Simplified" panose="020B0604020204020204" pitchFamily="34" charset="0"/>
              <a:cs typeface="Arial Narrow"/>
            </a:endParaRPr>
          </a:p>
          <a:p>
            <a:pPr marL="12700"/>
            <a:endParaRPr sz="2400" dirty="0">
              <a:latin typeface="HP Simplified" panose="020B0604020204020204" pitchFamily="34" charset="0"/>
              <a:cs typeface="Arial Narrow"/>
            </a:endParaRPr>
          </a:p>
          <a:p>
            <a:pPr marL="12700"/>
            <a:r>
              <a:rPr sz="2400" dirty="0">
                <a:solidFill>
                  <a:srgbClr val="001F5F"/>
                </a:solidFill>
                <a:latin typeface="HP Simplified" panose="020B0604020204020204" pitchFamily="34" charset="0"/>
                <a:cs typeface="Arial Narrow"/>
              </a:rPr>
              <a:t>0  </a:t>
            </a:r>
            <a:r>
              <a:rPr sz="2400" spc="-5" dirty="0">
                <a:solidFill>
                  <a:srgbClr val="001F5F"/>
                </a:solidFill>
                <a:latin typeface="HP Simplified" panose="020B0604020204020204" pitchFamily="34" charset="0"/>
                <a:cs typeface="Arial Narrow"/>
              </a:rPr>
              <a:t>[arco, vértice] no está</a:t>
            </a:r>
            <a:r>
              <a:rPr sz="2400" spc="-60" dirty="0">
                <a:solidFill>
                  <a:srgbClr val="001F5F"/>
                </a:solidFill>
                <a:latin typeface="HP Simplified" panose="020B0604020204020204" pitchFamily="34" charset="0"/>
                <a:cs typeface="Arial Narrow"/>
              </a:rPr>
              <a:t> </a:t>
            </a:r>
            <a:r>
              <a:rPr sz="2400" spc="-5" dirty="0">
                <a:solidFill>
                  <a:srgbClr val="001F5F"/>
                </a:solidFill>
                <a:latin typeface="HP Simplified" panose="020B0604020204020204" pitchFamily="34" charset="0"/>
                <a:cs typeface="Arial Narrow"/>
              </a:rPr>
              <a:t>conectado</a:t>
            </a:r>
            <a:endParaRPr sz="2400" dirty="0">
              <a:latin typeface="HP Simplified" panose="020B0604020204020204" pitchFamily="34" charset="0"/>
              <a:cs typeface="Arial Narrow"/>
            </a:endParaRPr>
          </a:p>
        </p:txBody>
      </p:sp>
      <p:pic>
        <p:nvPicPr>
          <p:cNvPr id="12" name="Imagen 11">
            <a:extLst>
              <a:ext uri="{FF2B5EF4-FFF2-40B4-BE49-F238E27FC236}">
                <a16:creationId xmlns:a16="http://schemas.microsoft.com/office/drawing/2014/main" id="{45BABE58-A837-458A-B01F-B5994D524E8D}"/>
              </a:ext>
            </a:extLst>
          </p:cNvPr>
          <p:cNvPicPr>
            <a:picLocks noChangeAspect="1"/>
          </p:cNvPicPr>
          <p:nvPr/>
        </p:nvPicPr>
        <p:blipFill>
          <a:blip r:embed="rId2"/>
          <a:stretch>
            <a:fillRect/>
          </a:stretch>
        </p:blipFill>
        <p:spPr>
          <a:xfrm>
            <a:off x="6585043" y="2261842"/>
            <a:ext cx="4959488" cy="1988366"/>
          </a:xfrm>
          <a:prstGeom prst="rect">
            <a:avLst/>
          </a:prstGeom>
        </p:spPr>
      </p:pic>
      <p:pic>
        <p:nvPicPr>
          <p:cNvPr id="13" name="Imagen 12">
            <a:extLst>
              <a:ext uri="{FF2B5EF4-FFF2-40B4-BE49-F238E27FC236}">
                <a16:creationId xmlns:a16="http://schemas.microsoft.com/office/drawing/2014/main" id="{00777D6A-D958-415A-888C-29E368723409}"/>
              </a:ext>
            </a:extLst>
          </p:cNvPr>
          <p:cNvPicPr>
            <a:picLocks noChangeAspect="1"/>
          </p:cNvPicPr>
          <p:nvPr/>
        </p:nvPicPr>
        <p:blipFill>
          <a:blip r:embed="rId3"/>
          <a:stretch>
            <a:fillRect/>
          </a:stretch>
        </p:blipFill>
        <p:spPr>
          <a:xfrm>
            <a:off x="6531271" y="2126884"/>
            <a:ext cx="5130564" cy="2445116"/>
          </a:xfrm>
          <a:prstGeom prst="rect">
            <a:avLst/>
          </a:prstGeom>
        </p:spPr>
      </p:pic>
    </p:spTree>
    <p:extLst>
      <p:ext uri="{BB962C8B-B14F-4D97-AF65-F5344CB8AC3E}">
        <p14:creationId xmlns:p14="http://schemas.microsoft.com/office/powerpoint/2010/main" val="135969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8709" y="312590"/>
            <a:ext cx="10396882" cy="1151965"/>
          </a:xfrm>
          <a:prstGeom prst="rect">
            <a:avLst/>
          </a:prstGeom>
        </p:spPr>
        <p:txBody>
          <a:bodyPr vert="horz" wrap="square" lIns="0" tIns="0" rIns="0" bIns="0" rtlCol="0" anchor="ctr">
            <a:spAutoFit/>
          </a:bodyPr>
          <a:lstStyle/>
          <a:p>
            <a:pPr marL="12700" marR="5080">
              <a:lnSpc>
                <a:spcPct val="100000"/>
              </a:lnSpc>
            </a:pPr>
            <a:r>
              <a:rPr spc="-5" dirty="0"/>
              <a:t>Matriz de Incidencia [M]  (digrafos)</a:t>
            </a:r>
          </a:p>
        </p:txBody>
      </p:sp>
      <p:sp>
        <p:nvSpPr>
          <p:cNvPr id="3" name="object 3"/>
          <p:cNvSpPr txBox="1"/>
          <p:nvPr/>
        </p:nvSpPr>
        <p:spPr>
          <a:xfrm>
            <a:off x="381000" y="2438400"/>
            <a:ext cx="7931891" cy="2616101"/>
          </a:xfrm>
          <a:prstGeom prst="rect">
            <a:avLst/>
          </a:prstGeom>
        </p:spPr>
        <p:txBody>
          <a:bodyPr vert="horz" wrap="square" lIns="0" tIns="0" rIns="0" bIns="0" rtlCol="0">
            <a:spAutoFit/>
          </a:bodyPr>
          <a:lstStyle/>
          <a:p>
            <a:pPr marL="355600" indent="-342900">
              <a:buClr>
                <a:srgbClr val="696363"/>
              </a:buClr>
              <a:buSzPct val="79166"/>
              <a:buFont typeface="Wingdings"/>
              <a:buChar char=""/>
              <a:tabLst>
                <a:tab pos="355600" algn="l"/>
              </a:tabLst>
            </a:pPr>
            <a:r>
              <a:rPr sz="2800" spc="-5" dirty="0">
                <a:solidFill>
                  <a:srgbClr val="002850"/>
                </a:solidFill>
                <a:latin typeface="HP Simplified" panose="020B0604020204020204" pitchFamily="34" charset="0"/>
                <a:cs typeface="Arial Narrow"/>
              </a:rPr>
              <a:t>Para</a:t>
            </a:r>
            <a:r>
              <a:rPr sz="2800" spc="-45" dirty="0">
                <a:solidFill>
                  <a:srgbClr val="002850"/>
                </a:solidFill>
                <a:latin typeface="HP Simplified" panose="020B0604020204020204" pitchFamily="34" charset="0"/>
                <a:cs typeface="Arial Narrow"/>
              </a:rPr>
              <a:t> </a:t>
            </a:r>
            <a:r>
              <a:rPr sz="2800" b="1" spc="-5" dirty="0">
                <a:solidFill>
                  <a:srgbClr val="002850"/>
                </a:solidFill>
                <a:latin typeface="HP Simplified" panose="020B0604020204020204" pitchFamily="34" charset="0"/>
                <a:cs typeface="Arial Narrow"/>
              </a:rPr>
              <a:t>Digrafos</a:t>
            </a:r>
            <a:endParaRPr sz="2800" dirty="0">
              <a:latin typeface="HP Simplified" panose="020B0604020204020204" pitchFamily="34" charset="0"/>
              <a:cs typeface="Arial Narrow"/>
            </a:endParaRPr>
          </a:p>
          <a:p>
            <a:pPr marL="812800" lvl="1" indent="-342900">
              <a:spcBef>
                <a:spcPts val="865"/>
              </a:spcBef>
              <a:buClr>
                <a:srgbClr val="696363"/>
              </a:buClr>
              <a:buSzPct val="79166"/>
              <a:buFont typeface="Wingdings"/>
              <a:buChar char=""/>
              <a:tabLst>
                <a:tab pos="813435" algn="l"/>
              </a:tabLst>
            </a:pPr>
            <a:r>
              <a:rPr lang="es-MX" sz="2800" spc="-5" dirty="0" err="1">
                <a:solidFill>
                  <a:srgbClr val="002850"/>
                </a:solidFill>
                <a:latin typeface="HP Simplified" panose="020B0604020204020204" pitchFamily="34" charset="0"/>
                <a:cs typeface="Arial Narrow"/>
              </a:rPr>
              <a:t>Aij</a:t>
            </a:r>
            <a:r>
              <a:rPr lang="es-MX" sz="2800" spc="-5" dirty="0">
                <a:solidFill>
                  <a:srgbClr val="002850"/>
                </a:solidFill>
                <a:latin typeface="HP Simplified" panose="020B0604020204020204" pitchFamily="34" charset="0"/>
                <a:cs typeface="Arial Narrow"/>
              </a:rPr>
              <a:t>=0,	si el arco no </a:t>
            </a:r>
            <a:r>
              <a:rPr lang="es-MX" sz="2800" spc="-10" dirty="0" err="1">
                <a:solidFill>
                  <a:srgbClr val="002850"/>
                </a:solidFill>
                <a:latin typeface="HP Simplified" panose="020B0604020204020204" pitchFamily="34" charset="0"/>
                <a:cs typeface="Arial Narrow"/>
              </a:rPr>
              <a:t>inicide</a:t>
            </a:r>
            <a:r>
              <a:rPr lang="es-MX" sz="2800" spc="-10" dirty="0">
                <a:solidFill>
                  <a:srgbClr val="002850"/>
                </a:solidFill>
                <a:latin typeface="HP Simplified" panose="020B0604020204020204" pitchFamily="34" charset="0"/>
                <a:cs typeface="Arial Narrow"/>
              </a:rPr>
              <a:t> </a:t>
            </a:r>
            <a:r>
              <a:rPr lang="es-MX" sz="2800" spc="-5" dirty="0">
                <a:solidFill>
                  <a:srgbClr val="002850"/>
                </a:solidFill>
                <a:latin typeface="HP Simplified" panose="020B0604020204020204" pitchFamily="34" charset="0"/>
                <a:cs typeface="Arial Narrow"/>
              </a:rPr>
              <a:t>en el</a:t>
            </a:r>
            <a:r>
              <a:rPr lang="es-MX" sz="2800" spc="70" dirty="0">
                <a:solidFill>
                  <a:srgbClr val="002850"/>
                </a:solidFill>
                <a:latin typeface="HP Simplified" panose="020B0604020204020204" pitchFamily="34" charset="0"/>
                <a:cs typeface="Arial Narrow"/>
              </a:rPr>
              <a:t> </a:t>
            </a:r>
            <a:r>
              <a:rPr lang="es-MX" sz="2800" spc="-5" dirty="0">
                <a:solidFill>
                  <a:srgbClr val="002850"/>
                </a:solidFill>
                <a:latin typeface="HP Simplified" panose="020B0604020204020204" pitchFamily="34" charset="0"/>
                <a:cs typeface="Arial Narrow"/>
              </a:rPr>
              <a:t>nodo</a:t>
            </a:r>
            <a:endParaRPr lang="es-CL" sz="2800" spc="-5" dirty="0">
              <a:solidFill>
                <a:srgbClr val="002850"/>
              </a:solidFill>
              <a:latin typeface="HP Simplified" panose="020B0604020204020204" pitchFamily="34" charset="0"/>
              <a:cs typeface="Arial Narrow"/>
            </a:endParaRPr>
          </a:p>
          <a:p>
            <a:pPr marL="812800" lvl="1" indent="-342900">
              <a:spcBef>
                <a:spcPts val="865"/>
              </a:spcBef>
              <a:buClr>
                <a:srgbClr val="696363"/>
              </a:buClr>
              <a:buSzPct val="79166"/>
              <a:buFont typeface="Wingdings"/>
              <a:buChar char=""/>
              <a:tabLst>
                <a:tab pos="813435" algn="l"/>
              </a:tabLst>
            </a:pPr>
            <a:r>
              <a:rPr sz="2800" spc="-5" dirty="0" err="1">
                <a:solidFill>
                  <a:srgbClr val="002850"/>
                </a:solidFill>
                <a:latin typeface="HP Simplified" panose="020B0604020204020204" pitchFamily="34" charset="0"/>
                <a:cs typeface="Arial Narrow"/>
              </a:rPr>
              <a:t>Aij</a:t>
            </a:r>
            <a:r>
              <a:rPr sz="2800" spc="-5" dirty="0">
                <a:solidFill>
                  <a:srgbClr val="002850"/>
                </a:solidFill>
                <a:latin typeface="HP Simplified" panose="020B0604020204020204" pitchFamily="34" charset="0"/>
                <a:cs typeface="Arial Narrow"/>
              </a:rPr>
              <a:t> =1, arco sale del</a:t>
            </a:r>
            <a:r>
              <a:rPr sz="2800" spc="-30" dirty="0">
                <a:solidFill>
                  <a:srgbClr val="002850"/>
                </a:solidFill>
                <a:latin typeface="HP Simplified" panose="020B0604020204020204" pitchFamily="34" charset="0"/>
                <a:cs typeface="Arial Narrow"/>
              </a:rPr>
              <a:t> </a:t>
            </a:r>
            <a:r>
              <a:rPr sz="2800" spc="-5" dirty="0">
                <a:solidFill>
                  <a:srgbClr val="002850"/>
                </a:solidFill>
                <a:latin typeface="HP Simplified" panose="020B0604020204020204" pitchFamily="34" charset="0"/>
                <a:cs typeface="Arial Narrow"/>
              </a:rPr>
              <a:t>nodo</a:t>
            </a:r>
            <a:endParaRPr sz="2800" dirty="0">
              <a:latin typeface="HP Simplified" panose="020B0604020204020204" pitchFamily="34" charset="0"/>
              <a:cs typeface="Arial Narrow"/>
            </a:endParaRPr>
          </a:p>
          <a:p>
            <a:pPr marL="812800" lvl="1" indent="-342900">
              <a:spcBef>
                <a:spcPts val="865"/>
              </a:spcBef>
              <a:buClr>
                <a:srgbClr val="696363"/>
              </a:buClr>
              <a:buSzPct val="79166"/>
              <a:buFont typeface="Wingdings"/>
              <a:buChar char=""/>
              <a:tabLst>
                <a:tab pos="813435" algn="l"/>
                <a:tab pos="1666875" algn="l"/>
              </a:tabLst>
            </a:pPr>
            <a:r>
              <a:rPr sz="2800" spc="-5" dirty="0">
                <a:solidFill>
                  <a:srgbClr val="002850"/>
                </a:solidFill>
                <a:latin typeface="HP Simplified" panose="020B0604020204020204" pitchFamily="34" charset="0"/>
                <a:cs typeface="Arial Narrow"/>
              </a:rPr>
              <a:t>Aij=-1,	arco entra al</a:t>
            </a:r>
            <a:r>
              <a:rPr sz="2800" spc="-35" dirty="0">
                <a:solidFill>
                  <a:srgbClr val="002850"/>
                </a:solidFill>
                <a:latin typeface="HP Simplified" panose="020B0604020204020204" pitchFamily="34" charset="0"/>
                <a:cs typeface="Arial Narrow"/>
              </a:rPr>
              <a:t> </a:t>
            </a:r>
            <a:r>
              <a:rPr sz="2800" spc="-5" dirty="0">
                <a:solidFill>
                  <a:srgbClr val="002850"/>
                </a:solidFill>
                <a:latin typeface="HP Simplified" panose="020B0604020204020204" pitchFamily="34" charset="0"/>
                <a:cs typeface="Arial Narrow"/>
              </a:rPr>
              <a:t>nodo</a:t>
            </a:r>
            <a:endParaRPr sz="2800" dirty="0">
              <a:latin typeface="HP Simplified" panose="020B0604020204020204" pitchFamily="34" charset="0"/>
              <a:cs typeface="Arial Narrow"/>
            </a:endParaRPr>
          </a:p>
          <a:p>
            <a:pPr marL="812800" lvl="1" indent="-342900">
              <a:spcBef>
                <a:spcPts val="865"/>
              </a:spcBef>
              <a:buClr>
                <a:srgbClr val="696363"/>
              </a:buClr>
              <a:buSzPct val="79166"/>
              <a:buFont typeface="Wingdings"/>
              <a:buChar char=""/>
              <a:tabLst>
                <a:tab pos="813435" algn="l"/>
                <a:tab pos="1583055" algn="l"/>
              </a:tabLst>
            </a:pPr>
            <a:r>
              <a:rPr sz="2800" spc="-5" dirty="0">
                <a:solidFill>
                  <a:srgbClr val="002850"/>
                </a:solidFill>
                <a:latin typeface="HP Simplified" panose="020B0604020204020204" pitchFamily="34" charset="0"/>
                <a:cs typeface="Arial Narrow"/>
              </a:rPr>
              <a:t>Aij=2,	si el nodo es origen </a:t>
            </a:r>
            <a:r>
              <a:rPr sz="2800" dirty="0">
                <a:solidFill>
                  <a:srgbClr val="002850"/>
                </a:solidFill>
                <a:latin typeface="HP Simplified" panose="020B0604020204020204" pitchFamily="34" charset="0"/>
                <a:cs typeface="Arial Narrow"/>
              </a:rPr>
              <a:t>y </a:t>
            </a:r>
            <a:r>
              <a:rPr sz="2800" spc="-5" dirty="0">
                <a:solidFill>
                  <a:srgbClr val="002850"/>
                </a:solidFill>
                <a:latin typeface="HP Simplified" panose="020B0604020204020204" pitchFamily="34" charset="0"/>
                <a:cs typeface="Arial Narrow"/>
              </a:rPr>
              <a:t>final del arco</a:t>
            </a:r>
            <a:r>
              <a:rPr sz="2800" spc="100" dirty="0">
                <a:solidFill>
                  <a:srgbClr val="002850"/>
                </a:solidFill>
                <a:latin typeface="HP Simplified" panose="020B0604020204020204" pitchFamily="34" charset="0"/>
                <a:cs typeface="Arial Narrow"/>
              </a:rPr>
              <a:t> </a:t>
            </a:r>
            <a:r>
              <a:rPr sz="2800" spc="-5" dirty="0">
                <a:solidFill>
                  <a:srgbClr val="002850"/>
                </a:solidFill>
                <a:latin typeface="HP Simplified" panose="020B0604020204020204" pitchFamily="34" charset="0"/>
                <a:cs typeface="Arial Narrow"/>
              </a:rPr>
              <a:t>(</a:t>
            </a:r>
            <a:r>
              <a:rPr sz="2800" spc="-5" dirty="0" err="1">
                <a:solidFill>
                  <a:srgbClr val="002850"/>
                </a:solidFill>
                <a:latin typeface="HP Simplified" panose="020B0604020204020204" pitchFamily="34" charset="0"/>
                <a:cs typeface="Arial Narrow"/>
              </a:rPr>
              <a:t>lazo</a:t>
            </a:r>
            <a:r>
              <a:rPr sz="2800" spc="-5" dirty="0">
                <a:solidFill>
                  <a:srgbClr val="002850"/>
                </a:solidFill>
                <a:latin typeface="HP Simplified" panose="020B0604020204020204" pitchFamily="34" charset="0"/>
                <a:cs typeface="Arial Narrow"/>
              </a:rPr>
              <a:t>)</a:t>
            </a:r>
            <a:endParaRPr sz="2800" dirty="0">
              <a:latin typeface="HP Simplified" panose="020B0604020204020204" pitchFamily="34" charset="0"/>
              <a:cs typeface="Arial Narrow"/>
            </a:endParaRPr>
          </a:p>
        </p:txBody>
      </p:sp>
      <p:pic>
        <p:nvPicPr>
          <p:cNvPr id="7" name="Imagen 6">
            <a:extLst>
              <a:ext uri="{FF2B5EF4-FFF2-40B4-BE49-F238E27FC236}">
                <a16:creationId xmlns:a16="http://schemas.microsoft.com/office/drawing/2014/main" id="{27BD179B-843A-467D-80F3-857370153B2F}"/>
              </a:ext>
            </a:extLst>
          </p:cNvPr>
          <p:cNvPicPr>
            <a:picLocks noChangeAspect="1"/>
          </p:cNvPicPr>
          <p:nvPr/>
        </p:nvPicPr>
        <p:blipFill>
          <a:blip r:embed="rId2"/>
          <a:stretch>
            <a:fillRect/>
          </a:stretch>
        </p:blipFill>
        <p:spPr>
          <a:xfrm>
            <a:off x="6629400" y="1498516"/>
            <a:ext cx="5010150" cy="3028950"/>
          </a:xfrm>
          <a:prstGeom prst="rect">
            <a:avLst/>
          </a:prstGeom>
        </p:spPr>
      </p:pic>
    </p:spTree>
    <p:extLst>
      <p:ext uri="{BB962C8B-B14F-4D97-AF65-F5344CB8AC3E}">
        <p14:creationId xmlns:p14="http://schemas.microsoft.com/office/powerpoint/2010/main" val="835576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9998" y="229201"/>
            <a:ext cx="10396882" cy="1151965"/>
          </a:xfrm>
          <a:prstGeom prst="rect">
            <a:avLst/>
          </a:prstGeom>
        </p:spPr>
        <p:txBody>
          <a:bodyPr vert="horz" wrap="square" lIns="0" tIns="0" rIns="0" bIns="0" rtlCol="0" anchor="ctr">
            <a:spAutoFit/>
          </a:bodyPr>
          <a:lstStyle/>
          <a:p>
            <a:pPr marL="12700">
              <a:lnSpc>
                <a:spcPct val="100000"/>
              </a:lnSpc>
            </a:pPr>
            <a:r>
              <a:rPr spc="-5" dirty="0"/>
              <a:t>Matriz de Arcos</a:t>
            </a:r>
            <a:r>
              <a:rPr spc="-250" dirty="0"/>
              <a:t> </a:t>
            </a:r>
            <a:r>
              <a:rPr spc="-5" dirty="0"/>
              <a:t>[B]</a:t>
            </a:r>
          </a:p>
        </p:txBody>
      </p:sp>
      <p:sp>
        <p:nvSpPr>
          <p:cNvPr id="3" name="object 3"/>
          <p:cNvSpPr txBox="1"/>
          <p:nvPr/>
        </p:nvSpPr>
        <p:spPr>
          <a:xfrm>
            <a:off x="599998" y="1400302"/>
            <a:ext cx="10631247" cy="1523494"/>
          </a:xfrm>
          <a:prstGeom prst="rect">
            <a:avLst/>
          </a:prstGeom>
        </p:spPr>
        <p:txBody>
          <a:bodyPr vert="horz" wrap="square" lIns="0" tIns="0" rIns="0" bIns="0" rtlCol="0">
            <a:spAutoFit/>
          </a:bodyPr>
          <a:lstStyle/>
          <a:p>
            <a:pPr marL="355600" indent="-342900">
              <a:buClr>
                <a:srgbClr val="696363"/>
              </a:buClr>
              <a:buSzPct val="79166"/>
              <a:buFont typeface="Wingdings"/>
              <a:buChar char=""/>
              <a:tabLst>
                <a:tab pos="355600" algn="l"/>
              </a:tabLst>
            </a:pPr>
            <a:r>
              <a:rPr sz="2800" spc="-5" dirty="0">
                <a:solidFill>
                  <a:srgbClr val="002850"/>
                </a:solidFill>
                <a:latin typeface="HP Simplified" panose="020B0604020204020204" pitchFamily="34" charset="0"/>
                <a:cs typeface="Arial Narrow"/>
              </a:rPr>
              <a:t>Dado un Grafo </a:t>
            </a:r>
            <a:r>
              <a:rPr sz="2800" dirty="0">
                <a:solidFill>
                  <a:srgbClr val="002850"/>
                </a:solidFill>
                <a:latin typeface="HP Simplified" panose="020B0604020204020204" pitchFamily="34" charset="0"/>
                <a:cs typeface="Arial Narrow"/>
              </a:rPr>
              <a:t>G = </a:t>
            </a:r>
            <a:r>
              <a:rPr sz="2800" spc="-60" dirty="0">
                <a:solidFill>
                  <a:srgbClr val="002850"/>
                </a:solidFill>
                <a:latin typeface="HP Simplified" panose="020B0604020204020204" pitchFamily="34" charset="0"/>
                <a:cs typeface="Arial Narrow"/>
              </a:rPr>
              <a:t>(V,</a:t>
            </a:r>
            <a:r>
              <a:rPr sz="2800" spc="-35" dirty="0">
                <a:solidFill>
                  <a:srgbClr val="002850"/>
                </a:solidFill>
                <a:latin typeface="HP Simplified" panose="020B0604020204020204" pitchFamily="34" charset="0"/>
                <a:cs typeface="Arial Narrow"/>
              </a:rPr>
              <a:t> </a:t>
            </a:r>
            <a:r>
              <a:rPr sz="2800" spc="-5" dirty="0">
                <a:solidFill>
                  <a:srgbClr val="002850"/>
                </a:solidFill>
                <a:latin typeface="HP Simplified" panose="020B0604020204020204" pitchFamily="34" charset="0"/>
                <a:cs typeface="Arial Narrow"/>
              </a:rPr>
              <a:t>E)</a:t>
            </a:r>
            <a:endParaRPr sz="2800" dirty="0">
              <a:latin typeface="HP Simplified" panose="020B0604020204020204" pitchFamily="34" charset="0"/>
              <a:cs typeface="Arial Narrow"/>
            </a:endParaRPr>
          </a:p>
          <a:p>
            <a:pPr marL="355600" indent="-342900">
              <a:spcBef>
                <a:spcPts val="865"/>
              </a:spcBef>
              <a:buClr>
                <a:srgbClr val="696363"/>
              </a:buClr>
              <a:buSzPct val="79166"/>
              <a:buFont typeface="Wingdings"/>
              <a:buChar char=""/>
              <a:tabLst>
                <a:tab pos="355600" algn="l"/>
              </a:tabLst>
            </a:pPr>
            <a:r>
              <a:rPr sz="2800" dirty="0">
                <a:solidFill>
                  <a:srgbClr val="002850"/>
                </a:solidFill>
                <a:latin typeface="HP Simplified" panose="020B0604020204020204" pitchFamily="34" charset="0"/>
                <a:cs typeface="Arial Narrow"/>
              </a:rPr>
              <a:t>Está </a:t>
            </a:r>
            <a:r>
              <a:rPr sz="2800" spc="-5" dirty="0">
                <a:solidFill>
                  <a:srgbClr val="002850"/>
                </a:solidFill>
                <a:latin typeface="HP Simplified" panose="020B0604020204020204" pitchFamily="34" charset="0"/>
                <a:cs typeface="Arial Narrow"/>
              </a:rPr>
              <a:t>representado por una matriz de </a:t>
            </a:r>
            <a:r>
              <a:rPr sz="2800" dirty="0">
                <a:solidFill>
                  <a:srgbClr val="002850"/>
                </a:solidFill>
                <a:latin typeface="HP Simplified" panose="020B0604020204020204" pitchFamily="34" charset="0"/>
                <a:cs typeface="Arial Narrow"/>
              </a:rPr>
              <a:t>Arcos (A) x </a:t>
            </a:r>
            <a:r>
              <a:rPr sz="2800" spc="-5" dirty="0">
                <a:solidFill>
                  <a:srgbClr val="002850"/>
                </a:solidFill>
                <a:latin typeface="HP Simplified" panose="020B0604020204020204" pitchFamily="34" charset="0"/>
                <a:cs typeface="Arial Narrow"/>
              </a:rPr>
              <a:t>Vértices</a:t>
            </a:r>
            <a:r>
              <a:rPr sz="2800" spc="5" dirty="0">
                <a:solidFill>
                  <a:srgbClr val="002850"/>
                </a:solidFill>
                <a:latin typeface="HP Simplified" panose="020B0604020204020204" pitchFamily="34" charset="0"/>
                <a:cs typeface="Arial Narrow"/>
              </a:rPr>
              <a:t> </a:t>
            </a:r>
            <a:r>
              <a:rPr sz="2800" dirty="0">
                <a:solidFill>
                  <a:srgbClr val="002850"/>
                </a:solidFill>
                <a:latin typeface="HP Simplified" panose="020B0604020204020204" pitchFamily="34" charset="0"/>
                <a:cs typeface="Arial Narrow"/>
              </a:rPr>
              <a:t>(V)</a:t>
            </a:r>
            <a:endParaRPr sz="2800" dirty="0">
              <a:latin typeface="HP Simplified" panose="020B0604020204020204" pitchFamily="34" charset="0"/>
              <a:cs typeface="Arial Narrow"/>
            </a:endParaRPr>
          </a:p>
          <a:p>
            <a:pPr marL="355600" indent="-342900">
              <a:spcBef>
                <a:spcPts val="860"/>
              </a:spcBef>
              <a:buClr>
                <a:srgbClr val="696363"/>
              </a:buClr>
              <a:buSzPct val="79166"/>
              <a:buFont typeface="Wingdings"/>
              <a:buChar char=""/>
              <a:tabLst>
                <a:tab pos="355600" algn="l"/>
              </a:tabLst>
            </a:pPr>
            <a:r>
              <a:rPr sz="2800" dirty="0">
                <a:solidFill>
                  <a:srgbClr val="002850"/>
                </a:solidFill>
                <a:latin typeface="HP Simplified" panose="020B0604020204020204" pitchFamily="34" charset="0"/>
                <a:cs typeface="Arial Narrow"/>
              </a:rPr>
              <a:t>Esta </a:t>
            </a:r>
            <a:r>
              <a:rPr sz="2800" spc="-5" dirty="0">
                <a:solidFill>
                  <a:srgbClr val="002850"/>
                </a:solidFill>
                <a:latin typeface="HP Simplified" panose="020B0604020204020204" pitchFamily="34" charset="0"/>
                <a:cs typeface="Arial Narrow"/>
              </a:rPr>
              <a:t>formada por los arcos del grafo</a:t>
            </a:r>
            <a:r>
              <a:rPr sz="2800" spc="20" dirty="0">
                <a:solidFill>
                  <a:srgbClr val="002850"/>
                </a:solidFill>
                <a:latin typeface="HP Simplified" panose="020B0604020204020204" pitchFamily="34" charset="0"/>
                <a:cs typeface="Arial Narrow"/>
              </a:rPr>
              <a:t> </a:t>
            </a:r>
            <a:r>
              <a:rPr sz="2800" dirty="0">
                <a:solidFill>
                  <a:srgbClr val="002850"/>
                </a:solidFill>
                <a:latin typeface="HP Simplified" panose="020B0604020204020204" pitchFamily="34" charset="0"/>
                <a:cs typeface="Arial Narrow"/>
              </a:rPr>
              <a:t>representado</a:t>
            </a:r>
            <a:endParaRPr sz="2800" dirty="0">
              <a:latin typeface="HP Simplified" panose="020B0604020204020204" pitchFamily="34" charset="0"/>
              <a:cs typeface="Arial Narrow"/>
            </a:endParaRPr>
          </a:p>
        </p:txBody>
      </p:sp>
      <p:grpSp>
        <p:nvGrpSpPr>
          <p:cNvPr id="28" name="Grupo 27">
            <a:extLst>
              <a:ext uri="{FF2B5EF4-FFF2-40B4-BE49-F238E27FC236}">
                <a16:creationId xmlns:a16="http://schemas.microsoft.com/office/drawing/2014/main" id="{E1B9C678-071F-47C2-8C01-79B30284F2AF}"/>
              </a:ext>
            </a:extLst>
          </p:cNvPr>
          <p:cNvGrpSpPr/>
          <p:nvPr/>
        </p:nvGrpSpPr>
        <p:grpSpPr>
          <a:xfrm>
            <a:off x="4526217" y="3160565"/>
            <a:ext cx="3500756" cy="1972818"/>
            <a:chOff x="3024250" y="3540887"/>
            <a:chExt cx="3500756" cy="1972818"/>
          </a:xfrm>
        </p:grpSpPr>
        <p:sp>
          <p:nvSpPr>
            <p:cNvPr id="4" name="object 4"/>
            <p:cNvSpPr/>
            <p:nvPr/>
          </p:nvSpPr>
          <p:spPr>
            <a:xfrm>
              <a:off x="4826000" y="3713226"/>
              <a:ext cx="360680" cy="360680"/>
            </a:xfrm>
            <a:custGeom>
              <a:avLst/>
              <a:gdLst/>
              <a:ahLst/>
              <a:cxnLst/>
              <a:rect l="l" t="t" r="r" b="b"/>
              <a:pathLst>
                <a:path w="360679" h="360679">
                  <a:moveTo>
                    <a:pt x="180212" y="0"/>
                  </a:moveTo>
                  <a:lnTo>
                    <a:pt x="132291" y="6434"/>
                  </a:lnTo>
                  <a:lnTo>
                    <a:pt x="89238" y="24590"/>
                  </a:lnTo>
                  <a:lnTo>
                    <a:pt x="52768" y="52752"/>
                  </a:lnTo>
                  <a:lnTo>
                    <a:pt x="24595" y="89201"/>
                  </a:lnTo>
                  <a:lnTo>
                    <a:pt x="6434" y="132218"/>
                  </a:lnTo>
                  <a:lnTo>
                    <a:pt x="0" y="180086"/>
                  </a:lnTo>
                  <a:lnTo>
                    <a:pt x="6434" y="228007"/>
                  </a:lnTo>
                  <a:lnTo>
                    <a:pt x="24595" y="271060"/>
                  </a:lnTo>
                  <a:lnTo>
                    <a:pt x="52768" y="307530"/>
                  </a:lnTo>
                  <a:lnTo>
                    <a:pt x="89238" y="335703"/>
                  </a:lnTo>
                  <a:lnTo>
                    <a:pt x="132291" y="353864"/>
                  </a:lnTo>
                  <a:lnTo>
                    <a:pt x="180212" y="360299"/>
                  </a:lnTo>
                  <a:lnTo>
                    <a:pt x="228080" y="353864"/>
                  </a:lnTo>
                  <a:lnTo>
                    <a:pt x="271097" y="335703"/>
                  </a:lnTo>
                  <a:lnTo>
                    <a:pt x="307546" y="307530"/>
                  </a:lnTo>
                  <a:lnTo>
                    <a:pt x="335708" y="271060"/>
                  </a:lnTo>
                  <a:lnTo>
                    <a:pt x="353864" y="228007"/>
                  </a:lnTo>
                  <a:lnTo>
                    <a:pt x="360299" y="180086"/>
                  </a:lnTo>
                  <a:lnTo>
                    <a:pt x="353864" y="132218"/>
                  </a:lnTo>
                  <a:lnTo>
                    <a:pt x="335708" y="89201"/>
                  </a:lnTo>
                  <a:lnTo>
                    <a:pt x="307546" y="52752"/>
                  </a:lnTo>
                  <a:lnTo>
                    <a:pt x="271097" y="24590"/>
                  </a:lnTo>
                  <a:lnTo>
                    <a:pt x="228080" y="6434"/>
                  </a:lnTo>
                  <a:lnTo>
                    <a:pt x="180212" y="0"/>
                  </a:lnTo>
                  <a:close/>
                </a:path>
              </a:pathLst>
            </a:custGeom>
            <a:solidFill>
              <a:srgbClr val="FFFF00"/>
            </a:solidFill>
          </p:spPr>
          <p:txBody>
            <a:bodyPr wrap="square" lIns="0" tIns="0" rIns="0" bIns="0" rtlCol="0"/>
            <a:lstStyle/>
            <a:p>
              <a:endParaRPr/>
            </a:p>
          </p:txBody>
        </p:sp>
        <p:sp>
          <p:nvSpPr>
            <p:cNvPr id="5" name="object 5"/>
            <p:cNvSpPr/>
            <p:nvPr/>
          </p:nvSpPr>
          <p:spPr>
            <a:xfrm>
              <a:off x="4826000" y="3713226"/>
              <a:ext cx="360680" cy="360680"/>
            </a:xfrm>
            <a:custGeom>
              <a:avLst/>
              <a:gdLst/>
              <a:ahLst/>
              <a:cxnLst/>
              <a:rect l="l" t="t" r="r" b="b"/>
              <a:pathLst>
                <a:path w="360679" h="360679">
                  <a:moveTo>
                    <a:pt x="0" y="180086"/>
                  </a:moveTo>
                  <a:lnTo>
                    <a:pt x="6434" y="132218"/>
                  </a:lnTo>
                  <a:lnTo>
                    <a:pt x="24595" y="89201"/>
                  </a:lnTo>
                  <a:lnTo>
                    <a:pt x="52768" y="52752"/>
                  </a:lnTo>
                  <a:lnTo>
                    <a:pt x="89238" y="24590"/>
                  </a:lnTo>
                  <a:lnTo>
                    <a:pt x="132291" y="6434"/>
                  </a:lnTo>
                  <a:lnTo>
                    <a:pt x="180212" y="0"/>
                  </a:lnTo>
                  <a:lnTo>
                    <a:pt x="228080" y="6434"/>
                  </a:lnTo>
                  <a:lnTo>
                    <a:pt x="271097" y="24590"/>
                  </a:lnTo>
                  <a:lnTo>
                    <a:pt x="307546" y="52752"/>
                  </a:lnTo>
                  <a:lnTo>
                    <a:pt x="335708" y="89201"/>
                  </a:lnTo>
                  <a:lnTo>
                    <a:pt x="353864" y="132218"/>
                  </a:lnTo>
                  <a:lnTo>
                    <a:pt x="360299" y="180086"/>
                  </a:lnTo>
                  <a:lnTo>
                    <a:pt x="353864" y="228007"/>
                  </a:lnTo>
                  <a:lnTo>
                    <a:pt x="335708" y="271060"/>
                  </a:lnTo>
                  <a:lnTo>
                    <a:pt x="307546" y="307530"/>
                  </a:lnTo>
                  <a:lnTo>
                    <a:pt x="271097" y="335703"/>
                  </a:lnTo>
                  <a:lnTo>
                    <a:pt x="228080" y="353864"/>
                  </a:lnTo>
                  <a:lnTo>
                    <a:pt x="180212" y="360299"/>
                  </a:lnTo>
                  <a:lnTo>
                    <a:pt x="132291" y="353864"/>
                  </a:lnTo>
                  <a:lnTo>
                    <a:pt x="89238" y="335703"/>
                  </a:lnTo>
                  <a:lnTo>
                    <a:pt x="52768" y="307530"/>
                  </a:lnTo>
                  <a:lnTo>
                    <a:pt x="24595" y="271060"/>
                  </a:lnTo>
                  <a:lnTo>
                    <a:pt x="6434" y="228007"/>
                  </a:lnTo>
                  <a:lnTo>
                    <a:pt x="0" y="180086"/>
                  </a:lnTo>
                  <a:close/>
                </a:path>
              </a:pathLst>
            </a:custGeom>
            <a:ln w="12700">
              <a:solidFill>
                <a:srgbClr val="000000"/>
              </a:solidFill>
            </a:ln>
          </p:spPr>
          <p:txBody>
            <a:bodyPr wrap="square" lIns="0" tIns="0" rIns="0" bIns="0" rtlCol="0"/>
            <a:lstStyle/>
            <a:p>
              <a:endParaRPr/>
            </a:p>
          </p:txBody>
        </p:sp>
        <p:sp>
          <p:nvSpPr>
            <p:cNvPr id="6" name="object 6"/>
            <p:cNvSpPr txBox="1"/>
            <p:nvPr/>
          </p:nvSpPr>
          <p:spPr>
            <a:xfrm>
              <a:off x="4863465" y="3755391"/>
              <a:ext cx="288290" cy="276999"/>
            </a:xfrm>
            <a:prstGeom prst="rect">
              <a:avLst/>
            </a:prstGeom>
          </p:spPr>
          <p:txBody>
            <a:bodyPr vert="horz" wrap="square" lIns="0" tIns="0" rIns="0" bIns="0" rtlCol="0">
              <a:spAutoFit/>
            </a:bodyPr>
            <a:lstStyle/>
            <a:p>
              <a:pPr marL="12700"/>
              <a:r>
                <a:rPr spc="5" dirty="0">
                  <a:latin typeface="Tahoma"/>
                  <a:cs typeface="Tahoma"/>
                </a:rPr>
                <a:t>V2</a:t>
              </a:r>
              <a:endParaRPr>
                <a:latin typeface="Tahoma"/>
                <a:cs typeface="Tahoma"/>
              </a:endParaRPr>
            </a:p>
          </p:txBody>
        </p:sp>
        <p:sp>
          <p:nvSpPr>
            <p:cNvPr id="7" name="object 7"/>
            <p:cNvSpPr/>
            <p:nvPr/>
          </p:nvSpPr>
          <p:spPr>
            <a:xfrm>
              <a:off x="4249801" y="5153025"/>
              <a:ext cx="360680" cy="360680"/>
            </a:xfrm>
            <a:custGeom>
              <a:avLst/>
              <a:gdLst/>
              <a:ahLst/>
              <a:cxnLst/>
              <a:rect l="l" t="t" r="r" b="b"/>
              <a:pathLst>
                <a:path w="360680" h="360679">
                  <a:moveTo>
                    <a:pt x="180086" y="0"/>
                  </a:moveTo>
                  <a:lnTo>
                    <a:pt x="132218" y="6434"/>
                  </a:lnTo>
                  <a:lnTo>
                    <a:pt x="89201" y="24595"/>
                  </a:lnTo>
                  <a:lnTo>
                    <a:pt x="52752" y="52768"/>
                  </a:lnTo>
                  <a:lnTo>
                    <a:pt x="24590" y="89238"/>
                  </a:lnTo>
                  <a:lnTo>
                    <a:pt x="6434" y="132291"/>
                  </a:lnTo>
                  <a:lnTo>
                    <a:pt x="0" y="180212"/>
                  </a:lnTo>
                  <a:lnTo>
                    <a:pt x="6434" y="228090"/>
                  </a:lnTo>
                  <a:lnTo>
                    <a:pt x="24590" y="271130"/>
                  </a:lnTo>
                  <a:lnTo>
                    <a:pt x="52752" y="307609"/>
                  </a:lnTo>
                  <a:lnTo>
                    <a:pt x="89201" y="335802"/>
                  </a:lnTo>
                  <a:lnTo>
                    <a:pt x="132218" y="353982"/>
                  </a:lnTo>
                  <a:lnTo>
                    <a:pt x="180086" y="360425"/>
                  </a:lnTo>
                  <a:lnTo>
                    <a:pt x="228007" y="353982"/>
                  </a:lnTo>
                  <a:lnTo>
                    <a:pt x="271060" y="335802"/>
                  </a:lnTo>
                  <a:lnTo>
                    <a:pt x="307530" y="307609"/>
                  </a:lnTo>
                  <a:lnTo>
                    <a:pt x="335703" y="271130"/>
                  </a:lnTo>
                  <a:lnTo>
                    <a:pt x="353864" y="228090"/>
                  </a:lnTo>
                  <a:lnTo>
                    <a:pt x="360299" y="180212"/>
                  </a:lnTo>
                  <a:lnTo>
                    <a:pt x="353864" y="132291"/>
                  </a:lnTo>
                  <a:lnTo>
                    <a:pt x="335703" y="89238"/>
                  </a:lnTo>
                  <a:lnTo>
                    <a:pt x="307530" y="52768"/>
                  </a:lnTo>
                  <a:lnTo>
                    <a:pt x="271060" y="24595"/>
                  </a:lnTo>
                  <a:lnTo>
                    <a:pt x="228007" y="6434"/>
                  </a:lnTo>
                  <a:lnTo>
                    <a:pt x="180086" y="0"/>
                  </a:lnTo>
                  <a:close/>
                </a:path>
              </a:pathLst>
            </a:custGeom>
            <a:solidFill>
              <a:srgbClr val="FFFF00"/>
            </a:solidFill>
          </p:spPr>
          <p:txBody>
            <a:bodyPr wrap="square" lIns="0" tIns="0" rIns="0" bIns="0" rtlCol="0"/>
            <a:lstStyle/>
            <a:p>
              <a:endParaRPr/>
            </a:p>
          </p:txBody>
        </p:sp>
        <p:sp>
          <p:nvSpPr>
            <p:cNvPr id="8" name="object 8"/>
            <p:cNvSpPr/>
            <p:nvPr/>
          </p:nvSpPr>
          <p:spPr>
            <a:xfrm>
              <a:off x="4249801" y="5153025"/>
              <a:ext cx="360680" cy="360680"/>
            </a:xfrm>
            <a:custGeom>
              <a:avLst/>
              <a:gdLst/>
              <a:ahLst/>
              <a:cxnLst/>
              <a:rect l="l" t="t" r="r" b="b"/>
              <a:pathLst>
                <a:path w="360680" h="360679">
                  <a:moveTo>
                    <a:pt x="0" y="180212"/>
                  </a:moveTo>
                  <a:lnTo>
                    <a:pt x="6434" y="132291"/>
                  </a:lnTo>
                  <a:lnTo>
                    <a:pt x="24590" y="89238"/>
                  </a:lnTo>
                  <a:lnTo>
                    <a:pt x="52752" y="52768"/>
                  </a:lnTo>
                  <a:lnTo>
                    <a:pt x="89201" y="24595"/>
                  </a:lnTo>
                  <a:lnTo>
                    <a:pt x="132218" y="6434"/>
                  </a:lnTo>
                  <a:lnTo>
                    <a:pt x="180086" y="0"/>
                  </a:lnTo>
                  <a:lnTo>
                    <a:pt x="228007" y="6434"/>
                  </a:lnTo>
                  <a:lnTo>
                    <a:pt x="271060" y="24595"/>
                  </a:lnTo>
                  <a:lnTo>
                    <a:pt x="307530" y="52768"/>
                  </a:lnTo>
                  <a:lnTo>
                    <a:pt x="335703" y="89238"/>
                  </a:lnTo>
                  <a:lnTo>
                    <a:pt x="353864" y="132291"/>
                  </a:lnTo>
                  <a:lnTo>
                    <a:pt x="360299" y="180212"/>
                  </a:lnTo>
                  <a:lnTo>
                    <a:pt x="353864" y="228090"/>
                  </a:lnTo>
                  <a:lnTo>
                    <a:pt x="335703" y="271130"/>
                  </a:lnTo>
                  <a:lnTo>
                    <a:pt x="307530" y="307609"/>
                  </a:lnTo>
                  <a:lnTo>
                    <a:pt x="271060" y="335802"/>
                  </a:lnTo>
                  <a:lnTo>
                    <a:pt x="228007" y="353982"/>
                  </a:lnTo>
                  <a:lnTo>
                    <a:pt x="180086" y="360425"/>
                  </a:lnTo>
                  <a:lnTo>
                    <a:pt x="132218" y="353982"/>
                  </a:lnTo>
                  <a:lnTo>
                    <a:pt x="89201" y="335802"/>
                  </a:lnTo>
                  <a:lnTo>
                    <a:pt x="52752" y="307609"/>
                  </a:lnTo>
                  <a:lnTo>
                    <a:pt x="24590" y="271130"/>
                  </a:lnTo>
                  <a:lnTo>
                    <a:pt x="6434" y="228090"/>
                  </a:lnTo>
                  <a:lnTo>
                    <a:pt x="0" y="180212"/>
                  </a:lnTo>
                  <a:close/>
                </a:path>
              </a:pathLst>
            </a:custGeom>
            <a:ln w="12699">
              <a:solidFill>
                <a:srgbClr val="000000"/>
              </a:solidFill>
            </a:ln>
          </p:spPr>
          <p:txBody>
            <a:bodyPr wrap="square" lIns="0" tIns="0" rIns="0" bIns="0" rtlCol="0"/>
            <a:lstStyle/>
            <a:p>
              <a:endParaRPr/>
            </a:p>
          </p:txBody>
        </p:sp>
        <p:sp>
          <p:nvSpPr>
            <p:cNvPr id="9" name="object 9"/>
            <p:cNvSpPr/>
            <p:nvPr/>
          </p:nvSpPr>
          <p:spPr>
            <a:xfrm>
              <a:off x="3024250" y="3781425"/>
              <a:ext cx="360680" cy="360680"/>
            </a:xfrm>
            <a:custGeom>
              <a:avLst/>
              <a:gdLst/>
              <a:ahLst/>
              <a:cxnLst/>
              <a:rect l="l" t="t" r="r" b="b"/>
              <a:pathLst>
                <a:path w="360680" h="360679">
                  <a:moveTo>
                    <a:pt x="180086" y="0"/>
                  </a:moveTo>
                  <a:lnTo>
                    <a:pt x="132218" y="6434"/>
                  </a:lnTo>
                  <a:lnTo>
                    <a:pt x="89201" y="24595"/>
                  </a:lnTo>
                  <a:lnTo>
                    <a:pt x="52752" y="52768"/>
                  </a:lnTo>
                  <a:lnTo>
                    <a:pt x="24590" y="89238"/>
                  </a:lnTo>
                  <a:lnTo>
                    <a:pt x="6434" y="132291"/>
                  </a:lnTo>
                  <a:lnTo>
                    <a:pt x="0" y="180212"/>
                  </a:lnTo>
                  <a:lnTo>
                    <a:pt x="6434" y="228090"/>
                  </a:lnTo>
                  <a:lnTo>
                    <a:pt x="24590" y="271130"/>
                  </a:lnTo>
                  <a:lnTo>
                    <a:pt x="52752" y="307609"/>
                  </a:lnTo>
                  <a:lnTo>
                    <a:pt x="89201" y="335802"/>
                  </a:lnTo>
                  <a:lnTo>
                    <a:pt x="132218" y="353982"/>
                  </a:lnTo>
                  <a:lnTo>
                    <a:pt x="180086" y="360425"/>
                  </a:lnTo>
                  <a:lnTo>
                    <a:pt x="228007" y="353982"/>
                  </a:lnTo>
                  <a:lnTo>
                    <a:pt x="271060" y="335802"/>
                  </a:lnTo>
                  <a:lnTo>
                    <a:pt x="307530" y="307609"/>
                  </a:lnTo>
                  <a:lnTo>
                    <a:pt x="335703" y="271130"/>
                  </a:lnTo>
                  <a:lnTo>
                    <a:pt x="353864" y="228090"/>
                  </a:lnTo>
                  <a:lnTo>
                    <a:pt x="360299" y="180212"/>
                  </a:lnTo>
                  <a:lnTo>
                    <a:pt x="353864" y="132291"/>
                  </a:lnTo>
                  <a:lnTo>
                    <a:pt x="335703" y="89238"/>
                  </a:lnTo>
                  <a:lnTo>
                    <a:pt x="307530" y="52768"/>
                  </a:lnTo>
                  <a:lnTo>
                    <a:pt x="271060" y="24595"/>
                  </a:lnTo>
                  <a:lnTo>
                    <a:pt x="228007" y="6434"/>
                  </a:lnTo>
                  <a:lnTo>
                    <a:pt x="180086" y="0"/>
                  </a:lnTo>
                  <a:close/>
                </a:path>
              </a:pathLst>
            </a:custGeom>
            <a:solidFill>
              <a:srgbClr val="FFFF00"/>
            </a:solidFill>
          </p:spPr>
          <p:txBody>
            <a:bodyPr wrap="square" lIns="0" tIns="0" rIns="0" bIns="0" rtlCol="0"/>
            <a:lstStyle/>
            <a:p>
              <a:endParaRPr/>
            </a:p>
          </p:txBody>
        </p:sp>
        <p:sp>
          <p:nvSpPr>
            <p:cNvPr id="10" name="object 10"/>
            <p:cNvSpPr/>
            <p:nvPr/>
          </p:nvSpPr>
          <p:spPr>
            <a:xfrm>
              <a:off x="3024250" y="3781425"/>
              <a:ext cx="360680" cy="360680"/>
            </a:xfrm>
            <a:custGeom>
              <a:avLst/>
              <a:gdLst/>
              <a:ahLst/>
              <a:cxnLst/>
              <a:rect l="l" t="t" r="r" b="b"/>
              <a:pathLst>
                <a:path w="360680" h="360679">
                  <a:moveTo>
                    <a:pt x="0" y="180212"/>
                  </a:moveTo>
                  <a:lnTo>
                    <a:pt x="6434" y="132291"/>
                  </a:lnTo>
                  <a:lnTo>
                    <a:pt x="24590" y="89238"/>
                  </a:lnTo>
                  <a:lnTo>
                    <a:pt x="52752" y="52768"/>
                  </a:lnTo>
                  <a:lnTo>
                    <a:pt x="89201" y="24595"/>
                  </a:lnTo>
                  <a:lnTo>
                    <a:pt x="132218" y="6434"/>
                  </a:lnTo>
                  <a:lnTo>
                    <a:pt x="180086" y="0"/>
                  </a:lnTo>
                  <a:lnTo>
                    <a:pt x="228007" y="6434"/>
                  </a:lnTo>
                  <a:lnTo>
                    <a:pt x="271060" y="24595"/>
                  </a:lnTo>
                  <a:lnTo>
                    <a:pt x="307530" y="52768"/>
                  </a:lnTo>
                  <a:lnTo>
                    <a:pt x="335703" y="89238"/>
                  </a:lnTo>
                  <a:lnTo>
                    <a:pt x="353864" y="132291"/>
                  </a:lnTo>
                  <a:lnTo>
                    <a:pt x="360299" y="180212"/>
                  </a:lnTo>
                  <a:lnTo>
                    <a:pt x="353864" y="228090"/>
                  </a:lnTo>
                  <a:lnTo>
                    <a:pt x="335703" y="271130"/>
                  </a:lnTo>
                  <a:lnTo>
                    <a:pt x="307530" y="307609"/>
                  </a:lnTo>
                  <a:lnTo>
                    <a:pt x="271060" y="335802"/>
                  </a:lnTo>
                  <a:lnTo>
                    <a:pt x="228007" y="353982"/>
                  </a:lnTo>
                  <a:lnTo>
                    <a:pt x="180086" y="360425"/>
                  </a:lnTo>
                  <a:lnTo>
                    <a:pt x="132218" y="353982"/>
                  </a:lnTo>
                  <a:lnTo>
                    <a:pt x="89201" y="335802"/>
                  </a:lnTo>
                  <a:lnTo>
                    <a:pt x="52752" y="307609"/>
                  </a:lnTo>
                  <a:lnTo>
                    <a:pt x="24590" y="271130"/>
                  </a:lnTo>
                  <a:lnTo>
                    <a:pt x="6434" y="228090"/>
                  </a:lnTo>
                  <a:lnTo>
                    <a:pt x="0" y="180212"/>
                  </a:lnTo>
                  <a:close/>
                </a:path>
              </a:pathLst>
            </a:custGeom>
            <a:ln w="12699">
              <a:solidFill>
                <a:srgbClr val="000000"/>
              </a:solidFill>
            </a:ln>
          </p:spPr>
          <p:txBody>
            <a:bodyPr wrap="square" lIns="0" tIns="0" rIns="0" bIns="0" rtlCol="0"/>
            <a:lstStyle/>
            <a:p>
              <a:endParaRPr/>
            </a:p>
          </p:txBody>
        </p:sp>
        <p:sp>
          <p:nvSpPr>
            <p:cNvPr id="11" name="object 11"/>
            <p:cNvSpPr txBox="1"/>
            <p:nvPr/>
          </p:nvSpPr>
          <p:spPr>
            <a:xfrm>
              <a:off x="3061461" y="3823717"/>
              <a:ext cx="288290" cy="276999"/>
            </a:xfrm>
            <a:prstGeom prst="rect">
              <a:avLst/>
            </a:prstGeom>
          </p:spPr>
          <p:txBody>
            <a:bodyPr vert="horz" wrap="square" lIns="0" tIns="0" rIns="0" bIns="0" rtlCol="0">
              <a:spAutoFit/>
            </a:bodyPr>
            <a:lstStyle/>
            <a:p>
              <a:pPr marL="12700"/>
              <a:r>
                <a:rPr spc="5" dirty="0">
                  <a:latin typeface="Tahoma"/>
                  <a:cs typeface="Tahoma"/>
                </a:rPr>
                <a:t>V1</a:t>
              </a:r>
              <a:endParaRPr>
                <a:latin typeface="Tahoma"/>
                <a:cs typeface="Tahoma"/>
              </a:endParaRPr>
            </a:p>
          </p:txBody>
        </p:sp>
        <p:sp>
          <p:nvSpPr>
            <p:cNvPr id="12" name="object 12"/>
            <p:cNvSpPr/>
            <p:nvPr/>
          </p:nvSpPr>
          <p:spPr>
            <a:xfrm>
              <a:off x="6164326" y="3710051"/>
              <a:ext cx="360680" cy="360680"/>
            </a:xfrm>
            <a:custGeom>
              <a:avLst/>
              <a:gdLst/>
              <a:ahLst/>
              <a:cxnLst/>
              <a:rect l="l" t="t" r="r" b="b"/>
              <a:pathLst>
                <a:path w="360679" h="360679">
                  <a:moveTo>
                    <a:pt x="180086" y="0"/>
                  </a:moveTo>
                  <a:lnTo>
                    <a:pt x="132218" y="6434"/>
                  </a:lnTo>
                  <a:lnTo>
                    <a:pt x="89201" y="24590"/>
                  </a:lnTo>
                  <a:lnTo>
                    <a:pt x="52752" y="52752"/>
                  </a:lnTo>
                  <a:lnTo>
                    <a:pt x="24590" y="89201"/>
                  </a:lnTo>
                  <a:lnTo>
                    <a:pt x="6434" y="132218"/>
                  </a:lnTo>
                  <a:lnTo>
                    <a:pt x="0" y="180086"/>
                  </a:lnTo>
                  <a:lnTo>
                    <a:pt x="6434" y="228007"/>
                  </a:lnTo>
                  <a:lnTo>
                    <a:pt x="24590" y="271060"/>
                  </a:lnTo>
                  <a:lnTo>
                    <a:pt x="52752" y="307530"/>
                  </a:lnTo>
                  <a:lnTo>
                    <a:pt x="89201" y="335703"/>
                  </a:lnTo>
                  <a:lnTo>
                    <a:pt x="132218" y="353864"/>
                  </a:lnTo>
                  <a:lnTo>
                    <a:pt x="180086" y="360299"/>
                  </a:lnTo>
                  <a:lnTo>
                    <a:pt x="228007" y="353864"/>
                  </a:lnTo>
                  <a:lnTo>
                    <a:pt x="271060" y="335703"/>
                  </a:lnTo>
                  <a:lnTo>
                    <a:pt x="307530" y="307530"/>
                  </a:lnTo>
                  <a:lnTo>
                    <a:pt x="335703" y="271060"/>
                  </a:lnTo>
                  <a:lnTo>
                    <a:pt x="353864" y="228007"/>
                  </a:lnTo>
                  <a:lnTo>
                    <a:pt x="360299" y="180086"/>
                  </a:lnTo>
                  <a:lnTo>
                    <a:pt x="353864" y="132218"/>
                  </a:lnTo>
                  <a:lnTo>
                    <a:pt x="335703" y="89201"/>
                  </a:lnTo>
                  <a:lnTo>
                    <a:pt x="307530" y="52752"/>
                  </a:lnTo>
                  <a:lnTo>
                    <a:pt x="271060" y="24590"/>
                  </a:lnTo>
                  <a:lnTo>
                    <a:pt x="228007" y="6434"/>
                  </a:lnTo>
                  <a:lnTo>
                    <a:pt x="180086" y="0"/>
                  </a:lnTo>
                  <a:close/>
                </a:path>
              </a:pathLst>
            </a:custGeom>
            <a:solidFill>
              <a:srgbClr val="FFFF00"/>
            </a:solidFill>
          </p:spPr>
          <p:txBody>
            <a:bodyPr wrap="square" lIns="0" tIns="0" rIns="0" bIns="0" rtlCol="0"/>
            <a:lstStyle/>
            <a:p>
              <a:endParaRPr/>
            </a:p>
          </p:txBody>
        </p:sp>
        <p:sp>
          <p:nvSpPr>
            <p:cNvPr id="13" name="object 13"/>
            <p:cNvSpPr/>
            <p:nvPr/>
          </p:nvSpPr>
          <p:spPr>
            <a:xfrm>
              <a:off x="6164326" y="3710051"/>
              <a:ext cx="360680" cy="360680"/>
            </a:xfrm>
            <a:custGeom>
              <a:avLst/>
              <a:gdLst/>
              <a:ahLst/>
              <a:cxnLst/>
              <a:rect l="l" t="t" r="r" b="b"/>
              <a:pathLst>
                <a:path w="360679" h="360679">
                  <a:moveTo>
                    <a:pt x="0" y="180086"/>
                  </a:moveTo>
                  <a:lnTo>
                    <a:pt x="6434" y="132218"/>
                  </a:lnTo>
                  <a:lnTo>
                    <a:pt x="24590" y="89201"/>
                  </a:lnTo>
                  <a:lnTo>
                    <a:pt x="52752" y="52752"/>
                  </a:lnTo>
                  <a:lnTo>
                    <a:pt x="89201" y="24590"/>
                  </a:lnTo>
                  <a:lnTo>
                    <a:pt x="132218" y="6434"/>
                  </a:lnTo>
                  <a:lnTo>
                    <a:pt x="180086" y="0"/>
                  </a:lnTo>
                  <a:lnTo>
                    <a:pt x="228007" y="6434"/>
                  </a:lnTo>
                  <a:lnTo>
                    <a:pt x="271060" y="24590"/>
                  </a:lnTo>
                  <a:lnTo>
                    <a:pt x="307530" y="52752"/>
                  </a:lnTo>
                  <a:lnTo>
                    <a:pt x="335703" y="89201"/>
                  </a:lnTo>
                  <a:lnTo>
                    <a:pt x="353864" y="132218"/>
                  </a:lnTo>
                  <a:lnTo>
                    <a:pt x="360299" y="180086"/>
                  </a:lnTo>
                  <a:lnTo>
                    <a:pt x="353864" y="228007"/>
                  </a:lnTo>
                  <a:lnTo>
                    <a:pt x="335703" y="271060"/>
                  </a:lnTo>
                  <a:lnTo>
                    <a:pt x="307530" y="307530"/>
                  </a:lnTo>
                  <a:lnTo>
                    <a:pt x="271060" y="335703"/>
                  </a:lnTo>
                  <a:lnTo>
                    <a:pt x="228007" y="353864"/>
                  </a:lnTo>
                  <a:lnTo>
                    <a:pt x="180086" y="360299"/>
                  </a:lnTo>
                  <a:lnTo>
                    <a:pt x="132218" y="353864"/>
                  </a:lnTo>
                  <a:lnTo>
                    <a:pt x="89201" y="335703"/>
                  </a:lnTo>
                  <a:lnTo>
                    <a:pt x="52752" y="307530"/>
                  </a:lnTo>
                  <a:lnTo>
                    <a:pt x="24590" y="271060"/>
                  </a:lnTo>
                  <a:lnTo>
                    <a:pt x="6434" y="228007"/>
                  </a:lnTo>
                  <a:lnTo>
                    <a:pt x="0" y="180086"/>
                  </a:lnTo>
                  <a:close/>
                </a:path>
              </a:pathLst>
            </a:custGeom>
            <a:ln w="12700">
              <a:solidFill>
                <a:srgbClr val="000000"/>
              </a:solidFill>
            </a:ln>
          </p:spPr>
          <p:txBody>
            <a:bodyPr wrap="square" lIns="0" tIns="0" rIns="0" bIns="0" rtlCol="0"/>
            <a:lstStyle/>
            <a:p>
              <a:endParaRPr/>
            </a:p>
          </p:txBody>
        </p:sp>
        <p:sp>
          <p:nvSpPr>
            <p:cNvPr id="14" name="object 14"/>
            <p:cNvSpPr txBox="1"/>
            <p:nvPr/>
          </p:nvSpPr>
          <p:spPr>
            <a:xfrm>
              <a:off x="6202171" y="3752343"/>
              <a:ext cx="288290" cy="276999"/>
            </a:xfrm>
            <a:prstGeom prst="rect">
              <a:avLst/>
            </a:prstGeom>
          </p:spPr>
          <p:txBody>
            <a:bodyPr vert="horz" wrap="square" lIns="0" tIns="0" rIns="0" bIns="0" rtlCol="0">
              <a:spAutoFit/>
            </a:bodyPr>
            <a:lstStyle/>
            <a:p>
              <a:pPr marL="12700"/>
              <a:r>
                <a:rPr dirty="0">
                  <a:latin typeface="Tahoma"/>
                  <a:cs typeface="Tahoma"/>
                </a:rPr>
                <a:t>V4</a:t>
              </a:r>
              <a:endParaRPr>
                <a:latin typeface="Tahoma"/>
                <a:cs typeface="Tahoma"/>
              </a:endParaRPr>
            </a:p>
          </p:txBody>
        </p:sp>
        <p:sp>
          <p:nvSpPr>
            <p:cNvPr id="15" name="object 15"/>
            <p:cNvSpPr/>
            <p:nvPr/>
          </p:nvSpPr>
          <p:spPr>
            <a:xfrm>
              <a:off x="3384550" y="3894201"/>
              <a:ext cx="1441450" cy="68580"/>
            </a:xfrm>
            <a:custGeom>
              <a:avLst/>
              <a:gdLst/>
              <a:ahLst/>
              <a:cxnLst/>
              <a:rect l="l" t="t" r="r" b="b"/>
              <a:pathLst>
                <a:path w="1441450" h="68579">
                  <a:moveTo>
                    <a:pt x="0" y="68199"/>
                  </a:moveTo>
                  <a:lnTo>
                    <a:pt x="1441450" y="0"/>
                  </a:lnTo>
                </a:path>
              </a:pathLst>
            </a:custGeom>
            <a:ln w="12700">
              <a:solidFill>
                <a:srgbClr val="000000"/>
              </a:solidFill>
            </a:ln>
          </p:spPr>
          <p:txBody>
            <a:bodyPr wrap="square" lIns="0" tIns="0" rIns="0" bIns="0" rtlCol="0"/>
            <a:lstStyle/>
            <a:p>
              <a:endParaRPr/>
            </a:p>
          </p:txBody>
        </p:sp>
        <p:sp>
          <p:nvSpPr>
            <p:cNvPr id="16" name="object 16"/>
            <p:cNvSpPr/>
            <p:nvPr/>
          </p:nvSpPr>
          <p:spPr>
            <a:xfrm>
              <a:off x="5186426" y="3891027"/>
              <a:ext cx="977900" cy="3175"/>
            </a:xfrm>
            <a:custGeom>
              <a:avLst/>
              <a:gdLst/>
              <a:ahLst/>
              <a:cxnLst/>
              <a:rect l="l" t="t" r="r" b="b"/>
              <a:pathLst>
                <a:path w="977900" h="3175">
                  <a:moveTo>
                    <a:pt x="977900" y="0"/>
                  </a:moveTo>
                  <a:lnTo>
                    <a:pt x="0" y="3175"/>
                  </a:lnTo>
                </a:path>
              </a:pathLst>
            </a:custGeom>
            <a:ln w="12700">
              <a:solidFill>
                <a:srgbClr val="000000"/>
              </a:solidFill>
            </a:ln>
          </p:spPr>
          <p:txBody>
            <a:bodyPr wrap="square" lIns="0" tIns="0" rIns="0" bIns="0" rtlCol="0"/>
            <a:lstStyle/>
            <a:p>
              <a:endParaRPr/>
            </a:p>
          </p:txBody>
        </p:sp>
        <p:sp>
          <p:nvSpPr>
            <p:cNvPr id="17" name="object 17"/>
            <p:cNvSpPr/>
            <p:nvPr/>
          </p:nvSpPr>
          <p:spPr>
            <a:xfrm>
              <a:off x="4557777" y="4073526"/>
              <a:ext cx="447675" cy="1132205"/>
            </a:xfrm>
            <a:custGeom>
              <a:avLst/>
              <a:gdLst/>
              <a:ahLst/>
              <a:cxnLst/>
              <a:rect l="l" t="t" r="r" b="b"/>
              <a:pathLst>
                <a:path w="447675" h="1132204">
                  <a:moveTo>
                    <a:pt x="447675" y="0"/>
                  </a:moveTo>
                  <a:lnTo>
                    <a:pt x="0" y="1131824"/>
                  </a:lnTo>
                </a:path>
              </a:pathLst>
            </a:custGeom>
            <a:ln w="12700">
              <a:solidFill>
                <a:srgbClr val="000000"/>
              </a:solidFill>
            </a:ln>
          </p:spPr>
          <p:txBody>
            <a:bodyPr wrap="square" lIns="0" tIns="0" rIns="0" bIns="0" rtlCol="0"/>
            <a:lstStyle/>
            <a:p>
              <a:endParaRPr/>
            </a:p>
          </p:txBody>
        </p:sp>
        <p:sp>
          <p:nvSpPr>
            <p:cNvPr id="18" name="object 18"/>
            <p:cNvSpPr/>
            <p:nvPr/>
          </p:nvSpPr>
          <p:spPr>
            <a:xfrm>
              <a:off x="3332098" y="4089400"/>
              <a:ext cx="970280" cy="1116330"/>
            </a:xfrm>
            <a:custGeom>
              <a:avLst/>
              <a:gdLst/>
              <a:ahLst/>
              <a:cxnLst/>
              <a:rect l="l" t="t" r="r" b="b"/>
              <a:pathLst>
                <a:path w="970280" h="1116329">
                  <a:moveTo>
                    <a:pt x="970026" y="1116076"/>
                  </a:moveTo>
                  <a:lnTo>
                    <a:pt x="0" y="0"/>
                  </a:lnTo>
                </a:path>
              </a:pathLst>
            </a:custGeom>
            <a:ln w="12700">
              <a:solidFill>
                <a:srgbClr val="000000"/>
              </a:solidFill>
            </a:ln>
          </p:spPr>
          <p:txBody>
            <a:bodyPr wrap="square" lIns="0" tIns="0" rIns="0" bIns="0" rtlCol="0"/>
            <a:lstStyle/>
            <a:p>
              <a:endParaRPr/>
            </a:p>
          </p:txBody>
        </p:sp>
        <p:sp>
          <p:nvSpPr>
            <p:cNvPr id="19" name="object 19"/>
            <p:cNvSpPr txBox="1"/>
            <p:nvPr/>
          </p:nvSpPr>
          <p:spPr>
            <a:xfrm>
              <a:off x="3960623" y="3540887"/>
              <a:ext cx="278765" cy="276999"/>
            </a:xfrm>
            <a:prstGeom prst="rect">
              <a:avLst/>
            </a:prstGeom>
          </p:spPr>
          <p:txBody>
            <a:bodyPr vert="horz" wrap="square" lIns="0" tIns="0" rIns="0" bIns="0" rtlCol="0">
              <a:spAutoFit/>
            </a:bodyPr>
            <a:lstStyle/>
            <a:p>
              <a:pPr marL="12700"/>
              <a:r>
                <a:rPr spc="-10" dirty="0">
                  <a:latin typeface="Arial"/>
                  <a:cs typeface="Arial"/>
                </a:rPr>
                <a:t>e1</a:t>
              </a:r>
              <a:endParaRPr>
                <a:latin typeface="Arial"/>
                <a:cs typeface="Arial"/>
              </a:endParaRPr>
            </a:p>
          </p:txBody>
        </p:sp>
        <p:sp>
          <p:nvSpPr>
            <p:cNvPr id="20" name="object 20"/>
            <p:cNvSpPr txBox="1"/>
            <p:nvPr/>
          </p:nvSpPr>
          <p:spPr>
            <a:xfrm>
              <a:off x="5519674" y="3540887"/>
              <a:ext cx="278765" cy="276999"/>
            </a:xfrm>
            <a:prstGeom prst="rect">
              <a:avLst/>
            </a:prstGeom>
          </p:spPr>
          <p:txBody>
            <a:bodyPr vert="horz" wrap="square" lIns="0" tIns="0" rIns="0" bIns="0" rtlCol="0">
              <a:spAutoFit/>
            </a:bodyPr>
            <a:lstStyle/>
            <a:p>
              <a:pPr marL="12700"/>
              <a:r>
                <a:rPr spc="-10" dirty="0">
                  <a:latin typeface="Arial"/>
                  <a:cs typeface="Arial"/>
                </a:rPr>
                <a:t>e2</a:t>
              </a:r>
              <a:endParaRPr>
                <a:latin typeface="Arial"/>
                <a:cs typeface="Arial"/>
              </a:endParaRPr>
            </a:p>
          </p:txBody>
        </p:sp>
        <p:sp>
          <p:nvSpPr>
            <p:cNvPr id="21" name="object 21"/>
            <p:cNvSpPr txBox="1"/>
            <p:nvPr/>
          </p:nvSpPr>
          <p:spPr>
            <a:xfrm>
              <a:off x="3447670" y="4612514"/>
              <a:ext cx="278765" cy="276999"/>
            </a:xfrm>
            <a:prstGeom prst="rect">
              <a:avLst/>
            </a:prstGeom>
          </p:spPr>
          <p:txBody>
            <a:bodyPr vert="horz" wrap="square" lIns="0" tIns="0" rIns="0" bIns="0" rtlCol="0">
              <a:spAutoFit/>
            </a:bodyPr>
            <a:lstStyle/>
            <a:p>
              <a:pPr marL="12700"/>
              <a:r>
                <a:rPr spc="-10" dirty="0">
                  <a:latin typeface="Arial"/>
                  <a:cs typeface="Arial"/>
                </a:rPr>
                <a:t>e3</a:t>
              </a:r>
              <a:endParaRPr>
                <a:latin typeface="Arial"/>
                <a:cs typeface="Arial"/>
              </a:endParaRPr>
            </a:p>
          </p:txBody>
        </p:sp>
        <p:sp>
          <p:nvSpPr>
            <p:cNvPr id="22" name="object 22"/>
            <p:cNvSpPr txBox="1"/>
            <p:nvPr/>
          </p:nvSpPr>
          <p:spPr>
            <a:xfrm>
              <a:off x="4876547" y="4684142"/>
              <a:ext cx="278765" cy="276999"/>
            </a:xfrm>
            <a:prstGeom prst="rect">
              <a:avLst/>
            </a:prstGeom>
          </p:spPr>
          <p:txBody>
            <a:bodyPr vert="horz" wrap="square" lIns="0" tIns="0" rIns="0" bIns="0" rtlCol="0">
              <a:spAutoFit/>
            </a:bodyPr>
            <a:lstStyle/>
            <a:p>
              <a:pPr marL="12700"/>
              <a:r>
                <a:rPr spc="-10" dirty="0">
                  <a:latin typeface="Arial"/>
                  <a:cs typeface="Arial"/>
                </a:rPr>
                <a:t>e4</a:t>
              </a:r>
              <a:endParaRPr>
                <a:latin typeface="Arial"/>
                <a:cs typeface="Arial"/>
              </a:endParaRPr>
            </a:p>
          </p:txBody>
        </p:sp>
      </p:grpSp>
      <p:sp>
        <p:nvSpPr>
          <p:cNvPr id="23" name="object 23"/>
          <p:cNvSpPr txBox="1"/>
          <p:nvPr/>
        </p:nvSpPr>
        <p:spPr>
          <a:xfrm>
            <a:off x="8201407" y="4041013"/>
            <a:ext cx="979169" cy="1107996"/>
          </a:xfrm>
          <a:prstGeom prst="rect">
            <a:avLst/>
          </a:prstGeom>
        </p:spPr>
        <p:txBody>
          <a:bodyPr vert="horz" wrap="square" lIns="0" tIns="0" rIns="0" bIns="0" rtlCol="0">
            <a:spAutoFit/>
          </a:bodyPr>
          <a:lstStyle/>
          <a:p>
            <a:pPr marL="12700">
              <a:tabLst>
                <a:tab pos="429895" algn="l"/>
              </a:tabLst>
            </a:pPr>
            <a:r>
              <a:rPr spc="-5" dirty="0">
                <a:latin typeface="Arial"/>
                <a:cs typeface="Arial"/>
              </a:rPr>
              <a:t>e</a:t>
            </a:r>
            <a:r>
              <a:rPr spc="-7" baseline="-20833" dirty="0">
                <a:latin typeface="Arial"/>
                <a:cs typeface="Arial"/>
              </a:rPr>
              <a:t>1	</a:t>
            </a:r>
            <a:r>
              <a:rPr spc="-5" dirty="0">
                <a:latin typeface="Arial"/>
                <a:cs typeface="Arial"/>
              </a:rPr>
              <a:t>V</a:t>
            </a:r>
            <a:r>
              <a:rPr spc="-7" baseline="-20833" dirty="0">
                <a:latin typeface="Arial"/>
                <a:cs typeface="Arial"/>
              </a:rPr>
              <a:t>1</a:t>
            </a:r>
            <a:r>
              <a:rPr spc="82" baseline="-20833" dirty="0">
                <a:latin typeface="Arial"/>
                <a:cs typeface="Arial"/>
              </a:rPr>
              <a:t> </a:t>
            </a:r>
            <a:r>
              <a:rPr spc="-5" dirty="0">
                <a:latin typeface="Arial"/>
                <a:cs typeface="Arial"/>
              </a:rPr>
              <a:t>V</a:t>
            </a:r>
            <a:r>
              <a:rPr spc="-7" baseline="-20833" dirty="0">
                <a:latin typeface="Arial"/>
                <a:cs typeface="Arial"/>
              </a:rPr>
              <a:t>2</a:t>
            </a:r>
            <a:endParaRPr baseline="-20833">
              <a:latin typeface="Arial"/>
              <a:cs typeface="Arial"/>
            </a:endParaRPr>
          </a:p>
          <a:p>
            <a:pPr marL="12700">
              <a:tabLst>
                <a:tab pos="429895" algn="l"/>
              </a:tabLst>
            </a:pPr>
            <a:r>
              <a:rPr spc="-5" dirty="0">
                <a:latin typeface="Arial"/>
                <a:cs typeface="Arial"/>
              </a:rPr>
              <a:t>e</a:t>
            </a:r>
            <a:r>
              <a:rPr spc="-7" baseline="-20833" dirty="0">
                <a:latin typeface="Arial"/>
                <a:cs typeface="Arial"/>
              </a:rPr>
              <a:t>2	</a:t>
            </a:r>
            <a:r>
              <a:rPr spc="-5" dirty="0">
                <a:latin typeface="Arial"/>
                <a:cs typeface="Arial"/>
              </a:rPr>
              <a:t>V</a:t>
            </a:r>
            <a:r>
              <a:rPr spc="-7" baseline="-20833" dirty="0">
                <a:latin typeface="Arial"/>
                <a:cs typeface="Arial"/>
              </a:rPr>
              <a:t>2</a:t>
            </a:r>
            <a:r>
              <a:rPr spc="82" baseline="-20833" dirty="0">
                <a:latin typeface="Arial"/>
                <a:cs typeface="Arial"/>
              </a:rPr>
              <a:t> </a:t>
            </a:r>
            <a:r>
              <a:rPr spc="-5" dirty="0">
                <a:latin typeface="Arial"/>
                <a:cs typeface="Arial"/>
              </a:rPr>
              <a:t>V</a:t>
            </a:r>
            <a:r>
              <a:rPr spc="-7" baseline="-20833" dirty="0">
                <a:latin typeface="Arial"/>
                <a:cs typeface="Arial"/>
              </a:rPr>
              <a:t>4</a:t>
            </a:r>
            <a:endParaRPr baseline="-20833">
              <a:latin typeface="Arial"/>
              <a:cs typeface="Arial"/>
            </a:endParaRPr>
          </a:p>
          <a:p>
            <a:pPr marL="12700">
              <a:tabLst>
                <a:tab pos="429895" algn="l"/>
              </a:tabLst>
            </a:pPr>
            <a:r>
              <a:rPr spc="-5" dirty="0">
                <a:latin typeface="Arial"/>
                <a:cs typeface="Arial"/>
              </a:rPr>
              <a:t>e</a:t>
            </a:r>
            <a:r>
              <a:rPr spc="-7" baseline="-20833" dirty="0">
                <a:latin typeface="Arial"/>
                <a:cs typeface="Arial"/>
              </a:rPr>
              <a:t>3	</a:t>
            </a:r>
            <a:r>
              <a:rPr spc="-5" dirty="0">
                <a:latin typeface="Arial"/>
                <a:cs typeface="Arial"/>
              </a:rPr>
              <a:t>V</a:t>
            </a:r>
            <a:r>
              <a:rPr spc="-7" baseline="-20833" dirty="0">
                <a:latin typeface="Arial"/>
                <a:cs typeface="Arial"/>
              </a:rPr>
              <a:t>1</a:t>
            </a:r>
            <a:r>
              <a:rPr spc="82" baseline="-20833" dirty="0">
                <a:latin typeface="Arial"/>
                <a:cs typeface="Arial"/>
              </a:rPr>
              <a:t> </a:t>
            </a:r>
            <a:r>
              <a:rPr spc="-5" dirty="0">
                <a:latin typeface="Arial"/>
                <a:cs typeface="Arial"/>
              </a:rPr>
              <a:t>V</a:t>
            </a:r>
            <a:r>
              <a:rPr spc="-7" baseline="-20833" dirty="0">
                <a:latin typeface="Arial"/>
                <a:cs typeface="Arial"/>
              </a:rPr>
              <a:t>3</a:t>
            </a:r>
            <a:endParaRPr baseline="-20833">
              <a:latin typeface="Arial"/>
              <a:cs typeface="Arial"/>
            </a:endParaRPr>
          </a:p>
          <a:p>
            <a:pPr marL="12700">
              <a:tabLst>
                <a:tab pos="429895" algn="l"/>
              </a:tabLst>
            </a:pPr>
            <a:r>
              <a:rPr spc="-5" dirty="0">
                <a:latin typeface="Arial"/>
                <a:cs typeface="Arial"/>
              </a:rPr>
              <a:t>e</a:t>
            </a:r>
            <a:r>
              <a:rPr spc="-7" baseline="-20833" dirty="0">
                <a:latin typeface="Arial"/>
                <a:cs typeface="Arial"/>
              </a:rPr>
              <a:t>4	</a:t>
            </a:r>
            <a:r>
              <a:rPr spc="-5" dirty="0">
                <a:latin typeface="Arial"/>
                <a:cs typeface="Arial"/>
              </a:rPr>
              <a:t>V</a:t>
            </a:r>
            <a:r>
              <a:rPr spc="-7" baseline="-20833" dirty="0">
                <a:latin typeface="Arial"/>
                <a:cs typeface="Arial"/>
              </a:rPr>
              <a:t>2</a:t>
            </a:r>
            <a:r>
              <a:rPr spc="82" baseline="-20833" dirty="0">
                <a:latin typeface="Arial"/>
                <a:cs typeface="Arial"/>
              </a:rPr>
              <a:t> </a:t>
            </a:r>
            <a:r>
              <a:rPr spc="-5" dirty="0">
                <a:latin typeface="Arial"/>
                <a:cs typeface="Arial"/>
              </a:rPr>
              <a:t>V</a:t>
            </a:r>
            <a:r>
              <a:rPr spc="-7" baseline="-20833" dirty="0">
                <a:latin typeface="Arial"/>
                <a:cs typeface="Arial"/>
              </a:rPr>
              <a:t>3</a:t>
            </a:r>
            <a:endParaRPr baseline="-20833">
              <a:latin typeface="Arial"/>
              <a:cs typeface="Arial"/>
            </a:endParaRPr>
          </a:p>
        </p:txBody>
      </p:sp>
      <p:sp>
        <p:nvSpPr>
          <p:cNvPr id="24" name="object 24"/>
          <p:cNvSpPr/>
          <p:nvPr/>
        </p:nvSpPr>
        <p:spPr>
          <a:xfrm>
            <a:off x="8550276" y="4000501"/>
            <a:ext cx="46355" cy="1214755"/>
          </a:xfrm>
          <a:custGeom>
            <a:avLst/>
            <a:gdLst/>
            <a:ahLst/>
            <a:cxnLst/>
            <a:rect l="l" t="t" r="r" b="b"/>
            <a:pathLst>
              <a:path w="46354" h="1214754">
                <a:moveTo>
                  <a:pt x="46100" y="1214374"/>
                </a:moveTo>
                <a:lnTo>
                  <a:pt x="28128" y="1214082"/>
                </a:lnTo>
                <a:lnTo>
                  <a:pt x="13477" y="1213278"/>
                </a:lnTo>
                <a:lnTo>
                  <a:pt x="3613" y="1212070"/>
                </a:lnTo>
                <a:lnTo>
                  <a:pt x="0" y="1210564"/>
                </a:lnTo>
                <a:lnTo>
                  <a:pt x="0" y="3810"/>
                </a:lnTo>
                <a:lnTo>
                  <a:pt x="3613" y="2303"/>
                </a:lnTo>
                <a:lnTo>
                  <a:pt x="13477" y="1095"/>
                </a:lnTo>
                <a:lnTo>
                  <a:pt x="28128" y="291"/>
                </a:lnTo>
                <a:lnTo>
                  <a:pt x="46100" y="0"/>
                </a:lnTo>
              </a:path>
            </a:pathLst>
          </a:custGeom>
          <a:ln w="12699">
            <a:solidFill>
              <a:srgbClr val="000000"/>
            </a:solidFill>
          </a:ln>
        </p:spPr>
        <p:txBody>
          <a:bodyPr wrap="square" lIns="0" tIns="0" rIns="0" bIns="0" rtlCol="0"/>
          <a:lstStyle/>
          <a:p>
            <a:endParaRPr/>
          </a:p>
        </p:txBody>
      </p:sp>
      <p:sp>
        <p:nvSpPr>
          <p:cNvPr id="25" name="object 25"/>
          <p:cNvSpPr/>
          <p:nvPr/>
        </p:nvSpPr>
        <p:spPr>
          <a:xfrm>
            <a:off x="9264651" y="4000501"/>
            <a:ext cx="46355" cy="1214755"/>
          </a:xfrm>
          <a:custGeom>
            <a:avLst/>
            <a:gdLst/>
            <a:ahLst/>
            <a:cxnLst/>
            <a:rect l="l" t="t" r="r" b="b"/>
            <a:pathLst>
              <a:path w="46354" h="1214754">
                <a:moveTo>
                  <a:pt x="0" y="0"/>
                </a:moveTo>
                <a:lnTo>
                  <a:pt x="17918" y="291"/>
                </a:lnTo>
                <a:lnTo>
                  <a:pt x="32575" y="1095"/>
                </a:lnTo>
                <a:lnTo>
                  <a:pt x="42469" y="2303"/>
                </a:lnTo>
                <a:lnTo>
                  <a:pt x="46100" y="3810"/>
                </a:lnTo>
                <a:lnTo>
                  <a:pt x="46100" y="1210564"/>
                </a:lnTo>
                <a:lnTo>
                  <a:pt x="42469" y="1212070"/>
                </a:lnTo>
                <a:lnTo>
                  <a:pt x="32575" y="1213278"/>
                </a:lnTo>
                <a:lnTo>
                  <a:pt x="17918" y="1214082"/>
                </a:lnTo>
                <a:lnTo>
                  <a:pt x="0" y="1214374"/>
                </a:lnTo>
              </a:path>
            </a:pathLst>
          </a:custGeom>
          <a:ln w="12699">
            <a:solidFill>
              <a:srgbClr val="000000"/>
            </a:solidFill>
          </a:ln>
        </p:spPr>
        <p:txBody>
          <a:bodyPr wrap="square" lIns="0" tIns="0" rIns="0" bIns="0" rtlCol="0"/>
          <a:lstStyle/>
          <a:p>
            <a:endParaRPr/>
          </a:p>
        </p:txBody>
      </p:sp>
      <p:sp>
        <p:nvSpPr>
          <p:cNvPr id="26" name="object 26"/>
          <p:cNvSpPr txBox="1"/>
          <p:nvPr/>
        </p:nvSpPr>
        <p:spPr>
          <a:xfrm>
            <a:off x="7558278" y="4469639"/>
            <a:ext cx="500380" cy="276999"/>
          </a:xfrm>
          <a:prstGeom prst="rect">
            <a:avLst/>
          </a:prstGeom>
        </p:spPr>
        <p:txBody>
          <a:bodyPr vert="horz" wrap="square" lIns="0" tIns="0" rIns="0" bIns="0" rtlCol="0">
            <a:spAutoFit/>
          </a:bodyPr>
          <a:lstStyle/>
          <a:p>
            <a:pPr marL="12700"/>
            <a:r>
              <a:rPr dirty="0">
                <a:latin typeface="Arial"/>
                <a:cs typeface="Arial"/>
              </a:rPr>
              <a:t>[B]</a:t>
            </a:r>
            <a:r>
              <a:rPr spc="-114" dirty="0">
                <a:latin typeface="Arial"/>
                <a:cs typeface="Arial"/>
              </a:rPr>
              <a:t> </a:t>
            </a:r>
            <a:r>
              <a:rPr dirty="0">
                <a:latin typeface="Arial"/>
                <a:cs typeface="Arial"/>
              </a:rPr>
              <a:t>=</a:t>
            </a:r>
            <a:endParaRPr>
              <a:latin typeface="Arial"/>
              <a:cs typeface="Arial"/>
            </a:endParaRPr>
          </a:p>
        </p:txBody>
      </p:sp>
      <p:sp>
        <p:nvSpPr>
          <p:cNvPr id="27" name="object 27"/>
          <p:cNvSpPr txBox="1"/>
          <p:nvPr/>
        </p:nvSpPr>
        <p:spPr>
          <a:xfrm>
            <a:off x="5111987" y="5457698"/>
            <a:ext cx="5914390" cy="577081"/>
          </a:xfrm>
          <a:prstGeom prst="rect">
            <a:avLst/>
          </a:prstGeom>
        </p:spPr>
        <p:txBody>
          <a:bodyPr vert="horz" wrap="square" lIns="0" tIns="0" rIns="0" bIns="0" rtlCol="0">
            <a:spAutoFit/>
          </a:bodyPr>
          <a:lstStyle/>
          <a:p>
            <a:pPr>
              <a:spcBef>
                <a:spcPts val="5"/>
              </a:spcBef>
            </a:pPr>
            <a:endParaRPr sz="1950" dirty="0">
              <a:solidFill>
                <a:schemeClr val="bg2">
                  <a:lumMod val="20000"/>
                  <a:lumOff val="80000"/>
                </a:schemeClr>
              </a:solidFill>
              <a:latin typeface="Times New Roman"/>
              <a:cs typeface="Times New Roman"/>
            </a:endParaRPr>
          </a:p>
          <a:p>
            <a:pPr marL="1257935">
              <a:spcBef>
                <a:spcPts val="5"/>
              </a:spcBef>
            </a:pPr>
            <a:r>
              <a:rPr spc="-5" dirty="0">
                <a:solidFill>
                  <a:schemeClr val="bg2">
                    <a:lumMod val="20000"/>
                    <a:lumOff val="80000"/>
                  </a:schemeClr>
                </a:solidFill>
                <a:latin typeface="Arial"/>
                <a:cs typeface="Arial"/>
              </a:rPr>
              <a:t>La </a:t>
            </a:r>
            <a:r>
              <a:rPr dirty="0">
                <a:solidFill>
                  <a:schemeClr val="bg2">
                    <a:lumMod val="20000"/>
                    <a:lumOff val="80000"/>
                  </a:schemeClr>
                </a:solidFill>
                <a:latin typeface="Arial"/>
                <a:cs typeface="Arial"/>
              </a:rPr>
              <a:t>matriz </a:t>
            </a:r>
            <a:r>
              <a:rPr spc="-5" dirty="0">
                <a:solidFill>
                  <a:schemeClr val="bg2">
                    <a:lumMod val="20000"/>
                    <a:lumOff val="80000"/>
                  </a:schemeClr>
                </a:solidFill>
                <a:latin typeface="Arial"/>
                <a:cs typeface="Arial"/>
              </a:rPr>
              <a:t>es de: </a:t>
            </a:r>
            <a:r>
              <a:rPr dirty="0">
                <a:solidFill>
                  <a:schemeClr val="bg2">
                    <a:lumMod val="20000"/>
                    <a:lumOff val="80000"/>
                  </a:schemeClr>
                </a:solidFill>
                <a:latin typeface="Arial"/>
                <a:cs typeface="Arial"/>
              </a:rPr>
              <a:t>m </a:t>
            </a:r>
            <a:r>
              <a:rPr spc="-5" dirty="0">
                <a:solidFill>
                  <a:schemeClr val="bg2">
                    <a:lumMod val="20000"/>
                    <a:lumOff val="80000"/>
                  </a:schemeClr>
                </a:solidFill>
                <a:latin typeface="Arial"/>
                <a:cs typeface="Arial"/>
              </a:rPr>
              <a:t>(# </a:t>
            </a:r>
            <a:r>
              <a:rPr spc="-10" dirty="0">
                <a:solidFill>
                  <a:schemeClr val="bg2">
                    <a:lumMod val="20000"/>
                    <a:lumOff val="80000"/>
                  </a:schemeClr>
                </a:solidFill>
                <a:latin typeface="Arial"/>
                <a:cs typeface="Arial"/>
              </a:rPr>
              <a:t>de </a:t>
            </a:r>
            <a:r>
              <a:rPr spc="-5" dirty="0">
                <a:solidFill>
                  <a:schemeClr val="bg2">
                    <a:lumMod val="20000"/>
                    <a:lumOff val="80000"/>
                  </a:schemeClr>
                </a:solidFill>
                <a:latin typeface="Arial"/>
                <a:cs typeface="Arial"/>
              </a:rPr>
              <a:t>arcos) </a:t>
            </a:r>
            <a:r>
              <a:rPr dirty="0">
                <a:solidFill>
                  <a:schemeClr val="bg2">
                    <a:lumMod val="20000"/>
                    <a:lumOff val="80000"/>
                  </a:schemeClr>
                </a:solidFill>
                <a:latin typeface="Arial"/>
                <a:cs typeface="Arial"/>
              </a:rPr>
              <a:t>x </a:t>
            </a:r>
            <a:r>
              <a:rPr spc="-5" dirty="0">
                <a:solidFill>
                  <a:schemeClr val="bg2">
                    <a:lumMod val="20000"/>
                    <a:lumOff val="80000"/>
                  </a:schemeClr>
                </a:solidFill>
                <a:latin typeface="Arial"/>
                <a:cs typeface="Arial"/>
              </a:rPr>
              <a:t>2 elementos</a:t>
            </a:r>
            <a:endParaRPr dirty="0">
              <a:solidFill>
                <a:schemeClr val="bg2">
                  <a:lumMod val="20000"/>
                  <a:lumOff val="80000"/>
                </a:schemeClr>
              </a:solidFill>
              <a:latin typeface="Arial"/>
              <a:cs typeface="Arial"/>
            </a:endParaRPr>
          </a:p>
        </p:txBody>
      </p:sp>
      <p:sp>
        <p:nvSpPr>
          <p:cNvPr id="30" name="CuadroTexto 29">
            <a:extLst>
              <a:ext uri="{FF2B5EF4-FFF2-40B4-BE49-F238E27FC236}">
                <a16:creationId xmlns:a16="http://schemas.microsoft.com/office/drawing/2014/main" id="{C49AD955-0798-499C-AD7D-72E4155F02F5}"/>
              </a:ext>
            </a:extLst>
          </p:cNvPr>
          <p:cNvSpPr txBox="1"/>
          <p:nvPr/>
        </p:nvSpPr>
        <p:spPr>
          <a:xfrm>
            <a:off x="5717027" y="4764051"/>
            <a:ext cx="601360" cy="369332"/>
          </a:xfrm>
          <a:prstGeom prst="rect">
            <a:avLst/>
          </a:prstGeom>
          <a:noFill/>
        </p:spPr>
        <p:txBody>
          <a:bodyPr wrap="square">
            <a:spAutoFit/>
          </a:bodyPr>
          <a:lstStyle/>
          <a:p>
            <a:pPr marL="12700"/>
            <a:r>
              <a:rPr lang="es-CL" spc="5" dirty="0">
                <a:latin typeface="Tahoma"/>
                <a:cs typeface="Tahoma"/>
              </a:rPr>
              <a:t>V3</a:t>
            </a:r>
            <a:endParaRPr lang="es-CL" dirty="0">
              <a:latin typeface="Tahoma"/>
              <a:cs typeface="Tahoma"/>
            </a:endParaRPr>
          </a:p>
        </p:txBody>
      </p:sp>
    </p:spTree>
    <p:extLst>
      <p:ext uri="{BB962C8B-B14F-4D97-AF65-F5344CB8AC3E}">
        <p14:creationId xmlns:p14="http://schemas.microsoft.com/office/powerpoint/2010/main" val="212886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242290"/>
            <a:ext cx="10396882" cy="1151965"/>
          </a:xfrm>
          <a:prstGeom prst="rect">
            <a:avLst/>
          </a:prstGeom>
        </p:spPr>
        <p:txBody>
          <a:bodyPr vert="horz" wrap="square" lIns="0" tIns="0" rIns="0" bIns="0" rtlCol="0" anchor="ctr">
            <a:spAutoFit/>
          </a:bodyPr>
          <a:lstStyle/>
          <a:p>
            <a:pPr marL="12700">
              <a:lnSpc>
                <a:spcPct val="100000"/>
              </a:lnSpc>
            </a:pPr>
            <a:r>
              <a:rPr spc="-5" dirty="0"/>
              <a:t>Matriz Distancia</a:t>
            </a:r>
            <a:r>
              <a:rPr spc="-25" dirty="0"/>
              <a:t> </a:t>
            </a:r>
            <a:r>
              <a:rPr spc="-5" dirty="0"/>
              <a:t>[D]</a:t>
            </a:r>
          </a:p>
        </p:txBody>
      </p:sp>
      <p:sp>
        <p:nvSpPr>
          <p:cNvPr id="3" name="object 3"/>
          <p:cNvSpPr txBox="1"/>
          <p:nvPr/>
        </p:nvSpPr>
        <p:spPr>
          <a:xfrm>
            <a:off x="685800" y="1328928"/>
            <a:ext cx="9448800" cy="1338828"/>
          </a:xfrm>
          <a:prstGeom prst="rect">
            <a:avLst/>
          </a:prstGeom>
        </p:spPr>
        <p:txBody>
          <a:bodyPr vert="horz" wrap="square" lIns="0" tIns="0" rIns="0" bIns="0" rtlCol="0">
            <a:spAutoFit/>
          </a:bodyPr>
          <a:lstStyle/>
          <a:p>
            <a:pPr marL="355600" indent="-342900">
              <a:buClr>
                <a:srgbClr val="696363"/>
              </a:buClr>
              <a:buSzPct val="79166"/>
              <a:buFont typeface="Wingdings"/>
              <a:buChar char=""/>
              <a:tabLst>
                <a:tab pos="355600" algn="l"/>
              </a:tabLst>
            </a:pPr>
            <a:r>
              <a:rPr sz="2400" spc="-5" dirty="0">
                <a:solidFill>
                  <a:srgbClr val="002850"/>
                </a:solidFill>
                <a:latin typeface="HP Simplified" panose="020B0604020204020204" pitchFamily="34" charset="0"/>
                <a:cs typeface="Arial Narrow"/>
              </a:rPr>
              <a:t>Dado un Grafo </a:t>
            </a:r>
            <a:r>
              <a:rPr sz="2400" dirty="0">
                <a:solidFill>
                  <a:srgbClr val="002850"/>
                </a:solidFill>
                <a:latin typeface="HP Simplified" panose="020B0604020204020204" pitchFamily="34" charset="0"/>
                <a:cs typeface="Arial Narrow"/>
              </a:rPr>
              <a:t>G = </a:t>
            </a:r>
            <a:r>
              <a:rPr sz="2400" spc="-60" dirty="0">
                <a:solidFill>
                  <a:srgbClr val="002850"/>
                </a:solidFill>
                <a:latin typeface="HP Simplified" panose="020B0604020204020204" pitchFamily="34" charset="0"/>
                <a:cs typeface="Arial Narrow"/>
              </a:rPr>
              <a:t>(V,</a:t>
            </a:r>
            <a:r>
              <a:rPr sz="2400" spc="-35"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E)</a:t>
            </a:r>
            <a:endParaRPr sz="2400" dirty="0">
              <a:latin typeface="HP Simplified" panose="020B0604020204020204" pitchFamily="34" charset="0"/>
              <a:cs typeface="Arial Narrow"/>
            </a:endParaRPr>
          </a:p>
          <a:p>
            <a:pPr marL="355600" indent="-342900">
              <a:spcBef>
                <a:spcPts val="860"/>
              </a:spcBef>
              <a:buClr>
                <a:srgbClr val="696363"/>
              </a:buClr>
              <a:buSzPct val="79166"/>
              <a:buFont typeface="Wingdings"/>
              <a:buChar char=""/>
              <a:tabLst>
                <a:tab pos="355600" algn="l"/>
              </a:tabLst>
            </a:pPr>
            <a:r>
              <a:rPr sz="2400" dirty="0">
                <a:solidFill>
                  <a:srgbClr val="002850"/>
                </a:solidFill>
                <a:latin typeface="HP Simplified" panose="020B0604020204020204" pitchFamily="34" charset="0"/>
                <a:cs typeface="Arial Narrow"/>
              </a:rPr>
              <a:t>Está </a:t>
            </a:r>
            <a:r>
              <a:rPr sz="2400" spc="-5" dirty="0">
                <a:solidFill>
                  <a:srgbClr val="002850"/>
                </a:solidFill>
                <a:latin typeface="HP Simplified" panose="020B0604020204020204" pitchFamily="34" charset="0"/>
                <a:cs typeface="Arial Narrow"/>
              </a:rPr>
              <a:t>representado por una matriz de Vértices </a:t>
            </a:r>
            <a:r>
              <a:rPr sz="2400" dirty="0">
                <a:solidFill>
                  <a:srgbClr val="002850"/>
                </a:solidFill>
                <a:latin typeface="HP Simplified" panose="020B0604020204020204" pitchFamily="34" charset="0"/>
                <a:cs typeface="Arial Narrow"/>
              </a:rPr>
              <a:t>(V) x Vértices</a:t>
            </a:r>
            <a:r>
              <a:rPr sz="2400" spc="70" dirty="0">
                <a:solidFill>
                  <a:srgbClr val="002850"/>
                </a:solidFill>
                <a:latin typeface="HP Simplified" panose="020B0604020204020204" pitchFamily="34" charset="0"/>
                <a:cs typeface="Arial Narrow"/>
              </a:rPr>
              <a:t> </a:t>
            </a:r>
            <a:r>
              <a:rPr sz="2400" dirty="0">
                <a:solidFill>
                  <a:srgbClr val="002850"/>
                </a:solidFill>
                <a:latin typeface="HP Simplified" panose="020B0604020204020204" pitchFamily="34" charset="0"/>
                <a:cs typeface="Arial Narrow"/>
              </a:rPr>
              <a:t>(V)</a:t>
            </a:r>
            <a:endParaRPr sz="2400" dirty="0">
              <a:latin typeface="HP Simplified" panose="020B0604020204020204" pitchFamily="34" charset="0"/>
              <a:cs typeface="Arial Narrow"/>
            </a:endParaRPr>
          </a:p>
          <a:p>
            <a:pPr marL="355600" indent="-342900">
              <a:spcBef>
                <a:spcPts val="860"/>
              </a:spcBef>
              <a:buClr>
                <a:srgbClr val="696363"/>
              </a:buClr>
              <a:buSzPct val="79166"/>
              <a:buFont typeface="Wingdings"/>
              <a:buChar char=""/>
              <a:tabLst>
                <a:tab pos="355600" algn="l"/>
              </a:tabLst>
            </a:pPr>
            <a:r>
              <a:rPr sz="2400" spc="-5" dirty="0">
                <a:solidFill>
                  <a:srgbClr val="002850"/>
                </a:solidFill>
                <a:latin typeface="HP Simplified" panose="020B0604020204020204" pitchFamily="34" charset="0"/>
                <a:cs typeface="Arial Narrow"/>
              </a:rPr>
              <a:t>Almacena las distancias de un vértice </a:t>
            </a:r>
            <a:r>
              <a:rPr sz="2400" dirty="0">
                <a:solidFill>
                  <a:srgbClr val="002850"/>
                </a:solidFill>
                <a:latin typeface="HP Simplified" panose="020B0604020204020204" pitchFamily="34" charset="0"/>
                <a:cs typeface="Arial Narrow"/>
              </a:rPr>
              <a:t>a</a:t>
            </a:r>
            <a:r>
              <a:rPr sz="2400" spc="75" dirty="0">
                <a:solidFill>
                  <a:srgbClr val="002850"/>
                </a:solidFill>
                <a:latin typeface="HP Simplified" panose="020B0604020204020204" pitchFamily="34" charset="0"/>
                <a:cs typeface="Arial Narrow"/>
              </a:rPr>
              <a:t> </a:t>
            </a:r>
            <a:r>
              <a:rPr sz="2400" spc="-5" dirty="0">
                <a:solidFill>
                  <a:srgbClr val="002850"/>
                </a:solidFill>
                <a:latin typeface="HP Simplified" panose="020B0604020204020204" pitchFamily="34" charset="0"/>
                <a:cs typeface="Arial Narrow"/>
              </a:rPr>
              <a:t>otro</a:t>
            </a:r>
            <a:endParaRPr sz="2400" dirty="0">
              <a:latin typeface="HP Simplified" panose="020B0604020204020204" pitchFamily="34" charset="0"/>
              <a:cs typeface="Arial Narrow"/>
            </a:endParaRPr>
          </a:p>
        </p:txBody>
      </p:sp>
      <p:grpSp>
        <p:nvGrpSpPr>
          <p:cNvPr id="26" name="Grupo 25">
            <a:extLst>
              <a:ext uri="{FF2B5EF4-FFF2-40B4-BE49-F238E27FC236}">
                <a16:creationId xmlns:a16="http://schemas.microsoft.com/office/drawing/2014/main" id="{03D426F7-23AF-4F96-B77E-174AEC705185}"/>
              </a:ext>
            </a:extLst>
          </p:cNvPr>
          <p:cNvGrpSpPr/>
          <p:nvPr/>
        </p:nvGrpSpPr>
        <p:grpSpPr>
          <a:xfrm>
            <a:off x="7045950" y="2480893"/>
            <a:ext cx="3500756" cy="1803782"/>
            <a:chOff x="3024250" y="4643373"/>
            <a:chExt cx="3500756" cy="1803782"/>
          </a:xfrm>
        </p:grpSpPr>
        <p:sp>
          <p:nvSpPr>
            <p:cNvPr id="4" name="object 4"/>
            <p:cNvSpPr/>
            <p:nvPr/>
          </p:nvSpPr>
          <p:spPr>
            <a:xfrm>
              <a:off x="4826000" y="4646548"/>
              <a:ext cx="360680" cy="360680"/>
            </a:xfrm>
            <a:custGeom>
              <a:avLst/>
              <a:gdLst/>
              <a:ahLst/>
              <a:cxnLst/>
              <a:rect l="l" t="t" r="r" b="b"/>
              <a:pathLst>
                <a:path w="360679" h="360679">
                  <a:moveTo>
                    <a:pt x="180212" y="0"/>
                  </a:moveTo>
                  <a:lnTo>
                    <a:pt x="132291" y="6443"/>
                  </a:lnTo>
                  <a:lnTo>
                    <a:pt x="89238" y="24623"/>
                  </a:lnTo>
                  <a:lnTo>
                    <a:pt x="52768" y="52816"/>
                  </a:lnTo>
                  <a:lnTo>
                    <a:pt x="24583" y="89323"/>
                  </a:lnTo>
                  <a:lnTo>
                    <a:pt x="6433" y="132344"/>
                  </a:lnTo>
                  <a:lnTo>
                    <a:pt x="0" y="180212"/>
                  </a:lnTo>
                  <a:lnTo>
                    <a:pt x="6434" y="228134"/>
                  </a:lnTo>
                  <a:lnTo>
                    <a:pt x="24595" y="271187"/>
                  </a:lnTo>
                  <a:lnTo>
                    <a:pt x="52768" y="307657"/>
                  </a:lnTo>
                  <a:lnTo>
                    <a:pt x="89238" y="335830"/>
                  </a:lnTo>
                  <a:lnTo>
                    <a:pt x="132291" y="353991"/>
                  </a:lnTo>
                  <a:lnTo>
                    <a:pt x="180212" y="360425"/>
                  </a:lnTo>
                  <a:lnTo>
                    <a:pt x="228080" y="353991"/>
                  </a:lnTo>
                  <a:lnTo>
                    <a:pt x="271097" y="335830"/>
                  </a:lnTo>
                  <a:lnTo>
                    <a:pt x="307546" y="307657"/>
                  </a:lnTo>
                  <a:lnTo>
                    <a:pt x="335708" y="271187"/>
                  </a:lnTo>
                  <a:lnTo>
                    <a:pt x="353864" y="228134"/>
                  </a:lnTo>
                  <a:lnTo>
                    <a:pt x="360299" y="180212"/>
                  </a:lnTo>
                  <a:lnTo>
                    <a:pt x="353861" y="132335"/>
                  </a:lnTo>
                  <a:lnTo>
                    <a:pt x="335686" y="89295"/>
                  </a:lnTo>
                  <a:lnTo>
                    <a:pt x="307546" y="52863"/>
                  </a:lnTo>
                  <a:lnTo>
                    <a:pt x="271097" y="24680"/>
                  </a:lnTo>
                  <a:lnTo>
                    <a:pt x="228080" y="6487"/>
                  </a:lnTo>
                  <a:lnTo>
                    <a:pt x="180212" y="0"/>
                  </a:lnTo>
                  <a:close/>
                </a:path>
              </a:pathLst>
            </a:custGeom>
            <a:solidFill>
              <a:srgbClr val="FFFF00"/>
            </a:solidFill>
          </p:spPr>
          <p:txBody>
            <a:bodyPr wrap="square" lIns="0" tIns="0" rIns="0" bIns="0" rtlCol="0"/>
            <a:lstStyle/>
            <a:p>
              <a:endParaRPr/>
            </a:p>
          </p:txBody>
        </p:sp>
        <p:sp>
          <p:nvSpPr>
            <p:cNvPr id="5" name="object 5"/>
            <p:cNvSpPr/>
            <p:nvPr/>
          </p:nvSpPr>
          <p:spPr>
            <a:xfrm>
              <a:off x="4826000" y="4646548"/>
              <a:ext cx="360680" cy="360680"/>
            </a:xfrm>
            <a:custGeom>
              <a:avLst/>
              <a:gdLst/>
              <a:ahLst/>
              <a:cxnLst/>
              <a:rect l="l" t="t" r="r" b="b"/>
              <a:pathLst>
                <a:path w="360679" h="360679">
                  <a:moveTo>
                    <a:pt x="0" y="180212"/>
                  </a:moveTo>
                  <a:lnTo>
                    <a:pt x="6434" y="132335"/>
                  </a:lnTo>
                  <a:lnTo>
                    <a:pt x="24595" y="89295"/>
                  </a:lnTo>
                  <a:lnTo>
                    <a:pt x="52768" y="52816"/>
                  </a:lnTo>
                  <a:lnTo>
                    <a:pt x="89238" y="24623"/>
                  </a:lnTo>
                  <a:lnTo>
                    <a:pt x="132291" y="6443"/>
                  </a:lnTo>
                  <a:lnTo>
                    <a:pt x="180212" y="0"/>
                  </a:lnTo>
                  <a:lnTo>
                    <a:pt x="228080" y="6487"/>
                  </a:lnTo>
                  <a:lnTo>
                    <a:pt x="271097" y="24680"/>
                  </a:lnTo>
                  <a:lnTo>
                    <a:pt x="307546" y="52863"/>
                  </a:lnTo>
                  <a:lnTo>
                    <a:pt x="335708" y="89323"/>
                  </a:lnTo>
                  <a:lnTo>
                    <a:pt x="353864" y="132344"/>
                  </a:lnTo>
                  <a:lnTo>
                    <a:pt x="360299" y="180212"/>
                  </a:lnTo>
                  <a:lnTo>
                    <a:pt x="353864" y="228134"/>
                  </a:lnTo>
                  <a:lnTo>
                    <a:pt x="335708" y="271187"/>
                  </a:lnTo>
                  <a:lnTo>
                    <a:pt x="307546" y="307657"/>
                  </a:lnTo>
                  <a:lnTo>
                    <a:pt x="271097" y="335830"/>
                  </a:lnTo>
                  <a:lnTo>
                    <a:pt x="228080" y="353991"/>
                  </a:lnTo>
                  <a:lnTo>
                    <a:pt x="180212" y="360425"/>
                  </a:lnTo>
                  <a:lnTo>
                    <a:pt x="132291" y="353991"/>
                  </a:lnTo>
                  <a:lnTo>
                    <a:pt x="89238" y="335830"/>
                  </a:lnTo>
                  <a:lnTo>
                    <a:pt x="52768" y="307657"/>
                  </a:lnTo>
                  <a:lnTo>
                    <a:pt x="24595" y="271187"/>
                  </a:lnTo>
                  <a:lnTo>
                    <a:pt x="6434" y="228134"/>
                  </a:lnTo>
                  <a:lnTo>
                    <a:pt x="0" y="180212"/>
                  </a:lnTo>
                  <a:close/>
                </a:path>
              </a:pathLst>
            </a:custGeom>
            <a:ln w="12699">
              <a:solidFill>
                <a:srgbClr val="000000"/>
              </a:solidFill>
            </a:ln>
          </p:spPr>
          <p:txBody>
            <a:bodyPr wrap="square" lIns="0" tIns="0" rIns="0" bIns="0" rtlCol="0"/>
            <a:lstStyle/>
            <a:p>
              <a:endParaRPr/>
            </a:p>
          </p:txBody>
        </p:sp>
        <p:sp>
          <p:nvSpPr>
            <p:cNvPr id="6" name="object 6"/>
            <p:cNvSpPr txBox="1"/>
            <p:nvPr/>
          </p:nvSpPr>
          <p:spPr>
            <a:xfrm>
              <a:off x="4863465" y="4689095"/>
              <a:ext cx="288290" cy="276999"/>
            </a:xfrm>
            <a:prstGeom prst="rect">
              <a:avLst/>
            </a:prstGeom>
          </p:spPr>
          <p:txBody>
            <a:bodyPr vert="horz" wrap="square" lIns="0" tIns="0" rIns="0" bIns="0" rtlCol="0">
              <a:spAutoFit/>
            </a:bodyPr>
            <a:lstStyle/>
            <a:p>
              <a:pPr marL="12700"/>
              <a:r>
                <a:rPr spc="5" dirty="0">
                  <a:latin typeface="Tahoma"/>
                  <a:cs typeface="Tahoma"/>
                </a:rPr>
                <a:t>V2</a:t>
              </a:r>
              <a:endParaRPr>
                <a:latin typeface="Tahoma"/>
                <a:cs typeface="Tahoma"/>
              </a:endParaRPr>
            </a:p>
          </p:txBody>
        </p:sp>
        <p:sp>
          <p:nvSpPr>
            <p:cNvPr id="7" name="object 7"/>
            <p:cNvSpPr/>
            <p:nvPr/>
          </p:nvSpPr>
          <p:spPr>
            <a:xfrm>
              <a:off x="4249801" y="6086475"/>
              <a:ext cx="360680" cy="360680"/>
            </a:xfrm>
            <a:custGeom>
              <a:avLst/>
              <a:gdLst/>
              <a:ahLst/>
              <a:cxnLst/>
              <a:rect l="l" t="t" r="r" b="b"/>
              <a:pathLst>
                <a:path w="360680" h="360679">
                  <a:moveTo>
                    <a:pt x="180086" y="0"/>
                  </a:moveTo>
                  <a:lnTo>
                    <a:pt x="132218" y="6436"/>
                  </a:lnTo>
                  <a:lnTo>
                    <a:pt x="89201" y="24600"/>
                  </a:lnTo>
                  <a:lnTo>
                    <a:pt x="52752" y="52774"/>
                  </a:lnTo>
                  <a:lnTo>
                    <a:pt x="24590" y="89242"/>
                  </a:lnTo>
                  <a:lnTo>
                    <a:pt x="6434" y="132285"/>
                  </a:lnTo>
                  <a:lnTo>
                    <a:pt x="0" y="180187"/>
                  </a:lnTo>
                  <a:lnTo>
                    <a:pt x="6434" y="228084"/>
                  </a:lnTo>
                  <a:lnTo>
                    <a:pt x="24590" y="271123"/>
                  </a:lnTo>
                  <a:lnTo>
                    <a:pt x="52752" y="307589"/>
                  </a:lnTo>
                  <a:lnTo>
                    <a:pt x="89201" y="335762"/>
                  </a:lnTo>
                  <a:lnTo>
                    <a:pt x="132218" y="353926"/>
                  </a:lnTo>
                  <a:lnTo>
                    <a:pt x="180086" y="360362"/>
                  </a:lnTo>
                  <a:lnTo>
                    <a:pt x="228007" y="353926"/>
                  </a:lnTo>
                  <a:lnTo>
                    <a:pt x="271060" y="335762"/>
                  </a:lnTo>
                  <a:lnTo>
                    <a:pt x="307530" y="307589"/>
                  </a:lnTo>
                  <a:lnTo>
                    <a:pt x="335703" y="271123"/>
                  </a:lnTo>
                  <a:lnTo>
                    <a:pt x="353864" y="228084"/>
                  </a:lnTo>
                  <a:lnTo>
                    <a:pt x="360299" y="180187"/>
                  </a:lnTo>
                  <a:lnTo>
                    <a:pt x="353864" y="132285"/>
                  </a:lnTo>
                  <a:lnTo>
                    <a:pt x="335703" y="89242"/>
                  </a:lnTo>
                  <a:lnTo>
                    <a:pt x="307530" y="52774"/>
                  </a:lnTo>
                  <a:lnTo>
                    <a:pt x="271060" y="24600"/>
                  </a:lnTo>
                  <a:lnTo>
                    <a:pt x="228007" y="6436"/>
                  </a:lnTo>
                  <a:lnTo>
                    <a:pt x="180086" y="0"/>
                  </a:lnTo>
                  <a:close/>
                </a:path>
              </a:pathLst>
            </a:custGeom>
            <a:solidFill>
              <a:srgbClr val="FFFF00"/>
            </a:solidFill>
          </p:spPr>
          <p:txBody>
            <a:bodyPr wrap="square" lIns="0" tIns="0" rIns="0" bIns="0" rtlCol="0"/>
            <a:lstStyle/>
            <a:p>
              <a:endParaRPr/>
            </a:p>
          </p:txBody>
        </p:sp>
        <p:sp>
          <p:nvSpPr>
            <p:cNvPr id="8" name="object 8"/>
            <p:cNvSpPr/>
            <p:nvPr/>
          </p:nvSpPr>
          <p:spPr>
            <a:xfrm>
              <a:off x="4249801" y="6086475"/>
              <a:ext cx="360680" cy="360680"/>
            </a:xfrm>
            <a:custGeom>
              <a:avLst/>
              <a:gdLst/>
              <a:ahLst/>
              <a:cxnLst/>
              <a:rect l="l" t="t" r="r" b="b"/>
              <a:pathLst>
                <a:path w="360680" h="360679">
                  <a:moveTo>
                    <a:pt x="0" y="180187"/>
                  </a:moveTo>
                  <a:lnTo>
                    <a:pt x="6434" y="132285"/>
                  </a:lnTo>
                  <a:lnTo>
                    <a:pt x="24590" y="89242"/>
                  </a:lnTo>
                  <a:lnTo>
                    <a:pt x="52752" y="52774"/>
                  </a:lnTo>
                  <a:lnTo>
                    <a:pt x="89201" y="24600"/>
                  </a:lnTo>
                  <a:lnTo>
                    <a:pt x="132218" y="6436"/>
                  </a:lnTo>
                  <a:lnTo>
                    <a:pt x="180086" y="0"/>
                  </a:lnTo>
                  <a:lnTo>
                    <a:pt x="228007" y="6436"/>
                  </a:lnTo>
                  <a:lnTo>
                    <a:pt x="271060" y="24600"/>
                  </a:lnTo>
                  <a:lnTo>
                    <a:pt x="307530" y="52774"/>
                  </a:lnTo>
                  <a:lnTo>
                    <a:pt x="335703" y="89242"/>
                  </a:lnTo>
                  <a:lnTo>
                    <a:pt x="353864" y="132285"/>
                  </a:lnTo>
                  <a:lnTo>
                    <a:pt x="360299" y="180187"/>
                  </a:lnTo>
                  <a:lnTo>
                    <a:pt x="353864" y="228084"/>
                  </a:lnTo>
                  <a:lnTo>
                    <a:pt x="335703" y="271123"/>
                  </a:lnTo>
                  <a:lnTo>
                    <a:pt x="307530" y="307589"/>
                  </a:lnTo>
                  <a:lnTo>
                    <a:pt x="271060" y="335762"/>
                  </a:lnTo>
                  <a:lnTo>
                    <a:pt x="228007" y="353926"/>
                  </a:lnTo>
                  <a:lnTo>
                    <a:pt x="180086" y="360362"/>
                  </a:lnTo>
                  <a:lnTo>
                    <a:pt x="132218" y="353926"/>
                  </a:lnTo>
                  <a:lnTo>
                    <a:pt x="89201" y="335762"/>
                  </a:lnTo>
                  <a:lnTo>
                    <a:pt x="52752" y="307589"/>
                  </a:lnTo>
                  <a:lnTo>
                    <a:pt x="24590" y="271123"/>
                  </a:lnTo>
                  <a:lnTo>
                    <a:pt x="6434" y="228084"/>
                  </a:lnTo>
                  <a:lnTo>
                    <a:pt x="0" y="180187"/>
                  </a:lnTo>
                  <a:close/>
                </a:path>
              </a:pathLst>
            </a:custGeom>
            <a:ln w="12700">
              <a:solidFill>
                <a:srgbClr val="000000"/>
              </a:solidFill>
            </a:ln>
          </p:spPr>
          <p:txBody>
            <a:bodyPr wrap="square" lIns="0" tIns="0" rIns="0" bIns="0" rtlCol="0"/>
            <a:lstStyle/>
            <a:p>
              <a:endParaRPr/>
            </a:p>
          </p:txBody>
        </p:sp>
        <p:sp>
          <p:nvSpPr>
            <p:cNvPr id="9" name="object 9"/>
            <p:cNvSpPr/>
            <p:nvPr/>
          </p:nvSpPr>
          <p:spPr>
            <a:xfrm>
              <a:off x="3024250" y="4714875"/>
              <a:ext cx="360680" cy="360680"/>
            </a:xfrm>
            <a:custGeom>
              <a:avLst/>
              <a:gdLst/>
              <a:ahLst/>
              <a:cxnLst/>
              <a:rect l="l" t="t" r="r" b="b"/>
              <a:pathLst>
                <a:path w="360680" h="360679">
                  <a:moveTo>
                    <a:pt x="180086" y="0"/>
                  </a:moveTo>
                  <a:lnTo>
                    <a:pt x="132218" y="6434"/>
                  </a:lnTo>
                  <a:lnTo>
                    <a:pt x="89201" y="24595"/>
                  </a:lnTo>
                  <a:lnTo>
                    <a:pt x="52752" y="52768"/>
                  </a:lnTo>
                  <a:lnTo>
                    <a:pt x="24590" y="89238"/>
                  </a:lnTo>
                  <a:lnTo>
                    <a:pt x="6434" y="132291"/>
                  </a:lnTo>
                  <a:lnTo>
                    <a:pt x="0" y="180212"/>
                  </a:lnTo>
                  <a:lnTo>
                    <a:pt x="6434" y="228090"/>
                  </a:lnTo>
                  <a:lnTo>
                    <a:pt x="24590" y="271130"/>
                  </a:lnTo>
                  <a:lnTo>
                    <a:pt x="52752" y="307609"/>
                  </a:lnTo>
                  <a:lnTo>
                    <a:pt x="89201" y="335802"/>
                  </a:lnTo>
                  <a:lnTo>
                    <a:pt x="132218" y="353982"/>
                  </a:lnTo>
                  <a:lnTo>
                    <a:pt x="180086" y="360425"/>
                  </a:lnTo>
                  <a:lnTo>
                    <a:pt x="228007" y="353982"/>
                  </a:lnTo>
                  <a:lnTo>
                    <a:pt x="271060" y="335802"/>
                  </a:lnTo>
                  <a:lnTo>
                    <a:pt x="307530" y="307609"/>
                  </a:lnTo>
                  <a:lnTo>
                    <a:pt x="335703" y="271130"/>
                  </a:lnTo>
                  <a:lnTo>
                    <a:pt x="353864" y="228090"/>
                  </a:lnTo>
                  <a:lnTo>
                    <a:pt x="360299" y="180212"/>
                  </a:lnTo>
                  <a:lnTo>
                    <a:pt x="353864" y="132291"/>
                  </a:lnTo>
                  <a:lnTo>
                    <a:pt x="335703" y="89238"/>
                  </a:lnTo>
                  <a:lnTo>
                    <a:pt x="307530" y="52768"/>
                  </a:lnTo>
                  <a:lnTo>
                    <a:pt x="271060" y="24595"/>
                  </a:lnTo>
                  <a:lnTo>
                    <a:pt x="228007" y="6434"/>
                  </a:lnTo>
                  <a:lnTo>
                    <a:pt x="180086" y="0"/>
                  </a:lnTo>
                  <a:close/>
                </a:path>
              </a:pathLst>
            </a:custGeom>
            <a:solidFill>
              <a:srgbClr val="FFFF00"/>
            </a:solidFill>
          </p:spPr>
          <p:txBody>
            <a:bodyPr wrap="square" lIns="0" tIns="0" rIns="0" bIns="0" rtlCol="0"/>
            <a:lstStyle/>
            <a:p>
              <a:endParaRPr/>
            </a:p>
          </p:txBody>
        </p:sp>
        <p:sp>
          <p:nvSpPr>
            <p:cNvPr id="10" name="object 10"/>
            <p:cNvSpPr/>
            <p:nvPr/>
          </p:nvSpPr>
          <p:spPr>
            <a:xfrm>
              <a:off x="3024250" y="4714875"/>
              <a:ext cx="360680" cy="360680"/>
            </a:xfrm>
            <a:custGeom>
              <a:avLst/>
              <a:gdLst/>
              <a:ahLst/>
              <a:cxnLst/>
              <a:rect l="l" t="t" r="r" b="b"/>
              <a:pathLst>
                <a:path w="360680" h="360679">
                  <a:moveTo>
                    <a:pt x="0" y="180212"/>
                  </a:moveTo>
                  <a:lnTo>
                    <a:pt x="6434" y="132291"/>
                  </a:lnTo>
                  <a:lnTo>
                    <a:pt x="24590" y="89238"/>
                  </a:lnTo>
                  <a:lnTo>
                    <a:pt x="52752" y="52768"/>
                  </a:lnTo>
                  <a:lnTo>
                    <a:pt x="89201" y="24595"/>
                  </a:lnTo>
                  <a:lnTo>
                    <a:pt x="132218" y="6434"/>
                  </a:lnTo>
                  <a:lnTo>
                    <a:pt x="180086" y="0"/>
                  </a:lnTo>
                  <a:lnTo>
                    <a:pt x="228007" y="6434"/>
                  </a:lnTo>
                  <a:lnTo>
                    <a:pt x="271060" y="24595"/>
                  </a:lnTo>
                  <a:lnTo>
                    <a:pt x="307530" y="52768"/>
                  </a:lnTo>
                  <a:lnTo>
                    <a:pt x="335703" y="89238"/>
                  </a:lnTo>
                  <a:lnTo>
                    <a:pt x="353864" y="132291"/>
                  </a:lnTo>
                  <a:lnTo>
                    <a:pt x="360299" y="180212"/>
                  </a:lnTo>
                  <a:lnTo>
                    <a:pt x="353864" y="228090"/>
                  </a:lnTo>
                  <a:lnTo>
                    <a:pt x="335703" y="271130"/>
                  </a:lnTo>
                  <a:lnTo>
                    <a:pt x="307530" y="307609"/>
                  </a:lnTo>
                  <a:lnTo>
                    <a:pt x="271060" y="335802"/>
                  </a:lnTo>
                  <a:lnTo>
                    <a:pt x="228007" y="353982"/>
                  </a:lnTo>
                  <a:lnTo>
                    <a:pt x="180086" y="360425"/>
                  </a:lnTo>
                  <a:lnTo>
                    <a:pt x="132218" y="353982"/>
                  </a:lnTo>
                  <a:lnTo>
                    <a:pt x="89201" y="335802"/>
                  </a:lnTo>
                  <a:lnTo>
                    <a:pt x="52752" y="307609"/>
                  </a:lnTo>
                  <a:lnTo>
                    <a:pt x="24590" y="271130"/>
                  </a:lnTo>
                  <a:lnTo>
                    <a:pt x="6434" y="228090"/>
                  </a:lnTo>
                  <a:lnTo>
                    <a:pt x="0" y="180212"/>
                  </a:lnTo>
                  <a:close/>
                </a:path>
              </a:pathLst>
            </a:custGeom>
            <a:ln w="12699">
              <a:solidFill>
                <a:srgbClr val="000000"/>
              </a:solidFill>
            </a:ln>
          </p:spPr>
          <p:txBody>
            <a:bodyPr wrap="square" lIns="0" tIns="0" rIns="0" bIns="0" rtlCol="0"/>
            <a:lstStyle/>
            <a:p>
              <a:endParaRPr/>
            </a:p>
          </p:txBody>
        </p:sp>
        <p:sp>
          <p:nvSpPr>
            <p:cNvPr id="11" name="object 11"/>
            <p:cNvSpPr txBox="1"/>
            <p:nvPr/>
          </p:nvSpPr>
          <p:spPr>
            <a:xfrm>
              <a:off x="3061461" y="4757293"/>
              <a:ext cx="288290" cy="276999"/>
            </a:xfrm>
            <a:prstGeom prst="rect">
              <a:avLst/>
            </a:prstGeom>
          </p:spPr>
          <p:txBody>
            <a:bodyPr vert="horz" wrap="square" lIns="0" tIns="0" rIns="0" bIns="0" rtlCol="0">
              <a:spAutoFit/>
            </a:bodyPr>
            <a:lstStyle/>
            <a:p>
              <a:pPr marL="12700"/>
              <a:r>
                <a:rPr spc="5" dirty="0">
                  <a:latin typeface="Tahoma"/>
                  <a:cs typeface="Tahoma"/>
                </a:rPr>
                <a:t>V1</a:t>
              </a:r>
              <a:endParaRPr>
                <a:latin typeface="Tahoma"/>
                <a:cs typeface="Tahoma"/>
              </a:endParaRPr>
            </a:p>
          </p:txBody>
        </p:sp>
        <p:sp>
          <p:nvSpPr>
            <p:cNvPr id="12" name="object 12"/>
            <p:cNvSpPr/>
            <p:nvPr/>
          </p:nvSpPr>
          <p:spPr>
            <a:xfrm>
              <a:off x="6164326" y="4643373"/>
              <a:ext cx="360680" cy="360680"/>
            </a:xfrm>
            <a:custGeom>
              <a:avLst/>
              <a:gdLst/>
              <a:ahLst/>
              <a:cxnLst/>
              <a:rect l="l" t="t" r="r" b="b"/>
              <a:pathLst>
                <a:path w="360679" h="360679">
                  <a:moveTo>
                    <a:pt x="180086" y="0"/>
                  </a:moveTo>
                  <a:lnTo>
                    <a:pt x="132218" y="6443"/>
                  </a:lnTo>
                  <a:lnTo>
                    <a:pt x="89201" y="24623"/>
                  </a:lnTo>
                  <a:lnTo>
                    <a:pt x="52752" y="52816"/>
                  </a:lnTo>
                  <a:lnTo>
                    <a:pt x="24579" y="89323"/>
                  </a:lnTo>
                  <a:lnTo>
                    <a:pt x="6432" y="132344"/>
                  </a:lnTo>
                  <a:lnTo>
                    <a:pt x="0" y="180212"/>
                  </a:lnTo>
                  <a:lnTo>
                    <a:pt x="6434" y="228134"/>
                  </a:lnTo>
                  <a:lnTo>
                    <a:pt x="24590" y="271187"/>
                  </a:lnTo>
                  <a:lnTo>
                    <a:pt x="52752" y="307657"/>
                  </a:lnTo>
                  <a:lnTo>
                    <a:pt x="89201" y="335830"/>
                  </a:lnTo>
                  <a:lnTo>
                    <a:pt x="132218" y="353991"/>
                  </a:lnTo>
                  <a:lnTo>
                    <a:pt x="180086" y="360425"/>
                  </a:lnTo>
                  <a:lnTo>
                    <a:pt x="228007" y="353991"/>
                  </a:lnTo>
                  <a:lnTo>
                    <a:pt x="271060" y="335830"/>
                  </a:lnTo>
                  <a:lnTo>
                    <a:pt x="307530" y="307657"/>
                  </a:lnTo>
                  <a:lnTo>
                    <a:pt x="335703" y="271187"/>
                  </a:lnTo>
                  <a:lnTo>
                    <a:pt x="353864" y="228134"/>
                  </a:lnTo>
                  <a:lnTo>
                    <a:pt x="360299" y="180212"/>
                  </a:lnTo>
                  <a:lnTo>
                    <a:pt x="353860" y="132335"/>
                  </a:lnTo>
                  <a:lnTo>
                    <a:pt x="335681" y="89295"/>
                  </a:lnTo>
                  <a:lnTo>
                    <a:pt x="307530" y="52863"/>
                  </a:lnTo>
                  <a:lnTo>
                    <a:pt x="271060" y="24680"/>
                  </a:lnTo>
                  <a:lnTo>
                    <a:pt x="228007" y="6487"/>
                  </a:lnTo>
                  <a:lnTo>
                    <a:pt x="180086" y="0"/>
                  </a:lnTo>
                  <a:close/>
                </a:path>
              </a:pathLst>
            </a:custGeom>
            <a:solidFill>
              <a:srgbClr val="FFFF00"/>
            </a:solidFill>
          </p:spPr>
          <p:txBody>
            <a:bodyPr wrap="square" lIns="0" tIns="0" rIns="0" bIns="0" rtlCol="0"/>
            <a:lstStyle/>
            <a:p>
              <a:endParaRPr/>
            </a:p>
          </p:txBody>
        </p:sp>
        <p:sp>
          <p:nvSpPr>
            <p:cNvPr id="13" name="object 13"/>
            <p:cNvSpPr/>
            <p:nvPr/>
          </p:nvSpPr>
          <p:spPr>
            <a:xfrm>
              <a:off x="6164326" y="4643373"/>
              <a:ext cx="360680" cy="360680"/>
            </a:xfrm>
            <a:custGeom>
              <a:avLst/>
              <a:gdLst/>
              <a:ahLst/>
              <a:cxnLst/>
              <a:rect l="l" t="t" r="r" b="b"/>
              <a:pathLst>
                <a:path w="360679" h="360679">
                  <a:moveTo>
                    <a:pt x="0" y="180212"/>
                  </a:moveTo>
                  <a:lnTo>
                    <a:pt x="6434" y="132335"/>
                  </a:lnTo>
                  <a:lnTo>
                    <a:pt x="24590" y="89295"/>
                  </a:lnTo>
                  <a:lnTo>
                    <a:pt x="52752" y="52816"/>
                  </a:lnTo>
                  <a:lnTo>
                    <a:pt x="89201" y="24623"/>
                  </a:lnTo>
                  <a:lnTo>
                    <a:pt x="132218" y="6443"/>
                  </a:lnTo>
                  <a:lnTo>
                    <a:pt x="180086" y="0"/>
                  </a:lnTo>
                  <a:lnTo>
                    <a:pt x="228007" y="6487"/>
                  </a:lnTo>
                  <a:lnTo>
                    <a:pt x="271060" y="24680"/>
                  </a:lnTo>
                  <a:lnTo>
                    <a:pt x="307530" y="52863"/>
                  </a:lnTo>
                  <a:lnTo>
                    <a:pt x="335703" y="89323"/>
                  </a:lnTo>
                  <a:lnTo>
                    <a:pt x="353864" y="132344"/>
                  </a:lnTo>
                  <a:lnTo>
                    <a:pt x="360299" y="180212"/>
                  </a:lnTo>
                  <a:lnTo>
                    <a:pt x="353864" y="228134"/>
                  </a:lnTo>
                  <a:lnTo>
                    <a:pt x="335703" y="271187"/>
                  </a:lnTo>
                  <a:lnTo>
                    <a:pt x="307530" y="307657"/>
                  </a:lnTo>
                  <a:lnTo>
                    <a:pt x="271060" y="335830"/>
                  </a:lnTo>
                  <a:lnTo>
                    <a:pt x="228007" y="353991"/>
                  </a:lnTo>
                  <a:lnTo>
                    <a:pt x="180086" y="360425"/>
                  </a:lnTo>
                  <a:lnTo>
                    <a:pt x="132218" y="353991"/>
                  </a:lnTo>
                  <a:lnTo>
                    <a:pt x="89201" y="335830"/>
                  </a:lnTo>
                  <a:lnTo>
                    <a:pt x="52752" y="307657"/>
                  </a:lnTo>
                  <a:lnTo>
                    <a:pt x="24590" y="271187"/>
                  </a:lnTo>
                  <a:lnTo>
                    <a:pt x="6434" y="228134"/>
                  </a:lnTo>
                  <a:lnTo>
                    <a:pt x="0" y="180212"/>
                  </a:lnTo>
                  <a:close/>
                </a:path>
              </a:pathLst>
            </a:custGeom>
            <a:ln w="12699">
              <a:solidFill>
                <a:srgbClr val="000000"/>
              </a:solidFill>
            </a:ln>
          </p:spPr>
          <p:txBody>
            <a:bodyPr wrap="square" lIns="0" tIns="0" rIns="0" bIns="0" rtlCol="0"/>
            <a:lstStyle/>
            <a:p>
              <a:endParaRPr/>
            </a:p>
          </p:txBody>
        </p:sp>
        <p:sp>
          <p:nvSpPr>
            <p:cNvPr id="14" name="object 14"/>
            <p:cNvSpPr txBox="1"/>
            <p:nvPr/>
          </p:nvSpPr>
          <p:spPr>
            <a:xfrm>
              <a:off x="6202171" y="4686046"/>
              <a:ext cx="288290" cy="276999"/>
            </a:xfrm>
            <a:prstGeom prst="rect">
              <a:avLst/>
            </a:prstGeom>
          </p:spPr>
          <p:txBody>
            <a:bodyPr vert="horz" wrap="square" lIns="0" tIns="0" rIns="0" bIns="0" rtlCol="0">
              <a:spAutoFit/>
            </a:bodyPr>
            <a:lstStyle/>
            <a:p>
              <a:pPr marL="12700"/>
              <a:r>
                <a:rPr spc="5" dirty="0">
                  <a:latin typeface="Tahoma"/>
                  <a:cs typeface="Tahoma"/>
                </a:rPr>
                <a:t>V4</a:t>
              </a:r>
              <a:endParaRPr>
                <a:latin typeface="Tahoma"/>
                <a:cs typeface="Tahoma"/>
              </a:endParaRPr>
            </a:p>
          </p:txBody>
        </p:sp>
        <p:sp>
          <p:nvSpPr>
            <p:cNvPr id="15" name="object 15"/>
            <p:cNvSpPr/>
            <p:nvPr/>
          </p:nvSpPr>
          <p:spPr>
            <a:xfrm>
              <a:off x="3384296" y="4793107"/>
              <a:ext cx="1442085" cy="109220"/>
            </a:xfrm>
            <a:custGeom>
              <a:avLst/>
              <a:gdLst/>
              <a:ahLst/>
              <a:cxnLst/>
              <a:rect l="l" t="t" r="r" b="b"/>
              <a:pathLst>
                <a:path w="1442085" h="109220">
                  <a:moveTo>
                    <a:pt x="1365258" y="31716"/>
                  </a:moveTo>
                  <a:lnTo>
                    <a:pt x="0" y="96393"/>
                  </a:lnTo>
                  <a:lnTo>
                    <a:pt x="508" y="109093"/>
                  </a:lnTo>
                  <a:lnTo>
                    <a:pt x="1365872" y="44417"/>
                  </a:lnTo>
                  <a:lnTo>
                    <a:pt x="1365258" y="31716"/>
                  </a:lnTo>
                  <a:close/>
                </a:path>
                <a:path w="1442085" h="109220">
                  <a:moveTo>
                    <a:pt x="1434222" y="31115"/>
                  </a:moveTo>
                  <a:lnTo>
                    <a:pt x="1377950" y="31115"/>
                  </a:lnTo>
                  <a:lnTo>
                    <a:pt x="1378585" y="43815"/>
                  </a:lnTo>
                  <a:lnTo>
                    <a:pt x="1365872" y="44417"/>
                  </a:lnTo>
                  <a:lnTo>
                    <a:pt x="1367409" y="76200"/>
                  </a:lnTo>
                  <a:lnTo>
                    <a:pt x="1441704" y="34417"/>
                  </a:lnTo>
                  <a:lnTo>
                    <a:pt x="1434222" y="31115"/>
                  </a:lnTo>
                  <a:close/>
                </a:path>
                <a:path w="1442085" h="109220">
                  <a:moveTo>
                    <a:pt x="1377950" y="31115"/>
                  </a:moveTo>
                  <a:lnTo>
                    <a:pt x="1365258" y="31716"/>
                  </a:lnTo>
                  <a:lnTo>
                    <a:pt x="1365872" y="44417"/>
                  </a:lnTo>
                  <a:lnTo>
                    <a:pt x="1378585" y="43815"/>
                  </a:lnTo>
                  <a:lnTo>
                    <a:pt x="1377950" y="31115"/>
                  </a:lnTo>
                  <a:close/>
                </a:path>
                <a:path w="1442085" h="109220">
                  <a:moveTo>
                    <a:pt x="1363726" y="0"/>
                  </a:moveTo>
                  <a:lnTo>
                    <a:pt x="1365258" y="31716"/>
                  </a:lnTo>
                  <a:lnTo>
                    <a:pt x="1377950" y="31115"/>
                  </a:lnTo>
                  <a:lnTo>
                    <a:pt x="1434222" y="31115"/>
                  </a:lnTo>
                  <a:lnTo>
                    <a:pt x="1363726" y="0"/>
                  </a:lnTo>
                  <a:close/>
                </a:path>
              </a:pathLst>
            </a:custGeom>
            <a:solidFill>
              <a:srgbClr val="000000"/>
            </a:solidFill>
          </p:spPr>
          <p:txBody>
            <a:bodyPr wrap="square" lIns="0" tIns="0" rIns="0" bIns="0" rtlCol="0"/>
            <a:lstStyle/>
            <a:p>
              <a:endParaRPr/>
            </a:p>
          </p:txBody>
        </p:sp>
        <p:sp>
          <p:nvSpPr>
            <p:cNvPr id="16" name="object 16"/>
            <p:cNvSpPr/>
            <p:nvPr/>
          </p:nvSpPr>
          <p:spPr>
            <a:xfrm>
              <a:off x="5186299" y="4789296"/>
              <a:ext cx="978535" cy="76200"/>
            </a:xfrm>
            <a:custGeom>
              <a:avLst/>
              <a:gdLst/>
              <a:ahLst/>
              <a:cxnLst/>
              <a:rect l="l" t="t" r="r" b="b"/>
              <a:pathLst>
                <a:path w="978535" h="76200">
                  <a:moveTo>
                    <a:pt x="76200" y="0"/>
                  </a:moveTo>
                  <a:lnTo>
                    <a:pt x="0" y="38226"/>
                  </a:lnTo>
                  <a:lnTo>
                    <a:pt x="76326" y="76200"/>
                  </a:lnTo>
                  <a:lnTo>
                    <a:pt x="76274" y="44450"/>
                  </a:lnTo>
                  <a:lnTo>
                    <a:pt x="63626" y="44450"/>
                  </a:lnTo>
                  <a:lnTo>
                    <a:pt x="63500" y="31750"/>
                  </a:lnTo>
                  <a:lnTo>
                    <a:pt x="76252" y="31707"/>
                  </a:lnTo>
                  <a:lnTo>
                    <a:pt x="76200" y="0"/>
                  </a:lnTo>
                  <a:close/>
                </a:path>
                <a:path w="978535" h="76200">
                  <a:moveTo>
                    <a:pt x="76252" y="31707"/>
                  </a:moveTo>
                  <a:lnTo>
                    <a:pt x="63500" y="31750"/>
                  </a:lnTo>
                  <a:lnTo>
                    <a:pt x="63626" y="44450"/>
                  </a:lnTo>
                  <a:lnTo>
                    <a:pt x="76274" y="44407"/>
                  </a:lnTo>
                  <a:lnTo>
                    <a:pt x="76252" y="31707"/>
                  </a:lnTo>
                  <a:close/>
                </a:path>
                <a:path w="978535" h="76200">
                  <a:moveTo>
                    <a:pt x="76274" y="44407"/>
                  </a:moveTo>
                  <a:lnTo>
                    <a:pt x="63626" y="44450"/>
                  </a:lnTo>
                  <a:lnTo>
                    <a:pt x="76274" y="44450"/>
                  </a:lnTo>
                  <a:close/>
                </a:path>
                <a:path w="978535" h="76200">
                  <a:moveTo>
                    <a:pt x="977900" y="28701"/>
                  </a:moveTo>
                  <a:lnTo>
                    <a:pt x="76252" y="31707"/>
                  </a:lnTo>
                  <a:lnTo>
                    <a:pt x="76274" y="44407"/>
                  </a:lnTo>
                  <a:lnTo>
                    <a:pt x="978026" y="41401"/>
                  </a:lnTo>
                  <a:lnTo>
                    <a:pt x="977900" y="28701"/>
                  </a:lnTo>
                  <a:close/>
                </a:path>
              </a:pathLst>
            </a:custGeom>
            <a:solidFill>
              <a:srgbClr val="000000"/>
            </a:solidFill>
          </p:spPr>
          <p:txBody>
            <a:bodyPr wrap="square" lIns="0" tIns="0" rIns="0" bIns="0" rtlCol="0"/>
            <a:lstStyle/>
            <a:p>
              <a:endParaRPr/>
            </a:p>
          </p:txBody>
        </p:sp>
        <p:sp>
          <p:nvSpPr>
            <p:cNvPr id="17" name="object 17"/>
            <p:cNvSpPr/>
            <p:nvPr/>
          </p:nvSpPr>
          <p:spPr>
            <a:xfrm>
              <a:off x="4550283" y="5004690"/>
              <a:ext cx="461009" cy="1134745"/>
            </a:xfrm>
            <a:custGeom>
              <a:avLst/>
              <a:gdLst/>
              <a:ahLst/>
              <a:cxnLst/>
              <a:rect l="l" t="t" r="r" b="b"/>
              <a:pathLst>
                <a:path w="461010" h="1134745">
                  <a:moveTo>
                    <a:pt x="0" y="1049299"/>
                  </a:moveTo>
                  <a:lnTo>
                    <a:pt x="7493" y="1134173"/>
                  </a:lnTo>
                  <a:lnTo>
                    <a:pt x="70724" y="1077455"/>
                  </a:lnTo>
                  <a:lnTo>
                    <a:pt x="36703" y="1077455"/>
                  </a:lnTo>
                  <a:lnTo>
                    <a:pt x="24892" y="1072794"/>
                  </a:lnTo>
                  <a:lnTo>
                    <a:pt x="29560" y="1060991"/>
                  </a:lnTo>
                  <a:lnTo>
                    <a:pt x="0" y="1049299"/>
                  </a:lnTo>
                  <a:close/>
                </a:path>
                <a:path w="461010" h="1134745">
                  <a:moveTo>
                    <a:pt x="29560" y="1060991"/>
                  </a:moveTo>
                  <a:lnTo>
                    <a:pt x="24892" y="1072794"/>
                  </a:lnTo>
                  <a:lnTo>
                    <a:pt x="36703" y="1077455"/>
                  </a:lnTo>
                  <a:lnTo>
                    <a:pt x="41367" y="1065661"/>
                  </a:lnTo>
                  <a:lnTo>
                    <a:pt x="29560" y="1060991"/>
                  </a:lnTo>
                  <a:close/>
                </a:path>
                <a:path w="461010" h="1134745">
                  <a:moveTo>
                    <a:pt x="41367" y="1065661"/>
                  </a:moveTo>
                  <a:lnTo>
                    <a:pt x="36703" y="1077455"/>
                  </a:lnTo>
                  <a:lnTo>
                    <a:pt x="70724" y="1077455"/>
                  </a:lnTo>
                  <a:lnTo>
                    <a:pt x="70866" y="1077328"/>
                  </a:lnTo>
                  <a:lnTo>
                    <a:pt x="41367" y="1065661"/>
                  </a:lnTo>
                  <a:close/>
                </a:path>
                <a:path w="461010" h="1134745">
                  <a:moveTo>
                    <a:pt x="449199" y="0"/>
                  </a:moveTo>
                  <a:lnTo>
                    <a:pt x="29560" y="1060991"/>
                  </a:lnTo>
                  <a:lnTo>
                    <a:pt x="41367" y="1065661"/>
                  </a:lnTo>
                  <a:lnTo>
                    <a:pt x="461009" y="4572"/>
                  </a:lnTo>
                  <a:lnTo>
                    <a:pt x="449199" y="0"/>
                  </a:lnTo>
                  <a:close/>
                </a:path>
              </a:pathLst>
            </a:custGeom>
            <a:solidFill>
              <a:srgbClr val="000000"/>
            </a:solidFill>
          </p:spPr>
          <p:txBody>
            <a:bodyPr wrap="square" lIns="0" tIns="0" rIns="0" bIns="0" rtlCol="0"/>
            <a:lstStyle/>
            <a:p>
              <a:endParaRPr/>
            </a:p>
          </p:txBody>
        </p:sp>
        <p:sp>
          <p:nvSpPr>
            <p:cNvPr id="18" name="object 18"/>
            <p:cNvSpPr/>
            <p:nvPr/>
          </p:nvSpPr>
          <p:spPr>
            <a:xfrm>
              <a:off x="3332098" y="5022851"/>
              <a:ext cx="975360" cy="1120775"/>
            </a:xfrm>
            <a:custGeom>
              <a:avLst/>
              <a:gdLst/>
              <a:ahLst/>
              <a:cxnLst/>
              <a:rect l="l" t="t" r="r" b="b"/>
              <a:pathLst>
                <a:path w="975360" h="1120775">
                  <a:moveTo>
                    <a:pt x="54829" y="53418"/>
                  </a:moveTo>
                  <a:lnTo>
                    <a:pt x="45318" y="61691"/>
                  </a:lnTo>
                  <a:lnTo>
                    <a:pt x="965200" y="1120178"/>
                  </a:lnTo>
                  <a:lnTo>
                    <a:pt x="974851" y="1111846"/>
                  </a:lnTo>
                  <a:lnTo>
                    <a:pt x="54829" y="53418"/>
                  </a:lnTo>
                  <a:close/>
                </a:path>
                <a:path w="975360" h="1120775">
                  <a:moveTo>
                    <a:pt x="0" y="0"/>
                  </a:moveTo>
                  <a:lnTo>
                    <a:pt x="21336" y="82550"/>
                  </a:lnTo>
                  <a:lnTo>
                    <a:pt x="45318" y="61691"/>
                  </a:lnTo>
                  <a:lnTo>
                    <a:pt x="36956" y="52069"/>
                  </a:lnTo>
                  <a:lnTo>
                    <a:pt x="46481" y="43814"/>
                  </a:lnTo>
                  <a:lnTo>
                    <a:pt x="65871" y="43814"/>
                  </a:lnTo>
                  <a:lnTo>
                    <a:pt x="78867" y="32512"/>
                  </a:lnTo>
                  <a:lnTo>
                    <a:pt x="0" y="0"/>
                  </a:lnTo>
                  <a:close/>
                </a:path>
                <a:path w="975360" h="1120775">
                  <a:moveTo>
                    <a:pt x="46481" y="43814"/>
                  </a:moveTo>
                  <a:lnTo>
                    <a:pt x="36956" y="52069"/>
                  </a:lnTo>
                  <a:lnTo>
                    <a:pt x="45318" y="61691"/>
                  </a:lnTo>
                  <a:lnTo>
                    <a:pt x="54829" y="53418"/>
                  </a:lnTo>
                  <a:lnTo>
                    <a:pt x="46481" y="43814"/>
                  </a:lnTo>
                  <a:close/>
                </a:path>
                <a:path w="975360" h="1120775">
                  <a:moveTo>
                    <a:pt x="65871" y="43814"/>
                  </a:moveTo>
                  <a:lnTo>
                    <a:pt x="46481" y="43814"/>
                  </a:lnTo>
                  <a:lnTo>
                    <a:pt x="54829" y="53418"/>
                  </a:lnTo>
                  <a:lnTo>
                    <a:pt x="65871" y="43814"/>
                  </a:lnTo>
                  <a:close/>
                </a:path>
              </a:pathLst>
            </a:custGeom>
            <a:solidFill>
              <a:srgbClr val="000000"/>
            </a:solidFill>
          </p:spPr>
          <p:txBody>
            <a:bodyPr wrap="square" lIns="0" tIns="0" rIns="0" bIns="0" rtlCol="0"/>
            <a:lstStyle/>
            <a:p>
              <a:endParaRPr/>
            </a:p>
          </p:txBody>
        </p:sp>
      </p:grpSp>
      <p:graphicFrame>
        <p:nvGraphicFramePr>
          <p:cNvPr id="19" name="object 19"/>
          <p:cNvGraphicFramePr>
            <a:graphicFrameLocks noGrp="1"/>
          </p:cNvGraphicFramePr>
          <p:nvPr>
            <p:extLst>
              <p:ext uri="{D42A27DB-BD31-4B8C-83A1-F6EECF244321}">
                <p14:modId xmlns:p14="http://schemas.microsoft.com/office/powerpoint/2010/main" val="2372556042"/>
              </p:ext>
            </p:extLst>
          </p:nvPr>
        </p:nvGraphicFramePr>
        <p:xfrm>
          <a:off x="9879965" y="4327613"/>
          <a:ext cx="1572664" cy="1212220"/>
        </p:xfrm>
        <a:graphic>
          <a:graphicData uri="http://schemas.openxmlformats.org/drawingml/2006/table">
            <a:tbl>
              <a:tblPr firstRow="1" bandRow="1">
                <a:tableStyleId>{2D5ABB26-0587-4C30-8999-92F81FD0307C}</a:tableStyleId>
              </a:tblPr>
              <a:tblGrid>
                <a:gridCol w="368046">
                  <a:extLst>
                    <a:ext uri="{9D8B030D-6E8A-4147-A177-3AD203B41FA5}">
                      <a16:colId xmlns:a16="http://schemas.microsoft.com/office/drawing/2014/main" val="20000"/>
                    </a:ext>
                  </a:extLst>
                </a:gridCol>
                <a:gridCol w="302649">
                  <a:extLst>
                    <a:ext uri="{9D8B030D-6E8A-4147-A177-3AD203B41FA5}">
                      <a16:colId xmlns:a16="http://schemas.microsoft.com/office/drawing/2014/main" val="20001"/>
                    </a:ext>
                  </a:extLst>
                </a:gridCol>
                <a:gridCol w="330835">
                  <a:extLst>
                    <a:ext uri="{9D8B030D-6E8A-4147-A177-3AD203B41FA5}">
                      <a16:colId xmlns:a16="http://schemas.microsoft.com/office/drawing/2014/main" val="20002"/>
                    </a:ext>
                  </a:extLst>
                </a:gridCol>
                <a:gridCol w="316356">
                  <a:extLst>
                    <a:ext uri="{9D8B030D-6E8A-4147-A177-3AD203B41FA5}">
                      <a16:colId xmlns:a16="http://schemas.microsoft.com/office/drawing/2014/main" val="20003"/>
                    </a:ext>
                  </a:extLst>
                </a:gridCol>
                <a:gridCol w="254778">
                  <a:extLst>
                    <a:ext uri="{9D8B030D-6E8A-4147-A177-3AD203B41FA5}">
                      <a16:colId xmlns:a16="http://schemas.microsoft.com/office/drawing/2014/main" val="20004"/>
                    </a:ext>
                  </a:extLst>
                </a:gridCol>
              </a:tblGrid>
              <a:tr h="346110">
                <a:tc>
                  <a:txBody>
                    <a:bodyPr/>
                    <a:lstStyle/>
                    <a:p>
                      <a:pPr marL="31750">
                        <a:lnSpc>
                          <a:spcPct val="100000"/>
                        </a:lnSpc>
                        <a:spcBef>
                          <a:spcPts val="310"/>
                        </a:spcBef>
                      </a:pPr>
                      <a:r>
                        <a:rPr sz="1800" spc="-5" dirty="0">
                          <a:latin typeface="Arial"/>
                          <a:cs typeface="Arial"/>
                        </a:rPr>
                        <a:t>V</a:t>
                      </a:r>
                      <a:r>
                        <a:rPr sz="1800" spc="-7" baseline="-20833" dirty="0">
                          <a:latin typeface="Arial"/>
                          <a:cs typeface="Arial"/>
                        </a:rPr>
                        <a:t>1</a:t>
                      </a:r>
                      <a:endParaRPr sz="1800" baseline="-20833">
                        <a:latin typeface="Arial"/>
                        <a:cs typeface="Arial"/>
                      </a:endParaRPr>
                    </a:p>
                  </a:txBody>
                  <a:tcPr marL="0" marR="0" marT="39370" marB="0"/>
                </a:tc>
                <a:tc>
                  <a:txBody>
                    <a:bodyPr/>
                    <a:lstStyle/>
                    <a:p>
                      <a:pPr marL="80645">
                        <a:lnSpc>
                          <a:spcPct val="100000"/>
                        </a:lnSpc>
                        <a:spcBef>
                          <a:spcPts val="310"/>
                        </a:spcBef>
                      </a:pPr>
                      <a:r>
                        <a:rPr sz="1800" dirty="0">
                          <a:latin typeface="Arial"/>
                          <a:cs typeface="Arial"/>
                        </a:rPr>
                        <a:t>0</a:t>
                      </a:r>
                      <a:endParaRPr sz="1800">
                        <a:latin typeface="Arial"/>
                        <a:cs typeface="Arial"/>
                      </a:endParaRPr>
                    </a:p>
                  </a:txBody>
                  <a:tcPr marL="0" marR="0" marT="39370" marB="0"/>
                </a:tc>
                <a:tc>
                  <a:txBody>
                    <a:bodyPr/>
                    <a:lstStyle/>
                    <a:p>
                      <a:pPr marL="93980">
                        <a:lnSpc>
                          <a:spcPct val="100000"/>
                        </a:lnSpc>
                        <a:spcBef>
                          <a:spcPts val="310"/>
                        </a:spcBef>
                      </a:pPr>
                      <a:r>
                        <a:rPr sz="1800" dirty="0">
                          <a:latin typeface="Arial"/>
                          <a:cs typeface="Arial"/>
                        </a:rPr>
                        <a:t>1</a:t>
                      </a:r>
                      <a:endParaRPr sz="1800">
                        <a:latin typeface="Arial"/>
                        <a:cs typeface="Arial"/>
                      </a:endParaRPr>
                    </a:p>
                  </a:txBody>
                  <a:tcPr marL="0" marR="0" marT="39370" marB="0"/>
                </a:tc>
                <a:tc>
                  <a:txBody>
                    <a:bodyPr/>
                    <a:lstStyle/>
                    <a:p>
                      <a:pPr marR="17145" algn="ctr">
                        <a:lnSpc>
                          <a:spcPct val="100000"/>
                        </a:lnSpc>
                        <a:spcBef>
                          <a:spcPts val="310"/>
                        </a:spcBef>
                      </a:pPr>
                      <a:r>
                        <a:rPr sz="1800" dirty="0">
                          <a:latin typeface="Arial"/>
                          <a:cs typeface="Arial"/>
                        </a:rPr>
                        <a:t>2</a:t>
                      </a:r>
                      <a:endParaRPr sz="1800">
                        <a:latin typeface="Arial"/>
                        <a:cs typeface="Arial"/>
                      </a:endParaRPr>
                    </a:p>
                  </a:txBody>
                  <a:tcPr marL="0" marR="0" marT="39370" marB="0"/>
                </a:tc>
                <a:tc>
                  <a:txBody>
                    <a:bodyPr/>
                    <a:lstStyle/>
                    <a:p>
                      <a:pPr marR="50165" algn="r">
                        <a:lnSpc>
                          <a:spcPct val="100000"/>
                        </a:lnSpc>
                        <a:spcBef>
                          <a:spcPts val="310"/>
                        </a:spcBef>
                      </a:pPr>
                      <a:r>
                        <a:rPr sz="1800" dirty="0">
                          <a:latin typeface="Arial"/>
                          <a:cs typeface="Arial"/>
                        </a:rPr>
                        <a:t>x</a:t>
                      </a:r>
                      <a:endParaRPr sz="1800">
                        <a:latin typeface="Arial"/>
                        <a:cs typeface="Arial"/>
                      </a:endParaRPr>
                    </a:p>
                  </a:txBody>
                  <a:tcPr marL="0" marR="0" marT="39370" marB="0"/>
                </a:tc>
                <a:extLst>
                  <a:ext uri="{0D108BD9-81ED-4DB2-BD59-A6C34878D82A}">
                    <a16:rowId xmlns:a16="http://schemas.microsoft.com/office/drawing/2014/main" val="10000"/>
                  </a:ext>
                </a:extLst>
              </a:tr>
              <a:tr h="274334">
                <a:tc>
                  <a:txBody>
                    <a:bodyPr/>
                    <a:lstStyle/>
                    <a:p>
                      <a:pPr marL="31750">
                        <a:lnSpc>
                          <a:spcPts val="1905"/>
                        </a:lnSpc>
                      </a:pPr>
                      <a:r>
                        <a:rPr sz="1800" spc="-5" dirty="0">
                          <a:latin typeface="Arial"/>
                          <a:cs typeface="Arial"/>
                        </a:rPr>
                        <a:t>V</a:t>
                      </a:r>
                      <a:r>
                        <a:rPr sz="1800" spc="-7" baseline="-20833" dirty="0">
                          <a:latin typeface="Arial"/>
                          <a:cs typeface="Arial"/>
                        </a:rPr>
                        <a:t>2</a:t>
                      </a:r>
                      <a:endParaRPr sz="1800" baseline="-20833">
                        <a:latin typeface="Arial"/>
                        <a:cs typeface="Arial"/>
                      </a:endParaRPr>
                    </a:p>
                  </a:txBody>
                  <a:tcPr marL="0" marR="0" marT="0" marB="0"/>
                </a:tc>
                <a:tc>
                  <a:txBody>
                    <a:bodyPr/>
                    <a:lstStyle/>
                    <a:p>
                      <a:pPr marL="80645">
                        <a:lnSpc>
                          <a:spcPts val="1905"/>
                        </a:lnSpc>
                      </a:pPr>
                      <a:r>
                        <a:rPr sz="1800" dirty="0">
                          <a:latin typeface="Arial"/>
                          <a:cs typeface="Arial"/>
                        </a:rPr>
                        <a:t>2</a:t>
                      </a:r>
                      <a:endParaRPr sz="1800">
                        <a:latin typeface="Arial"/>
                        <a:cs typeface="Arial"/>
                      </a:endParaRPr>
                    </a:p>
                  </a:txBody>
                  <a:tcPr marL="0" marR="0" marT="0" marB="0"/>
                </a:tc>
                <a:tc>
                  <a:txBody>
                    <a:bodyPr/>
                    <a:lstStyle/>
                    <a:p>
                      <a:pPr marL="121285">
                        <a:lnSpc>
                          <a:spcPts val="1905"/>
                        </a:lnSpc>
                      </a:pPr>
                      <a:r>
                        <a:rPr sz="1800" dirty="0">
                          <a:latin typeface="Arial"/>
                          <a:cs typeface="Arial"/>
                        </a:rPr>
                        <a:t>0</a:t>
                      </a:r>
                      <a:endParaRPr sz="1800">
                        <a:latin typeface="Arial"/>
                        <a:cs typeface="Arial"/>
                      </a:endParaRPr>
                    </a:p>
                  </a:txBody>
                  <a:tcPr marL="0" marR="0" marT="0" marB="0"/>
                </a:tc>
                <a:tc>
                  <a:txBody>
                    <a:bodyPr/>
                    <a:lstStyle/>
                    <a:p>
                      <a:pPr marL="23495" algn="ctr">
                        <a:lnSpc>
                          <a:spcPts val="1905"/>
                        </a:lnSpc>
                      </a:pPr>
                      <a:r>
                        <a:rPr sz="1800" dirty="0">
                          <a:latin typeface="Arial"/>
                          <a:cs typeface="Arial"/>
                        </a:rPr>
                        <a:t>1</a:t>
                      </a:r>
                      <a:endParaRPr sz="1800">
                        <a:latin typeface="Arial"/>
                        <a:cs typeface="Arial"/>
                      </a:endParaRPr>
                    </a:p>
                  </a:txBody>
                  <a:tcPr marL="0" marR="0" marT="0" marB="0"/>
                </a:tc>
                <a:tc>
                  <a:txBody>
                    <a:bodyPr/>
                    <a:lstStyle/>
                    <a:p>
                      <a:pPr marR="24130" algn="r">
                        <a:lnSpc>
                          <a:spcPts val="1905"/>
                        </a:lnSpc>
                      </a:pPr>
                      <a:r>
                        <a:rPr sz="1800" dirty="0">
                          <a:latin typeface="Arial"/>
                          <a:cs typeface="Arial"/>
                        </a:rPr>
                        <a:t>x</a:t>
                      </a:r>
                      <a:endParaRPr sz="1800">
                        <a:latin typeface="Arial"/>
                        <a:cs typeface="Arial"/>
                      </a:endParaRPr>
                    </a:p>
                  </a:txBody>
                  <a:tcPr marL="0" marR="0" marT="0" marB="0"/>
                </a:tc>
                <a:extLst>
                  <a:ext uri="{0D108BD9-81ED-4DB2-BD59-A6C34878D82A}">
                    <a16:rowId xmlns:a16="http://schemas.microsoft.com/office/drawing/2014/main" val="10001"/>
                  </a:ext>
                </a:extLst>
              </a:tr>
              <a:tr h="274642">
                <a:tc>
                  <a:txBody>
                    <a:bodyPr/>
                    <a:lstStyle/>
                    <a:p>
                      <a:pPr marL="31750">
                        <a:lnSpc>
                          <a:spcPts val="1910"/>
                        </a:lnSpc>
                      </a:pPr>
                      <a:r>
                        <a:rPr sz="1800" spc="-5" dirty="0">
                          <a:latin typeface="Arial"/>
                          <a:cs typeface="Arial"/>
                        </a:rPr>
                        <a:t>V</a:t>
                      </a:r>
                      <a:r>
                        <a:rPr sz="1800" spc="-7" baseline="-20833" dirty="0">
                          <a:latin typeface="Arial"/>
                          <a:cs typeface="Arial"/>
                        </a:rPr>
                        <a:t>3</a:t>
                      </a:r>
                      <a:endParaRPr sz="1800" baseline="-20833">
                        <a:latin typeface="Arial"/>
                        <a:cs typeface="Arial"/>
                      </a:endParaRPr>
                    </a:p>
                  </a:txBody>
                  <a:tcPr marL="0" marR="0" marT="0" marB="0"/>
                </a:tc>
                <a:tc>
                  <a:txBody>
                    <a:bodyPr/>
                    <a:lstStyle/>
                    <a:p>
                      <a:pPr marL="80645">
                        <a:lnSpc>
                          <a:spcPts val="1910"/>
                        </a:lnSpc>
                      </a:pPr>
                      <a:r>
                        <a:rPr sz="1800" dirty="0">
                          <a:latin typeface="Arial"/>
                          <a:cs typeface="Arial"/>
                        </a:rPr>
                        <a:t>1</a:t>
                      </a:r>
                      <a:endParaRPr sz="1800">
                        <a:latin typeface="Arial"/>
                        <a:cs typeface="Arial"/>
                      </a:endParaRPr>
                    </a:p>
                  </a:txBody>
                  <a:tcPr marL="0" marR="0" marT="0" marB="0"/>
                </a:tc>
                <a:tc>
                  <a:txBody>
                    <a:bodyPr/>
                    <a:lstStyle/>
                    <a:p>
                      <a:pPr marL="121285">
                        <a:lnSpc>
                          <a:spcPts val="1910"/>
                        </a:lnSpc>
                      </a:pPr>
                      <a:r>
                        <a:rPr sz="1800" dirty="0">
                          <a:latin typeface="Arial"/>
                          <a:cs typeface="Arial"/>
                        </a:rPr>
                        <a:t>2</a:t>
                      </a:r>
                      <a:endParaRPr sz="1800">
                        <a:latin typeface="Arial"/>
                        <a:cs typeface="Arial"/>
                      </a:endParaRPr>
                    </a:p>
                  </a:txBody>
                  <a:tcPr marL="0" marR="0" marT="0" marB="0"/>
                </a:tc>
                <a:tc>
                  <a:txBody>
                    <a:bodyPr/>
                    <a:lstStyle/>
                    <a:p>
                      <a:pPr marL="23495" algn="ctr">
                        <a:lnSpc>
                          <a:spcPts val="1910"/>
                        </a:lnSpc>
                      </a:pPr>
                      <a:r>
                        <a:rPr sz="1800" dirty="0">
                          <a:latin typeface="Arial"/>
                          <a:cs typeface="Arial"/>
                        </a:rPr>
                        <a:t>0</a:t>
                      </a:r>
                      <a:endParaRPr sz="1800">
                        <a:latin typeface="Arial"/>
                        <a:cs typeface="Arial"/>
                      </a:endParaRPr>
                    </a:p>
                  </a:txBody>
                  <a:tcPr marL="0" marR="0" marT="0" marB="0"/>
                </a:tc>
                <a:tc>
                  <a:txBody>
                    <a:bodyPr/>
                    <a:lstStyle/>
                    <a:p>
                      <a:pPr marR="24130" algn="r">
                        <a:lnSpc>
                          <a:spcPts val="1910"/>
                        </a:lnSpc>
                      </a:pPr>
                      <a:r>
                        <a:rPr sz="1800" dirty="0">
                          <a:latin typeface="Arial"/>
                          <a:cs typeface="Arial"/>
                        </a:rPr>
                        <a:t>x</a:t>
                      </a:r>
                      <a:endParaRPr sz="1800">
                        <a:latin typeface="Arial"/>
                        <a:cs typeface="Arial"/>
                      </a:endParaRPr>
                    </a:p>
                  </a:txBody>
                  <a:tcPr marL="0" marR="0" marT="0" marB="0"/>
                </a:tc>
                <a:extLst>
                  <a:ext uri="{0D108BD9-81ED-4DB2-BD59-A6C34878D82A}">
                    <a16:rowId xmlns:a16="http://schemas.microsoft.com/office/drawing/2014/main" val="10002"/>
                  </a:ext>
                </a:extLst>
              </a:tr>
              <a:tr h="317134">
                <a:tc>
                  <a:txBody>
                    <a:bodyPr/>
                    <a:lstStyle/>
                    <a:p>
                      <a:pPr marL="31750">
                        <a:lnSpc>
                          <a:spcPts val="1905"/>
                        </a:lnSpc>
                      </a:pPr>
                      <a:r>
                        <a:rPr sz="1800" spc="-5" dirty="0">
                          <a:latin typeface="Arial"/>
                          <a:cs typeface="Arial"/>
                        </a:rPr>
                        <a:t>V</a:t>
                      </a:r>
                      <a:r>
                        <a:rPr sz="1800" spc="-7" baseline="-20833" dirty="0">
                          <a:latin typeface="Arial"/>
                          <a:cs typeface="Arial"/>
                        </a:rPr>
                        <a:t>4</a:t>
                      </a:r>
                      <a:endParaRPr sz="1800" baseline="-20833">
                        <a:latin typeface="Arial"/>
                        <a:cs typeface="Arial"/>
                      </a:endParaRPr>
                    </a:p>
                  </a:txBody>
                  <a:tcPr marL="0" marR="0" marT="0" marB="0"/>
                </a:tc>
                <a:tc>
                  <a:txBody>
                    <a:bodyPr/>
                    <a:lstStyle/>
                    <a:p>
                      <a:pPr marL="80645">
                        <a:lnSpc>
                          <a:spcPts val="1905"/>
                        </a:lnSpc>
                      </a:pPr>
                      <a:r>
                        <a:rPr sz="1800" dirty="0">
                          <a:latin typeface="Arial"/>
                          <a:cs typeface="Arial"/>
                        </a:rPr>
                        <a:t>3</a:t>
                      </a:r>
                      <a:endParaRPr sz="1800">
                        <a:latin typeface="Arial"/>
                        <a:cs typeface="Arial"/>
                      </a:endParaRPr>
                    </a:p>
                  </a:txBody>
                  <a:tcPr marL="0" marR="0" marT="0" marB="0"/>
                </a:tc>
                <a:tc>
                  <a:txBody>
                    <a:bodyPr/>
                    <a:lstStyle/>
                    <a:p>
                      <a:pPr marL="93980">
                        <a:lnSpc>
                          <a:spcPts val="1905"/>
                        </a:lnSpc>
                      </a:pPr>
                      <a:r>
                        <a:rPr sz="1800" dirty="0">
                          <a:latin typeface="Arial"/>
                          <a:cs typeface="Arial"/>
                        </a:rPr>
                        <a:t>1</a:t>
                      </a:r>
                      <a:endParaRPr sz="1800">
                        <a:latin typeface="Arial"/>
                        <a:cs typeface="Arial"/>
                      </a:endParaRPr>
                    </a:p>
                  </a:txBody>
                  <a:tcPr marL="0" marR="0" marT="0" marB="0"/>
                </a:tc>
                <a:tc>
                  <a:txBody>
                    <a:bodyPr/>
                    <a:lstStyle/>
                    <a:p>
                      <a:pPr marR="17145" algn="ctr">
                        <a:lnSpc>
                          <a:spcPts val="1905"/>
                        </a:lnSpc>
                      </a:pPr>
                      <a:r>
                        <a:rPr sz="1800" dirty="0">
                          <a:latin typeface="Arial"/>
                          <a:cs typeface="Arial"/>
                        </a:rPr>
                        <a:t>2</a:t>
                      </a:r>
                      <a:endParaRPr sz="1800">
                        <a:latin typeface="Arial"/>
                        <a:cs typeface="Arial"/>
                      </a:endParaRPr>
                    </a:p>
                  </a:txBody>
                  <a:tcPr marL="0" marR="0" marT="0" marB="0"/>
                </a:tc>
                <a:tc>
                  <a:txBody>
                    <a:bodyPr/>
                    <a:lstStyle/>
                    <a:p>
                      <a:pPr marR="36830" algn="r">
                        <a:lnSpc>
                          <a:spcPts val="1905"/>
                        </a:lnSpc>
                      </a:pPr>
                      <a:r>
                        <a:rPr sz="1800" dirty="0">
                          <a:latin typeface="Arial"/>
                          <a:cs typeface="Arial"/>
                        </a:rPr>
                        <a:t>0</a:t>
                      </a:r>
                      <a:endParaRPr sz="1800">
                        <a:latin typeface="Arial"/>
                        <a:cs typeface="Arial"/>
                      </a:endParaRPr>
                    </a:p>
                  </a:txBody>
                  <a:tcPr marL="0" marR="0" marT="0" marB="0"/>
                </a:tc>
                <a:extLst>
                  <a:ext uri="{0D108BD9-81ED-4DB2-BD59-A6C34878D82A}">
                    <a16:rowId xmlns:a16="http://schemas.microsoft.com/office/drawing/2014/main" val="10003"/>
                  </a:ext>
                </a:extLst>
              </a:tr>
            </a:tbl>
          </a:graphicData>
        </a:graphic>
      </p:graphicFrame>
      <p:sp>
        <p:nvSpPr>
          <p:cNvPr id="20" name="object 20"/>
          <p:cNvSpPr/>
          <p:nvPr/>
        </p:nvSpPr>
        <p:spPr>
          <a:xfrm>
            <a:off x="11462513" y="4326454"/>
            <a:ext cx="46355" cy="1214755"/>
          </a:xfrm>
          <a:custGeom>
            <a:avLst/>
            <a:gdLst/>
            <a:ahLst/>
            <a:cxnLst/>
            <a:rect l="l" t="t" r="r" b="b"/>
            <a:pathLst>
              <a:path w="46354" h="1214754">
                <a:moveTo>
                  <a:pt x="0" y="0"/>
                </a:moveTo>
                <a:lnTo>
                  <a:pt x="17899" y="311"/>
                </a:lnTo>
                <a:lnTo>
                  <a:pt x="32511" y="1158"/>
                </a:lnTo>
                <a:lnTo>
                  <a:pt x="42362" y="2411"/>
                </a:lnTo>
                <a:lnTo>
                  <a:pt x="45974" y="3937"/>
                </a:lnTo>
                <a:lnTo>
                  <a:pt x="45974" y="1210678"/>
                </a:lnTo>
                <a:lnTo>
                  <a:pt x="42362" y="1212164"/>
                </a:lnTo>
                <a:lnTo>
                  <a:pt x="32512" y="1213380"/>
                </a:lnTo>
                <a:lnTo>
                  <a:pt x="17899" y="1214200"/>
                </a:lnTo>
                <a:lnTo>
                  <a:pt x="0" y="1214501"/>
                </a:lnTo>
              </a:path>
            </a:pathLst>
          </a:custGeom>
          <a:ln w="12700">
            <a:solidFill>
              <a:srgbClr val="000000"/>
            </a:solidFill>
          </a:ln>
        </p:spPr>
        <p:txBody>
          <a:bodyPr wrap="square" lIns="0" tIns="0" rIns="0" bIns="0" rtlCol="0"/>
          <a:lstStyle/>
          <a:p>
            <a:endParaRPr/>
          </a:p>
        </p:txBody>
      </p:sp>
      <p:sp>
        <p:nvSpPr>
          <p:cNvPr id="21" name="object 21"/>
          <p:cNvSpPr txBox="1"/>
          <p:nvPr/>
        </p:nvSpPr>
        <p:spPr>
          <a:xfrm>
            <a:off x="6324600" y="4795948"/>
            <a:ext cx="3444240" cy="584775"/>
          </a:xfrm>
          <a:prstGeom prst="rect">
            <a:avLst/>
          </a:prstGeom>
        </p:spPr>
        <p:txBody>
          <a:bodyPr vert="horz" wrap="square" lIns="0" tIns="0" rIns="0" bIns="0" rtlCol="0">
            <a:spAutoFit/>
          </a:bodyPr>
          <a:lstStyle/>
          <a:p>
            <a:pPr marL="2943860"/>
            <a:r>
              <a:rPr dirty="0">
                <a:latin typeface="Arial"/>
                <a:cs typeface="Arial"/>
              </a:rPr>
              <a:t>[D]</a:t>
            </a:r>
            <a:r>
              <a:rPr spc="-120" dirty="0">
                <a:latin typeface="Arial"/>
                <a:cs typeface="Arial"/>
              </a:rPr>
              <a:t> </a:t>
            </a:r>
            <a:r>
              <a:rPr dirty="0">
                <a:latin typeface="Arial"/>
                <a:cs typeface="Arial"/>
              </a:rPr>
              <a:t>=</a:t>
            </a:r>
          </a:p>
          <a:p>
            <a:pPr>
              <a:lnSpc>
                <a:spcPct val="100000"/>
              </a:lnSpc>
            </a:pPr>
            <a:endParaRPr sz="2000" dirty="0">
              <a:latin typeface="Times New Roman"/>
              <a:cs typeface="Times New Roman"/>
            </a:endParaRPr>
          </a:p>
        </p:txBody>
      </p:sp>
      <p:sp>
        <p:nvSpPr>
          <p:cNvPr id="22" name="object 22"/>
          <p:cNvSpPr txBox="1"/>
          <p:nvPr/>
        </p:nvSpPr>
        <p:spPr>
          <a:xfrm>
            <a:off x="782693" y="3298862"/>
            <a:ext cx="330200" cy="419100"/>
          </a:xfrm>
          <a:prstGeom prst="rect">
            <a:avLst/>
          </a:prstGeom>
        </p:spPr>
        <p:txBody>
          <a:bodyPr vert="horz" wrap="square" lIns="0" tIns="0" rIns="0" bIns="0" rtlCol="0">
            <a:spAutoFit/>
          </a:bodyPr>
          <a:lstStyle/>
          <a:p>
            <a:pPr marL="12700">
              <a:lnSpc>
                <a:spcPts val="3295"/>
              </a:lnSpc>
            </a:pPr>
            <a:r>
              <a:rPr sz="4200" baseline="13888" dirty="0">
                <a:latin typeface="Arial"/>
                <a:cs typeface="Arial"/>
              </a:rPr>
              <a:t>d</a:t>
            </a:r>
            <a:r>
              <a:rPr sz="1850" dirty="0">
                <a:latin typeface="Arial"/>
                <a:cs typeface="Arial"/>
              </a:rPr>
              <a:t>ij</a:t>
            </a:r>
            <a:endParaRPr sz="1850">
              <a:latin typeface="Arial"/>
              <a:cs typeface="Arial"/>
            </a:endParaRPr>
          </a:p>
        </p:txBody>
      </p:sp>
      <p:sp>
        <p:nvSpPr>
          <p:cNvPr id="23" name="object 23"/>
          <p:cNvSpPr/>
          <p:nvPr/>
        </p:nvSpPr>
        <p:spPr>
          <a:xfrm>
            <a:off x="1265676" y="3032290"/>
            <a:ext cx="214629" cy="929005"/>
          </a:xfrm>
          <a:custGeom>
            <a:avLst/>
            <a:gdLst/>
            <a:ahLst/>
            <a:cxnLst/>
            <a:rect l="l" t="t" r="r" b="b"/>
            <a:pathLst>
              <a:path w="214630" h="929004">
                <a:moveTo>
                  <a:pt x="214249" y="928751"/>
                </a:moveTo>
                <a:lnTo>
                  <a:pt x="172533" y="927346"/>
                </a:lnTo>
                <a:lnTo>
                  <a:pt x="138461" y="923512"/>
                </a:lnTo>
                <a:lnTo>
                  <a:pt x="115486" y="917821"/>
                </a:lnTo>
                <a:lnTo>
                  <a:pt x="107061" y="910844"/>
                </a:lnTo>
                <a:lnTo>
                  <a:pt x="107061" y="482218"/>
                </a:lnTo>
                <a:lnTo>
                  <a:pt x="98637" y="475315"/>
                </a:lnTo>
                <a:lnTo>
                  <a:pt x="75676" y="469661"/>
                </a:lnTo>
                <a:lnTo>
                  <a:pt x="41642" y="465841"/>
                </a:lnTo>
                <a:lnTo>
                  <a:pt x="0" y="464438"/>
                </a:lnTo>
                <a:lnTo>
                  <a:pt x="41642" y="463034"/>
                </a:lnTo>
                <a:lnTo>
                  <a:pt x="75676" y="459200"/>
                </a:lnTo>
                <a:lnTo>
                  <a:pt x="98637" y="453509"/>
                </a:lnTo>
                <a:lnTo>
                  <a:pt x="107061" y="446531"/>
                </a:lnTo>
                <a:lnTo>
                  <a:pt x="107061" y="17906"/>
                </a:lnTo>
                <a:lnTo>
                  <a:pt x="115486" y="10929"/>
                </a:lnTo>
                <a:lnTo>
                  <a:pt x="138461" y="5238"/>
                </a:lnTo>
                <a:lnTo>
                  <a:pt x="172533" y="1404"/>
                </a:lnTo>
                <a:lnTo>
                  <a:pt x="214249" y="0"/>
                </a:lnTo>
              </a:path>
            </a:pathLst>
          </a:custGeom>
          <a:ln w="12700">
            <a:solidFill>
              <a:srgbClr val="000000"/>
            </a:solidFill>
          </a:ln>
        </p:spPr>
        <p:txBody>
          <a:bodyPr wrap="square" lIns="0" tIns="0" rIns="0" bIns="0" rtlCol="0"/>
          <a:lstStyle/>
          <a:p>
            <a:endParaRPr/>
          </a:p>
        </p:txBody>
      </p:sp>
      <p:sp>
        <p:nvSpPr>
          <p:cNvPr id="24" name="object 24"/>
          <p:cNvSpPr txBox="1"/>
          <p:nvPr/>
        </p:nvSpPr>
        <p:spPr>
          <a:xfrm>
            <a:off x="1630546" y="3001683"/>
            <a:ext cx="4208780" cy="930275"/>
          </a:xfrm>
          <a:prstGeom prst="rect">
            <a:avLst/>
          </a:prstGeom>
        </p:spPr>
        <p:txBody>
          <a:bodyPr vert="horz" wrap="square" lIns="0" tIns="0" rIns="0" bIns="0" rtlCol="0">
            <a:spAutoFit/>
          </a:bodyPr>
          <a:lstStyle/>
          <a:p>
            <a:pPr marL="12700"/>
            <a:r>
              <a:rPr sz="2000" spc="-5" dirty="0">
                <a:solidFill>
                  <a:srgbClr val="001F5F"/>
                </a:solidFill>
                <a:latin typeface="Arial Narrow"/>
                <a:cs typeface="Arial Narrow"/>
              </a:rPr>
              <a:t>0, si</a:t>
            </a:r>
            <a:r>
              <a:rPr sz="2000" spc="-120" dirty="0">
                <a:solidFill>
                  <a:srgbClr val="001F5F"/>
                </a:solidFill>
                <a:latin typeface="Arial Narrow"/>
                <a:cs typeface="Arial Narrow"/>
              </a:rPr>
              <a:t> </a:t>
            </a:r>
            <a:r>
              <a:rPr sz="2000" spc="-5" dirty="0">
                <a:solidFill>
                  <a:srgbClr val="001F5F"/>
                </a:solidFill>
                <a:latin typeface="Arial Narrow"/>
                <a:cs typeface="Arial Narrow"/>
              </a:rPr>
              <a:t>i=j</a:t>
            </a:r>
            <a:endParaRPr sz="2000">
              <a:latin typeface="Arial Narrow"/>
              <a:cs typeface="Arial Narrow"/>
            </a:endParaRPr>
          </a:p>
          <a:p>
            <a:pPr marL="12700"/>
            <a:r>
              <a:rPr sz="2000" dirty="0">
                <a:solidFill>
                  <a:srgbClr val="001F5F"/>
                </a:solidFill>
                <a:latin typeface="Arial Narrow"/>
                <a:cs typeface="Arial Narrow"/>
              </a:rPr>
              <a:t>X, </a:t>
            </a:r>
            <a:r>
              <a:rPr sz="2000" spc="-5" dirty="0">
                <a:solidFill>
                  <a:srgbClr val="001F5F"/>
                </a:solidFill>
                <a:latin typeface="Arial Narrow"/>
                <a:cs typeface="Arial Narrow"/>
              </a:rPr>
              <a:t>si no hay camino entre </a:t>
            </a:r>
            <a:r>
              <a:rPr sz="2000" spc="-15" dirty="0">
                <a:solidFill>
                  <a:srgbClr val="001F5F"/>
                </a:solidFill>
                <a:latin typeface="Arial Narrow"/>
                <a:cs typeface="Arial Narrow"/>
              </a:rPr>
              <a:t>Vi </a:t>
            </a:r>
            <a:r>
              <a:rPr sz="2000" dirty="0">
                <a:solidFill>
                  <a:srgbClr val="001F5F"/>
                </a:solidFill>
                <a:latin typeface="Arial Narrow"/>
                <a:cs typeface="Arial Narrow"/>
              </a:rPr>
              <a:t>y</a:t>
            </a:r>
            <a:r>
              <a:rPr sz="2000" spc="-85" dirty="0">
                <a:solidFill>
                  <a:srgbClr val="001F5F"/>
                </a:solidFill>
                <a:latin typeface="Arial Narrow"/>
                <a:cs typeface="Arial Narrow"/>
              </a:rPr>
              <a:t> </a:t>
            </a:r>
            <a:r>
              <a:rPr sz="2000" dirty="0">
                <a:solidFill>
                  <a:srgbClr val="001F5F"/>
                </a:solidFill>
                <a:latin typeface="Arial Narrow"/>
                <a:cs typeface="Arial Narrow"/>
              </a:rPr>
              <a:t>Vj</a:t>
            </a:r>
            <a:endParaRPr sz="2000">
              <a:latin typeface="Arial Narrow"/>
              <a:cs typeface="Arial Narrow"/>
            </a:endParaRPr>
          </a:p>
          <a:p>
            <a:pPr marL="12700"/>
            <a:r>
              <a:rPr sz="2000" dirty="0">
                <a:solidFill>
                  <a:srgbClr val="001F5F"/>
                </a:solidFill>
                <a:latin typeface="Arial Narrow"/>
                <a:cs typeface="Arial Narrow"/>
              </a:rPr>
              <a:t># </a:t>
            </a:r>
            <a:r>
              <a:rPr sz="2000" spc="-5" dirty="0">
                <a:solidFill>
                  <a:srgbClr val="001F5F"/>
                </a:solidFill>
                <a:latin typeface="Arial Narrow"/>
                <a:cs typeface="Arial Narrow"/>
              </a:rPr>
              <a:t>de arcos del </a:t>
            </a:r>
            <a:r>
              <a:rPr sz="2000" u="heavy" spc="-5" dirty="0">
                <a:solidFill>
                  <a:srgbClr val="FF0000"/>
                </a:solidFill>
                <a:latin typeface="Arial Narrow"/>
                <a:cs typeface="Arial Narrow"/>
              </a:rPr>
              <a:t>camino más corto </a:t>
            </a:r>
            <a:r>
              <a:rPr sz="2000" spc="-5" dirty="0">
                <a:solidFill>
                  <a:srgbClr val="001F5F"/>
                </a:solidFill>
                <a:latin typeface="Arial Narrow"/>
                <a:cs typeface="Arial Narrow"/>
              </a:rPr>
              <a:t>entre </a:t>
            </a:r>
            <a:r>
              <a:rPr sz="2000" spc="-15" dirty="0">
                <a:solidFill>
                  <a:srgbClr val="001F5F"/>
                </a:solidFill>
                <a:latin typeface="Arial Narrow"/>
                <a:cs typeface="Arial Narrow"/>
              </a:rPr>
              <a:t>Vi </a:t>
            </a:r>
            <a:r>
              <a:rPr sz="2000" dirty="0">
                <a:solidFill>
                  <a:srgbClr val="001F5F"/>
                </a:solidFill>
                <a:latin typeface="Arial Narrow"/>
                <a:cs typeface="Arial Narrow"/>
              </a:rPr>
              <a:t>y</a:t>
            </a:r>
            <a:r>
              <a:rPr sz="2000" spc="-65" dirty="0">
                <a:solidFill>
                  <a:srgbClr val="001F5F"/>
                </a:solidFill>
                <a:latin typeface="Arial Narrow"/>
                <a:cs typeface="Arial Narrow"/>
              </a:rPr>
              <a:t> </a:t>
            </a:r>
            <a:r>
              <a:rPr sz="2000" dirty="0">
                <a:solidFill>
                  <a:srgbClr val="001F5F"/>
                </a:solidFill>
                <a:latin typeface="Arial Narrow"/>
                <a:cs typeface="Arial Narrow"/>
              </a:rPr>
              <a:t>Vj</a:t>
            </a:r>
            <a:endParaRPr sz="2000">
              <a:latin typeface="Arial Narrow"/>
              <a:cs typeface="Arial Narrow"/>
            </a:endParaRPr>
          </a:p>
        </p:txBody>
      </p:sp>
      <p:sp>
        <p:nvSpPr>
          <p:cNvPr id="25" name="object 25"/>
          <p:cNvSpPr txBox="1"/>
          <p:nvPr/>
        </p:nvSpPr>
        <p:spPr>
          <a:xfrm>
            <a:off x="10288665" y="4033530"/>
            <a:ext cx="1121410" cy="276999"/>
          </a:xfrm>
          <a:prstGeom prst="rect">
            <a:avLst/>
          </a:prstGeom>
        </p:spPr>
        <p:txBody>
          <a:bodyPr vert="horz" wrap="square" lIns="0" tIns="0" rIns="0" bIns="0" rtlCol="0">
            <a:spAutoFit/>
          </a:bodyPr>
          <a:lstStyle/>
          <a:p>
            <a:pPr marL="12700"/>
            <a:r>
              <a:rPr dirty="0">
                <a:latin typeface="Arial"/>
                <a:cs typeface="Arial"/>
              </a:rPr>
              <a:t>V</a:t>
            </a:r>
            <a:r>
              <a:rPr baseline="-20833" dirty="0">
                <a:latin typeface="Arial"/>
                <a:cs typeface="Arial"/>
              </a:rPr>
              <a:t>1 </a:t>
            </a:r>
            <a:r>
              <a:rPr spc="-5" dirty="0">
                <a:latin typeface="Arial"/>
                <a:cs typeface="Arial"/>
              </a:rPr>
              <a:t>V</a:t>
            </a:r>
            <a:r>
              <a:rPr spc="-7" baseline="-20833" dirty="0">
                <a:latin typeface="Arial"/>
                <a:cs typeface="Arial"/>
              </a:rPr>
              <a:t>2 </a:t>
            </a:r>
            <a:r>
              <a:rPr spc="-5" dirty="0">
                <a:latin typeface="Arial"/>
                <a:cs typeface="Arial"/>
              </a:rPr>
              <a:t>V</a:t>
            </a:r>
            <a:r>
              <a:rPr spc="-7" baseline="-20833" dirty="0">
                <a:latin typeface="Arial"/>
                <a:cs typeface="Arial"/>
              </a:rPr>
              <a:t>3</a:t>
            </a:r>
            <a:r>
              <a:rPr spc="97" baseline="-20833" dirty="0">
                <a:latin typeface="Arial"/>
                <a:cs typeface="Arial"/>
              </a:rPr>
              <a:t> </a:t>
            </a:r>
            <a:r>
              <a:rPr spc="-5" dirty="0">
                <a:latin typeface="Arial"/>
                <a:cs typeface="Arial"/>
              </a:rPr>
              <a:t>V</a:t>
            </a:r>
            <a:r>
              <a:rPr spc="-7" baseline="-20833" dirty="0">
                <a:latin typeface="Arial"/>
                <a:cs typeface="Arial"/>
              </a:rPr>
              <a:t>4</a:t>
            </a:r>
            <a:endParaRPr baseline="-20833" dirty="0">
              <a:latin typeface="Arial"/>
              <a:cs typeface="Arial"/>
            </a:endParaRPr>
          </a:p>
        </p:txBody>
      </p:sp>
      <p:sp>
        <p:nvSpPr>
          <p:cNvPr id="28" name="CuadroTexto 27">
            <a:extLst>
              <a:ext uri="{FF2B5EF4-FFF2-40B4-BE49-F238E27FC236}">
                <a16:creationId xmlns:a16="http://schemas.microsoft.com/office/drawing/2014/main" id="{07B8AE27-4C03-4A17-A8A1-016C2BE0BC1B}"/>
              </a:ext>
            </a:extLst>
          </p:cNvPr>
          <p:cNvSpPr txBox="1"/>
          <p:nvPr/>
        </p:nvSpPr>
        <p:spPr>
          <a:xfrm>
            <a:off x="8211836" y="3957122"/>
            <a:ext cx="609170" cy="369332"/>
          </a:xfrm>
          <a:prstGeom prst="rect">
            <a:avLst/>
          </a:prstGeom>
          <a:noFill/>
        </p:spPr>
        <p:txBody>
          <a:bodyPr wrap="square">
            <a:spAutoFit/>
          </a:bodyPr>
          <a:lstStyle/>
          <a:p>
            <a:pPr marL="12700">
              <a:spcBef>
                <a:spcPts val="1290"/>
              </a:spcBef>
            </a:pPr>
            <a:r>
              <a:rPr lang="es-CL" spc="5" dirty="0">
                <a:latin typeface="Tahoma"/>
                <a:cs typeface="Tahoma"/>
              </a:rPr>
              <a:t>V3</a:t>
            </a:r>
            <a:endParaRPr lang="es-CL" dirty="0">
              <a:latin typeface="Tahoma"/>
              <a:cs typeface="Tahoma"/>
            </a:endParaRPr>
          </a:p>
        </p:txBody>
      </p:sp>
      <p:sp>
        <p:nvSpPr>
          <p:cNvPr id="29" name="Abrir corchete 28">
            <a:extLst>
              <a:ext uri="{FF2B5EF4-FFF2-40B4-BE49-F238E27FC236}">
                <a16:creationId xmlns:a16="http://schemas.microsoft.com/office/drawing/2014/main" id="{E6B1A735-B404-4313-AA19-1A8CAAC4F436}"/>
              </a:ext>
            </a:extLst>
          </p:cNvPr>
          <p:cNvSpPr/>
          <p:nvPr/>
        </p:nvSpPr>
        <p:spPr>
          <a:xfrm>
            <a:off x="9778047" y="4326454"/>
            <a:ext cx="46355" cy="1212220"/>
          </a:xfrm>
          <a:prstGeom prst="leftBracket">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a:p>
        </p:txBody>
      </p:sp>
    </p:spTree>
    <p:extLst>
      <p:ext uri="{BB962C8B-B14F-4D97-AF65-F5344CB8AC3E}">
        <p14:creationId xmlns:p14="http://schemas.microsoft.com/office/powerpoint/2010/main" val="78699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55154B-5D84-4439-B0A9-65D8322E0535}"/>
              </a:ext>
            </a:extLst>
          </p:cNvPr>
          <p:cNvSpPr>
            <a:spLocks noGrp="1"/>
          </p:cNvSpPr>
          <p:nvPr>
            <p:ph type="title"/>
          </p:nvPr>
        </p:nvSpPr>
        <p:spPr/>
        <p:txBody>
          <a:bodyPr/>
          <a:lstStyle/>
          <a:p>
            <a:r>
              <a:rPr lang="es-CL" dirty="0"/>
              <a:t>Estructuras matriciales</a:t>
            </a:r>
          </a:p>
        </p:txBody>
      </p:sp>
      <p:pic>
        <p:nvPicPr>
          <p:cNvPr id="2050" name="Picture 2">
            <a:extLst>
              <a:ext uri="{FF2B5EF4-FFF2-40B4-BE49-F238E27FC236}">
                <a16:creationId xmlns:a16="http://schemas.microsoft.com/office/drawing/2014/main" id="{321E2A69-D50B-4022-81FD-35A2352AA3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37765"/>
            <a:ext cx="11658600" cy="3413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375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1" y="1867045"/>
            <a:ext cx="10394707" cy="830997"/>
          </a:xfrm>
          <a:prstGeom prst="rect">
            <a:avLst/>
          </a:prstGeom>
        </p:spPr>
        <p:txBody>
          <a:bodyPr vert="horz" wrap="square" lIns="0" tIns="0" rIns="0" bIns="0" rtlCol="0" anchor="ctr">
            <a:spAutoFit/>
          </a:bodyPr>
          <a:lstStyle/>
          <a:p>
            <a:pPr marL="391160" algn="ctr">
              <a:lnSpc>
                <a:spcPct val="100000"/>
              </a:lnSpc>
            </a:pPr>
            <a:r>
              <a:rPr dirty="0"/>
              <a:t>Ciclos de Euler y</a:t>
            </a:r>
            <a:r>
              <a:rPr spc="-80" dirty="0"/>
              <a:t> </a:t>
            </a:r>
            <a:r>
              <a:rPr dirty="0"/>
              <a:t>Hamilton</a:t>
            </a:r>
          </a:p>
        </p:txBody>
      </p:sp>
      <p:sp>
        <p:nvSpPr>
          <p:cNvPr id="4" name="Marcador de texto 3">
            <a:extLst>
              <a:ext uri="{FF2B5EF4-FFF2-40B4-BE49-F238E27FC236}">
                <a16:creationId xmlns:a16="http://schemas.microsoft.com/office/drawing/2014/main" id="{C1AC3FD7-15C4-482A-BD5F-8EC1972E5E58}"/>
              </a:ext>
            </a:extLst>
          </p:cNvPr>
          <p:cNvSpPr>
            <a:spLocks noGrp="1"/>
          </p:cNvSpPr>
          <p:nvPr>
            <p:ph type="body" idx="1"/>
          </p:nvPr>
        </p:nvSpPr>
        <p:spPr/>
        <p:txBody>
          <a:bodyPr>
            <a:normAutofit/>
          </a:bodyPr>
          <a:lstStyle/>
          <a:p>
            <a:pPr algn="ctr"/>
            <a:r>
              <a:rPr lang="es-MX" sz="2400" dirty="0"/>
              <a:t>“Hacer el recorrido sin levantar el lápiz del papel…”</a:t>
            </a:r>
          </a:p>
        </p:txBody>
      </p:sp>
    </p:spTree>
    <p:extLst>
      <p:ext uri="{BB962C8B-B14F-4D97-AF65-F5344CB8AC3E}">
        <p14:creationId xmlns:p14="http://schemas.microsoft.com/office/powerpoint/2010/main" val="1341642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AAE7908-91BB-4DB6-971C-529153ADFC64}"/>
              </a:ext>
            </a:extLst>
          </p:cNvPr>
          <p:cNvSpPr>
            <a:spLocks noGrp="1"/>
          </p:cNvSpPr>
          <p:nvPr>
            <p:ph type="title"/>
          </p:nvPr>
        </p:nvSpPr>
        <p:spPr/>
        <p:txBody>
          <a:bodyPr/>
          <a:lstStyle/>
          <a:p>
            <a:r>
              <a:rPr lang="es-CL" dirty="0"/>
              <a:t>OBJETIVOS</a:t>
            </a:r>
          </a:p>
        </p:txBody>
      </p:sp>
      <p:sp>
        <p:nvSpPr>
          <p:cNvPr id="5" name="Marcador de contenido 4">
            <a:extLst>
              <a:ext uri="{FF2B5EF4-FFF2-40B4-BE49-F238E27FC236}">
                <a16:creationId xmlns:a16="http://schemas.microsoft.com/office/drawing/2014/main" id="{7F147DB5-052F-40D0-814D-8484BF63CCF0}"/>
              </a:ext>
            </a:extLst>
          </p:cNvPr>
          <p:cNvSpPr>
            <a:spLocks noGrp="1"/>
          </p:cNvSpPr>
          <p:nvPr>
            <p:ph sz="quarter" idx="13"/>
          </p:nvPr>
        </p:nvSpPr>
        <p:spPr>
          <a:xfrm>
            <a:off x="685800" y="1600200"/>
            <a:ext cx="10394707" cy="3774385"/>
          </a:xfrm>
        </p:spPr>
        <p:txBody>
          <a:bodyPr>
            <a:normAutofit fontScale="92500" lnSpcReduction="10000"/>
          </a:bodyPr>
          <a:lstStyle/>
          <a:p>
            <a:pPr marL="358775" indent="-358775">
              <a:buNone/>
              <a:tabLst>
                <a:tab pos="358775" algn="l"/>
              </a:tabLst>
            </a:pPr>
            <a:r>
              <a:rPr lang="es-MX" sz="1800" b="1" dirty="0"/>
              <a:t>2.	</a:t>
            </a:r>
            <a:r>
              <a:rPr lang="es-MX" sz="1800" dirty="0"/>
              <a:t>Representar diferentes tipos de datos en una variedad de formas que incluya textos, sonidos, imágenes y números.</a:t>
            </a:r>
          </a:p>
          <a:p>
            <a:pPr marL="358775" indent="-358775">
              <a:buNone/>
              <a:tabLst>
                <a:tab pos="358775" algn="l"/>
              </a:tabLst>
            </a:pPr>
            <a:r>
              <a:rPr lang="es-MX" sz="1800" b="1" dirty="0"/>
              <a:t>Modelar</a:t>
            </a:r>
          </a:p>
          <a:p>
            <a:pPr marL="358775" indent="-358775">
              <a:buNone/>
              <a:tabLst>
                <a:tab pos="358775" algn="l"/>
              </a:tabLst>
            </a:pPr>
            <a:r>
              <a:rPr lang="es-MX" sz="1800" b="1" dirty="0" err="1"/>
              <a:t>e.</a:t>
            </a:r>
            <a:r>
              <a:rPr lang="es-MX" sz="1800" b="1" dirty="0"/>
              <a:t> 	</a:t>
            </a:r>
            <a:r>
              <a:rPr lang="es-MX" sz="1800" dirty="0"/>
              <a:t>Construir modelos, realizando conexiones entre variables para predecir posibles escenarios de solución a un problema, y tomar decisiones fundamentadas.</a:t>
            </a:r>
          </a:p>
          <a:p>
            <a:pPr marL="358775" indent="-358775">
              <a:buNone/>
              <a:tabLst>
                <a:tab pos="358775" algn="l"/>
              </a:tabLst>
            </a:pPr>
            <a:r>
              <a:rPr lang="es-MX" sz="1800" b="1" dirty="0"/>
              <a:t>f. 	</a:t>
            </a:r>
            <a:r>
              <a:rPr lang="es-MX" sz="1800" dirty="0"/>
              <a:t>Evaluar modelos para estudiar un fenómeno, analizando críticamente las simplificaciones requeridas y considerando las limitaciones de aquellos.</a:t>
            </a:r>
          </a:p>
          <a:p>
            <a:pPr marL="358775" indent="-358775">
              <a:buNone/>
              <a:tabLst>
                <a:tab pos="358775" algn="l"/>
              </a:tabLst>
            </a:pPr>
            <a:r>
              <a:rPr lang="es-MX" sz="1800" b="1" dirty="0"/>
              <a:t>Representar</a:t>
            </a:r>
          </a:p>
          <a:p>
            <a:pPr marL="358775" indent="-358775">
              <a:buNone/>
              <a:tabLst>
                <a:tab pos="358775" algn="l"/>
              </a:tabLst>
            </a:pPr>
            <a:r>
              <a:rPr lang="es-MX" sz="1800" b="1" dirty="0"/>
              <a:t>g.	</a:t>
            </a:r>
            <a:r>
              <a:rPr lang="es-MX" sz="1800" dirty="0"/>
              <a:t>Elaborar representaciones, tanto en forma manual como digital, y justificar cómo una misma información puede ser utilizada según el tipo de representación.</a:t>
            </a:r>
            <a:endParaRPr lang="es-CL" sz="1800" dirty="0"/>
          </a:p>
        </p:txBody>
      </p:sp>
    </p:spTree>
    <p:extLst>
      <p:ext uri="{BB962C8B-B14F-4D97-AF65-F5344CB8AC3E}">
        <p14:creationId xmlns:p14="http://schemas.microsoft.com/office/powerpoint/2010/main" val="2892481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esquinas redondeadas 12">
            <a:extLst>
              <a:ext uri="{FF2B5EF4-FFF2-40B4-BE49-F238E27FC236}">
                <a16:creationId xmlns:a16="http://schemas.microsoft.com/office/drawing/2014/main" id="{D05EFD34-040A-4C68-AF30-81078CCE6B5E}"/>
              </a:ext>
            </a:extLst>
          </p:cNvPr>
          <p:cNvSpPr/>
          <p:nvPr/>
        </p:nvSpPr>
        <p:spPr>
          <a:xfrm>
            <a:off x="7467600" y="120804"/>
            <a:ext cx="4098753" cy="5855347"/>
          </a:xfrm>
          <a:prstGeom prst="roundRect">
            <a:avLst>
              <a:gd name="adj" fmla="val 543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object 2"/>
          <p:cNvSpPr txBox="1">
            <a:spLocks noGrp="1"/>
          </p:cNvSpPr>
          <p:nvPr>
            <p:ph type="title"/>
          </p:nvPr>
        </p:nvSpPr>
        <p:spPr>
          <a:xfrm>
            <a:off x="2102916" y="188611"/>
            <a:ext cx="5300980" cy="1231106"/>
          </a:xfrm>
          <a:prstGeom prst="rect">
            <a:avLst/>
          </a:prstGeom>
        </p:spPr>
        <p:txBody>
          <a:bodyPr vert="horz" wrap="square" lIns="0" tIns="0" rIns="0" bIns="0" rtlCol="0" anchor="ctr">
            <a:spAutoFit/>
          </a:bodyPr>
          <a:lstStyle/>
          <a:p>
            <a:pPr marL="12700">
              <a:lnSpc>
                <a:spcPct val="100000"/>
              </a:lnSpc>
            </a:pPr>
            <a:r>
              <a:rPr spc="-5" dirty="0"/>
              <a:t>Puentes de</a:t>
            </a:r>
            <a:r>
              <a:rPr spc="-60" dirty="0"/>
              <a:t> </a:t>
            </a:r>
            <a:r>
              <a:rPr spc="-5" dirty="0"/>
              <a:t>Königsberg</a:t>
            </a:r>
          </a:p>
        </p:txBody>
      </p:sp>
      <p:grpSp>
        <p:nvGrpSpPr>
          <p:cNvPr id="11" name="Grupo 10">
            <a:extLst>
              <a:ext uri="{FF2B5EF4-FFF2-40B4-BE49-F238E27FC236}">
                <a16:creationId xmlns:a16="http://schemas.microsoft.com/office/drawing/2014/main" id="{86480CDC-80B2-4C26-9FF6-2C624A94FB90}"/>
              </a:ext>
            </a:extLst>
          </p:cNvPr>
          <p:cNvGrpSpPr/>
          <p:nvPr/>
        </p:nvGrpSpPr>
        <p:grpSpPr>
          <a:xfrm>
            <a:off x="7620000" y="2819400"/>
            <a:ext cx="3810000" cy="2857500"/>
            <a:chOff x="4667250" y="1916935"/>
            <a:chExt cx="3810000" cy="2857500"/>
          </a:xfrm>
        </p:grpSpPr>
        <p:sp>
          <p:nvSpPr>
            <p:cNvPr id="3" name="object 3"/>
            <p:cNvSpPr/>
            <p:nvPr/>
          </p:nvSpPr>
          <p:spPr>
            <a:xfrm>
              <a:off x="4667250" y="1916935"/>
              <a:ext cx="3810000" cy="28575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5810251" y="3052789"/>
              <a:ext cx="142875" cy="142875"/>
            </a:xfrm>
            <a:custGeom>
              <a:avLst/>
              <a:gdLst/>
              <a:ahLst/>
              <a:cxnLst/>
              <a:rect l="l" t="t" r="r" b="b"/>
              <a:pathLst>
                <a:path w="142875" h="142875">
                  <a:moveTo>
                    <a:pt x="0" y="142875"/>
                  </a:moveTo>
                  <a:lnTo>
                    <a:pt x="142875" y="142875"/>
                  </a:lnTo>
                  <a:lnTo>
                    <a:pt x="142875" y="0"/>
                  </a:lnTo>
                  <a:lnTo>
                    <a:pt x="0" y="0"/>
                  </a:lnTo>
                  <a:lnTo>
                    <a:pt x="0" y="142875"/>
                  </a:lnTo>
                  <a:close/>
                </a:path>
              </a:pathLst>
            </a:custGeom>
            <a:solidFill>
              <a:srgbClr val="FFFFFF"/>
            </a:solidFill>
          </p:spPr>
          <p:txBody>
            <a:bodyPr wrap="square" lIns="0" tIns="0" rIns="0" bIns="0" rtlCol="0"/>
            <a:lstStyle/>
            <a:p>
              <a:endParaRPr/>
            </a:p>
          </p:txBody>
        </p:sp>
        <p:sp>
          <p:nvSpPr>
            <p:cNvPr id="5" name="object 5"/>
            <p:cNvSpPr/>
            <p:nvPr/>
          </p:nvSpPr>
          <p:spPr>
            <a:xfrm>
              <a:off x="5810251" y="3059935"/>
              <a:ext cx="142875" cy="142875"/>
            </a:xfrm>
            <a:custGeom>
              <a:avLst/>
              <a:gdLst/>
              <a:ahLst/>
              <a:cxnLst/>
              <a:rect l="l" t="t" r="r" b="b"/>
              <a:pathLst>
                <a:path w="142875" h="142875">
                  <a:moveTo>
                    <a:pt x="0" y="142875"/>
                  </a:moveTo>
                  <a:lnTo>
                    <a:pt x="142875" y="142875"/>
                  </a:lnTo>
                  <a:lnTo>
                    <a:pt x="142875" y="0"/>
                  </a:lnTo>
                  <a:lnTo>
                    <a:pt x="0" y="0"/>
                  </a:lnTo>
                  <a:lnTo>
                    <a:pt x="0" y="142875"/>
                  </a:lnTo>
                  <a:close/>
                </a:path>
              </a:pathLst>
            </a:custGeom>
            <a:ln w="12700">
              <a:solidFill>
                <a:srgbClr val="FFFFFF"/>
              </a:solidFill>
            </a:ln>
          </p:spPr>
          <p:txBody>
            <a:bodyPr wrap="square" lIns="0" tIns="0" rIns="0" bIns="0" rtlCol="0"/>
            <a:lstStyle/>
            <a:p>
              <a:endParaRPr/>
            </a:p>
          </p:txBody>
        </p:sp>
        <p:sp>
          <p:nvSpPr>
            <p:cNvPr id="6" name="object 6"/>
            <p:cNvSpPr txBox="1"/>
            <p:nvPr/>
          </p:nvSpPr>
          <p:spPr>
            <a:xfrm>
              <a:off x="5756593" y="2956266"/>
              <a:ext cx="125095" cy="215444"/>
            </a:xfrm>
            <a:prstGeom prst="rect">
              <a:avLst/>
            </a:prstGeom>
          </p:spPr>
          <p:txBody>
            <a:bodyPr vert="horz" wrap="square" lIns="0" tIns="0" rIns="0" bIns="0" rtlCol="0">
              <a:spAutoFit/>
            </a:bodyPr>
            <a:lstStyle/>
            <a:p>
              <a:pPr marL="12700"/>
              <a:r>
                <a:rPr sz="1400" dirty="0">
                  <a:solidFill>
                    <a:srgbClr val="0000C4"/>
                  </a:solidFill>
                  <a:latin typeface="Arial"/>
                  <a:cs typeface="Arial"/>
                </a:rPr>
                <a:t>5</a:t>
              </a:r>
              <a:endParaRPr sz="1400" dirty="0">
                <a:latin typeface="Arial"/>
                <a:cs typeface="Arial"/>
              </a:endParaRPr>
            </a:p>
          </p:txBody>
        </p:sp>
      </p:grpSp>
      <p:sp>
        <p:nvSpPr>
          <p:cNvPr id="7" name="object 7"/>
          <p:cNvSpPr txBox="1"/>
          <p:nvPr/>
        </p:nvSpPr>
        <p:spPr>
          <a:xfrm>
            <a:off x="486918" y="3733800"/>
            <a:ext cx="6405245" cy="1446550"/>
          </a:xfrm>
          <a:prstGeom prst="rect">
            <a:avLst/>
          </a:prstGeom>
        </p:spPr>
        <p:txBody>
          <a:bodyPr vert="horz" wrap="square" lIns="0" tIns="0" rIns="0" bIns="0" rtlCol="0">
            <a:spAutoFit/>
          </a:bodyPr>
          <a:lstStyle/>
          <a:p>
            <a:pPr marL="355600" indent="-342900">
              <a:buClr>
                <a:srgbClr val="696363"/>
              </a:buClr>
              <a:buSzPct val="80357"/>
              <a:buFont typeface="Wingdings"/>
              <a:buChar char=""/>
              <a:tabLst>
                <a:tab pos="355600" algn="l"/>
              </a:tabLst>
            </a:pPr>
            <a:r>
              <a:rPr sz="2800" spc="-5" dirty="0">
                <a:solidFill>
                  <a:srgbClr val="002850"/>
                </a:solidFill>
                <a:latin typeface="Arial Narrow"/>
                <a:cs typeface="Arial Narrow"/>
              </a:rPr>
              <a:t>Un </a:t>
            </a:r>
            <a:r>
              <a:rPr sz="2800" spc="-10" dirty="0">
                <a:solidFill>
                  <a:srgbClr val="002850"/>
                </a:solidFill>
                <a:latin typeface="Arial Narrow"/>
                <a:cs typeface="Arial Narrow"/>
              </a:rPr>
              <a:t>modelo </a:t>
            </a:r>
            <a:r>
              <a:rPr sz="2800" spc="-5" dirty="0">
                <a:solidFill>
                  <a:srgbClr val="002850"/>
                </a:solidFill>
                <a:latin typeface="Arial Narrow"/>
                <a:cs typeface="Arial Narrow"/>
              </a:rPr>
              <a:t>de grafo de </a:t>
            </a:r>
            <a:r>
              <a:rPr sz="2800" spc="-10" dirty="0">
                <a:solidFill>
                  <a:srgbClr val="002850"/>
                </a:solidFill>
                <a:latin typeface="Arial Narrow"/>
                <a:cs typeface="Arial Narrow"/>
              </a:rPr>
              <a:t>puentes </a:t>
            </a:r>
            <a:r>
              <a:rPr sz="2800" spc="-5" dirty="0">
                <a:solidFill>
                  <a:srgbClr val="002850"/>
                </a:solidFill>
                <a:latin typeface="Arial Narrow"/>
                <a:cs typeface="Arial Narrow"/>
              </a:rPr>
              <a:t>de</a:t>
            </a:r>
            <a:r>
              <a:rPr sz="2800" spc="10" dirty="0">
                <a:solidFill>
                  <a:srgbClr val="002850"/>
                </a:solidFill>
                <a:latin typeface="Arial Narrow"/>
                <a:cs typeface="Arial Narrow"/>
              </a:rPr>
              <a:t> </a:t>
            </a:r>
            <a:r>
              <a:rPr sz="2800" spc="-10" dirty="0">
                <a:solidFill>
                  <a:srgbClr val="002850"/>
                </a:solidFill>
                <a:latin typeface="Arial Narrow"/>
                <a:cs typeface="Arial Narrow"/>
              </a:rPr>
              <a:t>Königsberg</a:t>
            </a:r>
            <a:endParaRPr sz="2800" dirty="0">
              <a:latin typeface="Arial Narrow"/>
              <a:cs typeface="Arial Narrow"/>
            </a:endParaRPr>
          </a:p>
          <a:p>
            <a:pPr marL="384175" indent="-342900">
              <a:spcBef>
                <a:spcPts val="1925"/>
              </a:spcBef>
              <a:buClr>
                <a:srgbClr val="696363"/>
              </a:buClr>
              <a:buSzPct val="80357"/>
              <a:buFont typeface="Wingdings"/>
              <a:buChar char=""/>
              <a:tabLst>
                <a:tab pos="384810" algn="l"/>
              </a:tabLst>
            </a:pPr>
            <a:r>
              <a:rPr sz="2800" u="sng" spc="-5" dirty="0">
                <a:solidFill>
                  <a:srgbClr val="002850"/>
                </a:solidFill>
                <a:latin typeface="Arial Narrow"/>
                <a:cs typeface="Arial Narrow"/>
              </a:rPr>
              <a:t>Nodos:</a:t>
            </a:r>
            <a:endParaRPr sz="2800" u="sng" dirty="0">
              <a:latin typeface="Arial Narrow"/>
              <a:cs typeface="Arial Narrow"/>
            </a:endParaRPr>
          </a:p>
          <a:p>
            <a:pPr marL="315595">
              <a:spcBef>
                <a:spcPts val="459"/>
              </a:spcBef>
              <a:tabLst>
                <a:tab pos="658495" algn="l"/>
              </a:tabLst>
            </a:pPr>
            <a:r>
              <a:rPr sz="1400" spc="190" dirty="0">
                <a:solidFill>
                  <a:srgbClr val="696363"/>
                </a:solidFill>
                <a:latin typeface="Wingdings"/>
                <a:cs typeface="Wingdings"/>
              </a:rPr>
              <a:t></a:t>
            </a:r>
            <a:r>
              <a:rPr sz="1400" spc="190" dirty="0">
                <a:solidFill>
                  <a:srgbClr val="696363"/>
                </a:solidFill>
                <a:latin typeface="Times New Roman"/>
                <a:cs typeface="Times New Roman"/>
              </a:rPr>
              <a:t>	</a:t>
            </a:r>
            <a:r>
              <a:rPr spc="-5" dirty="0">
                <a:solidFill>
                  <a:srgbClr val="002850"/>
                </a:solidFill>
                <a:latin typeface="Arial Narrow"/>
                <a:cs typeface="Arial Narrow"/>
              </a:rPr>
              <a:t>Porciones </a:t>
            </a:r>
            <a:r>
              <a:rPr dirty="0">
                <a:solidFill>
                  <a:srgbClr val="002850"/>
                </a:solidFill>
                <a:latin typeface="Arial Narrow"/>
                <a:cs typeface="Arial Narrow"/>
              </a:rPr>
              <a:t>de </a:t>
            </a:r>
            <a:r>
              <a:rPr spc="-5" dirty="0">
                <a:solidFill>
                  <a:srgbClr val="002850"/>
                </a:solidFill>
                <a:latin typeface="Arial Narrow"/>
                <a:cs typeface="Arial Narrow"/>
              </a:rPr>
              <a:t>tierra (orillas, islas)</a:t>
            </a:r>
            <a:endParaRPr dirty="0">
              <a:latin typeface="Arial Narrow"/>
              <a:cs typeface="Arial Narrow"/>
            </a:endParaRPr>
          </a:p>
        </p:txBody>
      </p:sp>
      <p:sp>
        <p:nvSpPr>
          <p:cNvPr id="8" name="object 8"/>
          <p:cNvSpPr txBox="1"/>
          <p:nvPr/>
        </p:nvSpPr>
        <p:spPr>
          <a:xfrm>
            <a:off x="5258537" y="4284667"/>
            <a:ext cx="1516583" cy="772006"/>
          </a:xfrm>
          <a:prstGeom prst="rect">
            <a:avLst/>
          </a:prstGeom>
        </p:spPr>
        <p:txBody>
          <a:bodyPr vert="horz" wrap="square" lIns="0" tIns="0" rIns="0" bIns="0" rtlCol="0">
            <a:spAutoFit/>
          </a:bodyPr>
          <a:lstStyle/>
          <a:p>
            <a:pPr marL="12700"/>
            <a:r>
              <a:rPr sz="2250" spc="235" dirty="0">
                <a:solidFill>
                  <a:srgbClr val="696363"/>
                </a:solidFill>
                <a:latin typeface="Wingdings"/>
                <a:cs typeface="Wingdings"/>
              </a:rPr>
              <a:t></a:t>
            </a:r>
            <a:r>
              <a:rPr sz="2250" spc="-185" dirty="0">
                <a:solidFill>
                  <a:srgbClr val="696363"/>
                </a:solidFill>
                <a:latin typeface="Times New Roman"/>
                <a:cs typeface="Times New Roman"/>
              </a:rPr>
              <a:t> </a:t>
            </a:r>
            <a:r>
              <a:rPr sz="2800" u="sng" spc="-5" dirty="0">
                <a:solidFill>
                  <a:srgbClr val="002850"/>
                </a:solidFill>
                <a:latin typeface="Arial Narrow"/>
                <a:cs typeface="Arial Narrow"/>
              </a:rPr>
              <a:t>Arcos</a:t>
            </a:r>
            <a:r>
              <a:rPr sz="2800" spc="-5" dirty="0">
                <a:solidFill>
                  <a:srgbClr val="002850"/>
                </a:solidFill>
                <a:latin typeface="Arial Narrow"/>
                <a:cs typeface="Arial Narrow"/>
              </a:rPr>
              <a:t>:</a:t>
            </a:r>
            <a:endParaRPr sz="2800" dirty="0">
              <a:latin typeface="Arial Narrow"/>
              <a:cs typeface="Arial Narrow"/>
            </a:endParaRPr>
          </a:p>
          <a:p>
            <a:pPr marL="286385">
              <a:spcBef>
                <a:spcPts val="459"/>
              </a:spcBef>
              <a:tabLst>
                <a:tab pos="629285" algn="l"/>
              </a:tabLst>
            </a:pPr>
            <a:r>
              <a:rPr sz="1400" spc="140" dirty="0">
                <a:solidFill>
                  <a:srgbClr val="696363"/>
                </a:solidFill>
                <a:latin typeface="Wingdings"/>
                <a:cs typeface="Wingdings"/>
              </a:rPr>
              <a:t></a:t>
            </a:r>
            <a:r>
              <a:rPr sz="1400" spc="140" dirty="0">
                <a:solidFill>
                  <a:srgbClr val="696363"/>
                </a:solidFill>
                <a:latin typeface="Times New Roman"/>
                <a:cs typeface="Times New Roman"/>
              </a:rPr>
              <a:t>	</a:t>
            </a:r>
            <a:r>
              <a:rPr spc="140" dirty="0">
                <a:solidFill>
                  <a:srgbClr val="002850"/>
                </a:solidFill>
                <a:latin typeface="Arial Narrow"/>
                <a:cs typeface="Arial Narrow"/>
              </a:rPr>
              <a:t>P</a:t>
            </a:r>
            <a:r>
              <a:rPr spc="-10" dirty="0">
                <a:solidFill>
                  <a:srgbClr val="002850"/>
                </a:solidFill>
                <a:latin typeface="Arial Narrow"/>
                <a:cs typeface="Arial Narrow"/>
              </a:rPr>
              <a:t>u</a:t>
            </a:r>
            <a:r>
              <a:rPr dirty="0">
                <a:solidFill>
                  <a:srgbClr val="002850"/>
                </a:solidFill>
                <a:latin typeface="Arial Narrow"/>
                <a:cs typeface="Arial Narrow"/>
              </a:rPr>
              <a:t>e</a:t>
            </a:r>
            <a:r>
              <a:rPr spc="-10" dirty="0">
                <a:solidFill>
                  <a:srgbClr val="002850"/>
                </a:solidFill>
                <a:latin typeface="Arial Narrow"/>
                <a:cs typeface="Arial Narrow"/>
              </a:rPr>
              <a:t>n</a:t>
            </a:r>
            <a:r>
              <a:rPr dirty="0">
                <a:solidFill>
                  <a:srgbClr val="002850"/>
                </a:solidFill>
                <a:latin typeface="Arial Narrow"/>
                <a:cs typeface="Arial Narrow"/>
              </a:rPr>
              <a:t>t</a:t>
            </a:r>
            <a:r>
              <a:rPr spc="-10" dirty="0">
                <a:solidFill>
                  <a:srgbClr val="002850"/>
                </a:solidFill>
                <a:latin typeface="Arial Narrow"/>
                <a:cs typeface="Arial Narrow"/>
              </a:rPr>
              <a:t>e</a:t>
            </a:r>
            <a:r>
              <a:rPr dirty="0">
                <a:solidFill>
                  <a:srgbClr val="002850"/>
                </a:solidFill>
                <a:latin typeface="Arial Narrow"/>
                <a:cs typeface="Arial Narrow"/>
              </a:rPr>
              <a:t>s</a:t>
            </a:r>
            <a:endParaRPr dirty="0">
              <a:latin typeface="Arial Narrow"/>
              <a:cs typeface="Arial Narrow"/>
            </a:endParaRPr>
          </a:p>
        </p:txBody>
      </p:sp>
      <p:sp>
        <p:nvSpPr>
          <p:cNvPr id="9" name="object 9"/>
          <p:cNvSpPr txBox="1"/>
          <p:nvPr/>
        </p:nvSpPr>
        <p:spPr>
          <a:xfrm>
            <a:off x="9296400" y="5105574"/>
            <a:ext cx="2000250" cy="532197"/>
          </a:xfrm>
          <a:prstGeom prst="rect">
            <a:avLst/>
          </a:prstGeom>
          <a:ln w="12700">
            <a:solidFill>
              <a:srgbClr val="0000FF"/>
            </a:solidFill>
          </a:ln>
        </p:spPr>
        <p:txBody>
          <a:bodyPr vert="horz" wrap="square" lIns="0" tIns="39370" rIns="0" bIns="0" rtlCol="0">
            <a:spAutoFit/>
          </a:bodyPr>
          <a:lstStyle/>
          <a:p>
            <a:pPr marL="85725" marR="250190">
              <a:spcBef>
                <a:spcPts val="310"/>
              </a:spcBef>
            </a:pPr>
            <a:r>
              <a:rPr sz="1600" spc="-10" dirty="0">
                <a:latin typeface="Tahoma"/>
                <a:cs typeface="Tahoma"/>
              </a:rPr>
              <a:t>Representación  </a:t>
            </a:r>
            <a:r>
              <a:rPr sz="1600" spc="-5" dirty="0">
                <a:latin typeface="Tahoma"/>
                <a:cs typeface="Tahoma"/>
              </a:rPr>
              <a:t>mediante un</a:t>
            </a:r>
            <a:r>
              <a:rPr sz="1600" spc="-80" dirty="0">
                <a:latin typeface="Tahoma"/>
                <a:cs typeface="Tahoma"/>
              </a:rPr>
              <a:t> </a:t>
            </a:r>
            <a:r>
              <a:rPr sz="1600" spc="-10" dirty="0">
                <a:latin typeface="Tahoma"/>
                <a:cs typeface="Tahoma"/>
              </a:rPr>
              <a:t>grafo</a:t>
            </a:r>
            <a:endParaRPr sz="1600" dirty="0">
              <a:latin typeface="Tahoma"/>
              <a:cs typeface="Tahoma"/>
            </a:endParaRPr>
          </a:p>
        </p:txBody>
      </p:sp>
      <p:sp>
        <p:nvSpPr>
          <p:cNvPr id="10" name="object 10"/>
          <p:cNvSpPr txBox="1"/>
          <p:nvPr/>
        </p:nvSpPr>
        <p:spPr>
          <a:xfrm>
            <a:off x="583996" y="1544825"/>
            <a:ext cx="6405245" cy="1723549"/>
          </a:xfrm>
          <a:prstGeom prst="rect">
            <a:avLst/>
          </a:prstGeom>
        </p:spPr>
        <p:txBody>
          <a:bodyPr vert="horz" wrap="square" lIns="0" tIns="0" rIns="0" bIns="0" rtlCol="0">
            <a:spAutoFit/>
          </a:bodyPr>
          <a:lstStyle/>
          <a:p>
            <a:pPr marL="12700"/>
            <a:r>
              <a:rPr sz="2800" b="1" u="heavy" spc="-5" dirty="0">
                <a:latin typeface="Arial Narrow"/>
                <a:cs typeface="Arial Narrow"/>
              </a:rPr>
              <a:t>Origen </a:t>
            </a:r>
            <a:r>
              <a:rPr sz="2800" b="1" u="heavy" dirty="0">
                <a:latin typeface="Arial Narrow"/>
                <a:cs typeface="Arial Narrow"/>
              </a:rPr>
              <a:t>de </a:t>
            </a:r>
            <a:r>
              <a:rPr sz="2800" b="1" u="heavy" spc="-5" dirty="0">
                <a:latin typeface="Arial Narrow"/>
                <a:cs typeface="Arial Narrow"/>
              </a:rPr>
              <a:t>los </a:t>
            </a:r>
            <a:r>
              <a:rPr sz="2800" b="1" u="heavy" dirty="0">
                <a:latin typeface="Arial Narrow"/>
                <a:cs typeface="Arial Narrow"/>
              </a:rPr>
              <a:t>grafos</a:t>
            </a:r>
            <a:r>
              <a:rPr sz="2800" dirty="0">
                <a:latin typeface="Arial Narrow"/>
                <a:cs typeface="Arial Narrow"/>
              </a:rPr>
              <a:t>: </a:t>
            </a:r>
            <a:r>
              <a:rPr sz="2800" spc="-5" dirty="0">
                <a:latin typeface="Arial Narrow"/>
                <a:cs typeface="Arial Narrow"/>
              </a:rPr>
              <a:t>Euler ideó los grafos para ver si era</a:t>
            </a:r>
            <a:r>
              <a:rPr sz="2800" spc="-45" dirty="0">
                <a:latin typeface="Arial Narrow"/>
                <a:cs typeface="Arial Narrow"/>
              </a:rPr>
              <a:t> </a:t>
            </a:r>
            <a:r>
              <a:rPr sz="2800" spc="-10" dirty="0" err="1">
                <a:latin typeface="Arial Narrow"/>
                <a:cs typeface="Arial Narrow"/>
              </a:rPr>
              <a:t>posible</a:t>
            </a:r>
            <a:endParaRPr lang="es-MX" sz="2800" dirty="0">
              <a:latin typeface="Arial Narrow"/>
              <a:cs typeface="Arial Narrow"/>
            </a:endParaRPr>
          </a:p>
          <a:p>
            <a:pPr marL="12700"/>
            <a:r>
              <a:rPr lang="es-MX" sz="2800" spc="-5" dirty="0">
                <a:latin typeface="Arial Narrow"/>
                <a:cs typeface="Arial Narrow"/>
              </a:rPr>
              <a:t>Recorrer </a:t>
            </a:r>
            <a:r>
              <a:rPr lang="es-MX" sz="2800" dirty="0">
                <a:latin typeface="Arial Narrow"/>
                <a:cs typeface="Arial Narrow"/>
              </a:rPr>
              <a:t>toda </a:t>
            </a:r>
            <a:r>
              <a:rPr lang="es-MX" sz="2800" spc="-5" dirty="0">
                <a:latin typeface="Arial Narrow"/>
                <a:cs typeface="Arial Narrow"/>
              </a:rPr>
              <a:t>la ciudad sin cruzar c/u </a:t>
            </a:r>
            <a:r>
              <a:rPr lang="es-MX" sz="2800" dirty="0">
                <a:latin typeface="Arial Narrow"/>
                <a:cs typeface="Arial Narrow"/>
              </a:rPr>
              <a:t>de </a:t>
            </a:r>
            <a:r>
              <a:rPr lang="es-MX" sz="2800" spc="-5" dirty="0">
                <a:latin typeface="Arial Narrow"/>
                <a:cs typeface="Arial Narrow"/>
              </a:rPr>
              <a:t>los puentes más </a:t>
            </a:r>
            <a:r>
              <a:rPr lang="es-MX" sz="2800" dirty="0">
                <a:latin typeface="Arial Narrow"/>
                <a:cs typeface="Arial Narrow"/>
              </a:rPr>
              <a:t>de </a:t>
            </a:r>
            <a:r>
              <a:rPr lang="es-MX" sz="2800" spc="-5" dirty="0">
                <a:latin typeface="Arial Narrow"/>
                <a:cs typeface="Arial Narrow"/>
              </a:rPr>
              <a:t>una sola</a:t>
            </a:r>
            <a:r>
              <a:rPr lang="es-MX" sz="2800" spc="-30" dirty="0">
                <a:latin typeface="Arial Narrow"/>
                <a:cs typeface="Arial Narrow"/>
              </a:rPr>
              <a:t> </a:t>
            </a:r>
            <a:r>
              <a:rPr lang="es-MX" sz="2800" spc="-5" dirty="0">
                <a:latin typeface="Arial Narrow"/>
                <a:cs typeface="Arial Narrow"/>
              </a:rPr>
              <a:t>vez.</a:t>
            </a:r>
            <a:endParaRPr lang="es-MX" sz="2800" dirty="0">
              <a:latin typeface="Arial Narrow"/>
              <a:cs typeface="Arial Narrow"/>
            </a:endParaRPr>
          </a:p>
        </p:txBody>
      </p:sp>
      <p:pic>
        <p:nvPicPr>
          <p:cNvPr id="12" name="Imagen 11">
            <a:extLst>
              <a:ext uri="{FF2B5EF4-FFF2-40B4-BE49-F238E27FC236}">
                <a16:creationId xmlns:a16="http://schemas.microsoft.com/office/drawing/2014/main" id="{6C6F6D38-5AAB-4FE7-9758-1D2AC9437B0A}"/>
              </a:ext>
            </a:extLst>
          </p:cNvPr>
          <p:cNvPicPr>
            <a:picLocks noChangeAspect="1"/>
          </p:cNvPicPr>
          <p:nvPr/>
        </p:nvPicPr>
        <p:blipFill>
          <a:blip r:embed="rId3"/>
          <a:stretch>
            <a:fillRect/>
          </a:stretch>
        </p:blipFill>
        <p:spPr>
          <a:xfrm>
            <a:off x="7749684" y="236917"/>
            <a:ext cx="3338310" cy="2590416"/>
          </a:xfrm>
          <a:prstGeom prst="rect">
            <a:avLst/>
          </a:prstGeom>
          <a:ln>
            <a:noFill/>
          </a:ln>
          <a:effectLst>
            <a:softEdge rad="112500"/>
          </a:effectLst>
        </p:spPr>
      </p:pic>
    </p:spTree>
    <p:extLst>
      <p:ext uri="{BB962C8B-B14F-4D97-AF65-F5344CB8AC3E}">
        <p14:creationId xmlns:p14="http://schemas.microsoft.com/office/powerpoint/2010/main" val="2901690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95527" y="633867"/>
            <a:ext cx="7200673" cy="830997"/>
          </a:xfrm>
          <a:prstGeom prst="rect">
            <a:avLst/>
          </a:prstGeom>
        </p:spPr>
        <p:txBody>
          <a:bodyPr vert="horz" wrap="square" lIns="0" tIns="0" rIns="0" bIns="0" rtlCol="0" anchor="ctr">
            <a:spAutoFit/>
          </a:bodyPr>
          <a:lstStyle/>
          <a:p>
            <a:pPr marL="12700">
              <a:lnSpc>
                <a:spcPct val="100000"/>
              </a:lnSpc>
            </a:pPr>
            <a:r>
              <a:rPr spc="-5" dirty="0"/>
              <a:t>Puentes de</a:t>
            </a:r>
            <a:r>
              <a:rPr spc="-60" dirty="0"/>
              <a:t> </a:t>
            </a:r>
            <a:r>
              <a:rPr spc="-5" dirty="0"/>
              <a:t>Königsberg</a:t>
            </a:r>
          </a:p>
        </p:txBody>
      </p:sp>
      <p:sp>
        <p:nvSpPr>
          <p:cNvPr id="2" name="object 2"/>
          <p:cNvSpPr txBox="1">
            <a:spLocks noGrp="1"/>
          </p:cNvSpPr>
          <p:nvPr>
            <p:ph type="body" idx="4294967295"/>
          </p:nvPr>
        </p:nvSpPr>
        <p:spPr>
          <a:xfrm>
            <a:off x="357732" y="3755214"/>
            <a:ext cx="11086873" cy="1476044"/>
          </a:xfrm>
          <a:prstGeom prst="rect">
            <a:avLst/>
          </a:prstGeom>
        </p:spPr>
        <p:txBody>
          <a:bodyPr vert="horz" wrap="square" lIns="0" tIns="181609" rIns="0" bIns="0" rtlCol="0" anchor="ctr">
            <a:spAutoFit/>
          </a:bodyPr>
          <a:lstStyle/>
          <a:p>
            <a:pPr marL="437515" marR="5080" indent="-342900">
              <a:lnSpc>
                <a:spcPct val="100000"/>
              </a:lnSpc>
            </a:pPr>
            <a:r>
              <a:rPr sz="2800" u="none" spc="-5" dirty="0"/>
              <a:t>El </a:t>
            </a:r>
            <a:r>
              <a:rPr sz="2800" u="none" spc="-10" dirty="0"/>
              <a:t>problema </a:t>
            </a:r>
            <a:r>
              <a:rPr sz="2800" u="none" spc="-5" dirty="0"/>
              <a:t>consiste en recorrer toda la ciudad </a:t>
            </a:r>
            <a:r>
              <a:rPr sz="2800" u="none" spc="-10" dirty="0"/>
              <a:t>partiendo</a:t>
            </a:r>
            <a:r>
              <a:rPr sz="2800" u="none" spc="-325" dirty="0"/>
              <a:t> </a:t>
            </a:r>
            <a:r>
              <a:rPr sz="2800" u="none" spc="-10" dirty="0"/>
              <a:t>de  cualquier lugar </a:t>
            </a:r>
            <a:r>
              <a:rPr sz="2800" u="none" spc="-5" dirty="0"/>
              <a:t>(A, B, C o D) </a:t>
            </a:r>
            <a:r>
              <a:rPr sz="2800" u="none" spc="-10" dirty="0"/>
              <a:t>caminando sobre cada puente  exactamente una </a:t>
            </a:r>
            <a:r>
              <a:rPr sz="2800" u="none" spc="-5" dirty="0"/>
              <a:t>vez y regresar a la </a:t>
            </a:r>
            <a:r>
              <a:rPr sz="2800" u="none" spc="-10" dirty="0"/>
              <a:t>posición inicial. </a:t>
            </a:r>
            <a:r>
              <a:rPr sz="2800" u="none" spc="-5" dirty="0"/>
              <a:t>¿Es  </a:t>
            </a:r>
            <a:r>
              <a:rPr sz="2800" u="none" spc="-10" dirty="0"/>
              <a:t>posible?</a:t>
            </a:r>
            <a:endParaRPr sz="2800" dirty="0">
              <a:latin typeface="Times New Roman"/>
              <a:cs typeface="Times New Roman"/>
            </a:endParaRPr>
          </a:p>
        </p:txBody>
      </p:sp>
      <p:grpSp>
        <p:nvGrpSpPr>
          <p:cNvPr id="10" name="Grupo 9">
            <a:extLst>
              <a:ext uri="{FF2B5EF4-FFF2-40B4-BE49-F238E27FC236}">
                <a16:creationId xmlns:a16="http://schemas.microsoft.com/office/drawing/2014/main" id="{D0D30264-B506-4A49-85F0-72A0697D74DF}"/>
              </a:ext>
            </a:extLst>
          </p:cNvPr>
          <p:cNvGrpSpPr/>
          <p:nvPr/>
        </p:nvGrpSpPr>
        <p:grpSpPr>
          <a:xfrm>
            <a:off x="7467600" y="304800"/>
            <a:ext cx="4114800" cy="3124200"/>
            <a:chOff x="7467600" y="304800"/>
            <a:chExt cx="4114800" cy="3124200"/>
          </a:xfrm>
        </p:grpSpPr>
        <p:sp>
          <p:nvSpPr>
            <p:cNvPr id="4" name="Rectángulo: esquinas redondeadas 3">
              <a:extLst>
                <a:ext uri="{FF2B5EF4-FFF2-40B4-BE49-F238E27FC236}">
                  <a16:creationId xmlns:a16="http://schemas.microsoft.com/office/drawing/2014/main" id="{C00E3C59-EFDD-4736-9ACB-B66E40FB192A}"/>
                </a:ext>
              </a:extLst>
            </p:cNvPr>
            <p:cNvSpPr/>
            <p:nvPr/>
          </p:nvSpPr>
          <p:spPr>
            <a:xfrm>
              <a:off x="7467600" y="304800"/>
              <a:ext cx="4114800" cy="3124200"/>
            </a:xfrm>
            <a:prstGeom prst="roundRect">
              <a:avLst>
                <a:gd name="adj" fmla="val 11474"/>
              </a:avLst>
            </a:prstGeom>
            <a:solidFill>
              <a:srgbClr val="F9BE24"/>
            </a:solidFill>
            <a:ln w="3810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L"/>
            </a:p>
          </p:txBody>
        </p:sp>
        <p:sp>
          <p:nvSpPr>
            <p:cNvPr id="5" name="object 5"/>
            <p:cNvSpPr/>
            <p:nvPr/>
          </p:nvSpPr>
          <p:spPr>
            <a:xfrm>
              <a:off x="7634605" y="438772"/>
              <a:ext cx="3810000" cy="2857500"/>
            </a:xfrm>
            <a:prstGeom prst="rect">
              <a:avLst/>
            </a:prstGeom>
            <a:blipFill>
              <a:blip r:embed="rId2" cstate="print"/>
              <a:stretch>
                <a:fillRect/>
              </a:stretch>
            </a:blipFill>
          </p:spPr>
          <p:txBody>
            <a:bodyPr wrap="square" lIns="0" tIns="0" rIns="0" bIns="0" rtlCol="0"/>
            <a:lstStyle/>
            <a:p>
              <a:endParaRPr/>
            </a:p>
          </p:txBody>
        </p:sp>
      </p:grpSp>
      <p:sp>
        <p:nvSpPr>
          <p:cNvPr id="6" name="object 6"/>
          <p:cNvSpPr txBox="1"/>
          <p:nvPr/>
        </p:nvSpPr>
        <p:spPr>
          <a:xfrm>
            <a:off x="760095" y="1868741"/>
            <a:ext cx="1051560" cy="276999"/>
          </a:xfrm>
          <a:prstGeom prst="rect">
            <a:avLst/>
          </a:prstGeom>
        </p:spPr>
        <p:txBody>
          <a:bodyPr vert="horz" wrap="square" lIns="0" tIns="0" rIns="0" bIns="0" rtlCol="0">
            <a:spAutoFit/>
          </a:bodyPr>
          <a:lstStyle/>
          <a:p>
            <a:pPr marL="12700"/>
            <a:r>
              <a:rPr spc="-5" dirty="0">
                <a:latin typeface="Arial"/>
                <a:cs typeface="Arial"/>
              </a:rPr>
              <a:t>7</a:t>
            </a:r>
            <a:r>
              <a:rPr spc="-100" dirty="0">
                <a:latin typeface="Arial"/>
                <a:cs typeface="Arial"/>
              </a:rPr>
              <a:t> </a:t>
            </a:r>
            <a:r>
              <a:rPr spc="-5" dirty="0">
                <a:latin typeface="Arial"/>
                <a:cs typeface="Arial"/>
              </a:rPr>
              <a:t>Puentes</a:t>
            </a:r>
            <a:endParaRPr>
              <a:latin typeface="Arial"/>
              <a:cs typeface="Arial"/>
            </a:endParaRPr>
          </a:p>
        </p:txBody>
      </p:sp>
      <p:sp>
        <p:nvSpPr>
          <p:cNvPr id="7" name="object 7"/>
          <p:cNvSpPr/>
          <p:nvPr/>
        </p:nvSpPr>
        <p:spPr>
          <a:xfrm>
            <a:off x="2037843" y="1626742"/>
            <a:ext cx="214629" cy="786130"/>
          </a:xfrm>
          <a:custGeom>
            <a:avLst/>
            <a:gdLst/>
            <a:ahLst/>
            <a:cxnLst/>
            <a:rect l="l" t="t" r="r" b="b"/>
            <a:pathLst>
              <a:path w="214629" h="786129">
                <a:moveTo>
                  <a:pt x="0" y="785812"/>
                </a:moveTo>
                <a:lnTo>
                  <a:pt x="214312" y="785812"/>
                </a:lnTo>
                <a:lnTo>
                  <a:pt x="214312" y="0"/>
                </a:lnTo>
                <a:lnTo>
                  <a:pt x="0" y="0"/>
                </a:lnTo>
                <a:lnTo>
                  <a:pt x="0" y="785812"/>
                </a:lnTo>
                <a:close/>
              </a:path>
            </a:pathLst>
          </a:custGeom>
          <a:solidFill>
            <a:srgbClr val="990000"/>
          </a:solidFill>
        </p:spPr>
        <p:txBody>
          <a:bodyPr wrap="square" lIns="0" tIns="0" rIns="0" bIns="0" rtlCol="0"/>
          <a:lstStyle/>
          <a:p>
            <a:endParaRPr/>
          </a:p>
        </p:txBody>
      </p:sp>
      <p:sp>
        <p:nvSpPr>
          <p:cNvPr id="8" name="object 8"/>
          <p:cNvSpPr/>
          <p:nvPr/>
        </p:nvSpPr>
        <p:spPr>
          <a:xfrm>
            <a:off x="2037843" y="1626742"/>
            <a:ext cx="214629" cy="786130"/>
          </a:xfrm>
          <a:custGeom>
            <a:avLst/>
            <a:gdLst/>
            <a:ahLst/>
            <a:cxnLst/>
            <a:rect l="l" t="t" r="r" b="b"/>
            <a:pathLst>
              <a:path w="214629" h="786129">
                <a:moveTo>
                  <a:pt x="0" y="785812"/>
                </a:moveTo>
                <a:lnTo>
                  <a:pt x="214312" y="785812"/>
                </a:lnTo>
                <a:lnTo>
                  <a:pt x="214312" y="0"/>
                </a:lnTo>
                <a:lnTo>
                  <a:pt x="0" y="0"/>
                </a:lnTo>
                <a:lnTo>
                  <a:pt x="0" y="785812"/>
                </a:lnTo>
                <a:close/>
              </a:path>
            </a:pathLst>
          </a:custGeom>
          <a:ln w="12700">
            <a:solidFill>
              <a:srgbClr val="000000"/>
            </a:solidFill>
          </a:ln>
        </p:spPr>
        <p:txBody>
          <a:bodyPr wrap="square" lIns="0" tIns="0" rIns="0" bIns="0" rtlCol="0"/>
          <a:lstStyle/>
          <a:p>
            <a:endParaRPr/>
          </a:p>
        </p:txBody>
      </p:sp>
      <p:sp>
        <p:nvSpPr>
          <p:cNvPr id="9" name="object 9"/>
          <p:cNvSpPr txBox="1"/>
          <p:nvPr/>
        </p:nvSpPr>
        <p:spPr>
          <a:xfrm>
            <a:off x="3278619" y="1574037"/>
            <a:ext cx="1522095" cy="838835"/>
          </a:xfrm>
          <a:prstGeom prst="rect">
            <a:avLst/>
          </a:prstGeom>
        </p:spPr>
        <p:txBody>
          <a:bodyPr vert="horz" wrap="square" lIns="0" tIns="0" rIns="0" bIns="0" rtlCol="0">
            <a:spAutoFit/>
          </a:bodyPr>
          <a:lstStyle/>
          <a:p>
            <a:pPr marL="12700"/>
            <a:r>
              <a:rPr spc="-5" dirty="0">
                <a:latin typeface="Arial"/>
                <a:cs typeface="Arial"/>
              </a:rPr>
              <a:t>2 </a:t>
            </a:r>
            <a:r>
              <a:rPr dirty="0">
                <a:latin typeface="Arial"/>
                <a:cs typeface="Arial"/>
              </a:rPr>
              <a:t>Islas: B y</a:t>
            </a:r>
            <a:r>
              <a:rPr spc="-114" dirty="0">
                <a:latin typeface="Arial"/>
                <a:cs typeface="Arial"/>
              </a:rPr>
              <a:t> </a:t>
            </a:r>
            <a:r>
              <a:rPr spc="-5" dirty="0">
                <a:latin typeface="Arial"/>
                <a:cs typeface="Arial"/>
              </a:rPr>
              <a:t>C</a:t>
            </a:r>
            <a:endParaRPr>
              <a:latin typeface="Arial"/>
              <a:cs typeface="Arial"/>
            </a:endParaRPr>
          </a:p>
          <a:p>
            <a:pPr>
              <a:spcBef>
                <a:spcPts val="30"/>
              </a:spcBef>
            </a:pPr>
            <a:endParaRPr sz="1850">
              <a:latin typeface="Times New Roman"/>
              <a:cs typeface="Times New Roman"/>
            </a:endParaRPr>
          </a:p>
          <a:p>
            <a:pPr marL="12700">
              <a:spcBef>
                <a:spcPts val="5"/>
              </a:spcBef>
            </a:pPr>
            <a:r>
              <a:rPr spc="-5" dirty="0">
                <a:latin typeface="Arial"/>
                <a:cs typeface="Arial"/>
              </a:rPr>
              <a:t>2 Orillas: </a:t>
            </a:r>
            <a:r>
              <a:rPr dirty="0">
                <a:latin typeface="Arial"/>
                <a:cs typeface="Arial"/>
              </a:rPr>
              <a:t>A y</a:t>
            </a:r>
            <a:r>
              <a:rPr spc="-275" dirty="0">
                <a:latin typeface="Arial"/>
                <a:cs typeface="Arial"/>
              </a:rPr>
              <a:t> </a:t>
            </a:r>
            <a:r>
              <a:rPr spc="-5" dirty="0">
                <a:latin typeface="Arial"/>
                <a:cs typeface="Arial"/>
              </a:rPr>
              <a:t>D</a:t>
            </a:r>
            <a:endParaRPr>
              <a:latin typeface="Arial"/>
              <a:cs typeface="Arial"/>
            </a:endParaRPr>
          </a:p>
        </p:txBody>
      </p:sp>
    </p:spTree>
    <p:extLst>
      <p:ext uri="{BB962C8B-B14F-4D97-AF65-F5344CB8AC3E}">
        <p14:creationId xmlns:p14="http://schemas.microsoft.com/office/powerpoint/2010/main" val="4049452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2000" y="1371600"/>
            <a:ext cx="8129117" cy="3936975"/>
          </a:xfrm>
          <a:prstGeom prst="rect">
            <a:avLst/>
          </a:prstGeom>
        </p:spPr>
        <p:txBody>
          <a:bodyPr vert="horz" wrap="square" lIns="0" tIns="0" rIns="0" bIns="0" rtlCol="0">
            <a:spAutoFit/>
          </a:bodyPr>
          <a:lstStyle/>
          <a:p>
            <a:pPr marL="355600" indent="-342900">
              <a:buClr>
                <a:srgbClr val="696363"/>
              </a:buClr>
              <a:buSzPct val="79166"/>
              <a:buFont typeface="Wingdings"/>
              <a:buChar char=""/>
              <a:tabLst>
                <a:tab pos="355600" algn="l"/>
              </a:tabLst>
            </a:pPr>
            <a:r>
              <a:rPr sz="2400" b="1" u="heavy" spc="-5" dirty="0">
                <a:solidFill>
                  <a:srgbClr val="002850"/>
                </a:solidFill>
                <a:latin typeface="HP Simplified" panose="020B0604020204020204" pitchFamily="34" charset="0"/>
                <a:cs typeface="Arial Narrow"/>
              </a:rPr>
              <a:t>Camino </a:t>
            </a:r>
            <a:r>
              <a:rPr sz="2400" u="heavy" spc="-5" dirty="0">
                <a:solidFill>
                  <a:srgbClr val="002850"/>
                </a:solidFill>
                <a:latin typeface="HP Simplified" panose="020B0604020204020204" pitchFamily="34" charset="0"/>
                <a:cs typeface="Arial Narrow"/>
              </a:rPr>
              <a:t>de</a:t>
            </a:r>
            <a:r>
              <a:rPr sz="2400" u="heavy" spc="-65" dirty="0">
                <a:solidFill>
                  <a:srgbClr val="002850"/>
                </a:solidFill>
                <a:latin typeface="HP Simplified" panose="020B0604020204020204" pitchFamily="34" charset="0"/>
                <a:cs typeface="Arial Narrow"/>
              </a:rPr>
              <a:t> </a:t>
            </a:r>
            <a:r>
              <a:rPr sz="2400" u="heavy" spc="-5" dirty="0">
                <a:solidFill>
                  <a:srgbClr val="002850"/>
                </a:solidFill>
                <a:latin typeface="HP Simplified" panose="020B0604020204020204" pitchFamily="34" charset="0"/>
                <a:cs typeface="Arial Narrow"/>
              </a:rPr>
              <a:t>Euler</a:t>
            </a:r>
            <a:endParaRPr sz="2400" dirty="0">
              <a:latin typeface="HP Simplified" panose="020B0604020204020204" pitchFamily="34" charset="0"/>
              <a:cs typeface="Arial Narrow"/>
            </a:endParaRPr>
          </a:p>
          <a:p>
            <a:pPr marL="629920" lvl="1" indent="-342900">
              <a:spcBef>
                <a:spcPts val="480"/>
              </a:spcBef>
              <a:buClr>
                <a:srgbClr val="696363"/>
              </a:buClr>
              <a:buSzPct val="80000"/>
              <a:buFont typeface="Wingdings"/>
              <a:buChar char=""/>
              <a:tabLst>
                <a:tab pos="629285" algn="l"/>
                <a:tab pos="629920" algn="l"/>
              </a:tabLst>
            </a:pPr>
            <a:r>
              <a:rPr sz="2000" dirty="0">
                <a:solidFill>
                  <a:srgbClr val="002850"/>
                </a:solidFill>
                <a:latin typeface="HP Simplified" panose="020B0604020204020204" pitchFamily="34" charset="0"/>
                <a:cs typeface="Arial Narrow"/>
              </a:rPr>
              <a:t>Recorre </a:t>
            </a:r>
            <a:r>
              <a:rPr sz="2000" spc="-5" dirty="0">
                <a:solidFill>
                  <a:srgbClr val="002850"/>
                </a:solidFill>
                <a:latin typeface="HP Simplified" panose="020B0604020204020204" pitchFamily="34" charset="0"/>
                <a:cs typeface="Arial Narrow"/>
              </a:rPr>
              <a:t>TODOS los </a:t>
            </a:r>
            <a:r>
              <a:rPr sz="2000" dirty="0">
                <a:solidFill>
                  <a:srgbClr val="002850"/>
                </a:solidFill>
                <a:latin typeface="HP Simplified" panose="020B0604020204020204" pitchFamily="34" charset="0"/>
                <a:cs typeface="Arial Narrow"/>
              </a:rPr>
              <a:t>ARCOS </a:t>
            </a:r>
            <a:r>
              <a:rPr sz="2000" spc="-5" dirty="0">
                <a:solidFill>
                  <a:srgbClr val="002850"/>
                </a:solidFill>
                <a:latin typeface="HP Simplified" panose="020B0604020204020204" pitchFamily="34" charset="0"/>
                <a:cs typeface="Arial Narrow"/>
              </a:rPr>
              <a:t>sin</a:t>
            </a:r>
            <a:r>
              <a:rPr sz="2000" spc="-220" dirty="0">
                <a:solidFill>
                  <a:srgbClr val="002850"/>
                </a:solidFill>
                <a:latin typeface="HP Simplified" panose="020B0604020204020204" pitchFamily="34" charset="0"/>
                <a:cs typeface="Arial Narrow"/>
              </a:rPr>
              <a:t> </a:t>
            </a:r>
            <a:r>
              <a:rPr sz="2000" dirty="0">
                <a:solidFill>
                  <a:srgbClr val="002850"/>
                </a:solidFill>
                <a:latin typeface="HP Simplified" panose="020B0604020204020204" pitchFamily="34" charset="0"/>
                <a:cs typeface="Arial Narrow"/>
              </a:rPr>
              <a:t>repetirlos</a:t>
            </a:r>
            <a:endParaRPr sz="2000" dirty="0">
              <a:latin typeface="HP Simplified" panose="020B0604020204020204" pitchFamily="34" charset="0"/>
              <a:cs typeface="Arial Narrow"/>
            </a:endParaRPr>
          </a:p>
          <a:p>
            <a:pPr marL="629920" lvl="1" indent="-342900">
              <a:spcBef>
                <a:spcPts val="475"/>
              </a:spcBef>
              <a:buClr>
                <a:srgbClr val="696363"/>
              </a:buClr>
              <a:buSzPct val="80000"/>
              <a:buFont typeface="Wingdings"/>
              <a:buChar char=""/>
              <a:tabLst>
                <a:tab pos="629285" algn="l"/>
                <a:tab pos="629920" algn="l"/>
              </a:tabLst>
            </a:pPr>
            <a:r>
              <a:rPr sz="2000" spc="-5" dirty="0">
                <a:solidFill>
                  <a:srgbClr val="002850"/>
                </a:solidFill>
                <a:latin typeface="HP Simplified" panose="020B0604020204020204" pitchFamily="34" charset="0"/>
                <a:cs typeface="Arial Narrow"/>
              </a:rPr>
              <a:t>Los vértices se pueden</a:t>
            </a:r>
            <a:r>
              <a:rPr sz="2000" spc="-30" dirty="0">
                <a:solidFill>
                  <a:srgbClr val="002850"/>
                </a:solidFill>
                <a:latin typeface="HP Simplified" panose="020B0604020204020204" pitchFamily="34" charset="0"/>
                <a:cs typeface="Arial Narrow"/>
              </a:rPr>
              <a:t> </a:t>
            </a:r>
            <a:r>
              <a:rPr sz="2000" spc="-5" dirty="0">
                <a:solidFill>
                  <a:srgbClr val="002850"/>
                </a:solidFill>
                <a:latin typeface="HP Simplified" panose="020B0604020204020204" pitchFamily="34" charset="0"/>
                <a:cs typeface="Arial Narrow"/>
              </a:rPr>
              <a:t>repetir</a:t>
            </a:r>
            <a:endParaRPr sz="2000" dirty="0">
              <a:latin typeface="HP Simplified" panose="020B0604020204020204" pitchFamily="34" charset="0"/>
              <a:cs typeface="Arial Narrow"/>
            </a:endParaRPr>
          </a:p>
          <a:p>
            <a:pPr lvl="1">
              <a:spcBef>
                <a:spcPts val="30"/>
              </a:spcBef>
              <a:buClr>
                <a:srgbClr val="696363"/>
              </a:buClr>
            </a:pPr>
            <a:endParaRPr lang="es-CL" sz="2900" dirty="0">
              <a:latin typeface="HP Simplified" panose="020B0604020204020204" pitchFamily="34" charset="0"/>
              <a:cs typeface="Times New Roman"/>
            </a:endParaRPr>
          </a:p>
          <a:p>
            <a:pPr lvl="1">
              <a:spcBef>
                <a:spcPts val="30"/>
              </a:spcBef>
              <a:buClr>
                <a:srgbClr val="696363"/>
              </a:buClr>
            </a:pPr>
            <a:endParaRPr lang="es-CL" sz="2900" dirty="0">
              <a:latin typeface="HP Simplified" panose="020B0604020204020204" pitchFamily="34" charset="0"/>
              <a:cs typeface="Times New Roman"/>
            </a:endParaRPr>
          </a:p>
          <a:p>
            <a:pPr lvl="1">
              <a:spcBef>
                <a:spcPts val="30"/>
              </a:spcBef>
              <a:buClr>
                <a:srgbClr val="696363"/>
              </a:buClr>
            </a:pPr>
            <a:endParaRPr sz="2900" dirty="0">
              <a:latin typeface="HP Simplified" panose="020B0604020204020204" pitchFamily="34" charset="0"/>
              <a:cs typeface="Times New Roman"/>
            </a:endParaRPr>
          </a:p>
          <a:p>
            <a:pPr marL="355600" indent="-342900">
              <a:spcBef>
                <a:spcPts val="5"/>
              </a:spcBef>
              <a:buClr>
                <a:srgbClr val="696363"/>
              </a:buClr>
              <a:buSzPct val="79166"/>
              <a:buFont typeface="Wingdings"/>
              <a:buChar char=""/>
              <a:tabLst>
                <a:tab pos="355600" algn="l"/>
              </a:tabLst>
            </a:pPr>
            <a:r>
              <a:rPr sz="2400" b="1" u="heavy" dirty="0">
                <a:solidFill>
                  <a:srgbClr val="002850"/>
                </a:solidFill>
                <a:latin typeface="HP Simplified" panose="020B0604020204020204" pitchFamily="34" charset="0"/>
                <a:cs typeface="Arial Narrow"/>
              </a:rPr>
              <a:t>Ciclo </a:t>
            </a:r>
            <a:r>
              <a:rPr sz="2400" u="heavy" spc="-5" dirty="0">
                <a:solidFill>
                  <a:srgbClr val="002850"/>
                </a:solidFill>
                <a:latin typeface="HP Simplified" panose="020B0604020204020204" pitchFamily="34" charset="0"/>
                <a:cs typeface="Arial Narrow"/>
              </a:rPr>
              <a:t>de</a:t>
            </a:r>
            <a:r>
              <a:rPr sz="2400" u="heavy" spc="-85" dirty="0">
                <a:solidFill>
                  <a:srgbClr val="002850"/>
                </a:solidFill>
                <a:latin typeface="HP Simplified" panose="020B0604020204020204" pitchFamily="34" charset="0"/>
                <a:cs typeface="Arial Narrow"/>
              </a:rPr>
              <a:t> </a:t>
            </a:r>
            <a:r>
              <a:rPr sz="2400" u="heavy" spc="-5" dirty="0">
                <a:solidFill>
                  <a:srgbClr val="002850"/>
                </a:solidFill>
                <a:latin typeface="HP Simplified" panose="020B0604020204020204" pitchFamily="34" charset="0"/>
                <a:cs typeface="Arial Narrow"/>
              </a:rPr>
              <a:t>Euler</a:t>
            </a:r>
            <a:endParaRPr sz="2400" dirty="0">
              <a:latin typeface="HP Simplified" panose="020B0604020204020204" pitchFamily="34" charset="0"/>
              <a:cs typeface="Arial Narrow"/>
            </a:endParaRPr>
          </a:p>
          <a:p>
            <a:pPr marL="629920" lvl="1" indent="-342900">
              <a:spcBef>
                <a:spcPts val="484"/>
              </a:spcBef>
              <a:buClr>
                <a:srgbClr val="696363"/>
              </a:buClr>
              <a:buSzPct val="80000"/>
              <a:buFont typeface="Wingdings"/>
              <a:buChar char=""/>
              <a:tabLst>
                <a:tab pos="629285" algn="l"/>
                <a:tab pos="629920" algn="l"/>
              </a:tabLst>
            </a:pPr>
            <a:r>
              <a:rPr sz="2000" dirty="0">
                <a:solidFill>
                  <a:srgbClr val="002850"/>
                </a:solidFill>
                <a:latin typeface="HP Simplified" panose="020B0604020204020204" pitchFamily="34" charset="0"/>
                <a:cs typeface="Arial Narrow"/>
              </a:rPr>
              <a:t>Recorre </a:t>
            </a:r>
            <a:r>
              <a:rPr sz="2000" spc="-5" dirty="0">
                <a:solidFill>
                  <a:srgbClr val="002850"/>
                </a:solidFill>
                <a:latin typeface="HP Simplified" panose="020B0604020204020204" pitchFamily="34" charset="0"/>
                <a:cs typeface="Arial Narrow"/>
              </a:rPr>
              <a:t>TODOS los </a:t>
            </a:r>
            <a:r>
              <a:rPr sz="2000" dirty="0">
                <a:solidFill>
                  <a:srgbClr val="002850"/>
                </a:solidFill>
                <a:latin typeface="HP Simplified" panose="020B0604020204020204" pitchFamily="34" charset="0"/>
                <a:cs typeface="Arial Narrow"/>
              </a:rPr>
              <a:t>ARCOS </a:t>
            </a:r>
            <a:r>
              <a:rPr sz="2000" spc="-5" dirty="0">
                <a:solidFill>
                  <a:srgbClr val="002850"/>
                </a:solidFill>
                <a:latin typeface="HP Simplified" panose="020B0604020204020204" pitchFamily="34" charset="0"/>
                <a:cs typeface="Arial Narrow"/>
              </a:rPr>
              <a:t>sin</a:t>
            </a:r>
            <a:r>
              <a:rPr sz="2000" spc="-220" dirty="0">
                <a:solidFill>
                  <a:srgbClr val="002850"/>
                </a:solidFill>
                <a:latin typeface="HP Simplified" panose="020B0604020204020204" pitchFamily="34" charset="0"/>
                <a:cs typeface="Arial Narrow"/>
              </a:rPr>
              <a:t> </a:t>
            </a:r>
            <a:r>
              <a:rPr sz="2000" dirty="0">
                <a:solidFill>
                  <a:srgbClr val="002850"/>
                </a:solidFill>
                <a:latin typeface="HP Simplified" panose="020B0604020204020204" pitchFamily="34" charset="0"/>
                <a:cs typeface="Arial Narrow"/>
              </a:rPr>
              <a:t>repetirlos</a:t>
            </a:r>
            <a:endParaRPr sz="2000" dirty="0">
              <a:latin typeface="HP Simplified" panose="020B0604020204020204" pitchFamily="34" charset="0"/>
              <a:cs typeface="Arial Narrow"/>
            </a:endParaRPr>
          </a:p>
          <a:p>
            <a:pPr marL="629920" lvl="1" indent="-342900">
              <a:spcBef>
                <a:spcPts val="480"/>
              </a:spcBef>
              <a:buClr>
                <a:srgbClr val="696363"/>
              </a:buClr>
              <a:buSzPct val="80000"/>
              <a:buFont typeface="Wingdings"/>
              <a:buChar char=""/>
              <a:tabLst>
                <a:tab pos="629285" algn="l"/>
                <a:tab pos="629920" algn="l"/>
              </a:tabLst>
            </a:pPr>
            <a:r>
              <a:rPr sz="2000" spc="-5" dirty="0">
                <a:solidFill>
                  <a:srgbClr val="002850"/>
                </a:solidFill>
                <a:latin typeface="HP Simplified" panose="020B0604020204020204" pitchFamily="34" charset="0"/>
                <a:cs typeface="Arial Narrow"/>
              </a:rPr>
              <a:t>Los vértices se pueden</a:t>
            </a:r>
            <a:r>
              <a:rPr sz="2000" spc="-30" dirty="0">
                <a:solidFill>
                  <a:srgbClr val="002850"/>
                </a:solidFill>
                <a:latin typeface="HP Simplified" panose="020B0604020204020204" pitchFamily="34" charset="0"/>
                <a:cs typeface="Arial Narrow"/>
              </a:rPr>
              <a:t> </a:t>
            </a:r>
            <a:r>
              <a:rPr sz="2000" spc="-5" dirty="0">
                <a:solidFill>
                  <a:srgbClr val="002850"/>
                </a:solidFill>
                <a:latin typeface="HP Simplified" panose="020B0604020204020204" pitchFamily="34" charset="0"/>
                <a:cs typeface="Arial Narrow"/>
              </a:rPr>
              <a:t>repetir</a:t>
            </a:r>
            <a:endParaRPr sz="2000" dirty="0">
              <a:latin typeface="HP Simplified" panose="020B0604020204020204" pitchFamily="34" charset="0"/>
              <a:cs typeface="Arial Narrow"/>
            </a:endParaRPr>
          </a:p>
          <a:p>
            <a:pPr marL="629920" lvl="1" indent="-342900">
              <a:spcBef>
                <a:spcPts val="480"/>
              </a:spcBef>
              <a:buClr>
                <a:srgbClr val="696363"/>
              </a:buClr>
              <a:buSzPct val="80000"/>
              <a:buFont typeface="Wingdings"/>
              <a:buChar char=""/>
              <a:tabLst>
                <a:tab pos="629285" algn="l"/>
                <a:tab pos="629920" algn="l"/>
              </a:tabLst>
            </a:pPr>
            <a:r>
              <a:rPr sz="2000" spc="-5" dirty="0">
                <a:solidFill>
                  <a:srgbClr val="FF0000"/>
                </a:solidFill>
                <a:latin typeface="HP Simplified" panose="020B0604020204020204" pitchFamily="34" charset="0"/>
                <a:cs typeface="Arial Narrow"/>
              </a:rPr>
              <a:t>Inicia </a:t>
            </a:r>
            <a:r>
              <a:rPr sz="2000" dirty="0">
                <a:solidFill>
                  <a:srgbClr val="FF0000"/>
                </a:solidFill>
                <a:latin typeface="HP Simplified" panose="020B0604020204020204" pitchFamily="34" charset="0"/>
                <a:cs typeface="Arial Narrow"/>
              </a:rPr>
              <a:t>y termina </a:t>
            </a:r>
            <a:r>
              <a:rPr sz="2000" spc="-5" dirty="0">
                <a:solidFill>
                  <a:srgbClr val="FF0000"/>
                </a:solidFill>
                <a:latin typeface="HP Simplified" panose="020B0604020204020204" pitchFamily="34" charset="0"/>
                <a:cs typeface="Arial Narrow"/>
              </a:rPr>
              <a:t>en el </a:t>
            </a:r>
            <a:r>
              <a:rPr sz="2000" u="sng" spc="-5" dirty="0" err="1">
                <a:solidFill>
                  <a:srgbClr val="FF0000"/>
                </a:solidFill>
                <a:latin typeface="HP Simplified" panose="020B0604020204020204" pitchFamily="34" charset="0"/>
                <a:cs typeface="Arial Narrow"/>
              </a:rPr>
              <a:t>mismo</a:t>
            </a:r>
            <a:r>
              <a:rPr sz="2000" u="heavy" spc="-100" dirty="0">
                <a:solidFill>
                  <a:srgbClr val="FF0000"/>
                </a:solidFill>
                <a:latin typeface="HP Simplified" panose="020B0604020204020204" pitchFamily="34" charset="0"/>
                <a:cs typeface="Arial Narrow"/>
              </a:rPr>
              <a:t> </a:t>
            </a:r>
            <a:r>
              <a:rPr sz="2000" spc="-5" dirty="0" err="1">
                <a:solidFill>
                  <a:srgbClr val="FF0000"/>
                </a:solidFill>
                <a:latin typeface="HP Simplified" panose="020B0604020204020204" pitchFamily="34" charset="0"/>
                <a:cs typeface="Arial Narrow"/>
              </a:rPr>
              <a:t>vértice</a:t>
            </a:r>
            <a:endParaRPr sz="2000" dirty="0">
              <a:latin typeface="HP Simplified" panose="020B0604020204020204" pitchFamily="34" charset="0"/>
              <a:cs typeface="Arial Narrow"/>
            </a:endParaRPr>
          </a:p>
        </p:txBody>
      </p:sp>
      <p:sp>
        <p:nvSpPr>
          <p:cNvPr id="3" name="object 3"/>
          <p:cNvSpPr txBox="1">
            <a:spLocks noGrp="1"/>
          </p:cNvSpPr>
          <p:nvPr>
            <p:ph type="title"/>
          </p:nvPr>
        </p:nvSpPr>
        <p:spPr>
          <a:xfrm>
            <a:off x="533400" y="67235"/>
            <a:ext cx="10396882" cy="1151965"/>
          </a:xfrm>
          <a:prstGeom prst="rect">
            <a:avLst/>
          </a:prstGeom>
        </p:spPr>
        <p:txBody>
          <a:bodyPr vert="horz" wrap="square" lIns="0" tIns="0" rIns="0" bIns="0" rtlCol="0" anchor="ctr">
            <a:spAutoFit/>
          </a:bodyPr>
          <a:lstStyle/>
          <a:p>
            <a:pPr marL="12700">
              <a:lnSpc>
                <a:spcPct val="100000"/>
              </a:lnSpc>
            </a:pPr>
            <a:r>
              <a:rPr spc="-5" dirty="0"/>
              <a:t>Caminos y Ciclos de</a:t>
            </a:r>
            <a:r>
              <a:rPr spc="-45" dirty="0"/>
              <a:t> </a:t>
            </a:r>
            <a:r>
              <a:rPr spc="-5" dirty="0"/>
              <a:t>Euler</a:t>
            </a:r>
          </a:p>
        </p:txBody>
      </p:sp>
      <p:sp>
        <p:nvSpPr>
          <p:cNvPr id="5" name="CuadroTexto 4">
            <a:extLst>
              <a:ext uri="{FF2B5EF4-FFF2-40B4-BE49-F238E27FC236}">
                <a16:creationId xmlns:a16="http://schemas.microsoft.com/office/drawing/2014/main" id="{ACAC63C6-6002-4029-A54A-1635A524EA3E}"/>
              </a:ext>
            </a:extLst>
          </p:cNvPr>
          <p:cNvSpPr txBox="1"/>
          <p:nvPr/>
        </p:nvSpPr>
        <p:spPr>
          <a:xfrm>
            <a:off x="5653093" y="1257898"/>
            <a:ext cx="6134100" cy="2267287"/>
          </a:xfrm>
          <a:prstGeom prst="rect">
            <a:avLst/>
          </a:prstGeom>
          <a:noFill/>
        </p:spPr>
        <p:txBody>
          <a:bodyPr wrap="square">
            <a:spAutoFit/>
          </a:bodyPr>
          <a:lstStyle/>
          <a:p>
            <a:pPr marL="355600" indent="-342900">
              <a:buClr>
                <a:srgbClr val="696363"/>
              </a:buClr>
              <a:buSzPct val="79166"/>
              <a:buFont typeface="Wingdings"/>
              <a:buChar char=""/>
              <a:tabLst>
                <a:tab pos="355600" algn="l"/>
              </a:tabLst>
            </a:pPr>
            <a:r>
              <a:rPr lang="es-MX" sz="2400" u="heavy" spc="-5" dirty="0">
                <a:solidFill>
                  <a:srgbClr val="002850"/>
                </a:solidFill>
                <a:latin typeface="HP Simplified" panose="020B0604020204020204" pitchFamily="34" charset="0"/>
                <a:cs typeface="Arial Narrow"/>
              </a:rPr>
              <a:t>Grafo</a:t>
            </a:r>
            <a:r>
              <a:rPr lang="es-MX" sz="2400" u="heavy" spc="-95" dirty="0">
                <a:solidFill>
                  <a:srgbClr val="002850"/>
                </a:solidFill>
                <a:latin typeface="HP Simplified" panose="020B0604020204020204" pitchFamily="34" charset="0"/>
                <a:cs typeface="Arial Narrow"/>
              </a:rPr>
              <a:t> </a:t>
            </a:r>
            <a:r>
              <a:rPr lang="es-MX" sz="2400" u="heavy" spc="-5" dirty="0" err="1">
                <a:solidFill>
                  <a:srgbClr val="002850"/>
                </a:solidFill>
                <a:latin typeface="HP Simplified" panose="020B0604020204020204" pitchFamily="34" charset="0"/>
                <a:cs typeface="Arial Narrow"/>
              </a:rPr>
              <a:t>Semieuleriano</a:t>
            </a:r>
            <a:endParaRPr lang="es-MX" sz="2400" dirty="0">
              <a:latin typeface="HP Simplified" panose="020B0604020204020204" pitchFamily="34" charset="0"/>
              <a:cs typeface="Arial Narrow"/>
            </a:endParaRPr>
          </a:p>
          <a:p>
            <a:pPr marL="629920" lvl="1" indent="-342900">
              <a:spcBef>
                <a:spcPts val="480"/>
              </a:spcBef>
              <a:buClr>
                <a:srgbClr val="696363"/>
              </a:buClr>
              <a:buSzPct val="80000"/>
              <a:buFont typeface="Wingdings"/>
              <a:buChar char=""/>
              <a:tabLst>
                <a:tab pos="629285" algn="l"/>
                <a:tab pos="629920" algn="l"/>
              </a:tabLst>
            </a:pPr>
            <a:r>
              <a:rPr lang="es-MX" sz="2000" dirty="0">
                <a:solidFill>
                  <a:srgbClr val="002850"/>
                </a:solidFill>
                <a:latin typeface="HP Simplified" panose="020B0604020204020204" pitchFamily="34" charset="0"/>
                <a:cs typeface="Arial Narrow"/>
              </a:rPr>
              <a:t>Es </a:t>
            </a:r>
            <a:r>
              <a:rPr lang="es-MX" sz="2000" spc="-5" dirty="0">
                <a:solidFill>
                  <a:srgbClr val="002850"/>
                </a:solidFill>
                <a:latin typeface="HP Simplified" panose="020B0604020204020204" pitchFamily="34" charset="0"/>
                <a:cs typeface="Arial Narrow"/>
              </a:rPr>
              <a:t>aquel grafo conexo que admite un camino de</a:t>
            </a:r>
            <a:r>
              <a:rPr lang="es-MX" sz="2000" spc="-55" dirty="0">
                <a:solidFill>
                  <a:srgbClr val="002850"/>
                </a:solidFill>
                <a:latin typeface="HP Simplified" panose="020B0604020204020204" pitchFamily="34" charset="0"/>
                <a:cs typeface="Arial Narrow"/>
              </a:rPr>
              <a:t> </a:t>
            </a:r>
            <a:r>
              <a:rPr lang="es-MX" sz="2000" spc="-10" dirty="0">
                <a:solidFill>
                  <a:srgbClr val="002850"/>
                </a:solidFill>
                <a:latin typeface="HP Simplified" panose="020B0604020204020204" pitchFamily="34" charset="0"/>
                <a:cs typeface="Arial Narrow"/>
              </a:rPr>
              <a:t>Euler</a:t>
            </a:r>
            <a:endParaRPr lang="es-MX" sz="2000" dirty="0">
              <a:latin typeface="HP Simplified" panose="020B0604020204020204" pitchFamily="34" charset="0"/>
              <a:cs typeface="Arial Narrow"/>
            </a:endParaRPr>
          </a:p>
          <a:p>
            <a:pPr marL="355600" indent="-342900">
              <a:spcBef>
                <a:spcPts val="565"/>
              </a:spcBef>
              <a:buClr>
                <a:srgbClr val="696363"/>
              </a:buClr>
              <a:buSzPct val="79166"/>
              <a:buFont typeface="Wingdings"/>
              <a:buChar char=""/>
              <a:tabLst>
                <a:tab pos="355600" algn="l"/>
              </a:tabLst>
            </a:pPr>
            <a:r>
              <a:rPr lang="es-MX" sz="2400" u="heavy" spc="-5" dirty="0">
                <a:solidFill>
                  <a:srgbClr val="002850"/>
                </a:solidFill>
                <a:latin typeface="HP Simplified" panose="020B0604020204020204" pitchFamily="34" charset="0"/>
                <a:cs typeface="Arial Narrow"/>
              </a:rPr>
              <a:t>Grafo</a:t>
            </a:r>
            <a:r>
              <a:rPr lang="es-MX" sz="2400" u="heavy" spc="-75" dirty="0">
                <a:solidFill>
                  <a:srgbClr val="002850"/>
                </a:solidFill>
                <a:latin typeface="HP Simplified" panose="020B0604020204020204" pitchFamily="34" charset="0"/>
                <a:cs typeface="Arial Narrow"/>
              </a:rPr>
              <a:t> </a:t>
            </a:r>
            <a:r>
              <a:rPr lang="es-MX" sz="2400" u="heavy" spc="-5" dirty="0">
                <a:solidFill>
                  <a:srgbClr val="002850"/>
                </a:solidFill>
                <a:latin typeface="HP Simplified" panose="020B0604020204020204" pitchFamily="34" charset="0"/>
                <a:cs typeface="Arial Narrow"/>
              </a:rPr>
              <a:t>Euleriano</a:t>
            </a:r>
            <a:endParaRPr lang="es-MX" sz="2400" dirty="0">
              <a:latin typeface="HP Simplified" panose="020B0604020204020204" pitchFamily="34" charset="0"/>
              <a:cs typeface="Arial Narrow"/>
            </a:endParaRPr>
          </a:p>
          <a:p>
            <a:pPr marL="629920" lvl="1" indent="-342900">
              <a:spcBef>
                <a:spcPts val="480"/>
              </a:spcBef>
              <a:buClr>
                <a:srgbClr val="696363"/>
              </a:buClr>
              <a:buSzPct val="80000"/>
              <a:buFont typeface="Wingdings"/>
              <a:buChar char=""/>
              <a:tabLst>
                <a:tab pos="629285" algn="l"/>
                <a:tab pos="629920" algn="l"/>
              </a:tabLst>
            </a:pPr>
            <a:r>
              <a:rPr lang="es-MX" sz="2000" dirty="0">
                <a:solidFill>
                  <a:srgbClr val="002850"/>
                </a:solidFill>
                <a:latin typeface="HP Simplified" panose="020B0604020204020204" pitchFamily="34" charset="0"/>
                <a:cs typeface="Arial Narrow"/>
              </a:rPr>
              <a:t>Es </a:t>
            </a:r>
            <a:r>
              <a:rPr lang="es-MX" sz="2000" spc="-5" dirty="0">
                <a:solidFill>
                  <a:srgbClr val="002850"/>
                </a:solidFill>
                <a:latin typeface="HP Simplified" panose="020B0604020204020204" pitchFamily="34" charset="0"/>
                <a:cs typeface="Arial Narrow"/>
              </a:rPr>
              <a:t>el aquel grafo conexo que admite un circuito de</a:t>
            </a:r>
            <a:r>
              <a:rPr lang="es-MX" sz="2000" spc="-90" dirty="0">
                <a:solidFill>
                  <a:srgbClr val="002850"/>
                </a:solidFill>
                <a:latin typeface="HP Simplified" panose="020B0604020204020204" pitchFamily="34" charset="0"/>
                <a:cs typeface="Arial Narrow"/>
              </a:rPr>
              <a:t> </a:t>
            </a:r>
            <a:r>
              <a:rPr lang="es-MX" sz="2000" spc="-5" dirty="0">
                <a:solidFill>
                  <a:srgbClr val="002850"/>
                </a:solidFill>
                <a:latin typeface="HP Simplified" panose="020B0604020204020204" pitchFamily="34" charset="0"/>
                <a:cs typeface="Arial Narrow"/>
              </a:rPr>
              <a:t>Euler</a:t>
            </a:r>
            <a:endParaRPr lang="es-MX" sz="2000" dirty="0">
              <a:latin typeface="HP Simplified" panose="020B0604020204020204" pitchFamily="34" charset="0"/>
              <a:cs typeface="Arial Narrow"/>
            </a:endParaRPr>
          </a:p>
        </p:txBody>
      </p:sp>
      <p:sp>
        <p:nvSpPr>
          <p:cNvPr id="21" name="CuadroTexto 20">
            <a:extLst>
              <a:ext uri="{FF2B5EF4-FFF2-40B4-BE49-F238E27FC236}">
                <a16:creationId xmlns:a16="http://schemas.microsoft.com/office/drawing/2014/main" id="{5E82C3D6-04B6-4E2C-8430-9AE9FB98174E}"/>
              </a:ext>
            </a:extLst>
          </p:cNvPr>
          <p:cNvSpPr txBox="1"/>
          <p:nvPr/>
        </p:nvSpPr>
        <p:spPr>
          <a:xfrm>
            <a:off x="-23807" y="6292885"/>
            <a:ext cx="11811000" cy="369332"/>
          </a:xfrm>
          <a:prstGeom prst="rect">
            <a:avLst/>
          </a:prstGeom>
          <a:solidFill>
            <a:srgbClr val="7F7F7F"/>
          </a:solidFill>
        </p:spPr>
        <p:txBody>
          <a:bodyPr wrap="square">
            <a:spAutoFit/>
          </a:bodyPr>
          <a:lstStyle/>
          <a:p>
            <a:pPr algn="ctr"/>
            <a:r>
              <a:rPr lang="es-CL" dirty="0">
                <a:solidFill>
                  <a:schemeClr val="bg1"/>
                </a:solidFill>
                <a:effectLst>
                  <a:outerShdw blurRad="38100" dist="38100" dir="2700000" algn="tl">
                    <a:srgbClr val="000000">
                      <a:alpha val="43137"/>
                    </a:srgbClr>
                  </a:outerShdw>
                </a:effectLst>
                <a:latin typeface="HP Simplified" panose="020B0604020204020204" pitchFamily="34" charset="0"/>
                <a:hlinkClick r:id="rId2">
                  <a:extLst>
                    <a:ext uri="{A12FA001-AC4F-418D-AE19-62706E023703}">
                      <ahyp:hlinkClr xmlns:ahyp="http://schemas.microsoft.com/office/drawing/2018/hyperlinkcolor" val="tx"/>
                    </a:ext>
                  </a:extLst>
                </a:hlinkClick>
              </a:rPr>
              <a:t>https://blog.omegaup.com/solucion-a-los-callejones-de-guanajuato/</a:t>
            </a:r>
            <a:endParaRPr lang="es-CL" dirty="0">
              <a:solidFill>
                <a:schemeClr val="bg1"/>
              </a:solidFill>
              <a:effectLst>
                <a:outerShdw blurRad="38100" dist="38100" dir="2700000" algn="tl">
                  <a:srgbClr val="000000">
                    <a:alpha val="43137"/>
                  </a:srgbClr>
                </a:outerShdw>
              </a:effectLst>
              <a:latin typeface="HP Simplified" panose="020B0604020204020204" pitchFamily="34" charset="0"/>
            </a:endParaRPr>
          </a:p>
        </p:txBody>
      </p:sp>
      <p:grpSp>
        <p:nvGrpSpPr>
          <p:cNvPr id="88" name="Grupo 87">
            <a:extLst>
              <a:ext uri="{FF2B5EF4-FFF2-40B4-BE49-F238E27FC236}">
                <a16:creationId xmlns:a16="http://schemas.microsoft.com/office/drawing/2014/main" id="{AF04FD84-5020-4D45-A4AA-46704B89564D}"/>
              </a:ext>
            </a:extLst>
          </p:cNvPr>
          <p:cNvGrpSpPr/>
          <p:nvPr/>
        </p:nvGrpSpPr>
        <p:grpSpPr>
          <a:xfrm>
            <a:off x="7696200" y="3874091"/>
            <a:ext cx="2727850" cy="1693323"/>
            <a:chOff x="1194866" y="4560127"/>
            <a:chExt cx="2727850" cy="1693323"/>
          </a:xfrm>
        </p:grpSpPr>
        <p:sp>
          <p:nvSpPr>
            <p:cNvPr id="9" name="Elipse 8">
              <a:extLst>
                <a:ext uri="{FF2B5EF4-FFF2-40B4-BE49-F238E27FC236}">
                  <a16:creationId xmlns:a16="http://schemas.microsoft.com/office/drawing/2014/main" id="{735ADEEE-F19D-4B32-A472-60533883792B}"/>
                </a:ext>
              </a:extLst>
            </p:cNvPr>
            <p:cNvSpPr/>
            <p:nvPr/>
          </p:nvSpPr>
          <p:spPr>
            <a:xfrm>
              <a:off x="2539206" y="5201575"/>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c</a:t>
              </a:r>
            </a:p>
          </p:txBody>
        </p:sp>
        <p:sp>
          <p:nvSpPr>
            <p:cNvPr id="11" name="Elipse 10">
              <a:extLst>
                <a:ext uri="{FF2B5EF4-FFF2-40B4-BE49-F238E27FC236}">
                  <a16:creationId xmlns:a16="http://schemas.microsoft.com/office/drawing/2014/main" id="{487F3AD2-8870-4BC9-8B7B-0C4355793517}"/>
                </a:ext>
              </a:extLst>
            </p:cNvPr>
            <p:cNvSpPr/>
            <p:nvPr/>
          </p:nvSpPr>
          <p:spPr>
            <a:xfrm>
              <a:off x="1194866" y="5572751"/>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d</a:t>
              </a:r>
            </a:p>
          </p:txBody>
        </p:sp>
        <p:sp>
          <p:nvSpPr>
            <p:cNvPr id="15" name="Elipse 14">
              <a:extLst>
                <a:ext uri="{FF2B5EF4-FFF2-40B4-BE49-F238E27FC236}">
                  <a16:creationId xmlns:a16="http://schemas.microsoft.com/office/drawing/2014/main" id="{34067556-0B32-47AE-8E9E-EF5D6C4B6C2B}"/>
                </a:ext>
              </a:extLst>
            </p:cNvPr>
            <p:cNvSpPr/>
            <p:nvPr/>
          </p:nvSpPr>
          <p:spPr>
            <a:xfrm>
              <a:off x="3617916" y="5408335"/>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e</a:t>
              </a:r>
            </a:p>
          </p:txBody>
        </p:sp>
        <p:sp>
          <p:nvSpPr>
            <p:cNvPr id="17" name="Elipse 16">
              <a:extLst>
                <a:ext uri="{FF2B5EF4-FFF2-40B4-BE49-F238E27FC236}">
                  <a16:creationId xmlns:a16="http://schemas.microsoft.com/office/drawing/2014/main" id="{64FB6E19-E408-435B-9F37-36B93762AFD5}"/>
                </a:ext>
              </a:extLst>
            </p:cNvPr>
            <p:cNvSpPr/>
            <p:nvPr/>
          </p:nvSpPr>
          <p:spPr>
            <a:xfrm>
              <a:off x="3294066" y="4560127"/>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b</a:t>
              </a:r>
            </a:p>
          </p:txBody>
        </p:sp>
        <p:sp>
          <p:nvSpPr>
            <p:cNvPr id="19" name="Elipse 18">
              <a:extLst>
                <a:ext uri="{FF2B5EF4-FFF2-40B4-BE49-F238E27FC236}">
                  <a16:creationId xmlns:a16="http://schemas.microsoft.com/office/drawing/2014/main" id="{FD3B96E9-B493-4BFE-8CE7-B92E00F87EA9}"/>
                </a:ext>
              </a:extLst>
            </p:cNvPr>
            <p:cNvSpPr/>
            <p:nvPr/>
          </p:nvSpPr>
          <p:spPr>
            <a:xfrm>
              <a:off x="1653230" y="4584589"/>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a</a:t>
              </a:r>
            </a:p>
          </p:txBody>
        </p:sp>
        <p:sp>
          <p:nvSpPr>
            <p:cNvPr id="13" name="Elipse 12">
              <a:extLst>
                <a:ext uri="{FF2B5EF4-FFF2-40B4-BE49-F238E27FC236}">
                  <a16:creationId xmlns:a16="http://schemas.microsoft.com/office/drawing/2014/main" id="{999DEE8B-C81C-4FEC-AA6B-5F86CB5419F1}"/>
                </a:ext>
              </a:extLst>
            </p:cNvPr>
            <p:cNvSpPr/>
            <p:nvPr/>
          </p:nvSpPr>
          <p:spPr>
            <a:xfrm>
              <a:off x="2662237" y="594865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f</a:t>
              </a:r>
            </a:p>
          </p:txBody>
        </p:sp>
        <p:cxnSp>
          <p:nvCxnSpPr>
            <p:cNvPr id="23" name="Conector recto 22">
              <a:extLst>
                <a:ext uri="{FF2B5EF4-FFF2-40B4-BE49-F238E27FC236}">
                  <a16:creationId xmlns:a16="http://schemas.microsoft.com/office/drawing/2014/main" id="{A2247EA3-6EE4-4870-A39A-02056F71C343}"/>
                </a:ext>
              </a:extLst>
            </p:cNvPr>
            <p:cNvCxnSpPr>
              <a:stCxn id="19" idx="6"/>
              <a:endCxn id="17" idx="2"/>
            </p:cNvCxnSpPr>
            <p:nvPr/>
          </p:nvCxnSpPr>
          <p:spPr>
            <a:xfrm flipV="1">
              <a:off x="1958030" y="4712527"/>
              <a:ext cx="1336036" cy="2446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62F2E8C9-068E-4E19-A019-4D761D74E8A2}"/>
                </a:ext>
              </a:extLst>
            </p:cNvPr>
            <p:cNvCxnSpPr>
              <a:cxnSpLocks/>
              <a:stCxn id="17" idx="5"/>
              <a:endCxn id="15" idx="0"/>
            </p:cNvCxnSpPr>
            <p:nvPr/>
          </p:nvCxnSpPr>
          <p:spPr>
            <a:xfrm>
              <a:off x="3554229" y="4820290"/>
              <a:ext cx="216087" cy="58804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E1CC16F2-296F-4D8A-BE6C-03E34DC72EFB}"/>
                </a:ext>
              </a:extLst>
            </p:cNvPr>
            <p:cNvCxnSpPr>
              <a:cxnSpLocks/>
              <a:stCxn id="15" idx="4"/>
              <a:endCxn id="13" idx="6"/>
            </p:cNvCxnSpPr>
            <p:nvPr/>
          </p:nvCxnSpPr>
          <p:spPr>
            <a:xfrm flipH="1">
              <a:off x="2967037" y="5713135"/>
              <a:ext cx="803279" cy="38791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61674693-280A-4F84-A8A1-3171B6612582}"/>
                </a:ext>
              </a:extLst>
            </p:cNvPr>
            <p:cNvCxnSpPr>
              <a:stCxn id="9" idx="6"/>
              <a:endCxn id="15" idx="2"/>
            </p:cNvCxnSpPr>
            <p:nvPr/>
          </p:nvCxnSpPr>
          <p:spPr>
            <a:xfrm>
              <a:off x="2844006" y="5353975"/>
              <a:ext cx="773910" cy="2067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40F7201A-4EE2-48E8-8A29-6908E899C426}"/>
                </a:ext>
              </a:extLst>
            </p:cNvPr>
            <p:cNvCxnSpPr>
              <a:cxnSpLocks/>
              <a:stCxn id="11" idx="7"/>
              <a:endCxn id="9" idx="2"/>
            </p:cNvCxnSpPr>
            <p:nvPr/>
          </p:nvCxnSpPr>
          <p:spPr>
            <a:xfrm flipV="1">
              <a:off x="1455029" y="5353975"/>
              <a:ext cx="1084177" cy="2634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EA8A4146-C1B0-429C-B5F6-6EF246DF264D}"/>
                </a:ext>
              </a:extLst>
            </p:cNvPr>
            <p:cNvCxnSpPr>
              <a:stCxn id="11" idx="6"/>
              <a:endCxn id="15" idx="3"/>
            </p:cNvCxnSpPr>
            <p:nvPr/>
          </p:nvCxnSpPr>
          <p:spPr>
            <a:xfrm flipV="1">
              <a:off x="1499666" y="5668498"/>
              <a:ext cx="2162887" cy="566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0" name="Conector recto 59">
              <a:extLst>
                <a:ext uri="{FF2B5EF4-FFF2-40B4-BE49-F238E27FC236}">
                  <a16:creationId xmlns:a16="http://schemas.microsoft.com/office/drawing/2014/main" id="{48B83C45-C6A4-4690-959D-20945F82B9E3}"/>
                </a:ext>
              </a:extLst>
            </p:cNvPr>
            <p:cNvCxnSpPr>
              <a:cxnSpLocks/>
              <a:stCxn id="19" idx="3"/>
              <a:endCxn id="11" idx="0"/>
            </p:cNvCxnSpPr>
            <p:nvPr/>
          </p:nvCxnSpPr>
          <p:spPr>
            <a:xfrm flipH="1">
              <a:off x="1347266" y="4844752"/>
              <a:ext cx="350601" cy="72799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EE2EB997-154B-48F0-B28A-2924AFB67C49}"/>
                </a:ext>
              </a:extLst>
            </p:cNvPr>
            <p:cNvCxnSpPr>
              <a:stCxn id="11" idx="5"/>
              <a:endCxn id="13" idx="2"/>
            </p:cNvCxnSpPr>
            <p:nvPr/>
          </p:nvCxnSpPr>
          <p:spPr>
            <a:xfrm>
              <a:off x="1455029" y="5832914"/>
              <a:ext cx="1207208" cy="268136"/>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90" name="CuadroTexto 89">
            <a:extLst>
              <a:ext uri="{FF2B5EF4-FFF2-40B4-BE49-F238E27FC236}">
                <a16:creationId xmlns:a16="http://schemas.microsoft.com/office/drawing/2014/main" id="{39264BFE-9BC4-4882-85AC-947EAB471CCB}"/>
              </a:ext>
            </a:extLst>
          </p:cNvPr>
          <p:cNvSpPr txBox="1"/>
          <p:nvPr/>
        </p:nvSpPr>
        <p:spPr>
          <a:xfrm>
            <a:off x="7162800" y="5706609"/>
            <a:ext cx="4191000" cy="523220"/>
          </a:xfrm>
          <a:prstGeom prst="rect">
            <a:avLst/>
          </a:prstGeom>
          <a:noFill/>
        </p:spPr>
        <p:txBody>
          <a:bodyPr wrap="square">
            <a:spAutoFit/>
          </a:bodyPr>
          <a:lstStyle/>
          <a:p>
            <a:pPr marL="542925" indent="-542925"/>
            <a:r>
              <a:rPr lang="es-CL" sz="2800" b="1" dirty="0">
                <a:solidFill>
                  <a:srgbClr val="C00000"/>
                </a:solidFill>
                <a:latin typeface="Libre Franklin"/>
              </a:rPr>
              <a:t>P =</a:t>
            </a:r>
            <a:r>
              <a:rPr lang="es-CL" sz="2800" b="1" i="0" dirty="0">
                <a:solidFill>
                  <a:srgbClr val="C00000"/>
                </a:solidFill>
                <a:effectLst/>
                <a:latin typeface="Libre Franklin"/>
              </a:rPr>
              <a:t> {a, d, f, e, d, c, e, b, a}</a:t>
            </a:r>
            <a:endParaRPr lang="es-CL" sz="2800" b="1" dirty="0">
              <a:solidFill>
                <a:srgbClr val="C00000"/>
              </a:solidFill>
            </a:endParaRPr>
          </a:p>
        </p:txBody>
      </p:sp>
      <p:cxnSp>
        <p:nvCxnSpPr>
          <p:cNvPr id="96" name="Conector recto de flecha 95">
            <a:extLst>
              <a:ext uri="{FF2B5EF4-FFF2-40B4-BE49-F238E27FC236}">
                <a16:creationId xmlns:a16="http://schemas.microsoft.com/office/drawing/2014/main" id="{8A18C4C2-A68B-4CCB-A924-6684DDAC289F}"/>
              </a:ext>
            </a:extLst>
          </p:cNvPr>
          <p:cNvCxnSpPr>
            <a:cxnSpLocks/>
            <a:endCxn id="19" idx="2"/>
          </p:cNvCxnSpPr>
          <p:nvPr/>
        </p:nvCxnSpPr>
        <p:spPr>
          <a:xfrm>
            <a:off x="7696200" y="4050953"/>
            <a:ext cx="45836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2" name="Conector recto de flecha 101">
            <a:extLst>
              <a:ext uri="{FF2B5EF4-FFF2-40B4-BE49-F238E27FC236}">
                <a16:creationId xmlns:a16="http://schemas.microsoft.com/office/drawing/2014/main" id="{4943780A-7A7F-41BD-B89E-3F165BA984B7}"/>
              </a:ext>
            </a:extLst>
          </p:cNvPr>
          <p:cNvCxnSpPr>
            <a:cxnSpLocks/>
            <a:stCxn id="19" idx="3"/>
            <a:endCxn id="11" idx="0"/>
          </p:cNvCxnSpPr>
          <p:nvPr/>
        </p:nvCxnSpPr>
        <p:spPr>
          <a:xfrm flipH="1">
            <a:off x="7848600" y="4158716"/>
            <a:ext cx="350601" cy="7279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ector recto de flecha 105">
            <a:extLst>
              <a:ext uri="{FF2B5EF4-FFF2-40B4-BE49-F238E27FC236}">
                <a16:creationId xmlns:a16="http://schemas.microsoft.com/office/drawing/2014/main" id="{D1DA5B0A-AF67-4438-8B2C-0C4338BCE79D}"/>
              </a:ext>
            </a:extLst>
          </p:cNvPr>
          <p:cNvCxnSpPr>
            <a:stCxn id="11" idx="5"/>
            <a:endCxn id="13" idx="2"/>
          </p:cNvCxnSpPr>
          <p:nvPr/>
        </p:nvCxnSpPr>
        <p:spPr>
          <a:xfrm>
            <a:off x="7956363" y="5146878"/>
            <a:ext cx="1207208" cy="2681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Conector recto de flecha 107">
            <a:extLst>
              <a:ext uri="{FF2B5EF4-FFF2-40B4-BE49-F238E27FC236}">
                <a16:creationId xmlns:a16="http://schemas.microsoft.com/office/drawing/2014/main" id="{4C5BA07F-294B-4DA2-8D7E-3BE36C349255}"/>
              </a:ext>
            </a:extLst>
          </p:cNvPr>
          <p:cNvCxnSpPr>
            <a:stCxn id="13" idx="6"/>
            <a:endCxn id="15" idx="4"/>
          </p:cNvCxnSpPr>
          <p:nvPr/>
        </p:nvCxnSpPr>
        <p:spPr>
          <a:xfrm flipV="1">
            <a:off x="9468371" y="5027099"/>
            <a:ext cx="803279" cy="3879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ector recto de flecha 108">
            <a:extLst>
              <a:ext uri="{FF2B5EF4-FFF2-40B4-BE49-F238E27FC236}">
                <a16:creationId xmlns:a16="http://schemas.microsoft.com/office/drawing/2014/main" id="{68BDB3F2-B948-4252-8EA4-F528A751EC44}"/>
              </a:ext>
            </a:extLst>
          </p:cNvPr>
          <p:cNvCxnSpPr>
            <a:cxnSpLocks/>
            <a:stCxn id="15" idx="3"/>
            <a:endCxn id="11" idx="6"/>
          </p:cNvCxnSpPr>
          <p:nvPr/>
        </p:nvCxnSpPr>
        <p:spPr>
          <a:xfrm flipH="1">
            <a:off x="8001000" y="4982462"/>
            <a:ext cx="2162887" cy="5665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ector recto de flecha 111">
            <a:extLst>
              <a:ext uri="{FF2B5EF4-FFF2-40B4-BE49-F238E27FC236}">
                <a16:creationId xmlns:a16="http://schemas.microsoft.com/office/drawing/2014/main" id="{2C7364D9-A7A0-4716-9074-2C89B36ABEEB}"/>
              </a:ext>
            </a:extLst>
          </p:cNvPr>
          <p:cNvCxnSpPr>
            <a:cxnSpLocks/>
            <a:stCxn id="11" idx="7"/>
            <a:endCxn id="9" idx="2"/>
          </p:cNvCxnSpPr>
          <p:nvPr/>
        </p:nvCxnSpPr>
        <p:spPr>
          <a:xfrm flipV="1">
            <a:off x="7956363" y="4667939"/>
            <a:ext cx="1084177" cy="26341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ector recto de flecha 114">
            <a:extLst>
              <a:ext uri="{FF2B5EF4-FFF2-40B4-BE49-F238E27FC236}">
                <a16:creationId xmlns:a16="http://schemas.microsoft.com/office/drawing/2014/main" id="{C190341F-FF8D-4EC4-A638-535C85E9B49C}"/>
              </a:ext>
            </a:extLst>
          </p:cNvPr>
          <p:cNvCxnSpPr>
            <a:cxnSpLocks/>
            <a:stCxn id="9" idx="6"/>
            <a:endCxn id="15" idx="2"/>
          </p:cNvCxnSpPr>
          <p:nvPr/>
        </p:nvCxnSpPr>
        <p:spPr>
          <a:xfrm>
            <a:off x="9345340" y="4667939"/>
            <a:ext cx="773910" cy="2067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Conector recto de flecha 117">
            <a:extLst>
              <a:ext uri="{FF2B5EF4-FFF2-40B4-BE49-F238E27FC236}">
                <a16:creationId xmlns:a16="http://schemas.microsoft.com/office/drawing/2014/main" id="{CBC7D45D-AA34-4D79-A74D-4D964B0FFEF6}"/>
              </a:ext>
            </a:extLst>
          </p:cNvPr>
          <p:cNvCxnSpPr>
            <a:cxnSpLocks/>
            <a:stCxn id="15" idx="0"/>
            <a:endCxn id="17" idx="5"/>
          </p:cNvCxnSpPr>
          <p:nvPr/>
        </p:nvCxnSpPr>
        <p:spPr>
          <a:xfrm flipH="1" flipV="1">
            <a:off x="10055563" y="4134254"/>
            <a:ext cx="216087" cy="58804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ector recto de flecha 120">
            <a:extLst>
              <a:ext uri="{FF2B5EF4-FFF2-40B4-BE49-F238E27FC236}">
                <a16:creationId xmlns:a16="http://schemas.microsoft.com/office/drawing/2014/main" id="{682FF038-EB98-4D39-A780-CDA68395CEE4}"/>
              </a:ext>
            </a:extLst>
          </p:cNvPr>
          <p:cNvCxnSpPr>
            <a:cxnSpLocks/>
            <a:stCxn id="17" idx="2"/>
            <a:endCxn id="19" idx="6"/>
          </p:cNvCxnSpPr>
          <p:nvPr/>
        </p:nvCxnSpPr>
        <p:spPr>
          <a:xfrm flipH="1">
            <a:off x="8459364" y="4026491"/>
            <a:ext cx="1336036" cy="244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4" name="Imagen 123">
            <a:extLst>
              <a:ext uri="{FF2B5EF4-FFF2-40B4-BE49-F238E27FC236}">
                <a16:creationId xmlns:a16="http://schemas.microsoft.com/office/drawing/2014/main" id="{431DB7C4-A5EC-4614-AFE2-70FC5D0A2FB1}"/>
              </a:ext>
            </a:extLst>
          </p:cNvPr>
          <p:cNvPicPr>
            <a:picLocks noChangeAspect="1"/>
          </p:cNvPicPr>
          <p:nvPr/>
        </p:nvPicPr>
        <p:blipFill rotWithShape="1">
          <a:blip r:embed="rId3"/>
          <a:srcRect l="54000" b="21801"/>
          <a:stretch/>
        </p:blipFill>
        <p:spPr>
          <a:xfrm>
            <a:off x="5775522" y="1111090"/>
            <a:ext cx="5883077" cy="4600519"/>
          </a:xfrm>
          <a:prstGeom prst="rect">
            <a:avLst/>
          </a:prstGeom>
        </p:spPr>
      </p:pic>
    </p:spTree>
    <p:extLst>
      <p:ext uri="{BB962C8B-B14F-4D97-AF65-F5344CB8AC3E}">
        <p14:creationId xmlns:p14="http://schemas.microsoft.com/office/powerpoint/2010/main" val="1971102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24"/>
                                        </p:tgtEl>
                                      </p:cBhvr>
                                    </p:animEffect>
                                    <p:set>
                                      <p:cBhvr>
                                        <p:cTn id="7" dur="1" fill="hold">
                                          <p:stCondLst>
                                            <p:cond delay="499"/>
                                          </p:stCondLst>
                                        </p:cTn>
                                        <p:tgtEl>
                                          <p:spTgt spid="124"/>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8"/>
                                        </p:tgtEl>
                                        <p:attrNameLst>
                                          <p:attrName>style.visibility</p:attrName>
                                        </p:attrNameLst>
                                      </p:cBhvr>
                                      <p:to>
                                        <p:strVal val="visible"/>
                                      </p:to>
                                    </p:set>
                                    <p:animEffect transition="in" filter="fade">
                                      <p:cBhvr>
                                        <p:cTn id="11" dur="500"/>
                                        <p:tgtEl>
                                          <p:spTgt spid="88"/>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96"/>
                                        </p:tgtEl>
                                        <p:attrNameLst>
                                          <p:attrName>style.visibility</p:attrName>
                                        </p:attrNameLst>
                                      </p:cBhvr>
                                      <p:to>
                                        <p:strVal val="visible"/>
                                      </p:to>
                                    </p:set>
                                    <p:anim calcmode="lin" valueType="num">
                                      <p:cBhvr additive="base">
                                        <p:cTn id="16" dur="500" fill="hold"/>
                                        <p:tgtEl>
                                          <p:spTgt spid="96"/>
                                        </p:tgtEl>
                                        <p:attrNameLst>
                                          <p:attrName>ppt_x</p:attrName>
                                        </p:attrNameLst>
                                      </p:cBhvr>
                                      <p:tavLst>
                                        <p:tav tm="0">
                                          <p:val>
                                            <p:strVal val="0-#ppt_w/2"/>
                                          </p:val>
                                        </p:tav>
                                        <p:tav tm="100000">
                                          <p:val>
                                            <p:strVal val="#ppt_x"/>
                                          </p:val>
                                        </p:tav>
                                      </p:tavLst>
                                    </p:anim>
                                    <p:anim calcmode="lin" valueType="num">
                                      <p:cBhvr additive="base">
                                        <p:cTn id="17" dur="500" fill="hold"/>
                                        <p:tgtEl>
                                          <p:spTgt spid="96"/>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
                                        </p:tgtEl>
                                        <p:attrNameLst>
                                          <p:attrName>style.visibility</p:attrName>
                                        </p:attrNameLst>
                                      </p:cBhvr>
                                      <p:to>
                                        <p:strVal val="visible"/>
                                      </p:to>
                                    </p:set>
                                    <p:animEffect transition="in" filter="fade">
                                      <p:cBhvr>
                                        <p:cTn id="22" dur="500"/>
                                        <p:tgtEl>
                                          <p:spTgt spid="10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fade">
                                      <p:cBhvr>
                                        <p:cTn id="27" dur="500"/>
                                        <p:tgtEl>
                                          <p:spTgt spid="10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8"/>
                                        </p:tgtEl>
                                        <p:attrNameLst>
                                          <p:attrName>style.visibility</p:attrName>
                                        </p:attrNameLst>
                                      </p:cBhvr>
                                      <p:to>
                                        <p:strVal val="visible"/>
                                      </p:to>
                                    </p:set>
                                    <p:animEffect transition="in" filter="fade">
                                      <p:cBhvr>
                                        <p:cTn id="32" dur="500"/>
                                        <p:tgtEl>
                                          <p:spTgt spid="10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500"/>
                                        <p:tgtEl>
                                          <p:spTgt spid="10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2"/>
                                        </p:tgtEl>
                                        <p:attrNameLst>
                                          <p:attrName>style.visibility</p:attrName>
                                        </p:attrNameLst>
                                      </p:cBhvr>
                                      <p:to>
                                        <p:strVal val="visible"/>
                                      </p:to>
                                    </p:set>
                                    <p:animEffect transition="in" filter="fade">
                                      <p:cBhvr>
                                        <p:cTn id="42" dur="500"/>
                                        <p:tgtEl>
                                          <p:spTgt spid="1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fad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8"/>
                                        </p:tgtEl>
                                        <p:attrNameLst>
                                          <p:attrName>style.visibility</p:attrName>
                                        </p:attrNameLst>
                                      </p:cBhvr>
                                      <p:to>
                                        <p:strVal val="visible"/>
                                      </p:to>
                                    </p:set>
                                    <p:animEffect transition="in" filter="fade">
                                      <p:cBhvr>
                                        <p:cTn id="52" dur="500"/>
                                        <p:tgtEl>
                                          <p:spTgt spid="1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1"/>
                                        </p:tgtEl>
                                        <p:attrNameLst>
                                          <p:attrName>style.visibility</p:attrName>
                                        </p:attrNameLst>
                                      </p:cBhvr>
                                      <p:to>
                                        <p:strVal val="visible"/>
                                      </p:to>
                                    </p:set>
                                    <p:animEffect transition="in" filter="fade">
                                      <p:cBhvr>
                                        <p:cTn id="57" dur="500"/>
                                        <p:tgtEl>
                                          <p:spTgt spid="121"/>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90"/>
                                        </p:tgtEl>
                                        <p:attrNameLst>
                                          <p:attrName>style.visibility</p:attrName>
                                        </p:attrNameLst>
                                      </p:cBhvr>
                                      <p:to>
                                        <p:strVal val="visible"/>
                                      </p:to>
                                    </p:set>
                                    <p:anim calcmode="lin" valueType="num">
                                      <p:cBhvr additive="base">
                                        <p:cTn id="62" dur="500" fill="hold"/>
                                        <p:tgtEl>
                                          <p:spTgt spid="90"/>
                                        </p:tgtEl>
                                        <p:attrNameLst>
                                          <p:attrName>ppt_x</p:attrName>
                                        </p:attrNameLst>
                                      </p:cBhvr>
                                      <p:tavLst>
                                        <p:tav tm="0">
                                          <p:val>
                                            <p:strVal val="#ppt_x"/>
                                          </p:val>
                                        </p:tav>
                                        <p:tav tm="100000">
                                          <p:val>
                                            <p:strVal val="#ppt_x"/>
                                          </p:val>
                                        </p:tav>
                                      </p:tavLst>
                                    </p:anim>
                                    <p:anim calcmode="lin" valueType="num">
                                      <p:cBhvr additive="base">
                                        <p:cTn id="63" dur="500" fill="hold"/>
                                        <p:tgtEl>
                                          <p:spTgt spid="90"/>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2" fill="hold" grpId="0" nodeType="clickEffect">
                                  <p:stCondLst>
                                    <p:cond delay="0"/>
                                  </p:stCondLst>
                                  <p:childTnLst>
                                    <p:set>
                                      <p:cBhvr>
                                        <p:cTn id="67" dur="1" fill="hold">
                                          <p:stCondLst>
                                            <p:cond delay="0"/>
                                          </p:stCondLst>
                                        </p:cTn>
                                        <p:tgtEl>
                                          <p:spTgt spid="5"/>
                                        </p:tgtEl>
                                        <p:attrNameLst>
                                          <p:attrName>style.visibility</p:attrName>
                                        </p:attrNameLst>
                                      </p:cBhvr>
                                      <p:to>
                                        <p:strVal val="visible"/>
                                      </p:to>
                                    </p:set>
                                    <p:anim calcmode="lin" valueType="num">
                                      <p:cBhvr additive="base">
                                        <p:cTn id="68" dur="500" fill="hold"/>
                                        <p:tgtEl>
                                          <p:spTgt spid="5"/>
                                        </p:tgtEl>
                                        <p:attrNameLst>
                                          <p:attrName>ppt_x</p:attrName>
                                        </p:attrNameLst>
                                      </p:cBhvr>
                                      <p:tavLst>
                                        <p:tav tm="0">
                                          <p:val>
                                            <p:strVal val="1+#ppt_w/2"/>
                                          </p:val>
                                        </p:tav>
                                        <p:tav tm="100000">
                                          <p:val>
                                            <p:strVal val="#ppt_x"/>
                                          </p:val>
                                        </p:tav>
                                      </p:tavLst>
                                    </p:anim>
                                    <p:anim calcmode="lin" valueType="num">
                                      <p:cBhvr additive="base">
                                        <p:cTn id="6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3400" y="1366265"/>
            <a:ext cx="10896600" cy="3385542"/>
          </a:xfrm>
          <a:prstGeom prst="rect">
            <a:avLst/>
          </a:prstGeom>
        </p:spPr>
        <p:txBody>
          <a:bodyPr vert="horz" wrap="square" lIns="0" tIns="0" rIns="0" bIns="0" rtlCol="0">
            <a:spAutoFit/>
          </a:bodyPr>
          <a:lstStyle/>
          <a:p>
            <a:pPr marL="355600" indent="-342900">
              <a:buClr>
                <a:srgbClr val="696363"/>
              </a:buClr>
              <a:buSzPct val="80357"/>
              <a:buFont typeface="Wingdings"/>
              <a:buChar char=""/>
              <a:tabLst>
                <a:tab pos="355600" algn="l"/>
              </a:tabLst>
            </a:pPr>
            <a:r>
              <a:rPr sz="2800" u="sng" spc="-45" dirty="0">
                <a:solidFill>
                  <a:srgbClr val="002850"/>
                </a:solidFill>
                <a:latin typeface="HP Simplified" panose="020B0604020204020204" pitchFamily="34" charset="0"/>
                <a:cs typeface="Arial Narrow"/>
              </a:rPr>
              <a:t>Teorema </a:t>
            </a:r>
            <a:r>
              <a:rPr sz="2800" u="sng" spc="-5" dirty="0">
                <a:solidFill>
                  <a:srgbClr val="002850"/>
                </a:solidFill>
                <a:latin typeface="HP Simplified" panose="020B0604020204020204" pitchFamily="34" charset="0"/>
                <a:cs typeface="Arial Narrow"/>
              </a:rPr>
              <a:t>1 (Grafo</a:t>
            </a:r>
            <a:r>
              <a:rPr sz="2800" u="sng" spc="-20" dirty="0">
                <a:solidFill>
                  <a:srgbClr val="002850"/>
                </a:solidFill>
                <a:latin typeface="HP Simplified" panose="020B0604020204020204" pitchFamily="34" charset="0"/>
                <a:cs typeface="Arial Narrow"/>
              </a:rPr>
              <a:t> </a:t>
            </a:r>
            <a:r>
              <a:rPr sz="2800" u="sng" spc="-10" dirty="0">
                <a:solidFill>
                  <a:srgbClr val="002850"/>
                </a:solidFill>
                <a:latin typeface="HP Simplified" panose="020B0604020204020204" pitchFamily="34" charset="0"/>
                <a:cs typeface="Arial Narrow"/>
              </a:rPr>
              <a:t>Euleriano)</a:t>
            </a:r>
            <a:endParaRPr sz="2800" u="sng" dirty="0">
              <a:latin typeface="HP Simplified" panose="020B0604020204020204" pitchFamily="34" charset="0"/>
              <a:cs typeface="Arial Narrow"/>
            </a:endParaRPr>
          </a:p>
          <a:p>
            <a:pPr marL="629920" lvl="1" indent="-342900">
              <a:spcBef>
                <a:spcPts val="580"/>
              </a:spcBef>
              <a:buClr>
                <a:srgbClr val="696363"/>
              </a:buClr>
              <a:buSzPct val="79166"/>
              <a:buFont typeface="Wingdings"/>
              <a:buChar char=""/>
              <a:tabLst>
                <a:tab pos="629920" algn="l"/>
              </a:tabLst>
            </a:pPr>
            <a:r>
              <a:rPr sz="2400" dirty="0">
                <a:solidFill>
                  <a:srgbClr val="FF0000"/>
                </a:solidFill>
                <a:latin typeface="HP Simplified" panose="020B0604020204020204" pitchFamily="34" charset="0"/>
                <a:cs typeface="Arial Narrow"/>
              </a:rPr>
              <a:t>Si G </a:t>
            </a:r>
            <a:r>
              <a:rPr sz="2400" spc="-5" dirty="0">
                <a:solidFill>
                  <a:srgbClr val="FF0000"/>
                </a:solidFill>
                <a:latin typeface="HP Simplified" panose="020B0604020204020204" pitchFamily="34" charset="0"/>
                <a:cs typeface="Arial Narrow"/>
              </a:rPr>
              <a:t>es un grafo conexo </a:t>
            </a:r>
            <a:r>
              <a:rPr sz="2400" dirty="0">
                <a:solidFill>
                  <a:srgbClr val="FF0000"/>
                </a:solidFill>
                <a:latin typeface="HP Simplified" panose="020B0604020204020204" pitchFamily="34" charset="0"/>
                <a:cs typeface="Arial Narrow"/>
              </a:rPr>
              <a:t>y </a:t>
            </a:r>
            <a:r>
              <a:rPr sz="2400" spc="-10" dirty="0">
                <a:solidFill>
                  <a:srgbClr val="FF0000"/>
                </a:solidFill>
                <a:latin typeface="HP Simplified" panose="020B0604020204020204" pitchFamily="34" charset="0"/>
                <a:cs typeface="Arial Narrow"/>
              </a:rPr>
              <a:t>TODOS </a:t>
            </a:r>
            <a:r>
              <a:rPr sz="2400" spc="-5" dirty="0">
                <a:solidFill>
                  <a:srgbClr val="FF0000"/>
                </a:solidFill>
                <a:latin typeface="HP Simplified" panose="020B0604020204020204" pitchFamily="34" charset="0"/>
                <a:cs typeface="Arial Narrow"/>
              </a:rPr>
              <a:t>sus vértices tienen grado</a:t>
            </a:r>
            <a:r>
              <a:rPr sz="2400" spc="160" dirty="0">
                <a:solidFill>
                  <a:srgbClr val="FF0000"/>
                </a:solidFill>
                <a:latin typeface="HP Simplified" panose="020B0604020204020204" pitchFamily="34" charset="0"/>
                <a:cs typeface="Arial Narrow"/>
              </a:rPr>
              <a:t> </a:t>
            </a:r>
            <a:r>
              <a:rPr sz="2400" u="sng" spc="-45" dirty="0">
                <a:solidFill>
                  <a:srgbClr val="FF0000"/>
                </a:solidFill>
                <a:latin typeface="HP Simplified" panose="020B0604020204020204" pitchFamily="34" charset="0"/>
                <a:cs typeface="Arial Narrow"/>
              </a:rPr>
              <a:t>PAR</a:t>
            </a:r>
            <a:r>
              <a:rPr sz="2400" spc="-45" dirty="0">
                <a:solidFill>
                  <a:srgbClr val="FF0000"/>
                </a:solidFill>
                <a:latin typeface="HP Simplified" panose="020B0604020204020204" pitchFamily="34" charset="0"/>
                <a:cs typeface="Arial Narrow"/>
              </a:rPr>
              <a:t>,</a:t>
            </a:r>
            <a:endParaRPr sz="2400" dirty="0">
              <a:latin typeface="HP Simplified" panose="020B0604020204020204" pitchFamily="34" charset="0"/>
              <a:cs typeface="Arial Narrow"/>
            </a:endParaRPr>
          </a:p>
          <a:p>
            <a:pPr marL="629285"/>
            <a:r>
              <a:rPr sz="2400" spc="-5" dirty="0">
                <a:solidFill>
                  <a:srgbClr val="FF0000"/>
                </a:solidFill>
                <a:latin typeface="HP Simplified" panose="020B0604020204020204" pitchFamily="34" charset="0"/>
                <a:cs typeface="Arial Narrow"/>
              </a:rPr>
              <a:t>entonces existe un circuito de Euler en</a:t>
            </a:r>
            <a:r>
              <a:rPr sz="2400" spc="65" dirty="0">
                <a:solidFill>
                  <a:srgbClr val="FF0000"/>
                </a:solidFill>
                <a:latin typeface="HP Simplified" panose="020B0604020204020204" pitchFamily="34" charset="0"/>
                <a:cs typeface="Arial Narrow"/>
              </a:rPr>
              <a:t> </a:t>
            </a:r>
            <a:r>
              <a:rPr sz="2400" spc="-5" dirty="0">
                <a:solidFill>
                  <a:srgbClr val="FF0000"/>
                </a:solidFill>
                <a:latin typeface="HP Simplified" panose="020B0604020204020204" pitchFamily="34" charset="0"/>
                <a:cs typeface="Arial Narrow"/>
              </a:rPr>
              <a:t>G.</a:t>
            </a:r>
            <a:endParaRPr sz="2400" dirty="0">
              <a:latin typeface="HP Simplified" panose="020B0604020204020204" pitchFamily="34" charset="0"/>
              <a:cs typeface="Arial Narrow"/>
            </a:endParaRPr>
          </a:p>
          <a:p>
            <a:pPr>
              <a:spcBef>
                <a:spcPts val="35"/>
              </a:spcBef>
            </a:pPr>
            <a:endParaRPr sz="3400" dirty="0">
              <a:latin typeface="HP Simplified" panose="020B0604020204020204" pitchFamily="34" charset="0"/>
              <a:cs typeface="Times New Roman"/>
            </a:endParaRPr>
          </a:p>
          <a:p>
            <a:pPr marL="355600" indent="-342900">
              <a:buClr>
                <a:srgbClr val="696363"/>
              </a:buClr>
              <a:buSzPct val="80357"/>
              <a:buFont typeface="Wingdings"/>
              <a:buChar char=""/>
              <a:tabLst>
                <a:tab pos="355600" algn="l"/>
              </a:tabLst>
            </a:pPr>
            <a:r>
              <a:rPr sz="2800" u="sng" spc="-45" dirty="0">
                <a:solidFill>
                  <a:srgbClr val="002850"/>
                </a:solidFill>
                <a:latin typeface="HP Simplified" panose="020B0604020204020204" pitchFamily="34" charset="0"/>
                <a:cs typeface="Arial Narrow"/>
              </a:rPr>
              <a:t>Teorema </a:t>
            </a:r>
            <a:r>
              <a:rPr sz="2800" u="sng" spc="-5" dirty="0">
                <a:solidFill>
                  <a:srgbClr val="002850"/>
                </a:solidFill>
                <a:latin typeface="HP Simplified" panose="020B0604020204020204" pitchFamily="34" charset="0"/>
                <a:cs typeface="Arial Narrow"/>
              </a:rPr>
              <a:t>2 (Grafo</a:t>
            </a:r>
            <a:r>
              <a:rPr sz="2800" u="sng" spc="15" dirty="0">
                <a:solidFill>
                  <a:srgbClr val="002850"/>
                </a:solidFill>
                <a:latin typeface="HP Simplified" panose="020B0604020204020204" pitchFamily="34" charset="0"/>
                <a:cs typeface="Arial Narrow"/>
              </a:rPr>
              <a:t> </a:t>
            </a:r>
            <a:r>
              <a:rPr sz="2800" u="sng" spc="-10" dirty="0">
                <a:solidFill>
                  <a:srgbClr val="002850"/>
                </a:solidFill>
                <a:latin typeface="HP Simplified" panose="020B0604020204020204" pitchFamily="34" charset="0"/>
                <a:cs typeface="Arial Narrow"/>
              </a:rPr>
              <a:t>Semieuleriano)</a:t>
            </a:r>
            <a:endParaRPr sz="2800" u="sng" dirty="0">
              <a:latin typeface="HP Simplified" panose="020B0604020204020204" pitchFamily="34" charset="0"/>
              <a:cs typeface="Arial Narrow"/>
            </a:endParaRPr>
          </a:p>
          <a:p>
            <a:pPr marL="629920" marR="45085" lvl="1" indent="-342900">
              <a:spcBef>
                <a:spcPts val="590"/>
              </a:spcBef>
              <a:buClr>
                <a:srgbClr val="696363"/>
              </a:buClr>
              <a:buSzPct val="79166"/>
              <a:buFont typeface="Wingdings"/>
              <a:buChar char=""/>
              <a:tabLst>
                <a:tab pos="629920" algn="l"/>
              </a:tabLst>
            </a:pPr>
            <a:r>
              <a:rPr sz="2400" dirty="0">
                <a:solidFill>
                  <a:srgbClr val="FF0000"/>
                </a:solidFill>
                <a:latin typeface="HP Simplified" panose="020B0604020204020204" pitchFamily="34" charset="0"/>
                <a:cs typeface="Arial Narrow"/>
              </a:rPr>
              <a:t>Si G </a:t>
            </a:r>
            <a:r>
              <a:rPr sz="2400" spc="-5" dirty="0">
                <a:solidFill>
                  <a:srgbClr val="FF0000"/>
                </a:solidFill>
                <a:latin typeface="HP Simplified" panose="020B0604020204020204" pitchFamily="34" charset="0"/>
                <a:cs typeface="Arial Narrow"/>
              </a:rPr>
              <a:t>es un grafo conexo </a:t>
            </a:r>
            <a:r>
              <a:rPr sz="2400" dirty="0">
                <a:solidFill>
                  <a:srgbClr val="FF0000"/>
                </a:solidFill>
                <a:latin typeface="HP Simplified" panose="020B0604020204020204" pitchFamily="34" charset="0"/>
                <a:cs typeface="Arial Narrow"/>
              </a:rPr>
              <a:t>y </a:t>
            </a:r>
            <a:r>
              <a:rPr sz="2400" spc="-5" dirty="0">
                <a:solidFill>
                  <a:srgbClr val="FF0000"/>
                </a:solidFill>
                <a:latin typeface="HP Simplified" panose="020B0604020204020204" pitchFamily="34" charset="0"/>
                <a:cs typeface="Arial Narrow"/>
              </a:rPr>
              <a:t>tiene </a:t>
            </a:r>
            <a:r>
              <a:rPr sz="2400" b="1" spc="-5" dirty="0">
                <a:solidFill>
                  <a:srgbClr val="FF0000"/>
                </a:solidFill>
                <a:latin typeface="HP Simplified" panose="020B0604020204020204" pitchFamily="34" charset="0"/>
                <a:cs typeface="Arial Narrow"/>
              </a:rPr>
              <a:t>exactamente </a:t>
            </a:r>
            <a:r>
              <a:rPr sz="2400" u="sng" dirty="0">
                <a:solidFill>
                  <a:srgbClr val="FF0000"/>
                </a:solidFill>
                <a:latin typeface="HP Simplified" panose="020B0604020204020204" pitchFamily="34" charset="0"/>
                <a:cs typeface="Arial Narrow"/>
              </a:rPr>
              <a:t>2 </a:t>
            </a:r>
            <a:r>
              <a:rPr sz="2400" u="sng" spc="-5" dirty="0">
                <a:solidFill>
                  <a:srgbClr val="FF0000"/>
                </a:solidFill>
                <a:latin typeface="HP Simplified" panose="020B0604020204020204" pitchFamily="34" charset="0"/>
                <a:cs typeface="Arial Narrow"/>
              </a:rPr>
              <a:t>vértices de grado  </a:t>
            </a:r>
            <a:r>
              <a:rPr sz="2400" u="sng" spc="-30" dirty="0">
                <a:solidFill>
                  <a:srgbClr val="FF0000"/>
                </a:solidFill>
                <a:latin typeface="HP Simplified" panose="020B0604020204020204" pitchFamily="34" charset="0"/>
                <a:cs typeface="Arial Narrow"/>
              </a:rPr>
              <a:t>IMPAR </a:t>
            </a:r>
            <a:r>
              <a:rPr sz="2400" u="sng" dirty="0">
                <a:solidFill>
                  <a:srgbClr val="FF0000"/>
                </a:solidFill>
                <a:latin typeface="HP Simplified" panose="020B0604020204020204" pitchFamily="34" charset="0"/>
                <a:cs typeface="Arial Narrow"/>
              </a:rPr>
              <a:t>y </a:t>
            </a:r>
            <a:r>
              <a:rPr sz="2400" u="sng" spc="-5" dirty="0">
                <a:solidFill>
                  <a:srgbClr val="FF0000"/>
                </a:solidFill>
                <a:latin typeface="HP Simplified" panose="020B0604020204020204" pitchFamily="34" charset="0"/>
                <a:cs typeface="Arial Narrow"/>
              </a:rPr>
              <a:t>el </a:t>
            </a:r>
            <a:r>
              <a:rPr sz="2400" u="sng" dirty="0">
                <a:solidFill>
                  <a:srgbClr val="FF0000"/>
                </a:solidFill>
                <a:latin typeface="HP Simplified" panose="020B0604020204020204" pitchFamily="34" charset="0"/>
                <a:cs typeface="Arial Narrow"/>
              </a:rPr>
              <a:t>resto </a:t>
            </a:r>
            <a:r>
              <a:rPr sz="2400" u="sng" spc="-5" dirty="0">
                <a:solidFill>
                  <a:srgbClr val="FF0000"/>
                </a:solidFill>
                <a:latin typeface="HP Simplified" panose="020B0604020204020204" pitchFamily="34" charset="0"/>
                <a:cs typeface="Arial Narrow"/>
              </a:rPr>
              <a:t>de grado </a:t>
            </a:r>
            <a:r>
              <a:rPr sz="2400" u="sng" spc="-35" dirty="0">
                <a:solidFill>
                  <a:srgbClr val="FF0000"/>
                </a:solidFill>
                <a:latin typeface="HP Simplified" panose="020B0604020204020204" pitchFamily="34" charset="0"/>
                <a:cs typeface="Arial Narrow"/>
              </a:rPr>
              <a:t>PAR</a:t>
            </a:r>
            <a:r>
              <a:rPr sz="2400" spc="-35" dirty="0">
                <a:solidFill>
                  <a:srgbClr val="FF0000"/>
                </a:solidFill>
                <a:latin typeface="HP Simplified" panose="020B0604020204020204" pitchFamily="34" charset="0"/>
                <a:cs typeface="Arial Narrow"/>
              </a:rPr>
              <a:t>, </a:t>
            </a:r>
            <a:r>
              <a:rPr sz="2400" spc="-5" dirty="0">
                <a:solidFill>
                  <a:srgbClr val="FF0000"/>
                </a:solidFill>
                <a:latin typeface="HP Simplified" panose="020B0604020204020204" pitchFamily="34" charset="0"/>
                <a:cs typeface="Arial Narrow"/>
              </a:rPr>
              <a:t>entonces existe un recorrido de  Euler en G. Cualquier recorrido de Euler debe comenzar en un  vértice de grado impar </a:t>
            </a:r>
            <a:r>
              <a:rPr sz="2400" dirty="0">
                <a:solidFill>
                  <a:srgbClr val="FF0000"/>
                </a:solidFill>
                <a:latin typeface="HP Simplified" panose="020B0604020204020204" pitchFamily="34" charset="0"/>
                <a:cs typeface="Arial Narrow"/>
              </a:rPr>
              <a:t>y </a:t>
            </a:r>
            <a:r>
              <a:rPr sz="2400" spc="-5" dirty="0">
                <a:solidFill>
                  <a:srgbClr val="FF0000"/>
                </a:solidFill>
                <a:latin typeface="HP Simplified" panose="020B0604020204020204" pitchFamily="34" charset="0"/>
                <a:cs typeface="Arial Narrow"/>
              </a:rPr>
              <a:t>terminar en el</a:t>
            </a:r>
            <a:r>
              <a:rPr sz="2400" spc="60" dirty="0">
                <a:solidFill>
                  <a:srgbClr val="FF0000"/>
                </a:solidFill>
                <a:latin typeface="HP Simplified" panose="020B0604020204020204" pitchFamily="34" charset="0"/>
                <a:cs typeface="Arial Narrow"/>
              </a:rPr>
              <a:t> </a:t>
            </a:r>
            <a:r>
              <a:rPr sz="2400" spc="-5" dirty="0">
                <a:solidFill>
                  <a:srgbClr val="FF0000"/>
                </a:solidFill>
                <a:latin typeface="HP Simplified" panose="020B0604020204020204" pitchFamily="34" charset="0"/>
                <a:cs typeface="Arial Narrow"/>
              </a:rPr>
              <a:t>otro.</a:t>
            </a:r>
            <a:endParaRPr sz="2400" dirty="0">
              <a:latin typeface="HP Simplified" panose="020B0604020204020204" pitchFamily="34" charset="0"/>
              <a:cs typeface="Arial Narrow"/>
            </a:endParaRPr>
          </a:p>
        </p:txBody>
      </p:sp>
      <p:sp>
        <p:nvSpPr>
          <p:cNvPr id="3" name="object 3"/>
          <p:cNvSpPr txBox="1">
            <a:spLocks noGrp="1"/>
          </p:cNvSpPr>
          <p:nvPr>
            <p:ph type="title"/>
          </p:nvPr>
        </p:nvSpPr>
        <p:spPr>
          <a:xfrm>
            <a:off x="533400" y="214300"/>
            <a:ext cx="10396882" cy="1151965"/>
          </a:xfrm>
          <a:prstGeom prst="rect">
            <a:avLst/>
          </a:prstGeom>
        </p:spPr>
        <p:txBody>
          <a:bodyPr vert="horz" wrap="square" lIns="0" tIns="0" rIns="0" bIns="0" rtlCol="0" anchor="ctr">
            <a:spAutoFit/>
          </a:bodyPr>
          <a:lstStyle/>
          <a:p>
            <a:pPr marL="12700">
              <a:lnSpc>
                <a:spcPct val="100000"/>
              </a:lnSpc>
            </a:pPr>
            <a:r>
              <a:rPr spc="-60" dirty="0"/>
              <a:t>Teoremas </a:t>
            </a:r>
            <a:r>
              <a:rPr spc="-5" dirty="0"/>
              <a:t>de</a:t>
            </a:r>
            <a:r>
              <a:rPr spc="-10" dirty="0"/>
              <a:t> </a:t>
            </a:r>
            <a:r>
              <a:rPr spc="-5" dirty="0"/>
              <a:t>Euler</a:t>
            </a:r>
          </a:p>
        </p:txBody>
      </p:sp>
    </p:spTree>
    <p:extLst>
      <p:ext uri="{BB962C8B-B14F-4D97-AF65-F5344CB8AC3E}">
        <p14:creationId xmlns:p14="http://schemas.microsoft.com/office/powerpoint/2010/main" val="3744787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8EC3E7-A647-4D90-9C42-DD8F054B86C3}"/>
              </a:ext>
            </a:extLst>
          </p:cNvPr>
          <p:cNvSpPr>
            <a:spLocks noGrp="1"/>
          </p:cNvSpPr>
          <p:nvPr>
            <p:ph type="title"/>
          </p:nvPr>
        </p:nvSpPr>
        <p:spPr>
          <a:xfrm>
            <a:off x="592394" y="268463"/>
            <a:ext cx="10396882" cy="1151965"/>
          </a:xfrm>
        </p:spPr>
        <p:txBody>
          <a:bodyPr/>
          <a:lstStyle/>
          <a:p>
            <a:r>
              <a:rPr lang="es-CL" dirty="0"/>
              <a:t>Solución de Euler</a:t>
            </a:r>
          </a:p>
        </p:txBody>
      </p:sp>
      <p:sp>
        <p:nvSpPr>
          <p:cNvPr id="3" name="Marcador de texto 2">
            <a:extLst>
              <a:ext uri="{FF2B5EF4-FFF2-40B4-BE49-F238E27FC236}">
                <a16:creationId xmlns:a16="http://schemas.microsoft.com/office/drawing/2014/main" id="{0495C88A-CE80-471B-80B2-10F4B1C6386C}"/>
              </a:ext>
            </a:extLst>
          </p:cNvPr>
          <p:cNvSpPr>
            <a:spLocks noGrp="1"/>
          </p:cNvSpPr>
          <p:nvPr>
            <p:ph type="body" idx="1"/>
          </p:nvPr>
        </p:nvSpPr>
        <p:spPr>
          <a:xfrm>
            <a:off x="592395" y="1295400"/>
            <a:ext cx="7080771" cy="3311189"/>
          </a:xfrm>
        </p:spPr>
        <p:txBody>
          <a:bodyPr>
            <a:normAutofit fontScale="55000" lnSpcReduction="20000"/>
          </a:bodyPr>
          <a:lstStyle/>
          <a:p>
            <a:pPr algn="l"/>
            <a:r>
              <a:rPr lang="es-MX" b="0" i="0" dirty="0">
                <a:solidFill>
                  <a:srgbClr val="202122"/>
                </a:solidFill>
                <a:effectLst/>
                <a:latin typeface="Arial" panose="020B0604020202020204" pitchFamily="34" charset="0"/>
              </a:rPr>
              <a:t>Euler determinó, en el contexto del problema, que los puntos intermedios de un recorrido posible necesariamente han de estar conectados a un número par de líneas. En efecto, si llegamos a un punto desde alguna línea, entonces el único modo de salir de ese punto es por una línea diferente. Esto significa que tanto el punto inicial como el final serían los únicos que podrían estar conectados con un número impar de líneas. Sin embargo, el requisito adicional del problema dice que el punto inicial debe ser igual al final, por lo que no podría existir ningún punto conectado con un número impar de líneas</a:t>
            </a:r>
            <a:r>
              <a:rPr lang="es-MX" dirty="0">
                <a:solidFill>
                  <a:srgbClr val="202122"/>
                </a:solidFill>
                <a:latin typeface="Arial" panose="020B0604020202020204" pitchFamily="34" charset="0"/>
              </a:rPr>
              <a:t>.</a:t>
            </a:r>
            <a:endParaRPr lang="es-MX" b="0" i="0" dirty="0">
              <a:solidFill>
                <a:srgbClr val="202122"/>
              </a:solidFill>
              <a:effectLst/>
              <a:latin typeface="Arial" panose="020B0604020202020204" pitchFamily="34" charset="0"/>
            </a:endParaRPr>
          </a:p>
        </p:txBody>
      </p:sp>
      <p:grpSp>
        <p:nvGrpSpPr>
          <p:cNvPr id="4" name="Grupo 3">
            <a:extLst>
              <a:ext uri="{FF2B5EF4-FFF2-40B4-BE49-F238E27FC236}">
                <a16:creationId xmlns:a16="http://schemas.microsoft.com/office/drawing/2014/main" id="{CC3D79E7-5EAD-4DEF-A2B1-61EE946E5A42}"/>
              </a:ext>
            </a:extLst>
          </p:cNvPr>
          <p:cNvGrpSpPr/>
          <p:nvPr/>
        </p:nvGrpSpPr>
        <p:grpSpPr>
          <a:xfrm>
            <a:off x="7889341" y="1549002"/>
            <a:ext cx="3581399" cy="2743200"/>
            <a:chOff x="7467600" y="304800"/>
            <a:chExt cx="4114800" cy="3124200"/>
          </a:xfrm>
        </p:grpSpPr>
        <p:sp>
          <p:nvSpPr>
            <p:cNvPr id="5" name="Rectángulo: esquinas redondeadas 4">
              <a:extLst>
                <a:ext uri="{FF2B5EF4-FFF2-40B4-BE49-F238E27FC236}">
                  <a16:creationId xmlns:a16="http://schemas.microsoft.com/office/drawing/2014/main" id="{03B96D1F-4A8F-440A-AAEB-DC4EA0F88EEA}"/>
                </a:ext>
              </a:extLst>
            </p:cNvPr>
            <p:cNvSpPr/>
            <p:nvPr/>
          </p:nvSpPr>
          <p:spPr>
            <a:xfrm>
              <a:off x="7467600" y="304800"/>
              <a:ext cx="4114800" cy="3124200"/>
            </a:xfrm>
            <a:prstGeom prst="roundRect">
              <a:avLst>
                <a:gd name="adj" fmla="val 11474"/>
              </a:avLst>
            </a:prstGeom>
            <a:solidFill>
              <a:srgbClr val="F9BE24"/>
            </a:solidFill>
            <a:ln w="3810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L"/>
            </a:p>
          </p:txBody>
        </p:sp>
        <p:sp>
          <p:nvSpPr>
            <p:cNvPr id="6" name="object 5">
              <a:extLst>
                <a:ext uri="{FF2B5EF4-FFF2-40B4-BE49-F238E27FC236}">
                  <a16:creationId xmlns:a16="http://schemas.microsoft.com/office/drawing/2014/main" id="{CEFC7DEF-2CBC-4931-9D12-E9E7795F128A}"/>
                </a:ext>
              </a:extLst>
            </p:cNvPr>
            <p:cNvSpPr/>
            <p:nvPr/>
          </p:nvSpPr>
          <p:spPr>
            <a:xfrm>
              <a:off x="7634605" y="438772"/>
              <a:ext cx="3810000" cy="2857500"/>
            </a:xfrm>
            <a:prstGeom prst="rect">
              <a:avLst/>
            </a:prstGeom>
            <a:blipFill>
              <a:blip r:embed="rId2" cstate="print"/>
              <a:stretch>
                <a:fillRect/>
              </a:stretch>
            </a:blipFill>
          </p:spPr>
          <p:txBody>
            <a:bodyPr wrap="square" lIns="0" tIns="0" rIns="0" bIns="0" rtlCol="0"/>
            <a:lstStyle/>
            <a:p>
              <a:endParaRPr/>
            </a:p>
          </p:txBody>
        </p:sp>
      </p:grpSp>
      <p:sp>
        <p:nvSpPr>
          <p:cNvPr id="8" name="CuadroTexto 7">
            <a:extLst>
              <a:ext uri="{FF2B5EF4-FFF2-40B4-BE49-F238E27FC236}">
                <a16:creationId xmlns:a16="http://schemas.microsoft.com/office/drawing/2014/main" id="{FDBAEA59-9F9E-4D3D-9E41-CC0AE8417AC3}"/>
              </a:ext>
            </a:extLst>
          </p:cNvPr>
          <p:cNvSpPr txBox="1"/>
          <p:nvPr/>
        </p:nvSpPr>
        <p:spPr>
          <a:xfrm>
            <a:off x="745841" y="4535076"/>
            <a:ext cx="10700318" cy="923330"/>
          </a:xfrm>
          <a:prstGeom prst="rect">
            <a:avLst/>
          </a:prstGeom>
          <a:noFill/>
        </p:spPr>
        <p:txBody>
          <a:bodyPr wrap="square">
            <a:spAutoFit/>
          </a:bodyPr>
          <a:lstStyle/>
          <a:p>
            <a:pPr algn="l"/>
            <a:r>
              <a:rPr lang="es-MX" b="0" i="0" dirty="0">
                <a:solidFill>
                  <a:srgbClr val="202122"/>
                </a:solidFill>
                <a:effectLst/>
                <a:latin typeface="Arial" panose="020B0604020202020204" pitchFamily="34" charset="0"/>
              </a:rPr>
              <a:t>En particular, como en este diagrama los cuatro puntos poseen un número impar de líneas incidentes (tres de ellos inciden en tres líneas, y el restante incide en cinco), entonces se concluye que es imposible definir un camino con las características buscadas que son los 7 puentes de Königsberg</a:t>
            </a:r>
          </a:p>
        </p:txBody>
      </p:sp>
      <p:grpSp>
        <p:nvGrpSpPr>
          <p:cNvPr id="9" name="Grupo 8">
            <a:extLst>
              <a:ext uri="{FF2B5EF4-FFF2-40B4-BE49-F238E27FC236}">
                <a16:creationId xmlns:a16="http://schemas.microsoft.com/office/drawing/2014/main" id="{F439AC23-76A9-4BD7-A243-E22130D183F9}"/>
              </a:ext>
            </a:extLst>
          </p:cNvPr>
          <p:cNvGrpSpPr/>
          <p:nvPr/>
        </p:nvGrpSpPr>
        <p:grpSpPr>
          <a:xfrm>
            <a:off x="7789605" y="1522244"/>
            <a:ext cx="3810000" cy="2857500"/>
            <a:chOff x="4667250" y="1916935"/>
            <a:chExt cx="3810000" cy="2857500"/>
          </a:xfrm>
        </p:grpSpPr>
        <p:sp>
          <p:nvSpPr>
            <p:cNvPr id="10" name="object 3">
              <a:extLst>
                <a:ext uri="{FF2B5EF4-FFF2-40B4-BE49-F238E27FC236}">
                  <a16:creationId xmlns:a16="http://schemas.microsoft.com/office/drawing/2014/main" id="{9570EE07-D754-4091-8DDD-9059CA49D110}"/>
                </a:ext>
              </a:extLst>
            </p:cNvPr>
            <p:cNvSpPr/>
            <p:nvPr/>
          </p:nvSpPr>
          <p:spPr>
            <a:xfrm>
              <a:off x="4667250" y="1916935"/>
              <a:ext cx="3810000" cy="2857500"/>
            </a:xfrm>
            <a:prstGeom prst="rect">
              <a:avLst/>
            </a:prstGeom>
            <a:blipFill>
              <a:blip r:embed="rId3" cstate="print"/>
              <a:stretch>
                <a:fillRect/>
              </a:stretch>
            </a:blipFill>
          </p:spPr>
          <p:txBody>
            <a:bodyPr wrap="square" lIns="0" tIns="0" rIns="0" bIns="0" rtlCol="0"/>
            <a:lstStyle/>
            <a:p>
              <a:endParaRPr/>
            </a:p>
          </p:txBody>
        </p:sp>
        <p:sp>
          <p:nvSpPr>
            <p:cNvPr id="11" name="object 4">
              <a:extLst>
                <a:ext uri="{FF2B5EF4-FFF2-40B4-BE49-F238E27FC236}">
                  <a16:creationId xmlns:a16="http://schemas.microsoft.com/office/drawing/2014/main" id="{A655C25F-FEF1-4F4A-A284-00596F929462}"/>
                </a:ext>
              </a:extLst>
            </p:cNvPr>
            <p:cNvSpPr/>
            <p:nvPr/>
          </p:nvSpPr>
          <p:spPr>
            <a:xfrm>
              <a:off x="5810251" y="3052789"/>
              <a:ext cx="142875" cy="142875"/>
            </a:xfrm>
            <a:custGeom>
              <a:avLst/>
              <a:gdLst/>
              <a:ahLst/>
              <a:cxnLst/>
              <a:rect l="l" t="t" r="r" b="b"/>
              <a:pathLst>
                <a:path w="142875" h="142875">
                  <a:moveTo>
                    <a:pt x="0" y="142875"/>
                  </a:moveTo>
                  <a:lnTo>
                    <a:pt x="142875" y="142875"/>
                  </a:lnTo>
                  <a:lnTo>
                    <a:pt x="142875" y="0"/>
                  </a:lnTo>
                  <a:lnTo>
                    <a:pt x="0" y="0"/>
                  </a:lnTo>
                  <a:lnTo>
                    <a:pt x="0" y="142875"/>
                  </a:lnTo>
                  <a:close/>
                </a:path>
              </a:pathLst>
            </a:custGeom>
            <a:solidFill>
              <a:srgbClr val="FFFFFF"/>
            </a:solidFill>
          </p:spPr>
          <p:txBody>
            <a:bodyPr wrap="square" lIns="0" tIns="0" rIns="0" bIns="0" rtlCol="0"/>
            <a:lstStyle/>
            <a:p>
              <a:endParaRPr/>
            </a:p>
          </p:txBody>
        </p:sp>
        <p:sp>
          <p:nvSpPr>
            <p:cNvPr id="12" name="object 5">
              <a:extLst>
                <a:ext uri="{FF2B5EF4-FFF2-40B4-BE49-F238E27FC236}">
                  <a16:creationId xmlns:a16="http://schemas.microsoft.com/office/drawing/2014/main" id="{8806F73B-165D-47D1-AD1B-A29F3DD0D34E}"/>
                </a:ext>
              </a:extLst>
            </p:cNvPr>
            <p:cNvSpPr/>
            <p:nvPr/>
          </p:nvSpPr>
          <p:spPr>
            <a:xfrm>
              <a:off x="5810251" y="3059935"/>
              <a:ext cx="142875" cy="142875"/>
            </a:xfrm>
            <a:custGeom>
              <a:avLst/>
              <a:gdLst/>
              <a:ahLst/>
              <a:cxnLst/>
              <a:rect l="l" t="t" r="r" b="b"/>
              <a:pathLst>
                <a:path w="142875" h="142875">
                  <a:moveTo>
                    <a:pt x="0" y="142875"/>
                  </a:moveTo>
                  <a:lnTo>
                    <a:pt x="142875" y="142875"/>
                  </a:lnTo>
                  <a:lnTo>
                    <a:pt x="142875" y="0"/>
                  </a:lnTo>
                  <a:lnTo>
                    <a:pt x="0" y="0"/>
                  </a:lnTo>
                  <a:lnTo>
                    <a:pt x="0" y="142875"/>
                  </a:lnTo>
                  <a:close/>
                </a:path>
              </a:pathLst>
            </a:custGeom>
            <a:ln w="12700">
              <a:solidFill>
                <a:srgbClr val="FFFFFF"/>
              </a:solidFill>
            </a:ln>
          </p:spPr>
          <p:txBody>
            <a:bodyPr wrap="square" lIns="0" tIns="0" rIns="0" bIns="0" rtlCol="0"/>
            <a:lstStyle/>
            <a:p>
              <a:endParaRPr/>
            </a:p>
          </p:txBody>
        </p:sp>
        <p:sp>
          <p:nvSpPr>
            <p:cNvPr id="13" name="object 6">
              <a:extLst>
                <a:ext uri="{FF2B5EF4-FFF2-40B4-BE49-F238E27FC236}">
                  <a16:creationId xmlns:a16="http://schemas.microsoft.com/office/drawing/2014/main" id="{14F2908C-3C8D-4DB3-A2F2-8278FEB354EE}"/>
                </a:ext>
              </a:extLst>
            </p:cNvPr>
            <p:cNvSpPr txBox="1"/>
            <p:nvPr/>
          </p:nvSpPr>
          <p:spPr>
            <a:xfrm>
              <a:off x="5756593" y="2956266"/>
              <a:ext cx="125095" cy="215444"/>
            </a:xfrm>
            <a:prstGeom prst="rect">
              <a:avLst/>
            </a:prstGeom>
          </p:spPr>
          <p:txBody>
            <a:bodyPr vert="horz" wrap="square" lIns="0" tIns="0" rIns="0" bIns="0" rtlCol="0">
              <a:spAutoFit/>
            </a:bodyPr>
            <a:lstStyle/>
            <a:p>
              <a:pPr marL="12700"/>
              <a:r>
                <a:rPr sz="1400" dirty="0">
                  <a:solidFill>
                    <a:srgbClr val="0000C4"/>
                  </a:solidFill>
                  <a:latin typeface="Arial"/>
                  <a:cs typeface="Arial"/>
                </a:rPr>
                <a:t>5</a:t>
              </a:r>
              <a:endParaRPr sz="1400" dirty="0">
                <a:latin typeface="Arial"/>
                <a:cs typeface="Arial"/>
              </a:endParaRPr>
            </a:p>
          </p:txBody>
        </p:sp>
      </p:grpSp>
      <p:pic>
        <p:nvPicPr>
          <p:cNvPr id="1026" name="Picture 2" descr="images (297×170)">
            <a:extLst>
              <a:ext uri="{FF2B5EF4-FFF2-40B4-BE49-F238E27FC236}">
                <a16:creationId xmlns:a16="http://schemas.microsoft.com/office/drawing/2014/main" id="{B78F55C7-38F0-4BC6-A80F-42468DCA7E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7823" y="1522244"/>
            <a:ext cx="4070728" cy="2813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85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 calcmode="lin" valueType="num">
                                      <p:cBhvr additive="base">
                                        <p:cTn id="12" dur="500" fill="hold"/>
                                        <p:tgtEl>
                                          <p:spTgt spid="1026"/>
                                        </p:tgtEl>
                                        <p:attrNameLst>
                                          <p:attrName>ppt_x</p:attrName>
                                        </p:attrNameLst>
                                      </p:cBhvr>
                                      <p:tavLst>
                                        <p:tav tm="0">
                                          <p:val>
                                            <p:strVal val="#ppt_x"/>
                                          </p:val>
                                        </p:tav>
                                        <p:tav tm="100000">
                                          <p:val>
                                            <p:strVal val="#ppt_x"/>
                                          </p:val>
                                        </p:tav>
                                      </p:tavLst>
                                    </p:anim>
                                    <p:anim calcmode="lin" valueType="num">
                                      <p:cBhvr additive="base">
                                        <p:cTn id="13"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5500" y="1141133"/>
            <a:ext cx="5422900" cy="3447098"/>
          </a:xfrm>
          <a:prstGeom prst="rect">
            <a:avLst/>
          </a:prstGeom>
        </p:spPr>
        <p:txBody>
          <a:bodyPr vert="horz" wrap="square" lIns="0" tIns="0" rIns="0" bIns="0" rtlCol="0">
            <a:spAutoFit/>
          </a:bodyPr>
          <a:lstStyle/>
          <a:p>
            <a:pPr marL="12700">
              <a:buClr>
                <a:srgbClr val="696363"/>
              </a:buClr>
              <a:buSzPct val="80357"/>
              <a:tabLst>
                <a:tab pos="355600" algn="l"/>
              </a:tabLst>
            </a:pPr>
            <a:r>
              <a:rPr sz="2800" b="1" spc="-10" dirty="0">
                <a:solidFill>
                  <a:srgbClr val="002850"/>
                </a:solidFill>
                <a:latin typeface="HP Simplified" panose="020B0604020204020204" pitchFamily="34" charset="0"/>
                <a:cs typeface="Arial Narrow"/>
              </a:rPr>
              <a:t>Objetivo</a:t>
            </a:r>
            <a:r>
              <a:rPr sz="2800" spc="-10" dirty="0">
                <a:solidFill>
                  <a:srgbClr val="002850"/>
                </a:solidFill>
                <a:latin typeface="HP Simplified" panose="020B0604020204020204" pitchFamily="34" charset="0"/>
                <a:cs typeface="Arial Narrow"/>
              </a:rPr>
              <a:t>: Minimizar </a:t>
            </a:r>
            <a:r>
              <a:rPr sz="2800" spc="-5" dirty="0">
                <a:solidFill>
                  <a:srgbClr val="002850"/>
                </a:solidFill>
                <a:latin typeface="HP Simplified" panose="020B0604020204020204" pitchFamily="34" charset="0"/>
                <a:cs typeface="Arial Narrow"/>
              </a:rPr>
              <a:t>la </a:t>
            </a:r>
            <a:r>
              <a:rPr sz="2800" spc="-10" dirty="0">
                <a:solidFill>
                  <a:srgbClr val="002850"/>
                </a:solidFill>
                <a:latin typeface="HP Simplified" panose="020B0604020204020204" pitchFamily="34" charset="0"/>
                <a:cs typeface="Arial Narrow"/>
              </a:rPr>
              <a:t>longitud </a:t>
            </a:r>
            <a:r>
              <a:rPr sz="2800" spc="-5" dirty="0">
                <a:solidFill>
                  <a:srgbClr val="002850"/>
                </a:solidFill>
                <a:latin typeface="HP Simplified" panose="020B0604020204020204" pitchFamily="34" charset="0"/>
                <a:cs typeface="Arial Narrow"/>
              </a:rPr>
              <a:t>total de arcos</a:t>
            </a:r>
            <a:r>
              <a:rPr sz="2800" spc="110" dirty="0">
                <a:solidFill>
                  <a:srgbClr val="002850"/>
                </a:solidFill>
                <a:latin typeface="HP Simplified" panose="020B0604020204020204" pitchFamily="34" charset="0"/>
                <a:cs typeface="Arial Narrow"/>
              </a:rPr>
              <a:t> </a:t>
            </a:r>
            <a:r>
              <a:rPr sz="2800" spc="-10" dirty="0">
                <a:solidFill>
                  <a:srgbClr val="002850"/>
                </a:solidFill>
                <a:latin typeface="HP Simplified" panose="020B0604020204020204" pitchFamily="34" charset="0"/>
                <a:cs typeface="Arial Narrow"/>
              </a:rPr>
              <a:t>utilizados</a:t>
            </a:r>
            <a:endParaRPr sz="2800" dirty="0">
              <a:latin typeface="HP Simplified" panose="020B0604020204020204" pitchFamily="34" charset="0"/>
              <a:cs typeface="Arial Narrow"/>
            </a:endParaRPr>
          </a:p>
          <a:p>
            <a:pPr marL="12700">
              <a:buClr>
                <a:srgbClr val="696363"/>
              </a:buClr>
              <a:buSzPct val="80357"/>
              <a:tabLst>
                <a:tab pos="355600" algn="l"/>
              </a:tabLst>
            </a:pPr>
            <a:r>
              <a:rPr lang="es-CL" sz="2800" u="sng" spc="-10" dirty="0">
                <a:solidFill>
                  <a:srgbClr val="002850"/>
                </a:solidFill>
                <a:latin typeface="HP Simplified" panose="020B0604020204020204" pitchFamily="34" charset="0"/>
                <a:cs typeface="Arial Narrow"/>
              </a:rPr>
              <a:t>Procedimiento</a:t>
            </a:r>
            <a:r>
              <a:rPr sz="2800" spc="-10" dirty="0">
                <a:solidFill>
                  <a:srgbClr val="002850"/>
                </a:solidFill>
                <a:latin typeface="HP Simplified" panose="020B0604020204020204" pitchFamily="34" charset="0"/>
                <a:cs typeface="Arial Narrow"/>
              </a:rPr>
              <a:t>:</a:t>
            </a:r>
            <a:endParaRPr sz="2800" dirty="0">
              <a:latin typeface="HP Simplified" panose="020B0604020204020204" pitchFamily="34" charset="0"/>
              <a:cs typeface="Arial Narrow"/>
            </a:endParaRPr>
          </a:p>
          <a:p>
            <a:pPr marL="984885" lvl="1" indent="-514984">
              <a:spcBef>
                <a:spcPts val="625"/>
              </a:spcBef>
              <a:buClr>
                <a:srgbClr val="696363"/>
              </a:buClr>
              <a:buSzPct val="78846"/>
              <a:buAutoNum type="arabicPeriod"/>
              <a:tabLst>
                <a:tab pos="527685" algn="l"/>
                <a:tab pos="528320" algn="l"/>
              </a:tabLst>
            </a:pPr>
            <a:r>
              <a:rPr sz="2600" spc="-5" dirty="0">
                <a:solidFill>
                  <a:srgbClr val="FF0000"/>
                </a:solidFill>
                <a:latin typeface="HP Simplified" panose="020B0604020204020204" pitchFamily="34" charset="0"/>
                <a:cs typeface="Arial Narrow"/>
              </a:rPr>
              <a:t>Localizar los vértices de grado</a:t>
            </a:r>
            <a:r>
              <a:rPr sz="2600" spc="-75" dirty="0">
                <a:solidFill>
                  <a:srgbClr val="FF0000"/>
                </a:solidFill>
                <a:latin typeface="HP Simplified" panose="020B0604020204020204" pitchFamily="34" charset="0"/>
                <a:cs typeface="Arial Narrow"/>
              </a:rPr>
              <a:t> </a:t>
            </a:r>
            <a:r>
              <a:rPr sz="2600" spc="-5" dirty="0">
                <a:solidFill>
                  <a:srgbClr val="FF0000"/>
                </a:solidFill>
                <a:latin typeface="HP Simplified" panose="020B0604020204020204" pitchFamily="34" charset="0"/>
                <a:cs typeface="Arial Narrow"/>
              </a:rPr>
              <a:t>impar</a:t>
            </a:r>
            <a:endParaRPr sz="2600" dirty="0">
              <a:latin typeface="HP Simplified" panose="020B0604020204020204" pitchFamily="34" charset="0"/>
              <a:cs typeface="Arial Narrow"/>
            </a:endParaRPr>
          </a:p>
          <a:p>
            <a:pPr marL="984885" lvl="1" indent="-514984">
              <a:spcBef>
                <a:spcPts val="620"/>
              </a:spcBef>
              <a:buClr>
                <a:srgbClr val="696363"/>
              </a:buClr>
              <a:buSzPct val="78846"/>
              <a:buAutoNum type="arabicPeriod"/>
              <a:tabLst>
                <a:tab pos="527685" algn="l"/>
                <a:tab pos="528320" algn="l"/>
              </a:tabLst>
            </a:pPr>
            <a:r>
              <a:rPr sz="2600" dirty="0">
                <a:solidFill>
                  <a:srgbClr val="FF0000"/>
                </a:solidFill>
                <a:latin typeface="HP Simplified" panose="020B0604020204020204" pitchFamily="34" charset="0"/>
                <a:cs typeface="Arial Narrow"/>
              </a:rPr>
              <a:t>Añadir </a:t>
            </a:r>
            <a:r>
              <a:rPr sz="2600" spc="-5" dirty="0">
                <a:solidFill>
                  <a:srgbClr val="FF0000"/>
                </a:solidFill>
                <a:latin typeface="HP Simplified" panose="020B0604020204020204" pitchFamily="34" charset="0"/>
                <a:cs typeface="Arial Narrow"/>
              </a:rPr>
              <a:t>un arco </a:t>
            </a:r>
            <a:r>
              <a:rPr sz="2600" dirty="0">
                <a:solidFill>
                  <a:srgbClr val="FF0000"/>
                </a:solidFill>
                <a:latin typeface="HP Simplified" panose="020B0604020204020204" pitchFamily="34" charset="0"/>
                <a:cs typeface="Arial Narrow"/>
              </a:rPr>
              <a:t>a </a:t>
            </a:r>
            <a:r>
              <a:rPr sz="2600" spc="-5" dirty="0">
                <a:solidFill>
                  <a:srgbClr val="FF0000"/>
                </a:solidFill>
                <a:latin typeface="HP Simplified" panose="020B0604020204020204" pitchFamily="34" charset="0"/>
                <a:cs typeface="Arial Narrow"/>
              </a:rPr>
              <a:t>c/u de los vértices para que tenga </a:t>
            </a:r>
            <a:r>
              <a:rPr sz="2600" spc="-5" dirty="0" err="1">
                <a:solidFill>
                  <a:srgbClr val="FF0000"/>
                </a:solidFill>
                <a:latin typeface="HP Simplified" panose="020B0604020204020204" pitchFamily="34" charset="0"/>
                <a:cs typeface="Arial Narrow"/>
              </a:rPr>
              <a:t>grado</a:t>
            </a:r>
            <a:r>
              <a:rPr sz="2600" spc="-45" dirty="0">
                <a:solidFill>
                  <a:srgbClr val="FF0000"/>
                </a:solidFill>
                <a:latin typeface="HP Simplified" panose="020B0604020204020204" pitchFamily="34" charset="0"/>
                <a:cs typeface="Arial Narrow"/>
              </a:rPr>
              <a:t> </a:t>
            </a:r>
            <a:r>
              <a:rPr sz="2600" spc="-5" dirty="0">
                <a:solidFill>
                  <a:srgbClr val="FF0000"/>
                </a:solidFill>
                <a:latin typeface="HP Simplified" panose="020B0604020204020204" pitchFamily="34" charset="0"/>
                <a:cs typeface="Arial Narrow"/>
              </a:rPr>
              <a:t>par</a:t>
            </a:r>
            <a:endParaRPr sz="2600" dirty="0">
              <a:latin typeface="HP Simplified" panose="020B0604020204020204" pitchFamily="34" charset="0"/>
              <a:cs typeface="Arial Narrow"/>
            </a:endParaRPr>
          </a:p>
        </p:txBody>
      </p:sp>
      <p:sp>
        <p:nvSpPr>
          <p:cNvPr id="3" name="object 3"/>
          <p:cNvSpPr txBox="1">
            <a:spLocks noGrp="1"/>
          </p:cNvSpPr>
          <p:nvPr>
            <p:ph type="title"/>
          </p:nvPr>
        </p:nvSpPr>
        <p:spPr>
          <a:xfrm>
            <a:off x="838200" y="464820"/>
            <a:ext cx="6812484" cy="615553"/>
          </a:xfrm>
          <a:prstGeom prst="rect">
            <a:avLst/>
          </a:prstGeom>
        </p:spPr>
        <p:txBody>
          <a:bodyPr vert="horz" wrap="square" lIns="0" tIns="0" rIns="0" bIns="0" rtlCol="0" anchor="ctr">
            <a:spAutoFit/>
          </a:bodyPr>
          <a:lstStyle/>
          <a:p>
            <a:pPr marL="12700">
              <a:lnSpc>
                <a:spcPct val="100000"/>
              </a:lnSpc>
            </a:pPr>
            <a:r>
              <a:rPr spc="-5" dirty="0"/>
              <a:t>Eulerizar un</a:t>
            </a:r>
            <a:r>
              <a:rPr spc="-45" dirty="0"/>
              <a:t> </a:t>
            </a:r>
            <a:r>
              <a:rPr spc="-5" dirty="0"/>
              <a:t>grafo</a:t>
            </a:r>
          </a:p>
        </p:txBody>
      </p:sp>
      <p:sp>
        <p:nvSpPr>
          <p:cNvPr id="9" name="CuadroTexto 8">
            <a:extLst>
              <a:ext uri="{FF2B5EF4-FFF2-40B4-BE49-F238E27FC236}">
                <a16:creationId xmlns:a16="http://schemas.microsoft.com/office/drawing/2014/main" id="{15650A92-D254-463B-8D08-229BB6B7B030}"/>
              </a:ext>
            </a:extLst>
          </p:cNvPr>
          <p:cNvSpPr txBox="1"/>
          <p:nvPr/>
        </p:nvSpPr>
        <p:spPr>
          <a:xfrm>
            <a:off x="6705600" y="1080373"/>
            <a:ext cx="4800600" cy="830997"/>
          </a:xfrm>
          <a:prstGeom prst="rect">
            <a:avLst/>
          </a:prstGeom>
          <a:noFill/>
        </p:spPr>
        <p:txBody>
          <a:bodyPr wrap="square">
            <a:spAutoFit/>
          </a:bodyPr>
          <a:lstStyle/>
          <a:p>
            <a:pPr marL="12700" marR="222885">
              <a:buClr>
                <a:srgbClr val="D24717"/>
              </a:buClr>
              <a:buSzPct val="83928"/>
              <a:tabLst>
                <a:tab pos="285750" algn="l"/>
              </a:tabLst>
            </a:pPr>
            <a:r>
              <a:rPr lang="es-MX" sz="2400" spc="-5" dirty="0">
                <a:solidFill>
                  <a:srgbClr val="0000C4"/>
                </a:solidFill>
                <a:latin typeface="HP Simplified" panose="020B0604020204020204" pitchFamily="34" charset="0"/>
                <a:cs typeface="Arial"/>
              </a:rPr>
              <a:t>¿Cómo </a:t>
            </a:r>
            <a:r>
              <a:rPr lang="es-MX" sz="2400" dirty="0" err="1">
                <a:solidFill>
                  <a:srgbClr val="0000C4"/>
                </a:solidFill>
                <a:latin typeface="HP Simplified" panose="020B0604020204020204" pitchFamily="34" charset="0"/>
                <a:cs typeface="Arial"/>
              </a:rPr>
              <a:t>euleriza</a:t>
            </a:r>
            <a:r>
              <a:rPr lang="es-MX" sz="2400" dirty="0">
                <a:solidFill>
                  <a:srgbClr val="0000C4"/>
                </a:solidFill>
                <a:latin typeface="HP Simplified" panose="020B0604020204020204" pitchFamily="34" charset="0"/>
                <a:cs typeface="Arial"/>
              </a:rPr>
              <a:t> </a:t>
            </a:r>
            <a:r>
              <a:rPr lang="es-MX" sz="2400" spc="-5" dirty="0">
                <a:solidFill>
                  <a:srgbClr val="0000C4"/>
                </a:solidFill>
                <a:latin typeface="HP Simplified" panose="020B0604020204020204" pitchFamily="34" charset="0"/>
                <a:cs typeface="Arial"/>
              </a:rPr>
              <a:t>el </a:t>
            </a:r>
            <a:r>
              <a:rPr lang="es-MX" sz="2400" dirty="0">
                <a:solidFill>
                  <a:srgbClr val="0000C4"/>
                </a:solidFill>
                <a:latin typeface="HP Simplified" panose="020B0604020204020204" pitchFamily="34" charset="0"/>
                <a:cs typeface="Arial"/>
              </a:rPr>
              <a:t>problema </a:t>
            </a:r>
            <a:r>
              <a:rPr lang="es-MX" sz="2400" spc="-5" dirty="0">
                <a:solidFill>
                  <a:srgbClr val="0000C4"/>
                </a:solidFill>
                <a:latin typeface="HP Simplified" panose="020B0604020204020204" pitchFamily="34" charset="0"/>
                <a:cs typeface="Arial"/>
              </a:rPr>
              <a:t>de los puentes de  </a:t>
            </a:r>
            <a:r>
              <a:rPr lang="es-MX" sz="2400" dirty="0" err="1">
                <a:solidFill>
                  <a:srgbClr val="0000C4"/>
                </a:solidFill>
                <a:latin typeface="HP Simplified" panose="020B0604020204020204" pitchFamily="34" charset="0"/>
                <a:cs typeface="Arial"/>
              </a:rPr>
              <a:t>königsberg</a:t>
            </a:r>
            <a:r>
              <a:rPr lang="es-MX" sz="2400" dirty="0">
                <a:solidFill>
                  <a:srgbClr val="0000C4"/>
                </a:solidFill>
                <a:latin typeface="HP Simplified" panose="020B0604020204020204" pitchFamily="34" charset="0"/>
                <a:cs typeface="Arial"/>
              </a:rPr>
              <a:t>?</a:t>
            </a:r>
            <a:endParaRPr lang="es-MX" sz="2400" dirty="0">
              <a:latin typeface="HP Simplified" panose="020B0604020204020204" pitchFamily="34" charset="0"/>
              <a:cs typeface="Arial"/>
            </a:endParaRPr>
          </a:p>
        </p:txBody>
      </p:sp>
      <p:pic>
        <p:nvPicPr>
          <p:cNvPr id="2050" name="Picture 2">
            <a:extLst>
              <a:ext uri="{FF2B5EF4-FFF2-40B4-BE49-F238E27FC236}">
                <a16:creationId xmlns:a16="http://schemas.microsoft.com/office/drawing/2014/main" id="{C6EC9AD7-BFBC-4C4D-BBF2-B92E8EB1EC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3170"/>
          <a:stretch/>
        </p:blipFill>
        <p:spPr bwMode="auto">
          <a:xfrm>
            <a:off x="6708058" y="2077678"/>
            <a:ext cx="4678374" cy="310392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12D35C2-6D2F-486F-AE5D-05BC305681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743"/>
          <a:stretch/>
        </p:blipFill>
        <p:spPr bwMode="auto">
          <a:xfrm>
            <a:off x="8229600" y="2077679"/>
            <a:ext cx="3396319" cy="3103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507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95250" y="1406255"/>
            <a:ext cx="10429950" cy="4075475"/>
          </a:xfrm>
          <a:prstGeom prst="rect">
            <a:avLst/>
          </a:prstGeom>
        </p:spPr>
        <p:txBody>
          <a:bodyPr vert="horz" wrap="square" lIns="0" tIns="0" rIns="0" bIns="0" rtlCol="0">
            <a:spAutoFit/>
          </a:bodyPr>
          <a:lstStyle/>
          <a:p>
            <a:pPr marL="12700">
              <a:buClr>
                <a:srgbClr val="696363"/>
              </a:buClr>
              <a:buSzPct val="80357"/>
              <a:tabLst>
                <a:tab pos="355600" algn="l"/>
              </a:tabLst>
            </a:pPr>
            <a:r>
              <a:rPr sz="2800" u="heavy" spc="-10" dirty="0">
                <a:solidFill>
                  <a:srgbClr val="002850"/>
                </a:solidFill>
                <a:latin typeface="Arial Narrow"/>
                <a:cs typeface="Arial Narrow"/>
              </a:rPr>
              <a:t>Camino </a:t>
            </a:r>
            <a:r>
              <a:rPr sz="2800" u="heavy" spc="-5" dirty="0">
                <a:solidFill>
                  <a:srgbClr val="002850"/>
                </a:solidFill>
                <a:latin typeface="Arial Narrow"/>
                <a:cs typeface="Arial Narrow"/>
              </a:rPr>
              <a:t>de</a:t>
            </a:r>
            <a:r>
              <a:rPr sz="2800" u="heavy" spc="-35" dirty="0">
                <a:solidFill>
                  <a:srgbClr val="002850"/>
                </a:solidFill>
                <a:latin typeface="Arial Narrow"/>
                <a:cs typeface="Arial Narrow"/>
              </a:rPr>
              <a:t> </a:t>
            </a:r>
            <a:r>
              <a:rPr sz="2800" u="heavy" spc="-10" dirty="0">
                <a:solidFill>
                  <a:srgbClr val="002850"/>
                </a:solidFill>
                <a:latin typeface="Arial Narrow"/>
                <a:cs typeface="Arial Narrow"/>
              </a:rPr>
              <a:t>Hamilton</a:t>
            </a:r>
            <a:endParaRPr sz="2800" dirty="0">
              <a:latin typeface="Arial Narrow"/>
              <a:cs typeface="Arial Narrow"/>
            </a:endParaRPr>
          </a:p>
          <a:p>
            <a:pPr marL="287020" lvl="1">
              <a:spcBef>
                <a:spcPts val="580"/>
              </a:spcBef>
              <a:buClr>
                <a:srgbClr val="696363"/>
              </a:buClr>
              <a:buSzPct val="79166"/>
              <a:tabLst>
                <a:tab pos="629920" algn="l"/>
              </a:tabLst>
            </a:pPr>
            <a:r>
              <a:rPr sz="2400" spc="-5" dirty="0">
                <a:solidFill>
                  <a:srgbClr val="002850"/>
                </a:solidFill>
                <a:latin typeface="Arial Narrow"/>
                <a:cs typeface="Arial Narrow"/>
              </a:rPr>
              <a:t>Recorre </a:t>
            </a:r>
            <a:r>
              <a:rPr sz="2400" spc="-10" dirty="0">
                <a:solidFill>
                  <a:srgbClr val="002850"/>
                </a:solidFill>
                <a:latin typeface="Arial Narrow"/>
                <a:cs typeface="Arial Narrow"/>
              </a:rPr>
              <a:t>TODOS </a:t>
            </a:r>
            <a:r>
              <a:rPr sz="2400" spc="-5" dirty="0">
                <a:solidFill>
                  <a:srgbClr val="002850"/>
                </a:solidFill>
                <a:latin typeface="Arial Narrow"/>
                <a:cs typeface="Arial Narrow"/>
              </a:rPr>
              <a:t>los </a:t>
            </a:r>
            <a:r>
              <a:rPr sz="2400" spc="-10" dirty="0">
                <a:solidFill>
                  <a:srgbClr val="002850"/>
                </a:solidFill>
                <a:latin typeface="Arial Narrow"/>
                <a:cs typeface="Arial Narrow"/>
              </a:rPr>
              <a:t>VÉRTICES </a:t>
            </a:r>
            <a:r>
              <a:rPr sz="2400" spc="-5" dirty="0">
                <a:solidFill>
                  <a:srgbClr val="002850"/>
                </a:solidFill>
                <a:latin typeface="Arial Narrow"/>
                <a:cs typeface="Arial Narrow"/>
              </a:rPr>
              <a:t>sin</a:t>
            </a:r>
            <a:r>
              <a:rPr sz="2400" spc="50" dirty="0">
                <a:solidFill>
                  <a:srgbClr val="002850"/>
                </a:solidFill>
                <a:latin typeface="Arial Narrow"/>
                <a:cs typeface="Arial Narrow"/>
              </a:rPr>
              <a:t> </a:t>
            </a:r>
            <a:r>
              <a:rPr sz="2400" spc="-5" dirty="0">
                <a:solidFill>
                  <a:srgbClr val="002850"/>
                </a:solidFill>
                <a:latin typeface="Arial Narrow"/>
                <a:cs typeface="Arial Narrow"/>
              </a:rPr>
              <a:t>repetirlos</a:t>
            </a:r>
            <a:endParaRPr sz="2400" dirty="0">
              <a:latin typeface="Arial Narrow"/>
              <a:cs typeface="Arial Narrow"/>
            </a:endParaRPr>
          </a:p>
          <a:p>
            <a:pPr lvl="1">
              <a:spcBef>
                <a:spcPts val="30"/>
              </a:spcBef>
              <a:buClr>
                <a:srgbClr val="696363"/>
              </a:buClr>
            </a:pPr>
            <a:endParaRPr sz="2000" dirty="0">
              <a:latin typeface="Times New Roman"/>
              <a:cs typeface="Times New Roman"/>
            </a:endParaRPr>
          </a:p>
          <a:p>
            <a:pPr marL="12700">
              <a:buClr>
                <a:srgbClr val="696363"/>
              </a:buClr>
              <a:buSzPct val="80357"/>
              <a:tabLst>
                <a:tab pos="355600" algn="l"/>
              </a:tabLst>
            </a:pPr>
            <a:r>
              <a:rPr sz="2800" u="heavy" spc="-5" dirty="0">
                <a:solidFill>
                  <a:srgbClr val="002850"/>
                </a:solidFill>
                <a:latin typeface="Arial Narrow"/>
                <a:cs typeface="Arial Narrow"/>
              </a:rPr>
              <a:t>Ciclo de</a:t>
            </a:r>
            <a:r>
              <a:rPr sz="2800" u="heavy" spc="-55" dirty="0">
                <a:solidFill>
                  <a:srgbClr val="002850"/>
                </a:solidFill>
                <a:latin typeface="Arial Narrow"/>
                <a:cs typeface="Arial Narrow"/>
              </a:rPr>
              <a:t> </a:t>
            </a:r>
            <a:r>
              <a:rPr sz="2800" u="heavy" spc="-10" dirty="0">
                <a:solidFill>
                  <a:srgbClr val="002850"/>
                </a:solidFill>
                <a:latin typeface="Arial Narrow"/>
                <a:cs typeface="Arial Narrow"/>
              </a:rPr>
              <a:t>Hamilton</a:t>
            </a:r>
            <a:endParaRPr sz="2800" dirty="0">
              <a:latin typeface="Arial Narrow"/>
              <a:cs typeface="Arial Narrow"/>
            </a:endParaRPr>
          </a:p>
          <a:p>
            <a:pPr marL="287020" lvl="1">
              <a:spcBef>
                <a:spcPts val="590"/>
              </a:spcBef>
              <a:buClr>
                <a:srgbClr val="696363"/>
              </a:buClr>
              <a:buSzPct val="79166"/>
              <a:tabLst>
                <a:tab pos="629920" algn="l"/>
              </a:tabLst>
            </a:pPr>
            <a:r>
              <a:rPr sz="2400" spc="-5" dirty="0">
                <a:solidFill>
                  <a:srgbClr val="002850"/>
                </a:solidFill>
                <a:latin typeface="Arial Narrow"/>
                <a:cs typeface="Arial Narrow"/>
              </a:rPr>
              <a:t>Inicia </a:t>
            </a:r>
            <a:r>
              <a:rPr sz="2400" dirty="0">
                <a:solidFill>
                  <a:srgbClr val="002850"/>
                </a:solidFill>
                <a:latin typeface="Arial Narrow"/>
                <a:cs typeface="Arial Narrow"/>
              </a:rPr>
              <a:t>y </a:t>
            </a:r>
            <a:r>
              <a:rPr sz="2400" spc="-5" dirty="0">
                <a:solidFill>
                  <a:srgbClr val="002850"/>
                </a:solidFill>
                <a:latin typeface="Arial Narrow"/>
                <a:cs typeface="Arial Narrow"/>
              </a:rPr>
              <a:t>termina en el </a:t>
            </a:r>
            <a:r>
              <a:rPr sz="2400" u="sng" spc="-5" dirty="0" err="1">
                <a:solidFill>
                  <a:srgbClr val="002850"/>
                </a:solidFill>
                <a:latin typeface="Arial Narrow"/>
                <a:cs typeface="Arial Narrow"/>
              </a:rPr>
              <a:t>mismo</a:t>
            </a:r>
            <a:r>
              <a:rPr lang="es-CL" sz="2400" spc="30" dirty="0">
                <a:solidFill>
                  <a:srgbClr val="002850"/>
                </a:solidFill>
                <a:latin typeface="Arial Narrow"/>
                <a:cs typeface="Arial Narrow"/>
              </a:rPr>
              <a:t> </a:t>
            </a:r>
            <a:r>
              <a:rPr lang="es-CL" sz="2400" spc="-5" dirty="0">
                <a:solidFill>
                  <a:srgbClr val="002850"/>
                </a:solidFill>
                <a:latin typeface="Arial Narrow"/>
                <a:cs typeface="Arial Narrow"/>
              </a:rPr>
              <a:t>vértice</a:t>
            </a:r>
            <a:endParaRPr lang="es-CL" sz="2400" dirty="0">
              <a:latin typeface="Arial Narrow"/>
              <a:cs typeface="Arial Narrow"/>
            </a:endParaRPr>
          </a:p>
          <a:p>
            <a:pPr marL="287020" lvl="1">
              <a:spcBef>
                <a:spcPts val="575"/>
              </a:spcBef>
              <a:buClr>
                <a:srgbClr val="696363"/>
              </a:buClr>
              <a:buSzPct val="79166"/>
              <a:tabLst>
                <a:tab pos="629920" algn="l"/>
              </a:tabLst>
            </a:pPr>
            <a:r>
              <a:rPr sz="2400" spc="-5" dirty="0">
                <a:solidFill>
                  <a:srgbClr val="002850"/>
                </a:solidFill>
                <a:latin typeface="Arial Narrow"/>
                <a:cs typeface="Arial Narrow"/>
              </a:rPr>
              <a:t>Recorre </a:t>
            </a:r>
            <a:r>
              <a:rPr sz="2400" spc="-10" dirty="0">
                <a:solidFill>
                  <a:srgbClr val="002850"/>
                </a:solidFill>
                <a:latin typeface="Arial Narrow"/>
                <a:cs typeface="Arial Narrow"/>
              </a:rPr>
              <a:t>TODOS </a:t>
            </a:r>
            <a:r>
              <a:rPr sz="2400" spc="-5" dirty="0">
                <a:solidFill>
                  <a:srgbClr val="002850"/>
                </a:solidFill>
                <a:latin typeface="Arial Narrow"/>
                <a:cs typeface="Arial Narrow"/>
              </a:rPr>
              <a:t>los </a:t>
            </a:r>
            <a:r>
              <a:rPr sz="2400" spc="-10" dirty="0">
                <a:solidFill>
                  <a:srgbClr val="002850"/>
                </a:solidFill>
                <a:latin typeface="Arial Narrow"/>
                <a:cs typeface="Arial Narrow"/>
              </a:rPr>
              <a:t>VÉRTICES </a:t>
            </a:r>
            <a:r>
              <a:rPr sz="2400" spc="-5" dirty="0">
                <a:solidFill>
                  <a:srgbClr val="002850"/>
                </a:solidFill>
                <a:latin typeface="Arial Narrow"/>
                <a:cs typeface="Arial Narrow"/>
              </a:rPr>
              <a:t>sin repetirlos (excepto el vertices</a:t>
            </a:r>
            <a:r>
              <a:rPr sz="2400" spc="175" dirty="0">
                <a:solidFill>
                  <a:srgbClr val="002850"/>
                </a:solidFill>
                <a:latin typeface="Arial Narrow"/>
                <a:cs typeface="Arial Narrow"/>
              </a:rPr>
              <a:t> </a:t>
            </a:r>
            <a:r>
              <a:rPr sz="2400" spc="-5" dirty="0">
                <a:solidFill>
                  <a:srgbClr val="002850"/>
                </a:solidFill>
                <a:latin typeface="Arial Narrow"/>
                <a:cs typeface="Arial Narrow"/>
              </a:rPr>
              <a:t>del</a:t>
            </a:r>
            <a:r>
              <a:rPr lang="es-CL" sz="2400" spc="-5" dirty="0">
                <a:solidFill>
                  <a:srgbClr val="002850"/>
                </a:solidFill>
                <a:latin typeface="Arial Narrow"/>
                <a:cs typeface="Arial Narrow"/>
              </a:rPr>
              <a:t> </a:t>
            </a:r>
            <a:r>
              <a:rPr lang="es-MX" sz="2400" spc="-5" dirty="0">
                <a:solidFill>
                  <a:srgbClr val="002850"/>
                </a:solidFill>
                <a:latin typeface="Arial Narrow"/>
                <a:cs typeface="Arial Narrow"/>
              </a:rPr>
              <a:t>cual parte </a:t>
            </a:r>
            <a:r>
              <a:rPr lang="es-MX" sz="2400" dirty="0">
                <a:solidFill>
                  <a:srgbClr val="002850"/>
                </a:solidFill>
                <a:latin typeface="Arial Narrow"/>
                <a:cs typeface="Arial Narrow"/>
              </a:rPr>
              <a:t>y </a:t>
            </a:r>
            <a:r>
              <a:rPr lang="es-MX" sz="2400" spc="-5" dirty="0">
                <a:solidFill>
                  <a:srgbClr val="002850"/>
                </a:solidFill>
                <a:latin typeface="Arial Narrow"/>
                <a:cs typeface="Arial Narrow"/>
              </a:rPr>
              <a:t>al cual</a:t>
            </a:r>
            <a:r>
              <a:rPr lang="es-MX" sz="2400" dirty="0">
                <a:solidFill>
                  <a:srgbClr val="002850"/>
                </a:solidFill>
                <a:latin typeface="Arial Narrow"/>
                <a:cs typeface="Arial Narrow"/>
              </a:rPr>
              <a:t> </a:t>
            </a:r>
            <a:r>
              <a:rPr lang="es-MX" sz="2400" spc="-10" dirty="0">
                <a:solidFill>
                  <a:srgbClr val="002850"/>
                </a:solidFill>
                <a:latin typeface="Arial Narrow"/>
                <a:cs typeface="Arial Narrow"/>
              </a:rPr>
              <a:t>llega)</a:t>
            </a:r>
            <a:endParaRPr lang="es-MX" sz="2400" dirty="0">
              <a:latin typeface="Arial Narrow"/>
              <a:cs typeface="Arial Narrow"/>
            </a:endParaRPr>
          </a:p>
          <a:p>
            <a:pPr>
              <a:spcBef>
                <a:spcPts val="50"/>
              </a:spcBef>
            </a:pPr>
            <a:endParaRPr dirty="0">
              <a:latin typeface="Times New Roman"/>
              <a:cs typeface="Times New Roman"/>
            </a:endParaRPr>
          </a:p>
          <a:p>
            <a:pPr marL="12700">
              <a:buClr>
                <a:srgbClr val="696363"/>
              </a:buClr>
              <a:buSzPct val="78846"/>
              <a:tabLst>
                <a:tab pos="355600" algn="l"/>
              </a:tabLst>
            </a:pPr>
            <a:r>
              <a:rPr sz="2600" u="heavy" spc="-5" dirty="0">
                <a:solidFill>
                  <a:srgbClr val="002850"/>
                </a:solidFill>
                <a:latin typeface="Arial Narrow"/>
                <a:cs typeface="Arial Narrow"/>
              </a:rPr>
              <a:t>Grafo</a:t>
            </a:r>
            <a:r>
              <a:rPr sz="2600" u="heavy" spc="-85" dirty="0">
                <a:solidFill>
                  <a:srgbClr val="002850"/>
                </a:solidFill>
                <a:latin typeface="Arial Narrow"/>
                <a:cs typeface="Arial Narrow"/>
              </a:rPr>
              <a:t> </a:t>
            </a:r>
            <a:r>
              <a:rPr sz="2600" u="heavy" dirty="0">
                <a:solidFill>
                  <a:srgbClr val="002850"/>
                </a:solidFill>
                <a:latin typeface="Arial Narrow"/>
                <a:cs typeface="Arial Narrow"/>
              </a:rPr>
              <a:t>Hamiltoniano</a:t>
            </a:r>
            <a:endParaRPr sz="2600" dirty="0">
              <a:latin typeface="Arial Narrow"/>
              <a:cs typeface="Arial Narrow"/>
            </a:endParaRPr>
          </a:p>
          <a:p>
            <a:pPr marL="287020" lvl="1">
              <a:spcBef>
                <a:spcPts val="580"/>
              </a:spcBef>
              <a:buClr>
                <a:srgbClr val="696363"/>
              </a:buClr>
              <a:buSzPct val="79166"/>
              <a:tabLst>
                <a:tab pos="629920" algn="l"/>
              </a:tabLst>
            </a:pPr>
            <a:r>
              <a:rPr sz="2400" dirty="0">
                <a:solidFill>
                  <a:srgbClr val="002850"/>
                </a:solidFill>
                <a:latin typeface="Arial Narrow"/>
                <a:cs typeface="Arial Narrow"/>
              </a:rPr>
              <a:t>Es </a:t>
            </a:r>
            <a:r>
              <a:rPr sz="2400" spc="-5" dirty="0">
                <a:solidFill>
                  <a:srgbClr val="002850"/>
                </a:solidFill>
                <a:latin typeface="Arial Narrow"/>
                <a:cs typeface="Arial Narrow"/>
              </a:rPr>
              <a:t>el aquel grafo que admite un circuito de</a:t>
            </a:r>
            <a:r>
              <a:rPr sz="2400" spc="75" dirty="0">
                <a:solidFill>
                  <a:srgbClr val="002850"/>
                </a:solidFill>
                <a:latin typeface="Arial Narrow"/>
                <a:cs typeface="Arial Narrow"/>
              </a:rPr>
              <a:t> </a:t>
            </a:r>
            <a:r>
              <a:rPr sz="2400" spc="-5" dirty="0">
                <a:solidFill>
                  <a:srgbClr val="002850"/>
                </a:solidFill>
                <a:latin typeface="Arial Narrow"/>
                <a:cs typeface="Arial Narrow"/>
              </a:rPr>
              <a:t>Hamilton</a:t>
            </a:r>
            <a:endParaRPr sz="2400" dirty="0">
              <a:latin typeface="Arial Narrow"/>
              <a:cs typeface="Arial Narrow"/>
            </a:endParaRPr>
          </a:p>
        </p:txBody>
      </p:sp>
      <p:sp>
        <p:nvSpPr>
          <p:cNvPr id="3" name="object 3"/>
          <p:cNvSpPr txBox="1">
            <a:spLocks noGrp="1"/>
          </p:cNvSpPr>
          <p:nvPr>
            <p:ph type="title"/>
          </p:nvPr>
        </p:nvSpPr>
        <p:spPr>
          <a:xfrm>
            <a:off x="838200" y="228600"/>
            <a:ext cx="6795134" cy="1231106"/>
          </a:xfrm>
          <a:prstGeom prst="rect">
            <a:avLst/>
          </a:prstGeom>
        </p:spPr>
        <p:txBody>
          <a:bodyPr vert="horz" wrap="square" lIns="0" tIns="0" rIns="0" bIns="0" rtlCol="0" anchor="ctr">
            <a:spAutoFit/>
          </a:bodyPr>
          <a:lstStyle/>
          <a:p>
            <a:pPr marL="12700">
              <a:lnSpc>
                <a:spcPct val="100000"/>
              </a:lnSpc>
            </a:pPr>
            <a:r>
              <a:rPr spc="-5" dirty="0"/>
              <a:t>Caminos y Ciclos de</a:t>
            </a:r>
            <a:r>
              <a:rPr spc="-35" dirty="0"/>
              <a:t> </a:t>
            </a:r>
            <a:r>
              <a:rPr spc="-5" dirty="0"/>
              <a:t>Hamilton</a:t>
            </a:r>
          </a:p>
        </p:txBody>
      </p:sp>
    </p:spTree>
    <p:extLst>
      <p:ext uri="{BB962C8B-B14F-4D97-AF65-F5344CB8AC3E}">
        <p14:creationId xmlns:p14="http://schemas.microsoft.com/office/powerpoint/2010/main" val="2217757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0143" y="269510"/>
            <a:ext cx="4253865" cy="1231106"/>
          </a:xfrm>
          <a:prstGeom prst="rect">
            <a:avLst/>
          </a:prstGeom>
        </p:spPr>
        <p:txBody>
          <a:bodyPr vert="horz" wrap="square" lIns="0" tIns="0" rIns="0" bIns="0" rtlCol="0" anchor="ctr">
            <a:spAutoFit/>
          </a:bodyPr>
          <a:lstStyle/>
          <a:p>
            <a:pPr marL="12700">
              <a:lnSpc>
                <a:spcPct val="100000"/>
              </a:lnSpc>
            </a:pPr>
            <a:r>
              <a:rPr spc="-5" dirty="0"/>
              <a:t>Ciclo</a:t>
            </a:r>
            <a:r>
              <a:rPr spc="-80" dirty="0"/>
              <a:t> </a:t>
            </a:r>
            <a:r>
              <a:rPr spc="-5" dirty="0"/>
              <a:t>Hamiltoniano</a:t>
            </a:r>
          </a:p>
        </p:txBody>
      </p:sp>
      <p:sp>
        <p:nvSpPr>
          <p:cNvPr id="3" name="object 3"/>
          <p:cNvSpPr/>
          <p:nvPr/>
        </p:nvSpPr>
        <p:spPr>
          <a:xfrm>
            <a:off x="2024062" y="1571497"/>
            <a:ext cx="3346450" cy="335762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017712" y="1565148"/>
            <a:ext cx="3359150" cy="3370579"/>
          </a:xfrm>
          <a:custGeom>
            <a:avLst/>
            <a:gdLst/>
            <a:ahLst/>
            <a:cxnLst/>
            <a:rect l="l" t="t" r="r" b="b"/>
            <a:pathLst>
              <a:path w="3359150" h="3370579">
                <a:moveTo>
                  <a:pt x="0" y="3370326"/>
                </a:moveTo>
                <a:lnTo>
                  <a:pt x="3359150" y="3370326"/>
                </a:lnTo>
                <a:lnTo>
                  <a:pt x="3359150" y="0"/>
                </a:lnTo>
                <a:lnTo>
                  <a:pt x="0" y="0"/>
                </a:lnTo>
                <a:lnTo>
                  <a:pt x="0" y="3370326"/>
                </a:lnTo>
                <a:close/>
              </a:path>
            </a:pathLst>
          </a:custGeom>
          <a:ln w="12699">
            <a:solidFill>
              <a:srgbClr val="D24717"/>
            </a:solidFill>
          </a:ln>
        </p:spPr>
        <p:txBody>
          <a:bodyPr wrap="square" lIns="0" tIns="0" rIns="0" bIns="0" rtlCol="0"/>
          <a:lstStyle/>
          <a:p>
            <a:endParaRPr/>
          </a:p>
        </p:txBody>
      </p:sp>
      <p:sp>
        <p:nvSpPr>
          <p:cNvPr id="5" name="object 5"/>
          <p:cNvSpPr txBox="1"/>
          <p:nvPr/>
        </p:nvSpPr>
        <p:spPr>
          <a:xfrm>
            <a:off x="5818123" y="1706880"/>
            <a:ext cx="4014470" cy="2943225"/>
          </a:xfrm>
          <a:prstGeom prst="rect">
            <a:avLst/>
          </a:prstGeom>
        </p:spPr>
        <p:txBody>
          <a:bodyPr vert="horz" wrap="square" lIns="0" tIns="0" rIns="0" bIns="0" rtlCol="0">
            <a:spAutoFit/>
          </a:bodyPr>
          <a:lstStyle/>
          <a:p>
            <a:pPr marL="12700"/>
            <a:r>
              <a:rPr sz="2400" spc="-5" dirty="0">
                <a:solidFill>
                  <a:srgbClr val="FF0000"/>
                </a:solidFill>
                <a:latin typeface="Arial Narrow"/>
                <a:cs typeface="Arial Narrow"/>
              </a:rPr>
              <a:t>El juego de Hamilton se</a:t>
            </a:r>
            <a:r>
              <a:rPr sz="2400" spc="20" dirty="0">
                <a:solidFill>
                  <a:srgbClr val="FF0000"/>
                </a:solidFill>
                <a:latin typeface="Arial Narrow"/>
                <a:cs typeface="Arial Narrow"/>
              </a:rPr>
              <a:t> </a:t>
            </a:r>
            <a:r>
              <a:rPr sz="2400" dirty="0">
                <a:solidFill>
                  <a:srgbClr val="FF0000"/>
                </a:solidFill>
                <a:latin typeface="Arial Narrow"/>
                <a:cs typeface="Arial Narrow"/>
              </a:rPr>
              <a:t>resuelve</a:t>
            </a:r>
            <a:endParaRPr sz="2400">
              <a:latin typeface="Arial Narrow"/>
              <a:cs typeface="Arial Narrow"/>
            </a:endParaRPr>
          </a:p>
          <a:p>
            <a:pPr marL="12700" marR="5080"/>
            <a:r>
              <a:rPr sz="2400" spc="-5" dirty="0">
                <a:solidFill>
                  <a:srgbClr val="FF0000"/>
                </a:solidFill>
                <a:latin typeface="Arial Narrow"/>
                <a:cs typeface="Arial Narrow"/>
              </a:rPr>
              <a:t>si se encuentra un </a:t>
            </a:r>
            <a:r>
              <a:rPr sz="2400" spc="-10" dirty="0">
                <a:solidFill>
                  <a:srgbClr val="FF0000"/>
                </a:solidFill>
                <a:latin typeface="Arial Narrow"/>
                <a:cs typeface="Arial Narrow"/>
              </a:rPr>
              <a:t>ciclo </a:t>
            </a:r>
            <a:r>
              <a:rPr sz="2400" spc="-5" dirty="0">
                <a:solidFill>
                  <a:srgbClr val="FF0000"/>
                </a:solidFill>
                <a:latin typeface="Arial Narrow"/>
                <a:cs typeface="Arial Narrow"/>
              </a:rPr>
              <a:t>que </a:t>
            </a:r>
            <a:r>
              <a:rPr sz="2400" dirty="0">
                <a:solidFill>
                  <a:srgbClr val="FF0000"/>
                </a:solidFill>
                <a:latin typeface="Arial Narrow"/>
                <a:cs typeface="Arial Narrow"/>
              </a:rPr>
              <a:t>recorra  todos </a:t>
            </a:r>
            <a:r>
              <a:rPr sz="2400" spc="-5" dirty="0">
                <a:solidFill>
                  <a:srgbClr val="FF0000"/>
                </a:solidFill>
                <a:latin typeface="Arial Narrow"/>
                <a:cs typeface="Arial Narrow"/>
              </a:rPr>
              <a:t>los vértices pasando una sola  vez por cada uno de </a:t>
            </a:r>
            <a:r>
              <a:rPr sz="2400" spc="-10" dirty="0">
                <a:solidFill>
                  <a:srgbClr val="FF0000"/>
                </a:solidFill>
                <a:latin typeface="Arial Narrow"/>
                <a:cs typeface="Arial Narrow"/>
              </a:rPr>
              <a:t>ellos </a:t>
            </a:r>
            <a:r>
              <a:rPr sz="2400" dirty="0">
                <a:solidFill>
                  <a:srgbClr val="FF0000"/>
                </a:solidFill>
                <a:latin typeface="Arial Narrow"/>
                <a:cs typeface="Arial Narrow"/>
              </a:rPr>
              <a:t>(excepto  </a:t>
            </a:r>
            <a:r>
              <a:rPr sz="2400" spc="-5" dirty="0">
                <a:solidFill>
                  <a:srgbClr val="FF0000"/>
                </a:solidFill>
                <a:latin typeface="Arial Narrow"/>
                <a:cs typeface="Arial Narrow"/>
              </a:rPr>
              <a:t>por el vértice </a:t>
            </a:r>
            <a:r>
              <a:rPr sz="2400" spc="-10" dirty="0">
                <a:solidFill>
                  <a:srgbClr val="FF0000"/>
                </a:solidFill>
                <a:latin typeface="Arial Narrow"/>
                <a:cs typeface="Arial Narrow"/>
              </a:rPr>
              <a:t>inicial </a:t>
            </a:r>
            <a:r>
              <a:rPr sz="2400" dirty="0">
                <a:solidFill>
                  <a:srgbClr val="FF0000"/>
                </a:solidFill>
                <a:latin typeface="Arial Narrow"/>
                <a:cs typeface="Arial Narrow"/>
              </a:rPr>
              <a:t>y</a:t>
            </a:r>
            <a:r>
              <a:rPr sz="2400" spc="65" dirty="0">
                <a:solidFill>
                  <a:srgbClr val="FF0000"/>
                </a:solidFill>
                <a:latin typeface="Arial Narrow"/>
                <a:cs typeface="Arial Narrow"/>
              </a:rPr>
              <a:t> </a:t>
            </a:r>
            <a:r>
              <a:rPr sz="2400" spc="-5" dirty="0">
                <a:solidFill>
                  <a:srgbClr val="FF0000"/>
                </a:solidFill>
                <a:latin typeface="Arial Narrow"/>
                <a:cs typeface="Arial Narrow"/>
              </a:rPr>
              <a:t>final).</a:t>
            </a:r>
            <a:endParaRPr sz="2400">
              <a:latin typeface="Arial Narrow"/>
              <a:cs typeface="Arial Narrow"/>
            </a:endParaRPr>
          </a:p>
          <a:p>
            <a:pPr>
              <a:spcBef>
                <a:spcPts val="5"/>
              </a:spcBef>
            </a:pPr>
            <a:endParaRPr sz="2500">
              <a:latin typeface="Times New Roman"/>
              <a:cs typeface="Times New Roman"/>
            </a:endParaRPr>
          </a:p>
          <a:p>
            <a:pPr marL="12700" marR="565785"/>
            <a:r>
              <a:rPr sz="2400" u="heavy" spc="-5" dirty="0">
                <a:solidFill>
                  <a:srgbClr val="001F5F"/>
                </a:solidFill>
                <a:latin typeface="Arial Narrow"/>
                <a:cs typeface="Arial Narrow"/>
              </a:rPr>
              <a:t>Nodos= </a:t>
            </a:r>
            <a:r>
              <a:rPr sz="2400" u="heavy" spc="-10" dirty="0">
                <a:solidFill>
                  <a:srgbClr val="001F5F"/>
                </a:solidFill>
                <a:latin typeface="Arial Narrow"/>
                <a:cs typeface="Arial Narrow"/>
              </a:rPr>
              <a:t>ciudades  </a:t>
            </a:r>
            <a:r>
              <a:rPr sz="2400" u="heavy" spc="-5" dirty="0">
                <a:solidFill>
                  <a:srgbClr val="001F5F"/>
                </a:solidFill>
                <a:latin typeface="Arial Narrow"/>
                <a:cs typeface="Arial Narrow"/>
              </a:rPr>
              <a:t>Arcos=caminos entre</a:t>
            </a:r>
            <a:r>
              <a:rPr sz="2400" u="heavy" spc="40" dirty="0">
                <a:solidFill>
                  <a:srgbClr val="001F5F"/>
                </a:solidFill>
                <a:latin typeface="Arial Narrow"/>
                <a:cs typeface="Arial Narrow"/>
              </a:rPr>
              <a:t> </a:t>
            </a:r>
            <a:r>
              <a:rPr sz="2400" u="heavy" spc="-10" dirty="0">
                <a:solidFill>
                  <a:srgbClr val="001F5F"/>
                </a:solidFill>
                <a:latin typeface="Arial Narrow"/>
                <a:cs typeface="Arial Narrow"/>
              </a:rPr>
              <a:t>ciudades</a:t>
            </a:r>
            <a:endParaRPr sz="2400">
              <a:latin typeface="Arial Narrow"/>
              <a:cs typeface="Arial Narrow"/>
            </a:endParaRPr>
          </a:p>
        </p:txBody>
      </p:sp>
      <p:sp>
        <p:nvSpPr>
          <p:cNvPr id="6" name="object 6"/>
          <p:cNvSpPr txBox="1"/>
          <p:nvPr/>
        </p:nvSpPr>
        <p:spPr>
          <a:xfrm>
            <a:off x="2603093" y="5611877"/>
            <a:ext cx="3267710" cy="307777"/>
          </a:xfrm>
          <a:prstGeom prst="rect">
            <a:avLst/>
          </a:prstGeom>
        </p:spPr>
        <p:txBody>
          <a:bodyPr vert="horz" wrap="square" lIns="0" tIns="0" rIns="0" bIns="0" rtlCol="0">
            <a:spAutoFit/>
          </a:bodyPr>
          <a:lstStyle/>
          <a:p>
            <a:pPr marL="12700"/>
            <a:r>
              <a:rPr sz="2000" spc="-5" dirty="0">
                <a:latin typeface="Arial"/>
                <a:cs typeface="Arial"/>
              </a:rPr>
              <a:t>Viajero </a:t>
            </a:r>
            <a:r>
              <a:rPr sz="2000" dirty="0">
                <a:latin typeface="Arial"/>
                <a:cs typeface="Arial"/>
              </a:rPr>
              <a:t>que recorre</a:t>
            </a:r>
            <a:r>
              <a:rPr sz="2000" spc="-130" dirty="0">
                <a:latin typeface="Arial"/>
                <a:cs typeface="Arial"/>
              </a:rPr>
              <a:t> </a:t>
            </a:r>
            <a:r>
              <a:rPr sz="2000" dirty="0">
                <a:latin typeface="Arial"/>
                <a:cs typeface="Arial"/>
              </a:rPr>
              <a:t>ciudades</a:t>
            </a:r>
            <a:endParaRPr sz="2000">
              <a:latin typeface="Arial"/>
              <a:cs typeface="Arial"/>
            </a:endParaRPr>
          </a:p>
        </p:txBody>
      </p:sp>
    </p:spTree>
    <p:extLst>
      <p:ext uri="{BB962C8B-B14F-4D97-AF65-F5344CB8AC3E}">
        <p14:creationId xmlns:p14="http://schemas.microsoft.com/office/powerpoint/2010/main" val="2179688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123967" y="1905000"/>
            <a:ext cx="9944065" cy="923330"/>
          </a:xfrm>
          <a:prstGeom prst="rect">
            <a:avLst/>
          </a:prstGeom>
        </p:spPr>
        <p:txBody>
          <a:bodyPr vert="horz" wrap="square" lIns="0" tIns="0" rIns="0" bIns="0" rtlCol="0" anchor="ctr">
            <a:spAutoFit/>
          </a:bodyPr>
          <a:lstStyle/>
          <a:p>
            <a:pPr marL="12700" algn="ctr">
              <a:lnSpc>
                <a:spcPct val="100000"/>
              </a:lnSpc>
            </a:pPr>
            <a:r>
              <a:rPr sz="6000" b="0" dirty="0">
                <a:solidFill>
                  <a:schemeClr val="accent1"/>
                </a:solidFill>
                <a:latin typeface="+mj-lt"/>
              </a:rPr>
              <a:t>Grafos:</a:t>
            </a:r>
            <a:r>
              <a:rPr sz="6000" b="0" spc="-260" dirty="0">
                <a:solidFill>
                  <a:schemeClr val="accent1"/>
                </a:solidFill>
                <a:latin typeface="+mj-lt"/>
              </a:rPr>
              <a:t> </a:t>
            </a:r>
            <a:r>
              <a:rPr sz="6000" b="0" dirty="0">
                <a:solidFill>
                  <a:schemeClr val="accent1"/>
                </a:solidFill>
                <a:latin typeface="+mj-lt"/>
              </a:rPr>
              <a:t>Algoritmos</a:t>
            </a:r>
          </a:p>
        </p:txBody>
      </p:sp>
      <p:sp>
        <p:nvSpPr>
          <p:cNvPr id="3" name="object 3"/>
          <p:cNvSpPr txBox="1"/>
          <p:nvPr/>
        </p:nvSpPr>
        <p:spPr>
          <a:xfrm>
            <a:off x="1123966" y="3553333"/>
            <a:ext cx="10306033" cy="861774"/>
          </a:xfrm>
          <a:prstGeom prst="rect">
            <a:avLst/>
          </a:prstGeom>
        </p:spPr>
        <p:txBody>
          <a:bodyPr vert="horz" wrap="square" lIns="0" tIns="0" rIns="0" bIns="0" rtlCol="0">
            <a:spAutoFit/>
          </a:bodyPr>
          <a:lstStyle/>
          <a:p>
            <a:pPr marL="12700" algn="ctr"/>
            <a:r>
              <a:rPr sz="2800" b="1" spc="-5" dirty="0" err="1">
                <a:solidFill>
                  <a:schemeClr val="bg2">
                    <a:lumMod val="75000"/>
                  </a:schemeClr>
                </a:solidFill>
                <a:latin typeface="HP Simplified" panose="020B0604020204020204" pitchFamily="34" charset="0"/>
                <a:cs typeface="Arial"/>
              </a:rPr>
              <a:t>Establecer</a:t>
            </a:r>
            <a:r>
              <a:rPr sz="2800" b="1" spc="-5" dirty="0">
                <a:solidFill>
                  <a:schemeClr val="bg2">
                    <a:lumMod val="75000"/>
                  </a:schemeClr>
                </a:solidFill>
                <a:latin typeface="HP Simplified" panose="020B0604020204020204" pitchFamily="34" charset="0"/>
                <a:cs typeface="Arial"/>
              </a:rPr>
              <a:t> el </a:t>
            </a:r>
            <a:r>
              <a:rPr sz="2800" b="1" u="heavy" spc="-5" dirty="0">
                <a:solidFill>
                  <a:schemeClr val="bg2">
                    <a:lumMod val="75000"/>
                  </a:schemeClr>
                </a:solidFill>
                <a:latin typeface="HP Simplified" panose="020B0604020204020204" pitchFamily="34" charset="0"/>
                <a:cs typeface="Arial"/>
              </a:rPr>
              <a:t>costo </a:t>
            </a:r>
            <a:r>
              <a:rPr sz="2800" b="1" u="heavy" dirty="0">
                <a:solidFill>
                  <a:schemeClr val="bg2">
                    <a:lumMod val="75000"/>
                  </a:schemeClr>
                </a:solidFill>
                <a:latin typeface="HP Simplified" panose="020B0604020204020204" pitchFamily="34" charset="0"/>
                <a:cs typeface="Arial"/>
              </a:rPr>
              <a:t>mínimo </a:t>
            </a:r>
            <a:r>
              <a:rPr sz="2800" b="1" spc="-5" dirty="0">
                <a:solidFill>
                  <a:schemeClr val="bg2">
                    <a:lumMod val="75000"/>
                  </a:schemeClr>
                </a:solidFill>
                <a:latin typeface="HP Simplified" panose="020B0604020204020204" pitchFamily="34" charset="0"/>
                <a:cs typeface="Arial"/>
              </a:rPr>
              <a:t>recorriendo </a:t>
            </a:r>
            <a:r>
              <a:rPr sz="2800" b="1" dirty="0">
                <a:solidFill>
                  <a:schemeClr val="bg2">
                    <a:lumMod val="75000"/>
                  </a:schemeClr>
                </a:solidFill>
                <a:latin typeface="HP Simplified" panose="020B0604020204020204" pitchFamily="34" charset="0"/>
                <a:cs typeface="Arial"/>
              </a:rPr>
              <a:t>todos </a:t>
            </a:r>
            <a:r>
              <a:rPr sz="2800" b="1" spc="-5" dirty="0">
                <a:solidFill>
                  <a:schemeClr val="bg2">
                    <a:lumMod val="75000"/>
                  </a:schemeClr>
                </a:solidFill>
                <a:latin typeface="HP Simplified" panose="020B0604020204020204" pitchFamily="34" charset="0"/>
                <a:cs typeface="Arial"/>
              </a:rPr>
              <a:t>los</a:t>
            </a:r>
            <a:r>
              <a:rPr sz="2800" b="1" dirty="0">
                <a:solidFill>
                  <a:schemeClr val="bg2">
                    <a:lumMod val="75000"/>
                  </a:schemeClr>
                </a:solidFill>
                <a:latin typeface="HP Simplified" panose="020B0604020204020204" pitchFamily="34" charset="0"/>
                <a:cs typeface="Arial"/>
              </a:rPr>
              <a:t> vértices</a:t>
            </a:r>
            <a:endParaRPr sz="2800" dirty="0">
              <a:solidFill>
                <a:schemeClr val="bg2">
                  <a:lumMod val="75000"/>
                </a:schemeClr>
              </a:solidFill>
              <a:latin typeface="HP Simplified" panose="020B0604020204020204" pitchFamily="34" charset="0"/>
              <a:cs typeface="Arial"/>
            </a:endParaRPr>
          </a:p>
          <a:p>
            <a:pPr marL="12700" algn="ctr"/>
            <a:r>
              <a:rPr sz="2800" b="1" spc="-5" dirty="0" err="1">
                <a:solidFill>
                  <a:schemeClr val="bg2">
                    <a:lumMod val="75000"/>
                  </a:schemeClr>
                </a:solidFill>
                <a:latin typeface="HP Simplified" panose="020B0604020204020204" pitchFamily="34" charset="0"/>
                <a:cs typeface="Arial"/>
              </a:rPr>
              <a:t>Encontrar</a:t>
            </a:r>
            <a:r>
              <a:rPr sz="2800" b="1" spc="-5" dirty="0">
                <a:solidFill>
                  <a:schemeClr val="bg2">
                    <a:lumMod val="75000"/>
                  </a:schemeClr>
                </a:solidFill>
                <a:latin typeface="HP Simplified" panose="020B0604020204020204" pitchFamily="34" charset="0"/>
                <a:cs typeface="Arial"/>
              </a:rPr>
              <a:t> </a:t>
            </a:r>
            <a:r>
              <a:rPr sz="2800" b="1" dirty="0">
                <a:solidFill>
                  <a:schemeClr val="bg2">
                    <a:lumMod val="75000"/>
                  </a:schemeClr>
                </a:solidFill>
                <a:latin typeface="HP Simplified" panose="020B0604020204020204" pitchFamily="34" charset="0"/>
                <a:cs typeface="Arial"/>
              </a:rPr>
              <a:t>la </a:t>
            </a:r>
            <a:r>
              <a:rPr sz="2800" b="1" u="heavy" spc="-5" dirty="0">
                <a:solidFill>
                  <a:schemeClr val="bg2">
                    <a:lumMod val="75000"/>
                  </a:schemeClr>
                </a:solidFill>
                <a:latin typeface="HP Simplified" panose="020B0604020204020204" pitchFamily="34" charset="0"/>
                <a:cs typeface="Arial"/>
              </a:rPr>
              <a:t>distancia </a:t>
            </a:r>
            <a:r>
              <a:rPr sz="2800" b="1" u="heavy" dirty="0">
                <a:solidFill>
                  <a:schemeClr val="bg2">
                    <a:lumMod val="75000"/>
                  </a:schemeClr>
                </a:solidFill>
                <a:latin typeface="HP Simplified" panose="020B0604020204020204" pitchFamily="34" charset="0"/>
                <a:cs typeface="Arial"/>
              </a:rPr>
              <a:t>mínima </a:t>
            </a:r>
            <a:r>
              <a:rPr sz="2800" b="1" spc="-5" dirty="0">
                <a:solidFill>
                  <a:schemeClr val="bg2">
                    <a:lumMod val="75000"/>
                  </a:schemeClr>
                </a:solidFill>
                <a:latin typeface="HP Simplified" panose="020B0604020204020204" pitchFamily="34" charset="0"/>
                <a:cs typeface="Arial"/>
              </a:rPr>
              <a:t>entre </a:t>
            </a:r>
            <a:r>
              <a:rPr sz="2800" b="1" dirty="0">
                <a:solidFill>
                  <a:schemeClr val="bg2">
                    <a:lumMod val="75000"/>
                  </a:schemeClr>
                </a:solidFill>
                <a:latin typeface="HP Simplified" panose="020B0604020204020204" pitchFamily="34" charset="0"/>
                <a:cs typeface="Arial"/>
              </a:rPr>
              <a:t>2</a:t>
            </a:r>
            <a:r>
              <a:rPr sz="2800" b="1" spc="15" dirty="0">
                <a:solidFill>
                  <a:schemeClr val="bg2">
                    <a:lumMod val="75000"/>
                  </a:schemeClr>
                </a:solidFill>
                <a:latin typeface="HP Simplified" panose="020B0604020204020204" pitchFamily="34" charset="0"/>
                <a:cs typeface="Arial"/>
              </a:rPr>
              <a:t> </a:t>
            </a:r>
            <a:r>
              <a:rPr sz="2800" b="1" spc="-5" dirty="0">
                <a:solidFill>
                  <a:schemeClr val="bg2">
                    <a:lumMod val="75000"/>
                  </a:schemeClr>
                </a:solidFill>
                <a:latin typeface="HP Simplified" panose="020B0604020204020204" pitchFamily="34" charset="0"/>
                <a:cs typeface="Arial"/>
              </a:rPr>
              <a:t>vértices</a:t>
            </a:r>
            <a:endParaRPr sz="2800" dirty="0">
              <a:solidFill>
                <a:schemeClr val="bg2">
                  <a:lumMod val="75000"/>
                </a:schemeClr>
              </a:solidFill>
              <a:latin typeface="HP Simplified" panose="020B0604020204020204" pitchFamily="34" charset="0"/>
              <a:cs typeface="Arial"/>
            </a:endParaRPr>
          </a:p>
        </p:txBody>
      </p:sp>
    </p:spTree>
    <p:extLst>
      <p:ext uri="{BB962C8B-B14F-4D97-AF65-F5344CB8AC3E}">
        <p14:creationId xmlns:p14="http://schemas.microsoft.com/office/powerpoint/2010/main" val="2219342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8958" y="115807"/>
            <a:ext cx="10396882" cy="1151965"/>
          </a:xfrm>
          <a:prstGeom prst="rect">
            <a:avLst/>
          </a:prstGeom>
        </p:spPr>
        <p:txBody>
          <a:bodyPr vert="horz" wrap="square" lIns="0" tIns="0" rIns="0" bIns="0" rtlCol="0" anchor="ctr">
            <a:spAutoFit/>
          </a:bodyPr>
          <a:lstStyle/>
          <a:p>
            <a:pPr marL="12700">
              <a:lnSpc>
                <a:spcPct val="100000"/>
              </a:lnSpc>
            </a:pPr>
            <a:r>
              <a:rPr spc="-5" dirty="0"/>
              <a:t>Problema del vendedor</a:t>
            </a:r>
            <a:r>
              <a:rPr spc="20" dirty="0"/>
              <a:t> </a:t>
            </a:r>
            <a:r>
              <a:rPr spc="-5" dirty="0"/>
              <a:t>viajero</a:t>
            </a:r>
          </a:p>
        </p:txBody>
      </p:sp>
      <p:sp>
        <p:nvSpPr>
          <p:cNvPr id="3" name="object 3"/>
          <p:cNvSpPr/>
          <p:nvPr/>
        </p:nvSpPr>
        <p:spPr>
          <a:xfrm>
            <a:off x="9263743" y="1850164"/>
            <a:ext cx="2286000" cy="3225647"/>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81001" y="1292353"/>
            <a:ext cx="8610600" cy="2988510"/>
          </a:xfrm>
          <a:prstGeom prst="rect">
            <a:avLst/>
          </a:prstGeom>
        </p:spPr>
        <p:txBody>
          <a:bodyPr vert="horz" wrap="square" lIns="0" tIns="0" rIns="0" bIns="0" rtlCol="0">
            <a:spAutoFit/>
          </a:bodyPr>
          <a:lstStyle/>
          <a:p>
            <a:pPr marL="469900" marR="248920" indent="-457200" algn="just">
              <a:lnSpc>
                <a:spcPct val="110000"/>
              </a:lnSpc>
              <a:buClr>
                <a:srgbClr val="696363"/>
              </a:buClr>
              <a:buSzPct val="79166"/>
              <a:buFont typeface="Arial" panose="020B0604020202020204" pitchFamily="34" charset="0"/>
              <a:buChar char="•"/>
              <a:tabLst>
                <a:tab pos="355600" algn="l"/>
              </a:tabLst>
            </a:pPr>
            <a:r>
              <a:rPr sz="2800" spc="-5" dirty="0">
                <a:solidFill>
                  <a:srgbClr val="001F5F"/>
                </a:solidFill>
                <a:latin typeface="HP Simplified" panose="020B0604020204020204" pitchFamily="34" charset="0"/>
                <a:cs typeface="Arial Narrow"/>
              </a:rPr>
              <a:t>El problema del </a:t>
            </a:r>
            <a:r>
              <a:rPr sz="2800" u="heavy" dirty="0">
                <a:solidFill>
                  <a:srgbClr val="001F5F"/>
                </a:solidFill>
                <a:latin typeface="HP Simplified" panose="020B0604020204020204" pitchFamily="34" charset="0"/>
                <a:cs typeface="Arial Narrow"/>
              </a:rPr>
              <a:t>vendedor </a:t>
            </a:r>
            <a:r>
              <a:rPr sz="2800" u="heavy" spc="-5" dirty="0">
                <a:solidFill>
                  <a:srgbClr val="001F5F"/>
                </a:solidFill>
                <a:latin typeface="HP Simplified" panose="020B0604020204020204" pitchFamily="34" charset="0"/>
                <a:cs typeface="Arial Narrow"/>
              </a:rPr>
              <a:t>viajero </a:t>
            </a:r>
            <a:r>
              <a:rPr sz="2800" spc="-5" dirty="0">
                <a:solidFill>
                  <a:srgbClr val="001F5F"/>
                </a:solidFill>
                <a:latin typeface="HP Simplified" panose="020B0604020204020204" pitchFamily="34" charset="0"/>
                <a:cs typeface="Arial Narrow"/>
              </a:rPr>
              <a:t>consiste </a:t>
            </a:r>
            <a:r>
              <a:rPr sz="2800" dirty="0">
                <a:solidFill>
                  <a:srgbClr val="001F5F"/>
                </a:solidFill>
                <a:latin typeface="HP Simplified" panose="020B0604020204020204" pitchFamily="34" charset="0"/>
                <a:cs typeface="Arial Narrow"/>
              </a:rPr>
              <a:t>en </a:t>
            </a:r>
            <a:r>
              <a:rPr sz="2800" spc="-5" dirty="0">
                <a:solidFill>
                  <a:srgbClr val="001F5F"/>
                </a:solidFill>
                <a:latin typeface="HP Simplified" panose="020B0604020204020204" pitchFamily="34" charset="0"/>
                <a:cs typeface="Arial Narrow"/>
              </a:rPr>
              <a:t>encontrar </a:t>
            </a:r>
            <a:r>
              <a:rPr sz="2800" u="heavy" spc="-5" dirty="0">
                <a:solidFill>
                  <a:srgbClr val="001F5F"/>
                </a:solidFill>
                <a:latin typeface="HP Simplified" panose="020B0604020204020204" pitchFamily="34" charset="0"/>
                <a:cs typeface="Arial Narrow"/>
              </a:rPr>
              <a:t>la </a:t>
            </a:r>
            <a:r>
              <a:rPr sz="2800" u="heavy" dirty="0">
                <a:solidFill>
                  <a:srgbClr val="001F5F"/>
                </a:solidFill>
                <a:latin typeface="HP Simplified" panose="020B0604020204020204" pitchFamily="34" charset="0"/>
                <a:cs typeface="Arial Narrow"/>
              </a:rPr>
              <a:t>ruta  </a:t>
            </a:r>
            <a:r>
              <a:rPr sz="2800" u="heavy" spc="-5" dirty="0">
                <a:solidFill>
                  <a:srgbClr val="001F5F"/>
                </a:solidFill>
                <a:latin typeface="HP Simplified" panose="020B0604020204020204" pitchFamily="34" charset="0"/>
                <a:cs typeface="Arial Narrow"/>
              </a:rPr>
              <a:t>más corta </a:t>
            </a:r>
            <a:r>
              <a:rPr sz="2800" dirty="0">
                <a:solidFill>
                  <a:srgbClr val="001F5F"/>
                </a:solidFill>
                <a:latin typeface="HP Simplified" panose="020B0604020204020204" pitchFamily="34" charset="0"/>
                <a:cs typeface="Arial Narrow"/>
              </a:rPr>
              <a:t>en la que </a:t>
            </a:r>
            <a:r>
              <a:rPr sz="2800" spc="-5" dirty="0">
                <a:solidFill>
                  <a:srgbClr val="001F5F"/>
                </a:solidFill>
                <a:latin typeface="HP Simplified" panose="020B0604020204020204" pitchFamily="34" charset="0"/>
                <a:cs typeface="Arial Narrow"/>
              </a:rPr>
              <a:t>el agente viajero </a:t>
            </a:r>
            <a:r>
              <a:rPr sz="2800" dirty="0">
                <a:solidFill>
                  <a:srgbClr val="001F5F"/>
                </a:solidFill>
                <a:latin typeface="HP Simplified" panose="020B0604020204020204" pitchFamily="34" charset="0"/>
                <a:cs typeface="Arial Narrow"/>
              </a:rPr>
              <a:t>pueda </a:t>
            </a:r>
            <a:r>
              <a:rPr sz="2800" spc="-5" dirty="0">
                <a:solidFill>
                  <a:srgbClr val="001F5F"/>
                </a:solidFill>
                <a:latin typeface="HP Simplified" panose="020B0604020204020204" pitchFamily="34" charset="0"/>
                <a:cs typeface="Arial Narrow"/>
              </a:rPr>
              <a:t>visitar en </a:t>
            </a:r>
            <a:r>
              <a:rPr sz="2800" dirty="0">
                <a:solidFill>
                  <a:srgbClr val="001F5F"/>
                </a:solidFill>
                <a:latin typeface="HP Simplified" panose="020B0604020204020204" pitchFamily="34" charset="0"/>
                <a:cs typeface="Arial Narrow"/>
              </a:rPr>
              <a:t>cada  </a:t>
            </a:r>
            <a:r>
              <a:rPr sz="2800" spc="-5" dirty="0">
                <a:solidFill>
                  <a:srgbClr val="001F5F"/>
                </a:solidFill>
                <a:latin typeface="HP Simplified" panose="020B0604020204020204" pitchFamily="34" charset="0"/>
                <a:cs typeface="Arial Narrow"/>
              </a:rPr>
              <a:t>ciudad </a:t>
            </a:r>
            <a:r>
              <a:rPr sz="2800" dirty="0">
                <a:solidFill>
                  <a:srgbClr val="001F5F"/>
                </a:solidFill>
                <a:latin typeface="HP Simplified" panose="020B0604020204020204" pitchFamily="34" charset="0"/>
                <a:cs typeface="Arial Narrow"/>
              </a:rPr>
              <a:t>a sus </a:t>
            </a:r>
            <a:r>
              <a:rPr sz="2800" spc="-5" dirty="0">
                <a:solidFill>
                  <a:srgbClr val="001F5F"/>
                </a:solidFill>
                <a:latin typeface="HP Simplified" panose="020B0604020204020204" pitchFamily="34" charset="0"/>
                <a:cs typeface="Arial Narrow"/>
              </a:rPr>
              <a:t>clientes </a:t>
            </a:r>
            <a:r>
              <a:rPr sz="2800" dirty="0">
                <a:solidFill>
                  <a:srgbClr val="001F5F"/>
                </a:solidFill>
                <a:latin typeface="HP Simplified" panose="020B0604020204020204" pitchFamily="34" charset="0"/>
                <a:cs typeface="Arial Narrow"/>
              </a:rPr>
              <a:t>una </a:t>
            </a:r>
            <a:r>
              <a:rPr sz="2800" spc="-5" dirty="0">
                <a:solidFill>
                  <a:srgbClr val="001F5F"/>
                </a:solidFill>
                <a:latin typeface="HP Simplified" panose="020B0604020204020204" pitchFamily="34" charset="0"/>
                <a:cs typeface="Arial Narrow"/>
              </a:rPr>
              <a:t>vez </a:t>
            </a:r>
            <a:r>
              <a:rPr sz="2800" dirty="0">
                <a:solidFill>
                  <a:srgbClr val="001F5F"/>
                </a:solidFill>
                <a:latin typeface="HP Simplified" panose="020B0604020204020204" pitchFamily="34" charset="0"/>
                <a:cs typeface="Arial Narrow"/>
              </a:rPr>
              <a:t>comenzando y </a:t>
            </a:r>
            <a:r>
              <a:rPr sz="2800" spc="-5" dirty="0">
                <a:solidFill>
                  <a:srgbClr val="001F5F"/>
                </a:solidFill>
                <a:latin typeface="HP Simplified" panose="020B0604020204020204" pitchFamily="34" charset="0"/>
                <a:cs typeface="Arial Narrow"/>
              </a:rPr>
              <a:t>terminando en </a:t>
            </a:r>
            <a:r>
              <a:rPr sz="2800" spc="5" dirty="0">
                <a:solidFill>
                  <a:srgbClr val="001F5F"/>
                </a:solidFill>
                <a:latin typeface="HP Simplified" panose="020B0604020204020204" pitchFamily="34" charset="0"/>
                <a:cs typeface="Arial Narrow"/>
              </a:rPr>
              <a:t>la  </a:t>
            </a:r>
            <a:r>
              <a:rPr sz="2800" spc="-5" dirty="0">
                <a:solidFill>
                  <a:srgbClr val="001F5F"/>
                </a:solidFill>
                <a:latin typeface="HP Simplified" panose="020B0604020204020204" pitchFamily="34" charset="0"/>
                <a:cs typeface="Arial Narrow"/>
              </a:rPr>
              <a:t>misma</a:t>
            </a:r>
            <a:r>
              <a:rPr sz="2800" spc="-70" dirty="0">
                <a:solidFill>
                  <a:srgbClr val="001F5F"/>
                </a:solidFill>
                <a:latin typeface="HP Simplified" panose="020B0604020204020204" pitchFamily="34" charset="0"/>
                <a:cs typeface="Arial Narrow"/>
              </a:rPr>
              <a:t> </a:t>
            </a:r>
            <a:r>
              <a:rPr sz="2800" spc="-10" dirty="0">
                <a:solidFill>
                  <a:srgbClr val="001F5F"/>
                </a:solidFill>
                <a:latin typeface="HP Simplified" panose="020B0604020204020204" pitchFamily="34" charset="0"/>
                <a:cs typeface="Arial Narrow"/>
              </a:rPr>
              <a:t>cuidad.</a:t>
            </a:r>
            <a:endParaRPr sz="2800" dirty="0">
              <a:latin typeface="HP Simplified" panose="020B0604020204020204" pitchFamily="34" charset="0"/>
              <a:cs typeface="Arial Narrow"/>
            </a:endParaRPr>
          </a:p>
          <a:p>
            <a:pPr marL="469900" indent="-457200">
              <a:spcBef>
                <a:spcPts val="865"/>
              </a:spcBef>
              <a:buClr>
                <a:srgbClr val="696363"/>
              </a:buClr>
              <a:buSzPct val="79166"/>
              <a:buFont typeface="Arial" panose="020B0604020202020204" pitchFamily="34" charset="0"/>
              <a:buChar char="•"/>
              <a:tabLst>
                <a:tab pos="355600" algn="l"/>
              </a:tabLst>
            </a:pPr>
            <a:r>
              <a:rPr sz="2800" spc="-5" dirty="0">
                <a:solidFill>
                  <a:srgbClr val="001F5F"/>
                </a:solidFill>
                <a:latin typeface="HP Simplified" panose="020B0604020204020204" pitchFamily="34" charset="0"/>
                <a:cs typeface="Arial Narrow"/>
              </a:rPr>
              <a:t>Ciudades </a:t>
            </a:r>
            <a:r>
              <a:rPr sz="2800" dirty="0">
                <a:solidFill>
                  <a:srgbClr val="001F5F"/>
                </a:solidFill>
                <a:latin typeface="HP Simplified" panose="020B0604020204020204" pitchFamily="34" charset="0"/>
                <a:cs typeface="Arial Narrow"/>
              </a:rPr>
              <a:t>=</a:t>
            </a:r>
            <a:r>
              <a:rPr sz="2800" spc="-30" dirty="0">
                <a:solidFill>
                  <a:srgbClr val="001F5F"/>
                </a:solidFill>
                <a:latin typeface="HP Simplified" panose="020B0604020204020204" pitchFamily="34" charset="0"/>
                <a:cs typeface="Arial Narrow"/>
              </a:rPr>
              <a:t> </a:t>
            </a:r>
            <a:r>
              <a:rPr sz="2800" spc="-10" dirty="0">
                <a:solidFill>
                  <a:srgbClr val="001F5F"/>
                </a:solidFill>
                <a:latin typeface="HP Simplified" panose="020B0604020204020204" pitchFamily="34" charset="0"/>
                <a:cs typeface="Arial Narrow"/>
              </a:rPr>
              <a:t>Nodos</a:t>
            </a:r>
            <a:endParaRPr sz="2800" dirty="0">
              <a:latin typeface="HP Simplified" panose="020B0604020204020204" pitchFamily="34" charset="0"/>
              <a:cs typeface="Arial Narrow"/>
            </a:endParaRPr>
          </a:p>
          <a:p>
            <a:pPr marL="469900" indent="-457200">
              <a:spcBef>
                <a:spcPts val="865"/>
              </a:spcBef>
              <a:buClr>
                <a:srgbClr val="696363"/>
              </a:buClr>
              <a:buSzPct val="79166"/>
              <a:buFont typeface="Arial" panose="020B0604020202020204" pitchFamily="34" charset="0"/>
              <a:buChar char="•"/>
              <a:tabLst>
                <a:tab pos="355600" algn="l"/>
              </a:tabLst>
            </a:pPr>
            <a:r>
              <a:rPr sz="2800" spc="-5" dirty="0">
                <a:solidFill>
                  <a:srgbClr val="001F5F"/>
                </a:solidFill>
                <a:latin typeface="HP Simplified" panose="020B0604020204020204" pitchFamily="34" charset="0"/>
                <a:cs typeface="Arial Narrow"/>
              </a:rPr>
              <a:t>Caminos entre </a:t>
            </a:r>
            <a:r>
              <a:rPr sz="2800" spc="-10" dirty="0">
                <a:solidFill>
                  <a:srgbClr val="001F5F"/>
                </a:solidFill>
                <a:latin typeface="HP Simplified" panose="020B0604020204020204" pitchFamily="34" charset="0"/>
                <a:cs typeface="Arial Narrow"/>
              </a:rPr>
              <a:t>ciudades </a:t>
            </a:r>
            <a:r>
              <a:rPr sz="2800" dirty="0">
                <a:solidFill>
                  <a:srgbClr val="001F5F"/>
                </a:solidFill>
                <a:latin typeface="HP Simplified" panose="020B0604020204020204" pitchFamily="34" charset="0"/>
                <a:cs typeface="Arial Narrow"/>
              </a:rPr>
              <a:t>=</a:t>
            </a:r>
            <a:r>
              <a:rPr sz="2800" spc="-55" dirty="0">
                <a:solidFill>
                  <a:srgbClr val="001F5F"/>
                </a:solidFill>
                <a:latin typeface="HP Simplified" panose="020B0604020204020204" pitchFamily="34" charset="0"/>
                <a:cs typeface="Arial Narrow"/>
              </a:rPr>
              <a:t> </a:t>
            </a:r>
            <a:r>
              <a:rPr sz="2800" dirty="0">
                <a:solidFill>
                  <a:srgbClr val="001F5F"/>
                </a:solidFill>
                <a:latin typeface="HP Simplified" panose="020B0604020204020204" pitchFamily="34" charset="0"/>
                <a:cs typeface="Arial Narrow"/>
              </a:rPr>
              <a:t>Arcos</a:t>
            </a:r>
            <a:endParaRPr sz="2800" dirty="0">
              <a:latin typeface="HP Simplified" panose="020B0604020204020204" pitchFamily="34" charset="0"/>
              <a:cs typeface="Arial Narrow"/>
            </a:endParaRPr>
          </a:p>
        </p:txBody>
      </p:sp>
      <p:sp>
        <p:nvSpPr>
          <p:cNvPr id="7" name="CuadroTexto 6">
            <a:extLst>
              <a:ext uri="{FF2B5EF4-FFF2-40B4-BE49-F238E27FC236}">
                <a16:creationId xmlns:a16="http://schemas.microsoft.com/office/drawing/2014/main" id="{97C9F996-362D-4F9C-A28B-3899F08D3154}"/>
              </a:ext>
            </a:extLst>
          </p:cNvPr>
          <p:cNvSpPr txBox="1"/>
          <p:nvPr/>
        </p:nvSpPr>
        <p:spPr>
          <a:xfrm>
            <a:off x="6858000" y="5658203"/>
            <a:ext cx="5075903" cy="646331"/>
          </a:xfrm>
          <a:prstGeom prst="rect">
            <a:avLst/>
          </a:prstGeom>
          <a:noFill/>
        </p:spPr>
        <p:txBody>
          <a:bodyPr wrap="square">
            <a:spAutoFit/>
          </a:bodyPr>
          <a:lstStyle/>
          <a:p>
            <a:pPr marL="88900" marR="5080"/>
            <a:r>
              <a:rPr lang="es-MX" sz="1800" u="heavy" spc="-5" dirty="0">
                <a:solidFill>
                  <a:schemeClr val="bg1"/>
                </a:solidFill>
                <a:effectLst>
                  <a:outerShdw blurRad="38100" dist="38100" dir="2700000" algn="tl">
                    <a:srgbClr val="000000">
                      <a:alpha val="43137"/>
                    </a:srgbClr>
                  </a:outerShdw>
                </a:effectLst>
                <a:latin typeface="Arial Narrow"/>
                <a:cs typeface="Arial Narrow"/>
              </a:rPr>
              <a:t>Definición del Problema</a:t>
            </a:r>
            <a:r>
              <a:rPr lang="es-MX" sz="1800" spc="-5" dirty="0">
                <a:solidFill>
                  <a:schemeClr val="bg1"/>
                </a:solidFill>
                <a:effectLst>
                  <a:outerShdw blurRad="38100" dist="38100" dir="2700000" algn="tl">
                    <a:srgbClr val="000000">
                      <a:alpha val="43137"/>
                    </a:srgbClr>
                  </a:outerShdw>
                </a:effectLst>
                <a:latin typeface="Arial Narrow"/>
                <a:cs typeface="Arial Narrow"/>
              </a:rPr>
              <a:t>: Construir la </a:t>
            </a:r>
            <a:r>
              <a:rPr lang="es-MX" sz="1800" dirty="0">
                <a:solidFill>
                  <a:schemeClr val="bg1"/>
                </a:solidFill>
                <a:effectLst>
                  <a:outerShdw blurRad="38100" dist="38100" dir="2700000" algn="tl">
                    <a:srgbClr val="000000">
                      <a:alpha val="43137"/>
                    </a:srgbClr>
                  </a:outerShdw>
                </a:effectLst>
                <a:latin typeface="Arial Narrow"/>
                <a:cs typeface="Arial Narrow"/>
              </a:rPr>
              <a:t>ruta </a:t>
            </a:r>
            <a:r>
              <a:rPr lang="es-MX" sz="1800" spc="-5" dirty="0">
                <a:solidFill>
                  <a:schemeClr val="bg1"/>
                </a:solidFill>
                <a:effectLst>
                  <a:outerShdw blurRad="38100" dist="38100" dir="2700000" algn="tl">
                    <a:srgbClr val="000000">
                      <a:alpha val="43137"/>
                    </a:srgbClr>
                  </a:outerShdw>
                </a:effectLst>
                <a:latin typeface="Arial Narrow"/>
                <a:cs typeface="Arial Narrow"/>
              </a:rPr>
              <a:t>de </a:t>
            </a:r>
            <a:r>
              <a:rPr lang="es-MX" sz="1800" spc="-10" dirty="0">
                <a:solidFill>
                  <a:schemeClr val="bg1"/>
                </a:solidFill>
                <a:effectLst>
                  <a:outerShdw blurRad="38100" dist="38100" dir="2700000" algn="tl">
                    <a:srgbClr val="000000">
                      <a:alpha val="43137"/>
                    </a:srgbClr>
                  </a:outerShdw>
                </a:effectLst>
                <a:latin typeface="Arial Narrow"/>
                <a:cs typeface="Arial Narrow"/>
              </a:rPr>
              <a:t>costo </a:t>
            </a:r>
            <a:r>
              <a:rPr lang="es-MX" sz="1800" spc="-5" dirty="0">
                <a:solidFill>
                  <a:schemeClr val="bg1"/>
                </a:solidFill>
                <a:effectLst>
                  <a:outerShdw blurRad="38100" dist="38100" dir="2700000" algn="tl">
                    <a:srgbClr val="000000">
                      <a:alpha val="43137"/>
                    </a:srgbClr>
                  </a:outerShdw>
                </a:effectLst>
                <a:latin typeface="Arial Narrow"/>
                <a:cs typeface="Arial Narrow"/>
              </a:rPr>
              <a:t>mínimo  que </a:t>
            </a:r>
            <a:r>
              <a:rPr lang="es-MX" sz="1800" spc="-10" dirty="0">
                <a:solidFill>
                  <a:schemeClr val="bg1"/>
                </a:solidFill>
                <a:effectLst>
                  <a:outerShdw blurRad="38100" dist="38100" dir="2700000" algn="tl">
                    <a:srgbClr val="000000">
                      <a:alpha val="43137"/>
                    </a:srgbClr>
                  </a:outerShdw>
                </a:effectLst>
                <a:latin typeface="Arial Narrow"/>
                <a:cs typeface="Arial Narrow"/>
              </a:rPr>
              <a:t>visita </a:t>
            </a:r>
            <a:r>
              <a:rPr lang="es-MX" sz="1800" dirty="0">
                <a:solidFill>
                  <a:schemeClr val="bg1"/>
                </a:solidFill>
                <a:effectLst>
                  <a:outerShdw blurRad="38100" dist="38100" dir="2700000" algn="tl">
                    <a:srgbClr val="000000">
                      <a:alpha val="43137"/>
                    </a:srgbClr>
                  </a:outerShdw>
                </a:effectLst>
                <a:latin typeface="Arial Narrow"/>
                <a:cs typeface="Arial Narrow"/>
              </a:rPr>
              <a:t>a </a:t>
            </a:r>
            <a:r>
              <a:rPr lang="es-MX" sz="1800" spc="-5" dirty="0">
                <a:solidFill>
                  <a:schemeClr val="bg1"/>
                </a:solidFill>
                <a:effectLst>
                  <a:outerShdw blurRad="38100" dist="38100" dir="2700000" algn="tl">
                    <a:srgbClr val="000000">
                      <a:alpha val="43137"/>
                    </a:srgbClr>
                  </a:outerShdw>
                </a:effectLst>
                <a:latin typeface="Arial Narrow"/>
                <a:cs typeface="Arial Narrow"/>
              </a:rPr>
              <a:t>cada cliente exactamente una</a:t>
            </a:r>
            <a:r>
              <a:rPr lang="es-MX" sz="1800" spc="-55" dirty="0">
                <a:solidFill>
                  <a:schemeClr val="bg1"/>
                </a:solidFill>
                <a:effectLst>
                  <a:outerShdw blurRad="38100" dist="38100" dir="2700000" algn="tl">
                    <a:srgbClr val="000000">
                      <a:alpha val="43137"/>
                    </a:srgbClr>
                  </a:outerShdw>
                </a:effectLst>
                <a:latin typeface="Arial Narrow"/>
                <a:cs typeface="Arial Narrow"/>
              </a:rPr>
              <a:t> </a:t>
            </a:r>
            <a:r>
              <a:rPr lang="es-MX" sz="1800" spc="-5" dirty="0">
                <a:solidFill>
                  <a:schemeClr val="bg1"/>
                </a:solidFill>
                <a:effectLst>
                  <a:outerShdw blurRad="38100" dist="38100" dir="2700000" algn="tl">
                    <a:srgbClr val="000000">
                      <a:alpha val="43137"/>
                    </a:srgbClr>
                  </a:outerShdw>
                </a:effectLst>
                <a:latin typeface="Arial Narrow"/>
                <a:cs typeface="Arial Narrow"/>
              </a:rPr>
              <a:t>vez</a:t>
            </a:r>
            <a:endParaRPr lang="es-MX" sz="1800" dirty="0">
              <a:solidFill>
                <a:schemeClr val="bg1"/>
              </a:solidFill>
              <a:effectLst>
                <a:outerShdw blurRad="38100" dist="38100" dir="2700000" algn="tl">
                  <a:srgbClr val="000000">
                    <a:alpha val="43137"/>
                  </a:srgbClr>
                </a:outerShdw>
              </a:effectLst>
              <a:latin typeface="Arial Narrow"/>
              <a:cs typeface="Arial Narrow"/>
            </a:endParaRPr>
          </a:p>
        </p:txBody>
      </p:sp>
    </p:spTree>
    <p:extLst>
      <p:ext uri="{BB962C8B-B14F-4D97-AF65-F5344CB8AC3E}">
        <p14:creationId xmlns:p14="http://schemas.microsoft.com/office/powerpoint/2010/main" val="3696479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2068" y="536657"/>
            <a:ext cx="10396882" cy="553998"/>
          </a:xfrm>
          <a:prstGeom prst="rect">
            <a:avLst/>
          </a:prstGeom>
        </p:spPr>
        <p:txBody>
          <a:bodyPr vert="horz" wrap="square" lIns="0" tIns="0" rIns="0" bIns="0" rtlCol="0" anchor="ctr">
            <a:spAutoFit/>
          </a:bodyPr>
          <a:lstStyle/>
          <a:p>
            <a:pPr marL="12700">
              <a:lnSpc>
                <a:spcPct val="100000"/>
              </a:lnSpc>
            </a:pPr>
            <a:r>
              <a:rPr sz="3600" spc="-5" dirty="0" err="1"/>
              <a:t>circuitos</a:t>
            </a:r>
            <a:r>
              <a:rPr sz="3600" spc="-30" dirty="0"/>
              <a:t> </a:t>
            </a:r>
            <a:r>
              <a:rPr sz="3600" spc="-5" dirty="0" err="1"/>
              <a:t>hamiltonianos</a:t>
            </a:r>
            <a:r>
              <a:rPr lang="es-CL" sz="3600" spc="-5" dirty="0"/>
              <a:t> </a:t>
            </a:r>
            <a:r>
              <a:rPr sz="3600" dirty="0" err="1"/>
              <a:t>considerando</a:t>
            </a:r>
            <a:r>
              <a:rPr sz="3600" dirty="0"/>
              <a:t> </a:t>
            </a:r>
            <a:r>
              <a:rPr sz="3600" spc="-5" dirty="0"/>
              <a:t>el</a:t>
            </a:r>
            <a:r>
              <a:rPr sz="3600" spc="-105" dirty="0"/>
              <a:t> </a:t>
            </a:r>
            <a:r>
              <a:rPr sz="3600" spc="-5" dirty="0"/>
              <a:t>costo</a:t>
            </a:r>
            <a:endParaRPr sz="3600" dirty="0"/>
          </a:p>
        </p:txBody>
      </p:sp>
      <p:sp>
        <p:nvSpPr>
          <p:cNvPr id="3" name="object 3"/>
          <p:cNvSpPr txBox="1">
            <a:spLocks noGrp="1"/>
          </p:cNvSpPr>
          <p:nvPr>
            <p:ph sz="quarter" idx="13"/>
          </p:nvPr>
        </p:nvSpPr>
        <p:spPr>
          <a:xfrm>
            <a:off x="563176" y="1331178"/>
            <a:ext cx="7547904" cy="4286302"/>
          </a:xfrm>
          <a:prstGeom prst="rect">
            <a:avLst/>
          </a:prstGeom>
        </p:spPr>
        <p:txBody>
          <a:bodyPr vert="horz" wrap="square" lIns="0" tIns="0" rIns="0" bIns="0" rtlCol="0" anchor="ctr">
            <a:spAutoFit/>
          </a:bodyPr>
          <a:lstStyle/>
          <a:p>
            <a:pPr marL="480695" indent="-457200">
              <a:lnSpc>
                <a:spcPct val="100000"/>
              </a:lnSpc>
              <a:buClr>
                <a:srgbClr val="696363"/>
              </a:buClr>
              <a:buSzPct val="79687"/>
              <a:buAutoNum type="arabicPeriod"/>
              <a:tabLst>
                <a:tab pos="480059" algn="l"/>
                <a:tab pos="480695" algn="l"/>
              </a:tabLst>
            </a:pPr>
            <a:r>
              <a:rPr spc="-25" dirty="0">
                <a:solidFill>
                  <a:schemeClr val="tx2">
                    <a:lumMod val="75000"/>
                  </a:schemeClr>
                </a:solidFill>
                <a:latin typeface="Arial" panose="020B0604020202020204" pitchFamily="34" charset="0"/>
                <a:cs typeface="Arial" panose="020B0604020202020204" pitchFamily="34" charset="0"/>
              </a:rPr>
              <a:t>Vecino </a:t>
            </a:r>
            <a:r>
              <a:rPr spc="-5" dirty="0">
                <a:solidFill>
                  <a:schemeClr val="tx2">
                    <a:lumMod val="75000"/>
                  </a:schemeClr>
                </a:solidFill>
                <a:latin typeface="Arial" panose="020B0604020202020204" pitchFamily="34" charset="0"/>
                <a:cs typeface="Arial" panose="020B0604020202020204" pitchFamily="34" charset="0"/>
              </a:rPr>
              <a:t>más</a:t>
            </a:r>
            <a:r>
              <a:rPr spc="-80" dirty="0">
                <a:solidFill>
                  <a:schemeClr val="tx2">
                    <a:lumMod val="75000"/>
                  </a:schemeClr>
                </a:solidFill>
                <a:latin typeface="Arial" panose="020B0604020202020204" pitchFamily="34" charset="0"/>
                <a:cs typeface="Arial" panose="020B0604020202020204" pitchFamily="34" charset="0"/>
              </a:rPr>
              <a:t> </a:t>
            </a:r>
            <a:r>
              <a:rPr dirty="0">
                <a:solidFill>
                  <a:schemeClr val="tx2">
                    <a:lumMod val="75000"/>
                  </a:schemeClr>
                </a:solidFill>
                <a:latin typeface="Arial" panose="020B0604020202020204" pitchFamily="34" charset="0"/>
                <a:cs typeface="Arial" panose="020B0604020202020204" pitchFamily="34" charset="0"/>
              </a:rPr>
              <a:t>cercano</a:t>
            </a:r>
            <a:r>
              <a:rPr u="none" dirty="0">
                <a:solidFill>
                  <a:schemeClr val="tx2">
                    <a:lumMod val="75000"/>
                  </a:schemeClr>
                </a:solidFill>
                <a:latin typeface="Arial" panose="020B0604020202020204" pitchFamily="34" charset="0"/>
                <a:cs typeface="Arial" panose="020B0604020202020204" pitchFamily="34" charset="0"/>
              </a:rPr>
              <a:t>:</a:t>
            </a:r>
          </a:p>
          <a:p>
            <a:pPr marL="995680" marR="212725" lvl="1" indent="-514984">
              <a:lnSpc>
                <a:spcPct val="110000"/>
              </a:lnSpc>
              <a:spcBef>
                <a:spcPts val="680"/>
              </a:spcBef>
              <a:buClr>
                <a:srgbClr val="696363"/>
              </a:buClr>
              <a:buSzPct val="79166"/>
              <a:buAutoNum type="alphaLcPeriod"/>
              <a:tabLst>
                <a:tab pos="995680" algn="l"/>
                <a:tab pos="996315" algn="l"/>
                <a:tab pos="4437380" algn="l"/>
              </a:tabLst>
            </a:pPr>
            <a:r>
              <a:rPr sz="2400" spc="-5" dirty="0">
                <a:solidFill>
                  <a:schemeClr val="tx2">
                    <a:lumMod val="75000"/>
                  </a:schemeClr>
                </a:solidFill>
                <a:latin typeface="Arial" panose="020B0604020202020204" pitchFamily="34" charset="0"/>
                <a:cs typeface="Arial" panose="020B0604020202020204" pitchFamily="34" charset="0"/>
              </a:rPr>
              <a:t>se visita el nodo</a:t>
            </a:r>
            <a:r>
              <a:rPr sz="2400" spc="75" dirty="0">
                <a:solidFill>
                  <a:schemeClr val="tx2">
                    <a:lumMod val="75000"/>
                  </a:schemeClr>
                </a:solidFill>
                <a:latin typeface="Arial" panose="020B0604020202020204" pitchFamily="34" charset="0"/>
                <a:cs typeface="Arial" panose="020B0604020202020204" pitchFamily="34" charset="0"/>
              </a:rPr>
              <a:t> </a:t>
            </a:r>
            <a:r>
              <a:rPr sz="2400" spc="-5" dirty="0">
                <a:solidFill>
                  <a:schemeClr val="tx2">
                    <a:lumMod val="75000"/>
                  </a:schemeClr>
                </a:solidFill>
                <a:latin typeface="Arial" panose="020B0604020202020204" pitchFamily="34" charset="0"/>
                <a:cs typeface="Arial" panose="020B0604020202020204" pitchFamily="34" charset="0"/>
              </a:rPr>
              <a:t>más</a:t>
            </a:r>
            <a:r>
              <a:rPr sz="2400" dirty="0">
                <a:solidFill>
                  <a:schemeClr val="tx2">
                    <a:lumMod val="75000"/>
                  </a:schemeClr>
                </a:solidFill>
                <a:latin typeface="Arial" panose="020B0604020202020204" pitchFamily="34" charset="0"/>
                <a:cs typeface="Arial" panose="020B0604020202020204" pitchFamily="34" charset="0"/>
              </a:rPr>
              <a:t> </a:t>
            </a:r>
            <a:r>
              <a:rPr sz="2400" spc="-5" dirty="0">
                <a:solidFill>
                  <a:schemeClr val="tx2">
                    <a:lumMod val="75000"/>
                  </a:schemeClr>
                </a:solidFill>
                <a:latin typeface="Arial" panose="020B0604020202020204" pitchFamily="34" charset="0"/>
                <a:cs typeface="Arial" panose="020B0604020202020204" pitchFamily="34" charset="0"/>
              </a:rPr>
              <a:t>cercano	</a:t>
            </a:r>
            <a:r>
              <a:rPr sz="2400" dirty="0">
                <a:solidFill>
                  <a:schemeClr val="tx2">
                    <a:lumMod val="75000"/>
                  </a:schemeClr>
                </a:solidFill>
                <a:latin typeface="Arial" panose="020B0604020202020204" pitchFamily="34" charset="0"/>
                <a:cs typeface="Arial" panose="020B0604020202020204" pitchFamily="34" charset="0"/>
              </a:rPr>
              <a:t>y a </a:t>
            </a:r>
            <a:r>
              <a:rPr sz="2400" spc="-5" dirty="0">
                <a:solidFill>
                  <a:schemeClr val="tx2">
                    <a:lumMod val="75000"/>
                  </a:schemeClr>
                </a:solidFill>
                <a:latin typeface="Arial" panose="020B0604020202020204" pitchFamily="34" charset="0"/>
                <a:cs typeface="Arial" panose="020B0604020202020204" pitchFamily="34" charset="0"/>
              </a:rPr>
              <a:t>continuación el</a:t>
            </a:r>
            <a:r>
              <a:rPr sz="2400" spc="20" dirty="0">
                <a:solidFill>
                  <a:schemeClr val="tx2">
                    <a:lumMod val="75000"/>
                  </a:schemeClr>
                </a:solidFill>
                <a:latin typeface="Arial" panose="020B0604020202020204" pitchFamily="34" charset="0"/>
                <a:cs typeface="Arial" panose="020B0604020202020204" pitchFamily="34" charset="0"/>
              </a:rPr>
              <a:t> </a:t>
            </a:r>
            <a:r>
              <a:rPr sz="2400" spc="-10" dirty="0">
                <a:solidFill>
                  <a:schemeClr val="tx2">
                    <a:lumMod val="75000"/>
                  </a:schemeClr>
                </a:solidFill>
                <a:latin typeface="Arial" panose="020B0604020202020204" pitchFamily="34" charset="0"/>
                <a:cs typeface="Arial" panose="020B0604020202020204" pitchFamily="34" charset="0"/>
              </a:rPr>
              <a:t>siguiente</a:t>
            </a:r>
            <a:r>
              <a:rPr sz="2400" spc="40" dirty="0">
                <a:solidFill>
                  <a:schemeClr val="tx2">
                    <a:lumMod val="75000"/>
                  </a:schemeClr>
                </a:solidFill>
                <a:latin typeface="Arial" panose="020B0604020202020204" pitchFamily="34" charset="0"/>
                <a:cs typeface="Arial" panose="020B0604020202020204" pitchFamily="34" charset="0"/>
              </a:rPr>
              <a:t> </a:t>
            </a:r>
            <a:r>
              <a:rPr sz="2400" spc="-5" dirty="0">
                <a:solidFill>
                  <a:schemeClr val="tx2">
                    <a:lumMod val="75000"/>
                  </a:schemeClr>
                </a:solidFill>
                <a:latin typeface="Arial" panose="020B0604020202020204" pitchFamily="34" charset="0"/>
                <a:cs typeface="Arial" panose="020B0604020202020204" pitchFamily="34" charset="0"/>
              </a:rPr>
              <a:t>nodo </a:t>
            </a:r>
            <a:r>
              <a:rPr sz="2400" dirty="0">
                <a:solidFill>
                  <a:schemeClr val="tx2">
                    <a:lumMod val="75000"/>
                  </a:schemeClr>
                </a:solidFill>
                <a:latin typeface="Arial" panose="020B0604020202020204" pitchFamily="34" charset="0"/>
                <a:cs typeface="Arial" panose="020B0604020202020204" pitchFamily="34" charset="0"/>
              </a:rPr>
              <a:t> </a:t>
            </a:r>
            <a:r>
              <a:rPr sz="2400" spc="-5" dirty="0">
                <a:solidFill>
                  <a:schemeClr val="tx2">
                    <a:lumMod val="75000"/>
                  </a:schemeClr>
                </a:solidFill>
                <a:latin typeface="Arial" panose="020B0604020202020204" pitchFamily="34" charset="0"/>
                <a:cs typeface="Arial" panose="020B0604020202020204" pitchFamily="34" charset="0"/>
              </a:rPr>
              <a:t>más cercano no visitado hasta </a:t>
            </a:r>
            <a:r>
              <a:rPr sz="2400" dirty="0">
                <a:solidFill>
                  <a:schemeClr val="tx2">
                    <a:lumMod val="75000"/>
                  </a:schemeClr>
                </a:solidFill>
                <a:latin typeface="Arial" panose="020B0604020202020204" pitchFamily="34" charset="0"/>
                <a:cs typeface="Arial" panose="020B0604020202020204" pitchFamily="34" charset="0"/>
              </a:rPr>
              <a:t>regresar </a:t>
            </a:r>
            <a:r>
              <a:rPr sz="2400" spc="-5" dirty="0">
                <a:solidFill>
                  <a:schemeClr val="tx2">
                    <a:lumMod val="75000"/>
                  </a:schemeClr>
                </a:solidFill>
                <a:latin typeface="Arial" panose="020B0604020202020204" pitchFamily="34" charset="0"/>
                <a:cs typeface="Arial" panose="020B0604020202020204" pitchFamily="34" charset="0"/>
              </a:rPr>
              <a:t>al</a:t>
            </a:r>
            <a:r>
              <a:rPr sz="2400" spc="65" dirty="0">
                <a:solidFill>
                  <a:schemeClr val="tx2">
                    <a:lumMod val="75000"/>
                  </a:schemeClr>
                </a:solidFill>
                <a:latin typeface="Arial" panose="020B0604020202020204" pitchFamily="34" charset="0"/>
                <a:cs typeface="Arial" panose="020B0604020202020204" pitchFamily="34" charset="0"/>
              </a:rPr>
              <a:t> </a:t>
            </a:r>
            <a:r>
              <a:rPr sz="2400" spc="-5" dirty="0">
                <a:solidFill>
                  <a:schemeClr val="tx2">
                    <a:lumMod val="75000"/>
                  </a:schemeClr>
                </a:solidFill>
                <a:latin typeface="Arial" panose="020B0604020202020204" pitchFamily="34" charset="0"/>
                <a:cs typeface="Arial" panose="020B0604020202020204" pitchFamily="34" charset="0"/>
              </a:rPr>
              <a:t>origen.</a:t>
            </a:r>
            <a:endParaRPr sz="2400" dirty="0">
              <a:solidFill>
                <a:schemeClr val="tx2">
                  <a:lumMod val="75000"/>
                </a:schemeClr>
              </a:solidFill>
              <a:latin typeface="Arial" panose="020B0604020202020204" pitchFamily="34" charset="0"/>
              <a:cs typeface="Arial" panose="020B0604020202020204" pitchFamily="34" charset="0"/>
            </a:endParaRPr>
          </a:p>
          <a:p>
            <a:pPr marL="995680" lvl="1" indent="-514984">
              <a:lnSpc>
                <a:spcPct val="100000"/>
              </a:lnSpc>
              <a:spcBef>
                <a:spcPts val="860"/>
              </a:spcBef>
              <a:buClr>
                <a:srgbClr val="696363"/>
              </a:buClr>
              <a:buSzPct val="79166"/>
              <a:buAutoNum type="alphaLcPeriod"/>
              <a:tabLst>
                <a:tab pos="995680" algn="l"/>
                <a:tab pos="996315" algn="l"/>
              </a:tabLst>
            </a:pPr>
            <a:r>
              <a:rPr sz="2400" u="heavy" spc="-5" dirty="0">
                <a:solidFill>
                  <a:schemeClr val="tx2">
                    <a:lumMod val="75000"/>
                  </a:schemeClr>
                </a:solidFill>
                <a:latin typeface="Arial" panose="020B0604020202020204" pitchFamily="34" charset="0"/>
                <a:cs typeface="Arial" panose="020B0604020202020204" pitchFamily="34" charset="0"/>
              </a:rPr>
              <a:t>Nota</a:t>
            </a:r>
            <a:r>
              <a:rPr sz="2400" spc="-5" dirty="0">
                <a:solidFill>
                  <a:schemeClr val="tx2">
                    <a:lumMod val="75000"/>
                  </a:schemeClr>
                </a:solidFill>
                <a:latin typeface="Arial" panose="020B0604020202020204" pitchFamily="34" charset="0"/>
                <a:cs typeface="Arial" panose="020B0604020202020204" pitchFamily="34" charset="0"/>
              </a:rPr>
              <a:t>: </a:t>
            </a:r>
            <a:endParaRPr lang="es-CL" sz="2400" spc="-5" dirty="0">
              <a:solidFill>
                <a:schemeClr val="tx2">
                  <a:lumMod val="75000"/>
                </a:schemeClr>
              </a:solidFill>
              <a:latin typeface="Arial" panose="020B0604020202020204" pitchFamily="34" charset="0"/>
              <a:cs typeface="Arial" panose="020B0604020202020204" pitchFamily="34" charset="0"/>
            </a:endParaRPr>
          </a:p>
          <a:p>
            <a:pPr marL="480696" lvl="1" indent="0">
              <a:lnSpc>
                <a:spcPct val="100000"/>
              </a:lnSpc>
              <a:spcBef>
                <a:spcPts val="860"/>
              </a:spcBef>
              <a:buClr>
                <a:srgbClr val="696363"/>
              </a:buClr>
              <a:buSzPct val="79166"/>
              <a:buNone/>
              <a:tabLst>
                <a:tab pos="995680" algn="l"/>
                <a:tab pos="996315" algn="l"/>
              </a:tabLst>
            </a:pPr>
            <a:r>
              <a:rPr lang="es-CL" sz="2400" dirty="0">
                <a:solidFill>
                  <a:schemeClr val="tx2">
                    <a:lumMod val="75000"/>
                  </a:schemeClr>
                </a:solidFill>
                <a:latin typeface="Arial" panose="020B0604020202020204" pitchFamily="34" charset="0"/>
                <a:cs typeface="Arial" panose="020B0604020202020204" pitchFamily="34" charset="0"/>
              </a:rPr>
              <a:t>     </a:t>
            </a:r>
            <a:r>
              <a:rPr sz="2400" dirty="0">
                <a:solidFill>
                  <a:schemeClr val="tx2">
                    <a:lumMod val="75000"/>
                  </a:schemeClr>
                </a:solidFill>
                <a:latin typeface="Arial" panose="020B0604020202020204" pitchFamily="34" charset="0"/>
                <a:cs typeface="Arial" panose="020B0604020202020204" pitchFamily="34" charset="0"/>
              </a:rPr>
              <a:t>Este </a:t>
            </a:r>
            <a:r>
              <a:rPr sz="2400" spc="-5" dirty="0">
                <a:solidFill>
                  <a:schemeClr val="tx2">
                    <a:lumMod val="75000"/>
                  </a:schemeClr>
                </a:solidFill>
                <a:latin typeface="Arial" panose="020B0604020202020204" pitchFamily="34" charset="0"/>
                <a:cs typeface="Arial" panose="020B0604020202020204" pitchFamily="34" charset="0"/>
              </a:rPr>
              <a:t>método tiene una ventaja en las</a:t>
            </a:r>
            <a:r>
              <a:rPr sz="2400" spc="95" dirty="0">
                <a:solidFill>
                  <a:schemeClr val="tx2">
                    <a:lumMod val="75000"/>
                  </a:schemeClr>
                </a:solidFill>
                <a:latin typeface="Arial" panose="020B0604020202020204" pitchFamily="34" charset="0"/>
                <a:cs typeface="Arial" panose="020B0604020202020204" pitchFamily="34" charset="0"/>
              </a:rPr>
              <a:t> </a:t>
            </a:r>
            <a:r>
              <a:rPr sz="2400" spc="-5" dirty="0">
                <a:solidFill>
                  <a:schemeClr val="tx2">
                    <a:lumMod val="75000"/>
                  </a:schemeClr>
                </a:solidFill>
                <a:latin typeface="Arial" panose="020B0604020202020204" pitchFamily="34" charset="0"/>
                <a:cs typeface="Arial" panose="020B0604020202020204" pitchFamily="34" charset="0"/>
              </a:rPr>
              <a:t>primeras</a:t>
            </a:r>
            <a:endParaRPr sz="2400" dirty="0">
              <a:solidFill>
                <a:schemeClr val="tx2">
                  <a:lumMod val="75000"/>
                </a:schemeClr>
              </a:solidFill>
              <a:latin typeface="Arial" panose="020B0604020202020204" pitchFamily="34" charset="0"/>
              <a:cs typeface="Arial" panose="020B0604020202020204" pitchFamily="34" charset="0"/>
            </a:endParaRPr>
          </a:p>
          <a:p>
            <a:pPr marL="767080" indent="0">
              <a:lnSpc>
                <a:spcPct val="100000"/>
              </a:lnSpc>
              <a:spcBef>
                <a:spcPts val="285"/>
              </a:spcBef>
              <a:buNone/>
            </a:pPr>
            <a:r>
              <a:rPr sz="2400" u="none" spc="-10" dirty="0">
                <a:solidFill>
                  <a:schemeClr val="tx2">
                    <a:lumMod val="75000"/>
                  </a:schemeClr>
                </a:solidFill>
                <a:latin typeface="Arial" panose="020B0604020202020204" pitchFamily="34" charset="0"/>
                <a:cs typeface="Arial" panose="020B0604020202020204" pitchFamily="34" charset="0"/>
              </a:rPr>
              <a:t>selecciones, </a:t>
            </a:r>
            <a:r>
              <a:rPr sz="2400" u="none" spc="-5" dirty="0">
                <a:solidFill>
                  <a:schemeClr val="tx2">
                    <a:lumMod val="75000"/>
                  </a:schemeClr>
                </a:solidFill>
                <a:latin typeface="Arial" panose="020B0604020202020204" pitchFamily="34" charset="0"/>
                <a:cs typeface="Arial" panose="020B0604020202020204" pitchFamily="34" charset="0"/>
              </a:rPr>
              <a:t>sin embargo en los últimos pasos puede </a:t>
            </a:r>
            <a:r>
              <a:rPr sz="2400" u="none" spc="-10" dirty="0" err="1">
                <a:solidFill>
                  <a:schemeClr val="tx2">
                    <a:lumMod val="75000"/>
                  </a:schemeClr>
                </a:solidFill>
                <a:latin typeface="Arial" panose="020B0604020202020204" pitchFamily="34" charset="0"/>
                <a:cs typeface="Arial" panose="020B0604020202020204" pitchFamily="34" charset="0"/>
              </a:rPr>
              <a:t>elegir</a:t>
            </a:r>
            <a:r>
              <a:rPr sz="2400" u="none" spc="275" dirty="0">
                <a:solidFill>
                  <a:schemeClr val="tx2">
                    <a:lumMod val="75000"/>
                  </a:schemeClr>
                </a:solidFill>
                <a:latin typeface="Arial" panose="020B0604020202020204" pitchFamily="34" charset="0"/>
                <a:cs typeface="Arial" panose="020B0604020202020204" pitchFamily="34" charset="0"/>
              </a:rPr>
              <a:t> </a:t>
            </a:r>
            <a:r>
              <a:rPr sz="2400" u="none" spc="-5" dirty="0" err="1">
                <a:solidFill>
                  <a:schemeClr val="tx2">
                    <a:lumMod val="75000"/>
                  </a:schemeClr>
                </a:solidFill>
                <a:latin typeface="Arial" panose="020B0604020202020204" pitchFamily="34" charset="0"/>
                <a:cs typeface="Arial" panose="020B0604020202020204" pitchFamily="34" charset="0"/>
              </a:rPr>
              <a:t>aristas</a:t>
            </a:r>
            <a:r>
              <a:rPr lang="es-CL" sz="2400" u="none" spc="-5" dirty="0">
                <a:solidFill>
                  <a:schemeClr val="tx2">
                    <a:lumMod val="75000"/>
                  </a:schemeClr>
                </a:solidFill>
                <a:latin typeface="Arial" panose="020B0604020202020204" pitchFamily="34" charset="0"/>
                <a:cs typeface="Arial" panose="020B0604020202020204" pitchFamily="34" charset="0"/>
              </a:rPr>
              <a:t> </a:t>
            </a:r>
            <a:r>
              <a:rPr sz="2400" u="none" spc="-5" dirty="0">
                <a:solidFill>
                  <a:schemeClr val="tx2">
                    <a:lumMod val="75000"/>
                  </a:schemeClr>
                </a:solidFill>
                <a:latin typeface="Arial" panose="020B0604020202020204" pitchFamily="34" charset="0"/>
                <a:cs typeface="Arial" panose="020B0604020202020204" pitchFamily="34" charset="0"/>
              </a:rPr>
              <a:t>de </a:t>
            </a:r>
            <a:r>
              <a:rPr sz="2400" u="none" spc="-10" dirty="0">
                <a:solidFill>
                  <a:schemeClr val="tx2">
                    <a:lumMod val="75000"/>
                  </a:schemeClr>
                </a:solidFill>
                <a:latin typeface="Arial" panose="020B0604020202020204" pitchFamily="34" charset="0"/>
                <a:cs typeface="Arial" panose="020B0604020202020204" pitchFamily="34" charset="0"/>
              </a:rPr>
              <a:t>longitud </a:t>
            </a:r>
            <a:r>
              <a:rPr sz="2400" u="none" spc="-5" dirty="0">
                <a:solidFill>
                  <a:schemeClr val="tx2">
                    <a:lumMod val="75000"/>
                  </a:schemeClr>
                </a:solidFill>
                <a:latin typeface="Arial" panose="020B0604020202020204" pitchFamily="34" charset="0"/>
                <a:cs typeface="Arial" panose="020B0604020202020204" pitchFamily="34" charset="0"/>
              </a:rPr>
              <a:t>muy grande por tanto no</a:t>
            </a:r>
            <a:r>
              <a:rPr lang="es-CL" sz="2400" u="none" spc="-5" dirty="0">
                <a:solidFill>
                  <a:schemeClr val="tx2">
                    <a:lumMod val="75000"/>
                  </a:schemeClr>
                </a:solidFill>
                <a:latin typeface="Arial" panose="020B0604020202020204" pitchFamily="34" charset="0"/>
                <a:cs typeface="Arial" panose="020B0604020202020204" pitchFamily="34" charset="0"/>
              </a:rPr>
              <a:t> </a:t>
            </a:r>
            <a:r>
              <a:rPr sz="2400" u="none" spc="-5" dirty="0" err="1">
                <a:solidFill>
                  <a:schemeClr val="tx2">
                    <a:lumMod val="75000"/>
                  </a:schemeClr>
                </a:solidFill>
                <a:latin typeface="Arial" panose="020B0604020202020204" pitchFamily="34" charset="0"/>
                <a:cs typeface="Arial" panose="020B0604020202020204" pitchFamily="34" charset="0"/>
              </a:rPr>
              <a:t>necesariamente</a:t>
            </a:r>
            <a:r>
              <a:rPr sz="2400" u="none" spc="-5" dirty="0">
                <a:solidFill>
                  <a:schemeClr val="tx2">
                    <a:lumMod val="75000"/>
                  </a:schemeClr>
                </a:solidFill>
                <a:latin typeface="Arial" panose="020B0604020202020204" pitchFamily="34" charset="0"/>
                <a:cs typeface="Arial" panose="020B0604020202020204" pitchFamily="34" charset="0"/>
              </a:rPr>
              <a:t> </a:t>
            </a:r>
            <a:r>
              <a:rPr sz="2400" u="none" spc="-5" dirty="0" err="1">
                <a:solidFill>
                  <a:schemeClr val="tx2">
                    <a:lumMod val="75000"/>
                  </a:schemeClr>
                </a:solidFill>
                <a:latin typeface="Arial" panose="020B0604020202020204" pitchFamily="34" charset="0"/>
                <a:cs typeface="Arial" panose="020B0604020202020204" pitchFamily="34" charset="0"/>
              </a:rPr>
              <a:t>encuentra</a:t>
            </a:r>
            <a:r>
              <a:rPr sz="2400" u="none" spc="250" dirty="0">
                <a:solidFill>
                  <a:schemeClr val="tx2">
                    <a:lumMod val="75000"/>
                  </a:schemeClr>
                </a:solidFill>
                <a:latin typeface="Arial" panose="020B0604020202020204" pitchFamily="34" charset="0"/>
                <a:cs typeface="Arial" panose="020B0604020202020204" pitchFamily="34" charset="0"/>
              </a:rPr>
              <a:t> </a:t>
            </a:r>
            <a:r>
              <a:rPr sz="2400" u="none" spc="-5" dirty="0">
                <a:solidFill>
                  <a:schemeClr val="tx2">
                    <a:lumMod val="75000"/>
                  </a:schemeClr>
                </a:solidFill>
                <a:latin typeface="Arial" panose="020B0604020202020204" pitchFamily="34" charset="0"/>
                <a:cs typeface="Arial" panose="020B0604020202020204" pitchFamily="34" charset="0"/>
              </a:rPr>
              <a:t>el</a:t>
            </a:r>
            <a:r>
              <a:rPr lang="es-CL" sz="2400" u="none" spc="-5" dirty="0">
                <a:solidFill>
                  <a:schemeClr val="tx2">
                    <a:lumMod val="75000"/>
                  </a:schemeClr>
                </a:solidFill>
                <a:latin typeface="Arial" panose="020B0604020202020204" pitchFamily="34" charset="0"/>
                <a:cs typeface="Arial" panose="020B0604020202020204" pitchFamily="34" charset="0"/>
              </a:rPr>
              <a:t> costo mínimo.</a:t>
            </a:r>
            <a:endParaRPr sz="2400" dirty="0">
              <a:solidFill>
                <a:schemeClr val="tx2">
                  <a:lumMod val="75000"/>
                </a:schemeClr>
              </a:solidFill>
              <a:latin typeface="Arial" panose="020B0604020202020204" pitchFamily="34" charset="0"/>
              <a:cs typeface="Arial" panose="020B0604020202020204" pitchFamily="34" charset="0"/>
            </a:endParaRPr>
          </a:p>
        </p:txBody>
      </p:sp>
      <p:grpSp>
        <p:nvGrpSpPr>
          <p:cNvPr id="34" name="Grupo 33">
            <a:extLst>
              <a:ext uri="{FF2B5EF4-FFF2-40B4-BE49-F238E27FC236}">
                <a16:creationId xmlns:a16="http://schemas.microsoft.com/office/drawing/2014/main" id="{89D9AEFD-DED9-4D54-9460-8597123B921C}"/>
              </a:ext>
            </a:extLst>
          </p:cNvPr>
          <p:cNvGrpSpPr/>
          <p:nvPr/>
        </p:nvGrpSpPr>
        <p:grpSpPr>
          <a:xfrm>
            <a:off x="8208235" y="3070953"/>
            <a:ext cx="3215005" cy="2323389"/>
            <a:chOff x="7791450" y="2413658"/>
            <a:chExt cx="3215005" cy="2323389"/>
          </a:xfrm>
        </p:grpSpPr>
        <p:sp>
          <p:nvSpPr>
            <p:cNvPr id="5" name="object 5"/>
            <p:cNvSpPr/>
            <p:nvPr/>
          </p:nvSpPr>
          <p:spPr>
            <a:xfrm>
              <a:off x="10645775" y="4270969"/>
              <a:ext cx="360680" cy="360680"/>
            </a:xfrm>
            <a:custGeom>
              <a:avLst/>
              <a:gdLst/>
              <a:ahLst/>
              <a:cxnLst/>
              <a:rect l="l" t="t" r="r" b="b"/>
              <a:pathLst>
                <a:path w="360679" h="360679">
                  <a:moveTo>
                    <a:pt x="180086" y="0"/>
                  </a:moveTo>
                  <a:lnTo>
                    <a:pt x="132218" y="6436"/>
                  </a:lnTo>
                  <a:lnTo>
                    <a:pt x="89201" y="24599"/>
                  </a:lnTo>
                  <a:lnTo>
                    <a:pt x="52752" y="52773"/>
                  </a:lnTo>
                  <a:lnTo>
                    <a:pt x="24590" y="89238"/>
                  </a:lnTo>
                  <a:lnTo>
                    <a:pt x="6434" y="132278"/>
                  </a:lnTo>
                  <a:lnTo>
                    <a:pt x="0" y="180174"/>
                  </a:lnTo>
                  <a:lnTo>
                    <a:pt x="6434" y="228084"/>
                  </a:lnTo>
                  <a:lnTo>
                    <a:pt x="24590" y="271123"/>
                  </a:lnTo>
                  <a:lnTo>
                    <a:pt x="52752" y="307589"/>
                  </a:lnTo>
                  <a:lnTo>
                    <a:pt x="89201" y="335762"/>
                  </a:lnTo>
                  <a:lnTo>
                    <a:pt x="132218" y="353926"/>
                  </a:lnTo>
                  <a:lnTo>
                    <a:pt x="180086" y="360362"/>
                  </a:lnTo>
                  <a:lnTo>
                    <a:pt x="228007" y="353926"/>
                  </a:lnTo>
                  <a:lnTo>
                    <a:pt x="271060" y="335762"/>
                  </a:lnTo>
                  <a:lnTo>
                    <a:pt x="307530" y="307589"/>
                  </a:lnTo>
                  <a:lnTo>
                    <a:pt x="335703" y="271123"/>
                  </a:lnTo>
                  <a:lnTo>
                    <a:pt x="353864" y="228084"/>
                  </a:lnTo>
                  <a:lnTo>
                    <a:pt x="360299" y="180174"/>
                  </a:lnTo>
                  <a:lnTo>
                    <a:pt x="353864" y="132278"/>
                  </a:lnTo>
                  <a:lnTo>
                    <a:pt x="335703" y="89238"/>
                  </a:lnTo>
                  <a:lnTo>
                    <a:pt x="307530" y="52773"/>
                  </a:lnTo>
                  <a:lnTo>
                    <a:pt x="271060" y="24599"/>
                  </a:lnTo>
                  <a:lnTo>
                    <a:pt x="228007" y="6436"/>
                  </a:lnTo>
                  <a:lnTo>
                    <a:pt x="180086" y="0"/>
                  </a:lnTo>
                  <a:close/>
                </a:path>
              </a:pathLst>
            </a:custGeom>
            <a:solidFill>
              <a:srgbClr val="FFFF00"/>
            </a:solidFill>
          </p:spPr>
          <p:txBody>
            <a:bodyPr wrap="square" lIns="0" tIns="0" rIns="0" bIns="0" rtlCol="0"/>
            <a:lstStyle/>
            <a:p>
              <a:endParaRPr/>
            </a:p>
          </p:txBody>
        </p:sp>
        <p:sp>
          <p:nvSpPr>
            <p:cNvPr id="6" name="object 6"/>
            <p:cNvSpPr/>
            <p:nvPr/>
          </p:nvSpPr>
          <p:spPr>
            <a:xfrm>
              <a:off x="10645775" y="4270969"/>
              <a:ext cx="360680" cy="360680"/>
            </a:xfrm>
            <a:custGeom>
              <a:avLst/>
              <a:gdLst/>
              <a:ahLst/>
              <a:cxnLst/>
              <a:rect l="l" t="t" r="r" b="b"/>
              <a:pathLst>
                <a:path w="360679" h="360679">
                  <a:moveTo>
                    <a:pt x="0" y="180174"/>
                  </a:moveTo>
                  <a:lnTo>
                    <a:pt x="6434" y="132278"/>
                  </a:lnTo>
                  <a:lnTo>
                    <a:pt x="24590" y="89238"/>
                  </a:lnTo>
                  <a:lnTo>
                    <a:pt x="52752" y="52773"/>
                  </a:lnTo>
                  <a:lnTo>
                    <a:pt x="89201" y="24599"/>
                  </a:lnTo>
                  <a:lnTo>
                    <a:pt x="132218" y="6436"/>
                  </a:lnTo>
                  <a:lnTo>
                    <a:pt x="180086" y="0"/>
                  </a:lnTo>
                  <a:lnTo>
                    <a:pt x="228007" y="6436"/>
                  </a:lnTo>
                  <a:lnTo>
                    <a:pt x="271060" y="24599"/>
                  </a:lnTo>
                  <a:lnTo>
                    <a:pt x="307530" y="52773"/>
                  </a:lnTo>
                  <a:lnTo>
                    <a:pt x="335703" y="89238"/>
                  </a:lnTo>
                  <a:lnTo>
                    <a:pt x="353864" y="132278"/>
                  </a:lnTo>
                  <a:lnTo>
                    <a:pt x="360299" y="180174"/>
                  </a:lnTo>
                  <a:lnTo>
                    <a:pt x="353864" y="228084"/>
                  </a:lnTo>
                  <a:lnTo>
                    <a:pt x="335703" y="271123"/>
                  </a:lnTo>
                  <a:lnTo>
                    <a:pt x="307530" y="307589"/>
                  </a:lnTo>
                  <a:lnTo>
                    <a:pt x="271060" y="335762"/>
                  </a:lnTo>
                  <a:lnTo>
                    <a:pt x="228007" y="353926"/>
                  </a:lnTo>
                  <a:lnTo>
                    <a:pt x="180086" y="360362"/>
                  </a:lnTo>
                  <a:lnTo>
                    <a:pt x="132218" y="353926"/>
                  </a:lnTo>
                  <a:lnTo>
                    <a:pt x="89201" y="335762"/>
                  </a:lnTo>
                  <a:lnTo>
                    <a:pt x="52752" y="307589"/>
                  </a:lnTo>
                  <a:lnTo>
                    <a:pt x="24590" y="271123"/>
                  </a:lnTo>
                  <a:lnTo>
                    <a:pt x="6434" y="228084"/>
                  </a:lnTo>
                  <a:lnTo>
                    <a:pt x="0" y="180187"/>
                  </a:lnTo>
                  <a:close/>
                </a:path>
              </a:pathLst>
            </a:custGeom>
            <a:ln w="12700">
              <a:solidFill>
                <a:srgbClr val="000000"/>
              </a:solidFill>
            </a:ln>
          </p:spPr>
          <p:txBody>
            <a:bodyPr wrap="square" lIns="0" tIns="0" rIns="0" bIns="0" rtlCol="0"/>
            <a:lstStyle/>
            <a:p>
              <a:endParaRPr/>
            </a:p>
          </p:txBody>
        </p:sp>
        <p:sp>
          <p:nvSpPr>
            <p:cNvPr id="7" name="object 7"/>
            <p:cNvSpPr txBox="1"/>
            <p:nvPr/>
          </p:nvSpPr>
          <p:spPr>
            <a:xfrm>
              <a:off x="10746233" y="4313579"/>
              <a:ext cx="163195" cy="276999"/>
            </a:xfrm>
            <a:prstGeom prst="rect">
              <a:avLst/>
            </a:prstGeom>
          </p:spPr>
          <p:txBody>
            <a:bodyPr vert="horz" wrap="square" lIns="0" tIns="0" rIns="0" bIns="0" rtlCol="0">
              <a:spAutoFit/>
            </a:bodyPr>
            <a:lstStyle/>
            <a:p>
              <a:pPr marL="12700"/>
              <a:r>
                <a:rPr dirty="0">
                  <a:latin typeface="Tahoma"/>
                  <a:cs typeface="Tahoma"/>
                </a:rPr>
                <a:t>C</a:t>
              </a:r>
              <a:endParaRPr>
                <a:latin typeface="Tahoma"/>
                <a:cs typeface="Tahoma"/>
              </a:endParaRPr>
            </a:p>
          </p:txBody>
        </p:sp>
        <p:sp>
          <p:nvSpPr>
            <p:cNvPr id="8" name="object 8"/>
            <p:cNvSpPr/>
            <p:nvPr/>
          </p:nvSpPr>
          <p:spPr>
            <a:xfrm>
              <a:off x="7791450" y="4267794"/>
              <a:ext cx="360680" cy="360680"/>
            </a:xfrm>
            <a:custGeom>
              <a:avLst/>
              <a:gdLst/>
              <a:ahLst/>
              <a:cxnLst/>
              <a:rect l="l" t="t" r="r" b="b"/>
              <a:pathLst>
                <a:path w="360680" h="360679">
                  <a:moveTo>
                    <a:pt x="180086" y="0"/>
                  </a:moveTo>
                  <a:lnTo>
                    <a:pt x="132218" y="6436"/>
                  </a:lnTo>
                  <a:lnTo>
                    <a:pt x="89201" y="24599"/>
                  </a:lnTo>
                  <a:lnTo>
                    <a:pt x="52752" y="52773"/>
                  </a:lnTo>
                  <a:lnTo>
                    <a:pt x="24590" y="89238"/>
                  </a:lnTo>
                  <a:lnTo>
                    <a:pt x="6434" y="132278"/>
                  </a:lnTo>
                  <a:lnTo>
                    <a:pt x="0" y="180174"/>
                  </a:lnTo>
                  <a:lnTo>
                    <a:pt x="6434" y="228084"/>
                  </a:lnTo>
                  <a:lnTo>
                    <a:pt x="24590" y="271123"/>
                  </a:lnTo>
                  <a:lnTo>
                    <a:pt x="52752" y="307589"/>
                  </a:lnTo>
                  <a:lnTo>
                    <a:pt x="89201" y="335762"/>
                  </a:lnTo>
                  <a:lnTo>
                    <a:pt x="132218" y="353926"/>
                  </a:lnTo>
                  <a:lnTo>
                    <a:pt x="180086" y="360362"/>
                  </a:lnTo>
                  <a:lnTo>
                    <a:pt x="228007" y="353926"/>
                  </a:lnTo>
                  <a:lnTo>
                    <a:pt x="271060" y="335762"/>
                  </a:lnTo>
                  <a:lnTo>
                    <a:pt x="307530" y="307589"/>
                  </a:lnTo>
                  <a:lnTo>
                    <a:pt x="335703" y="271123"/>
                  </a:lnTo>
                  <a:lnTo>
                    <a:pt x="353864" y="228084"/>
                  </a:lnTo>
                  <a:lnTo>
                    <a:pt x="360299" y="180174"/>
                  </a:lnTo>
                  <a:lnTo>
                    <a:pt x="353864" y="132278"/>
                  </a:lnTo>
                  <a:lnTo>
                    <a:pt x="335703" y="89238"/>
                  </a:lnTo>
                  <a:lnTo>
                    <a:pt x="307530" y="52773"/>
                  </a:lnTo>
                  <a:lnTo>
                    <a:pt x="271060" y="24599"/>
                  </a:lnTo>
                  <a:lnTo>
                    <a:pt x="228007" y="6436"/>
                  </a:lnTo>
                  <a:lnTo>
                    <a:pt x="180086" y="0"/>
                  </a:lnTo>
                  <a:close/>
                </a:path>
              </a:pathLst>
            </a:custGeom>
            <a:solidFill>
              <a:srgbClr val="FFFF00"/>
            </a:solidFill>
          </p:spPr>
          <p:txBody>
            <a:bodyPr wrap="square" lIns="0" tIns="0" rIns="0" bIns="0" rtlCol="0"/>
            <a:lstStyle/>
            <a:p>
              <a:endParaRPr/>
            </a:p>
          </p:txBody>
        </p:sp>
        <p:sp>
          <p:nvSpPr>
            <p:cNvPr id="9" name="object 9"/>
            <p:cNvSpPr/>
            <p:nvPr/>
          </p:nvSpPr>
          <p:spPr>
            <a:xfrm>
              <a:off x="7791450" y="4267794"/>
              <a:ext cx="360680" cy="360680"/>
            </a:xfrm>
            <a:custGeom>
              <a:avLst/>
              <a:gdLst/>
              <a:ahLst/>
              <a:cxnLst/>
              <a:rect l="l" t="t" r="r" b="b"/>
              <a:pathLst>
                <a:path w="360680" h="360679">
                  <a:moveTo>
                    <a:pt x="0" y="180174"/>
                  </a:moveTo>
                  <a:lnTo>
                    <a:pt x="6434" y="132278"/>
                  </a:lnTo>
                  <a:lnTo>
                    <a:pt x="24590" y="89238"/>
                  </a:lnTo>
                  <a:lnTo>
                    <a:pt x="52752" y="52773"/>
                  </a:lnTo>
                  <a:lnTo>
                    <a:pt x="89201" y="24599"/>
                  </a:lnTo>
                  <a:lnTo>
                    <a:pt x="132218" y="6436"/>
                  </a:lnTo>
                  <a:lnTo>
                    <a:pt x="180086" y="0"/>
                  </a:lnTo>
                  <a:lnTo>
                    <a:pt x="228007" y="6436"/>
                  </a:lnTo>
                  <a:lnTo>
                    <a:pt x="271060" y="24599"/>
                  </a:lnTo>
                  <a:lnTo>
                    <a:pt x="307530" y="52773"/>
                  </a:lnTo>
                  <a:lnTo>
                    <a:pt x="335703" y="89238"/>
                  </a:lnTo>
                  <a:lnTo>
                    <a:pt x="353864" y="132278"/>
                  </a:lnTo>
                  <a:lnTo>
                    <a:pt x="360299" y="180174"/>
                  </a:lnTo>
                  <a:lnTo>
                    <a:pt x="353864" y="228084"/>
                  </a:lnTo>
                  <a:lnTo>
                    <a:pt x="335703" y="271123"/>
                  </a:lnTo>
                  <a:lnTo>
                    <a:pt x="307530" y="307589"/>
                  </a:lnTo>
                  <a:lnTo>
                    <a:pt x="271060" y="335762"/>
                  </a:lnTo>
                  <a:lnTo>
                    <a:pt x="228007" y="353926"/>
                  </a:lnTo>
                  <a:lnTo>
                    <a:pt x="180086" y="360362"/>
                  </a:lnTo>
                  <a:lnTo>
                    <a:pt x="132218" y="353926"/>
                  </a:lnTo>
                  <a:lnTo>
                    <a:pt x="89201" y="335762"/>
                  </a:lnTo>
                  <a:lnTo>
                    <a:pt x="52752" y="307589"/>
                  </a:lnTo>
                  <a:lnTo>
                    <a:pt x="24590" y="271123"/>
                  </a:lnTo>
                  <a:lnTo>
                    <a:pt x="6434" y="228084"/>
                  </a:lnTo>
                  <a:lnTo>
                    <a:pt x="0" y="180187"/>
                  </a:lnTo>
                  <a:close/>
                </a:path>
              </a:pathLst>
            </a:custGeom>
            <a:ln w="12700">
              <a:solidFill>
                <a:srgbClr val="000000"/>
              </a:solidFill>
            </a:ln>
          </p:spPr>
          <p:txBody>
            <a:bodyPr wrap="square" lIns="0" tIns="0" rIns="0" bIns="0" rtlCol="0"/>
            <a:lstStyle/>
            <a:p>
              <a:endParaRPr/>
            </a:p>
          </p:txBody>
        </p:sp>
        <p:sp>
          <p:nvSpPr>
            <p:cNvPr id="10" name="object 10"/>
            <p:cNvSpPr txBox="1"/>
            <p:nvPr/>
          </p:nvSpPr>
          <p:spPr>
            <a:xfrm>
              <a:off x="7871713" y="4310530"/>
              <a:ext cx="201930" cy="276999"/>
            </a:xfrm>
            <a:prstGeom prst="rect">
              <a:avLst/>
            </a:prstGeom>
          </p:spPr>
          <p:txBody>
            <a:bodyPr vert="horz" wrap="square" lIns="0" tIns="0" rIns="0" bIns="0" rtlCol="0">
              <a:spAutoFit/>
            </a:bodyPr>
            <a:lstStyle/>
            <a:p>
              <a:pPr marL="12700"/>
              <a:r>
                <a:rPr dirty="0">
                  <a:latin typeface="Tahoma"/>
                  <a:cs typeface="Tahoma"/>
                </a:rPr>
                <a:t>M</a:t>
              </a:r>
              <a:endParaRPr>
                <a:latin typeface="Tahoma"/>
                <a:cs typeface="Tahoma"/>
              </a:endParaRPr>
            </a:p>
          </p:txBody>
        </p:sp>
        <p:sp>
          <p:nvSpPr>
            <p:cNvPr id="11" name="object 11"/>
            <p:cNvSpPr/>
            <p:nvPr/>
          </p:nvSpPr>
          <p:spPr>
            <a:xfrm>
              <a:off x="9217025" y="3624857"/>
              <a:ext cx="360680" cy="360680"/>
            </a:xfrm>
            <a:custGeom>
              <a:avLst/>
              <a:gdLst/>
              <a:ahLst/>
              <a:cxnLst/>
              <a:rect l="l" t="t" r="r" b="b"/>
              <a:pathLst>
                <a:path w="360679" h="360679">
                  <a:moveTo>
                    <a:pt x="180086" y="0"/>
                  </a:moveTo>
                  <a:lnTo>
                    <a:pt x="132218" y="6434"/>
                  </a:lnTo>
                  <a:lnTo>
                    <a:pt x="89201" y="24595"/>
                  </a:lnTo>
                  <a:lnTo>
                    <a:pt x="52752" y="52768"/>
                  </a:lnTo>
                  <a:lnTo>
                    <a:pt x="24590" y="89238"/>
                  </a:lnTo>
                  <a:lnTo>
                    <a:pt x="6434" y="132291"/>
                  </a:lnTo>
                  <a:lnTo>
                    <a:pt x="0" y="180212"/>
                  </a:lnTo>
                  <a:lnTo>
                    <a:pt x="6434" y="228085"/>
                  </a:lnTo>
                  <a:lnTo>
                    <a:pt x="24590" y="271114"/>
                  </a:lnTo>
                  <a:lnTo>
                    <a:pt x="52752" y="307578"/>
                  </a:lnTo>
                  <a:lnTo>
                    <a:pt x="89201" y="335755"/>
                  </a:lnTo>
                  <a:lnTo>
                    <a:pt x="132218" y="353923"/>
                  </a:lnTo>
                  <a:lnTo>
                    <a:pt x="180086" y="360362"/>
                  </a:lnTo>
                  <a:lnTo>
                    <a:pt x="228007" y="353923"/>
                  </a:lnTo>
                  <a:lnTo>
                    <a:pt x="271060" y="335755"/>
                  </a:lnTo>
                  <a:lnTo>
                    <a:pt x="307530" y="307578"/>
                  </a:lnTo>
                  <a:lnTo>
                    <a:pt x="335703" y="271114"/>
                  </a:lnTo>
                  <a:lnTo>
                    <a:pt x="353864" y="228085"/>
                  </a:lnTo>
                  <a:lnTo>
                    <a:pt x="360299" y="180212"/>
                  </a:lnTo>
                  <a:lnTo>
                    <a:pt x="353864" y="132291"/>
                  </a:lnTo>
                  <a:lnTo>
                    <a:pt x="335703" y="89238"/>
                  </a:lnTo>
                  <a:lnTo>
                    <a:pt x="307530" y="52768"/>
                  </a:lnTo>
                  <a:lnTo>
                    <a:pt x="271060" y="24595"/>
                  </a:lnTo>
                  <a:lnTo>
                    <a:pt x="228007" y="6434"/>
                  </a:lnTo>
                  <a:lnTo>
                    <a:pt x="180086" y="0"/>
                  </a:lnTo>
                  <a:close/>
                </a:path>
              </a:pathLst>
            </a:custGeom>
            <a:solidFill>
              <a:srgbClr val="FFFF00"/>
            </a:solidFill>
          </p:spPr>
          <p:txBody>
            <a:bodyPr wrap="square" lIns="0" tIns="0" rIns="0" bIns="0" rtlCol="0"/>
            <a:lstStyle/>
            <a:p>
              <a:endParaRPr/>
            </a:p>
          </p:txBody>
        </p:sp>
        <p:sp>
          <p:nvSpPr>
            <p:cNvPr id="12" name="object 12"/>
            <p:cNvSpPr/>
            <p:nvPr/>
          </p:nvSpPr>
          <p:spPr>
            <a:xfrm>
              <a:off x="9217025" y="3624857"/>
              <a:ext cx="360680" cy="360680"/>
            </a:xfrm>
            <a:custGeom>
              <a:avLst/>
              <a:gdLst/>
              <a:ahLst/>
              <a:cxnLst/>
              <a:rect l="l" t="t" r="r" b="b"/>
              <a:pathLst>
                <a:path w="360679" h="360679">
                  <a:moveTo>
                    <a:pt x="0" y="180212"/>
                  </a:moveTo>
                  <a:lnTo>
                    <a:pt x="6434" y="132291"/>
                  </a:lnTo>
                  <a:lnTo>
                    <a:pt x="24590" y="89238"/>
                  </a:lnTo>
                  <a:lnTo>
                    <a:pt x="52752" y="52768"/>
                  </a:lnTo>
                  <a:lnTo>
                    <a:pt x="89201" y="24595"/>
                  </a:lnTo>
                  <a:lnTo>
                    <a:pt x="132218" y="6434"/>
                  </a:lnTo>
                  <a:lnTo>
                    <a:pt x="180086" y="0"/>
                  </a:lnTo>
                  <a:lnTo>
                    <a:pt x="228007" y="6434"/>
                  </a:lnTo>
                  <a:lnTo>
                    <a:pt x="271060" y="24595"/>
                  </a:lnTo>
                  <a:lnTo>
                    <a:pt x="307530" y="52768"/>
                  </a:lnTo>
                  <a:lnTo>
                    <a:pt x="335703" y="89238"/>
                  </a:lnTo>
                  <a:lnTo>
                    <a:pt x="353864" y="132291"/>
                  </a:lnTo>
                  <a:lnTo>
                    <a:pt x="360299" y="180212"/>
                  </a:lnTo>
                  <a:lnTo>
                    <a:pt x="353864" y="228085"/>
                  </a:lnTo>
                  <a:lnTo>
                    <a:pt x="335703" y="271114"/>
                  </a:lnTo>
                  <a:lnTo>
                    <a:pt x="307530" y="307578"/>
                  </a:lnTo>
                  <a:lnTo>
                    <a:pt x="271060" y="335755"/>
                  </a:lnTo>
                  <a:lnTo>
                    <a:pt x="228007" y="353923"/>
                  </a:lnTo>
                  <a:lnTo>
                    <a:pt x="180086" y="360362"/>
                  </a:lnTo>
                  <a:lnTo>
                    <a:pt x="132218" y="353923"/>
                  </a:lnTo>
                  <a:lnTo>
                    <a:pt x="89201" y="335755"/>
                  </a:lnTo>
                  <a:lnTo>
                    <a:pt x="52752" y="307578"/>
                  </a:lnTo>
                  <a:lnTo>
                    <a:pt x="24590" y="271114"/>
                  </a:lnTo>
                  <a:lnTo>
                    <a:pt x="6434" y="228085"/>
                  </a:lnTo>
                  <a:lnTo>
                    <a:pt x="0" y="180212"/>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9321673" y="3667403"/>
              <a:ext cx="153035" cy="276999"/>
            </a:xfrm>
            <a:prstGeom prst="rect">
              <a:avLst/>
            </a:prstGeom>
          </p:spPr>
          <p:txBody>
            <a:bodyPr vert="horz" wrap="square" lIns="0" tIns="0" rIns="0" bIns="0" rtlCol="0">
              <a:spAutoFit/>
            </a:bodyPr>
            <a:lstStyle/>
            <a:p>
              <a:pPr marL="12700"/>
              <a:r>
                <a:rPr dirty="0">
                  <a:latin typeface="Tahoma"/>
                  <a:cs typeface="Tahoma"/>
                </a:rPr>
                <a:t>S</a:t>
              </a:r>
              <a:endParaRPr>
                <a:latin typeface="Tahoma"/>
                <a:cs typeface="Tahoma"/>
              </a:endParaRPr>
            </a:p>
          </p:txBody>
        </p:sp>
        <p:sp>
          <p:nvSpPr>
            <p:cNvPr id="14" name="object 14"/>
            <p:cNvSpPr/>
            <p:nvPr/>
          </p:nvSpPr>
          <p:spPr>
            <a:xfrm>
              <a:off x="9217025" y="2413658"/>
              <a:ext cx="360680" cy="360680"/>
            </a:xfrm>
            <a:custGeom>
              <a:avLst/>
              <a:gdLst/>
              <a:ahLst/>
              <a:cxnLst/>
              <a:rect l="l" t="t" r="r" b="b"/>
              <a:pathLst>
                <a:path w="360679" h="360679">
                  <a:moveTo>
                    <a:pt x="180086" y="0"/>
                  </a:moveTo>
                  <a:lnTo>
                    <a:pt x="132218" y="6389"/>
                  </a:lnTo>
                  <a:lnTo>
                    <a:pt x="89201" y="24534"/>
                  </a:lnTo>
                  <a:lnTo>
                    <a:pt x="52752" y="52705"/>
                  </a:lnTo>
                  <a:lnTo>
                    <a:pt x="24579" y="89201"/>
                  </a:lnTo>
                  <a:lnTo>
                    <a:pt x="6432" y="132218"/>
                  </a:lnTo>
                  <a:lnTo>
                    <a:pt x="0" y="180086"/>
                  </a:lnTo>
                  <a:lnTo>
                    <a:pt x="6434" y="228007"/>
                  </a:lnTo>
                  <a:lnTo>
                    <a:pt x="24590" y="271060"/>
                  </a:lnTo>
                  <a:lnTo>
                    <a:pt x="52752" y="307530"/>
                  </a:lnTo>
                  <a:lnTo>
                    <a:pt x="89201" y="335703"/>
                  </a:lnTo>
                  <a:lnTo>
                    <a:pt x="132218" y="353864"/>
                  </a:lnTo>
                  <a:lnTo>
                    <a:pt x="180086" y="360299"/>
                  </a:lnTo>
                  <a:lnTo>
                    <a:pt x="228007" y="353864"/>
                  </a:lnTo>
                  <a:lnTo>
                    <a:pt x="271060" y="335703"/>
                  </a:lnTo>
                  <a:lnTo>
                    <a:pt x="307530" y="307530"/>
                  </a:lnTo>
                  <a:lnTo>
                    <a:pt x="335703" y="271060"/>
                  </a:lnTo>
                  <a:lnTo>
                    <a:pt x="353864" y="228007"/>
                  </a:lnTo>
                  <a:lnTo>
                    <a:pt x="360299" y="180086"/>
                  </a:lnTo>
                  <a:lnTo>
                    <a:pt x="353860" y="132209"/>
                  </a:lnTo>
                  <a:lnTo>
                    <a:pt x="335681" y="89172"/>
                  </a:lnTo>
                  <a:lnTo>
                    <a:pt x="307530" y="52752"/>
                  </a:lnTo>
                  <a:lnTo>
                    <a:pt x="271060" y="24590"/>
                  </a:lnTo>
                  <a:lnTo>
                    <a:pt x="228007" y="6434"/>
                  </a:lnTo>
                  <a:lnTo>
                    <a:pt x="180086" y="0"/>
                  </a:lnTo>
                  <a:close/>
                </a:path>
              </a:pathLst>
            </a:custGeom>
            <a:solidFill>
              <a:srgbClr val="FFFF00"/>
            </a:solidFill>
          </p:spPr>
          <p:txBody>
            <a:bodyPr wrap="square" lIns="0" tIns="0" rIns="0" bIns="0" rtlCol="0"/>
            <a:lstStyle/>
            <a:p>
              <a:endParaRPr/>
            </a:p>
          </p:txBody>
        </p:sp>
        <p:sp>
          <p:nvSpPr>
            <p:cNvPr id="15" name="object 15"/>
            <p:cNvSpPr/>
            <p:nvPr/>
          </p:nvSpPr>
          <p:spPr>
            <a:xfrm>
              <a:off x="9217025" y="2413658"/>
              <a:ext cx="360680" cy="360680"/>
            </a:xfrm>
            <a:custGeom>
              <a:avLst/>
              <a:gdLst/>
              <a:ahLst/>
              <a:cxnLst/>
              <a:rect l="l" t="t" r="r" b="b"/>
              <a:pathLst>
                <a:path w="360679" h="360679">
                  <a:moveTo>
                    <a:pt x="0" y="180086"/>
                  </a:moveTo>
                  <a:lnTo>
                    <a:pt x="6434" y="132209"/>
                  </a:lnTo>
                  <a:lnTo>
                    <a:pt x="24590" y="89172"/>
                  </a:lnTo>
                  <a:lnTo>
                    <a:pt x="52752" y="52705"/>
                  </a:lnTo>
                  <a:lnTo>
                    <a:pt x="89201" y="24534"/>
                  </a:lnTo>
                  <a:lnTo>
                    <a:pt x="132218" y="6389"/>
                  </a:lnTo>
                  <a:lnTo>
                    <a:pt x="180086" y="0"/>
                  </a:lnTo>
                  <a:lnTo>
                    <a:pt x="228007" y="6434"/>
                  </a:lnTo>
                  <a:lnTo>
                    <a:pt x="271060" y="24590"/>
                  </a:lnTo>
                  <a:lnTo>
                    <a:pt x="307530" y="52752"/>
                  </a:lnTo>
                  <a:lnTo>
                    <a:pt x="335703" y="89201"/>
                  </a:lnTo>
                  <a:lnTo>
                    <a:pt x="353864" y="132218"/>
                  </a:lnTo>
                  <a:lnTo>
                    <a:pt x="360299" y="180086"/>
                  </a:lnTo>
                  <a:lnTo>
                    <a:pt x="353864" y="228007"/>
                  </a:lnTo>
                  <a:lnTo>
                    <a:pt x="335703" y="271060"/>
                  </a:lnTo>
                  <a:lnTo>
                    <a:pt x="307530" y="307530"/>
                  </a:lnTo>
                  <a:lnTo>
                    <a:pt x="271060" y="335703"/>
                  </a:lnTo>
                  <a:lnTo>
                    <a:pt x="228007" y="353864"/>
                  </a:lnTo>
                  <a:lnTo>
                    <a:pt x="180086" y="360299"/>
                  </a:lnTo>
                  <a:lnTo>
                    <a:pt x="132218" y="353864"/>
                  </a:lnTo>
                  <a:lnTo>
                    <a:pt x="89201" y="335703"/>
                  </a:lnTo>
                  <a:lnTo>
                    <a:pt x="52752" y="307530"/>
                  </a:lnTo>
                  <a:lnTo>
                    <a:pt x="24590" y="271060"/>
                  </a:lnTo>
                  <a:lnTo>
                    <a:pt x="6434" y="228007"/>
                  </a:lnTo>
                  <a:lnTo>
                    <a:pt x="0" y="180086"/>
                  </a:lnTo>
                  <a:close/>
                </a:path>
              </a:pathLst>
            </a:custGeom>
            <a:ln w="12700">
              <a:solidFill>
                <a:srgbClr val="000000"/>
              </a:solidFill>
            </a:ln>
          </p:spPr>
          <p:txBody>
            <a:bodyPr wrap="square" lIns="0" tIns="0" rIns="0" bIns="0" rtlCol="0"/>
            <a:lstStyle/>
            <a:p>
              <a:endParaRPr/>
            </a:p>
          </p:txBody>
        </p:sp>
        <p:sp>
          <p:nvSpPr>
            <p:cNvPr id="16" name="object 16"/>
            <p:cNvSpPr txBox="1"/>
            <p:nvPr/>
          </p:nvSpPr>
          <p:spPr>
            <a:xfrm>
              <a:off x="9327769" y="2455823"/>
              <a:ext cx="139700" cy="276999"/>
            </a:xfrm>
            <a:prstGeom prst="rect">
              <a:avLst/>
            </a:prstGeom>
          </p:spPr>
          <p:txBody>
            <a:bodyPr vert="horz" wrap="square" lIns="0" tIns="0" rIns="0" bIns="0" rtlCol="0">
              <a:spAutoFit/>
            </a:bodyPr>
            <a:lstStyle/>
            <a:p>
              <a:pPr marL="12700"/>
              <a:r>
                <a:rPr dirty="0">
                  <a:latin typeface="Tahoma"/>
                  <a:cs typeface="Tahoma"/>
                </a:rPr>
                <a:t>L</a:t>
              </a:r>
              <a:endParaRPr>
                <a:latin typeface="Tahoma"/>
                <a:cs typeface="Tahoma"/>
              </a:endParaRPr>
            </a:p>
          </p:txBody>
        </p:sp>
        <p:sp>
          <p:nvSpPr>
            <p:cNvPr id="17" name="object 17"/>
            <p:cNvSpPr/>
            <p:nvPr/>
          </p:nvSpPr>
          <p:spPr>
            <a:xfrm>
              <a:off x="9396350" y="2773957"/>
              <a:ext cx="1905" cy="850900"/>
            </a:xfrm>
            <a:custGeom>
              <a:avLst/>
              <a:gdLst/>
              <a:ahLst/>
              <a:cxnLst/>
              <a:rect l="l" t="t" r="r" b="b"/>
              <a:pathLst>
                <a:path w="1904" h="850900">
                  <a:moveTo>
                    <a:pt x="0" y="850900"/>
                  </a:moveTo>
                  <a:lnTo>
                    <a:pt x="1650" y="0"/>
                  </a:lnTo>
                </a:path>
              </a:pathLst>
            </a:custGeom>
            <a:ln w="12700">
              <a:solidFill>
                <a:srgbClr val="000000"/>
              </a:solidFill>
            </a:ln>
          </p:spPr>
          <p:txBody>
            <a:bodyPr wrap="square" lIns="0" tIns="0" rIns="0" bIns="0" rtlCol="0"/>
            <a:lstStyle/>
            <a:p>
              <a:endParaRPr/>
            </a:p>
          </p:txBody>
        </p:sp>
        <p:sp>
          <p:nvSpPr>
            <p:cNvPr id="18" name="object 18"/>
            <p:cNvSpPr/>
            <p:nvPr/>
          </p:nvSpPr>
          <p:spPr>
            <a:xfrm>
              <a:off x="9577325" y="3804180"/>
              <a:ext cx="1120775" cy="519430"/>
            </a:xfrm>
            <a:custGeom>
              <a:avLst/>
              <a:gdLst/>
              <a:ahLst/>
              <a:cxnLst/>
              <a:rect l="l" t="t" r="r" b="b"/>
              <a:pathLst>
                <a:path w="1120775" h="519429">
                  <a:moveTo>
                    <a:pt x="1120775" y="519175"/>
                  </a:moveTo>
                  <a:lnTo>
                    <a:pt x="0" y="0"/>
                  </a:lnTo>
                </a:path>
              </a:pathLst>
            </a:custGeom>
            <a:ln w="12700">
              <a:solidFill>
                <a:srgbClr val="000000"/>
              </a:solidFill>
            </a:ln>
          </p:spPr>
          <p:txBody>
            <a:bodyPr wrap="square" lIns="0" tIns="0" rIns="0" bIns="0" rtlCol="0"/>
            <a:lstStyle/>
            <a:p>
              <a:endParaRPr/>
            </a:p>
          </p:txBody>
        </p:sp>
        <p:sp>
          <p:nvSpPr>
            <p:cNvPr id="19" name="object 19"/>
            <p:cNvSpPr/>
            <p:nvPr/>
          </p:nvSpPr>
          <p:spPr>
            <a:xfrm>
              <a:off x="8099425" y="3804309"/>
              <a:ext cx="1117600" cy="516255"/>
            </a:xfrm>
            <a:custGeom>
              <a:avLst/>
              <a:gdLst/>
              <a:ahLst/>
              <a:cxnLst/>
              <a:rect l="l" t="t" r="r" b="b"/>
              <a:pathLst>
                <a:path w="1117600" h="516254">
                  <a:moveTo>
                    <a:pt x="1117600" y="0"/>
                  </a:moveTo>
                  <a:lnTo>
                    <a:pt x="0" y="515874"/>
                  </a:lnTo>
                </a:path>
              </a:pathLst>
            </a:custGeom>
            <a:ln w="12699">
              <a:solidFill>
                <a:srgbClr val="000000"/>
              </a:solidFill>
            </a:ln>
          </p:spPr>
          <p:txBody>
            <a:bodyPr wrap="square" lIns="0" tIns="0" rIns="0" bIns="0" rtlCol="0"/>
            <a:lstStyle/>
            <a:p>
              <a:endParaRPr/>
            </a:p>
          </p:txBody>
        </p:sp>
        <p:sp>
          <p:nvSpPr>
            <p:cNvPr id="20" name="object 20"/>
            <p:cNvSpPr/>
            <p:nvPr/>
          </p:nvSpPr>
          <p:spPr>
            <a:xfrm>
              <a:off x="8151749" y="4447183"/>
              <a:ext cx="2494280" cy="3175"/>
            </a:xfrm>
            <a:custGeom>
              <a:avLst/>
              <a:gdLst/>
              <a:ahLst/>
              <a:cxnLst/>
              <a:rect l="l" t="t" r="r" b="b"/>
              <a:pathLst>
                <a:path w="2494279" h="3175">
                  <a:moveTo>
                    <a:pt x="2494026" y="3175"/>
                  </a:moveTo>
                  <a:lnTo>
                    <a:pt x="0" y="0"/>
                  </a:lnTo>
                </a:path>
              </a:pathLst>
            </a:custGeom>
            <a:ln w="12700">
              <a:solidFill>
                <a:srgbClr val="000000"/>
              </a:solidFill>
            </a:ln>
          </p:spPr>
          <p:txBody>
            <a:bodyPr wrap="square" lIns="0" tIns="0" rIns="0" bIns="0" rtlCol="0"/>
            <a:lstStyle/>
            <a:p>
              <a:endParaRPr/>
            </a:p>
          </p:txBody>
        </p:sp>
        <p:sp>
          <p:nvSpPr>
            <p:cNvPr id="21" name="object 21"/>
            <p:cNvSpPr/>
            <p:nvPr/>
          </p:nvSpPr>
          <p:spPr>
            <a:xfrm>
              <a:off x="7970775" y="2721505"/>
              <a:ext cx="1298575" cy="1546860"/>
            </a:xfrm>
            <a:custGeom>
              <a:avLst/>
              <a:gdLst/>
              <a:ahLst/>
              <a:cxnLst/>
              <a:rect l="l" t="t" r="r" b="b"/>
              <a:pathLst>
                <a:path w="1298575" h="1546860">
                  <a:moveTo>
                    <a:pt x="0" y="1546288"/>
                  </a:moveTo>
                  <a:lnTo>
                    <a:pt x="1298575" y="0"/>
                  </a:lnTo>
                </a:path>
              </a:pathLst>
            </a:custGeom>
            <a:ln w="12700">
              <a:solidFill>
                <a:srgbClr val="000000"/>
              </a:solidFill>
            </a:ln>
          </p:spPr>
          <p:txBody>
            <a:bodyPr wrap="square" lIns="0" tIns="0" rIns="0" bIns="0" rtlCol="0"/>
            <a:lstStyle/>
            <a:p>
              <a:endParaRPr/>
            </a:p>
          </p:txBody>
        </p:sp>
        <p:sp>
          <p:nvSpPr>
            <p:cNvPr id="22" name="object 22"/>
            <p:cNvSpPr/>
            <p:nvPr/>
          </p:nvSpPr>
          <p:spPr>
            <a:xfrm>
              <a:off x="9525000" y="2721506"/>
              <a:ext cx="1301750" cy="1550035"/>
            </a:xfrm>
            <a:custGeom>
              <a:avLst/>
              <a:gdLst/>
              <a:ahLst/>
              <a:cxnLst/>
              <a:rect l="l" t="t" r="r" b="b"/>
              <a:pathLst>
                <a:path w="1301750" h="1550035">
                  <a:moveTo>
                    <a:pt x="1301750" y="1549463"/>
                  </a:moveTo>
                  <a:lnTo>
                    <a:pt x="0" y="0"/>
                  </a:lnTo>
                </a:path>
              </a:pathLst>
            </a:custGeom>
            <a:ln w="12700">
              <a:solidFill>
                <a:srgbClr val="000000"/>
              </a:solidFill>
            </a:ln>
          </p:spPr>
          <p:txBody>
            <a:bodyPr wrap="square" lIns="0" tIns="0" rIns="0" bIns="0" rtlCol="0"/>
            <a:lstStyle/>
            <a:p>
              <a:endParaRPr/>
            </a:p>
          </p:txBody>
        </p:sp>
        <p:sp>
          <p:nvSpPr>
            <p:cNvPr id="23" name="object 23"/>
            <p:cNvSpPr txBox="1"/>
            <p:nvPr/>
          </p:nvSpPr>
          <p:spPr>
            <a:xfrm>
              <a:off x="10131426" y="3261765"/>
              <a:ext cx="363855" cy="246221"/>
            </a:xfrm>
            <a:prstGeom prst="rect">
              <a:avLst/>
            </a:prstGeom>
          </p:spPr>
          <p:txBody>
            <a:bodyPr vert="horz" wrap="square" lIns="0" tIns="0" rIns="0" bIns="0" rtlCol="0">
              <a:spAutoFit/>
            </a:bodyPr>
            <a:lstStyle/>
            <a:p>
              <a:pPr marL="12700"/>
              <a:r>
                <a:rPr sz="1600" spc="-5" dirty="0">
                  <a:latin typeface="Arial"/>
                  <a:cs typeface="Arial"/>
                </a:rPr>
                <a:t>349</a:t>
              </a:r>
              <a:endParaRPr sz="1600">
                <a:latin typeface="Arial"/>
                <a:cs typeface="Arial"/>
              </a:endParaRPr>
            </a:p>
          </p:txBody>
        </p:sp>
        <p:sp>
          <p:nvSpPr>
            <p:cNvPr id="24" name="object 24"/>
            <p:cNvSpPr txBox="1"/>
            <p:nvPr/>
          </p:nvSpPr>
          <p:spPr>
            <a:xfrm>
              <a:off x="9202802" y="4458765"/>
              <a:ext cx="363855" cy="246221"/>
            </a:xfrm>
            <a:prstGeom prst="rect">
              <a:avLst/>
            </a:prstGeom>
          </p:spPr>
          <p:txBody>
            <a:bodyPr vert="horz" wrap="square" lIns="0" tIns="0" rIns="0" bIns="0" rtlCol="0">
              <a:spAutoFit/>
            </a:bodyPr>
            <a:lstStyle/>
            <a:p>
              <a:pPr marL="12700"/>
              <a:r>
                <a:rPr sz="1600" spc="-5" dirty="0">
                  <a:latin typeface="Arial"/>
                  <a:cs typeface="Arial"/>
                </a:rPr>
                <a:t>425</a:t>
              </a:r>
              <a:endParaRPr sz="1600">
                <a:latin typeface="Arial"/>
                <a:cs typeface="Arial"/>
              </a:endParaRPr>
            </a:p>
          </p:txBody>
        </p:sp>
        <p:sp>
          <p:nvSpPr>
            <p:cNvPr id="25" name="object 25"/>
            <p:cNvSpPr txBox="1"/>
            <p:nvPr/>
          </p:nvSpPr>
          <p:spPr>
            <a:xfrm>
              <a:off x="8345298" y="3261765"/>
              <a:ext cx="363855" cy="246221"/>
            </a:xfrm>
            <a:prstGeom prst="rect">
              <a:avLst/>
            </a:prstGeom>
          </p:spPr>
          <p:txBody>
            <a:bodyPr vert="horz" wrap="square" lIns="0" tIns="0" rIns="0" bIns="0" rtlCol="0">
              <a:spAutoFit/>
            </a:bodyPr>
            <a:lstStyle/>
            <a:p>
              <a:pPr marL="12700"/>
              <a:r>
                <a:rPr sz="1600" spc="-5" dirty="0">
                  <a:latin typeface="Arial"/>
                  <a:cs typeface="Arial"/>
                </a:rPr>
                <a:t>774</a:t>
              </a:r>
              <a:endParaRPr sz="1600">
                <a:latin typeface="Arial"/>
                <a:cs typeface="Arial"/>
              </a:endParaRPr>
            </a:p>
          </p:txBody>
        </p:sp>
        <p:sp>
          <p:nvSpPr>
            <p:cNvPr id="26" name="object 26"/>
            <p:cNvSpPr txBox="1"/>
            <p:nvPr/>
          </p:nvSpPr>
          <p:spPr>
            <a:xfrm>
              <a:off x="8488300" y="4030216"/>
              <a:ext cx="363855" cy="246221"/>
            </a:xfrm>
            <a:prstGeom prst="rect">
              <a:avLst/>
            </a:prstGeom>
          </p:spPr>
          <p:txBody>
            <a:bodyPr vert="horz" wrap="square" lIns="0" tIns="0" rIns="0" bIns="0" rtlCol="0">
              <a:spAutoFit/>
            </a:bodyPr>
            <a:lstStyle/>
            <a:p>
              <a:pPr marL="12700"/>
              <a:r>
                <a:rPr sz="1600" spc="-5" dirty="0">
                  <a:latin typeface="Arial"/>
                  <a:cs typeface="Arial"/>
                </a:rPr>
                <a:t>562</a:t>
              </a:r>
              <a:endParaRPr sz="1600">
                <a:latin typeface="Arial"/>
                <a:cs typeface="Arial"/>
              </a:endParaRPr>
            </a:p>
          </p:txBody>
        </p:sp>
        <p:sp>
          <p:nvSpPr>
            <p:cNvPr id="27" name="object 27"/>
            <p:cNvSpPr txBox="1"/>
            <p:nvPr/>
          </p:nvSpPr>
          <p:spPr>
            <a:xfrm>
              <a:off x="9228075" y="3118890"/>
              <a:ext cx="363855" cy="246221"/>
            </a:xfrm>
            <a:prstGeom prst="rect">
              <a:avLst/>
            </a:prstGeom>
          </p:spPr>
          <p:txBody>
            <a:bodyPr vert="horz" wrap="square" lIns="0" tIns="0" rIns="0" bIns="0" rtlCol="0">
              <a:spAutoFit/>
            </a:bodyPr>
            <a:lstStyle/>
            <a:p>
              <a:pPr marL="12700"/>
              <a:r>
                <a:rPr sz="1600" spc="-5" dirty="0">
                  <a:latin typeface="Arial"/>
                  <a:cs typeface="Arial"/>
                </a:rPr>
                <a:t>541</a:t>
              </a:r>
              <a:endParaRPr sz="1600">
                <a:latin typeface="Arial"/>
                <a:cs typeface="Arial"/>
              </a:endParaRPr>
            </a:p>
          </p:txBody>
        </p:sp>
        <p:sp>
          <p:nvSpPr>
            <p:cNvPr id="28" name="object 28"/>
            <p:cNvSpPr txBox="1"/>
            <p:nvPr/>
          </p:nvSpPr>
          <p:spPr>
            <a:xfrm>
              <a:off x="9845548" y="3976266"/>
              <a:ext cx="363855" cy="246221"/>
            </a:xfrm>
            <a:prstGeom prst="rect">
              <a:avLst/>
            </a:prstGeom>
          </p:spPr>
          <p:txBody>
            <a:bodyPr vert="horz" wrap="square" lIns="0" tIns="0" rIns="0" bIns="0" rtlCol="0">
              <a:spAutoFit/>
            </a:bodyPr>
            <a:lstStyle/>
            <a:p>
              <a:pPr marL="12700"/>
              <a:r>
                <a:rPr sz="1600" spc="-5" dirty="0">
                  <a:latin typeface="Arial"/>
                  <a:cs typeface="Arial"/>
                </a:rPr>
                <a:t>300</a:t>
              </a:r>
              <a:endParaRPr sz="1600">
                <a:latin typeface="Arial"/>
                <a:cs typeface="Arial"/>
              </a:endParaRPr>
            </a:p>
          </p:txBody>
        </p:sp>
        <p:sp>
          <p:nvSpPr>
            <p:cNvPr id="29" name="object 29"/>
            <p:cNvSpPr/>
            <p:nvPr/>
          </p:nvSpPr>
          <p:spPr>
            <a:xfrm>
              <a:off x="9648697" y="3745634"/>
              <a:ext cx="1074420" cy="515620"/>
            </a:xfrm>
            <a:custGeom>
              <a:avLst/>
              <a:gdLst/>
              <a:ahLst/>
              <a:cxnLst/>
              <a:rect l="l" t="t" r="r" b="b"/>
              <a:pathLst>
                <a:path w="1074420" h="515620">
                  <a:moveTo>
                    <a:pt x="35335" y="18926"/>
                  </a:moveTo>
                  <a:lnTo>
                    <a:pt x="22899" y="20078"/>
                  </a:lnTo>
                  <a:lnTo>
                    <a:pt x="30043" y="30378"/>
                  </a:lnTo>
                  <a:lnTo>
                    <a:pt x="1068959" y="515213"/>
                  </a:lnTo>
                  <a:lnTo>
                    <a:pt x="1074292" y="503707"/>
                  </a:lnTo>
                  <a:lnTo>
                    <a:pt x="35335" y="18926"/>
                  </a:lnTo>
                  <a:close/>
                </a:path>
                <a:path w="1074420" h="515620">
                  <a:moveTo>
                    <a:pt x="102235" y="0"/>
                  </a:moveTo>
                  <a:lnTo>
                    <a:pt x="98678" y="381"/>
                  </a:lnTo>
                  <a:lnTo>
                    <a:pt x="0" y="9398"/>
                  </a:lnTo>
                  <a:lnTo>
                    <a:pt x="58547" y="93726"/>
                  </a:lnTo>
                  <a:lnTo>
                    <a:pt x="62484" y="94488"/>
                  </a:lnTo>
                  <a:lnTo>
                    <a:pt x="65277" y="92456"/>
                  </a:lnTo>
                  <a:lnTo>
                    <a:pt x="68199" y="90424"/>
                  </a:lnTo>
                  <a:lnTo>
                    <a:pt x="68961" y="86487"/>
                  </a:lnTo>
                  <a:lnTo>
                    <a:pt x="30043" y="30378"/>
                  </a:lnTo>
                  <a:lnTo>
                    <a:pt x="8762" y="20447"/>
                  </a:lnTo>
                  <a:lnTo>
                    <a:pt x="14097" y="9017"/>
                  </a:lnTo>
                  <a:lnTo>
                    <a:pt x="105880" y="9017"/>
                  </a:lnTo>
                  <a:lnTo>
                    <a:pt x="105663" y="6096"/>
                  </a:lnTo>
                  <a:lnTo>
                    <a:pt x="105283" y="2540"/>
                  </a:lnTo>
                  <a:lnTo>
                    <a:pt x="102235" y="0"/>
                  </a:lnTo>
                  <a:close/>
                </a:path>
                <a:path w="1074420" h="515620">
                  <a:moveTo>
                    <a:pt x="14097" y="9017"/>
                  </a:moveTo>
                  <a:lnTo>
                    <a:pt x="8762" y="20447"/>
                  </a:lnTo>
                  <a:lnTo>
                    <a:pt x="30043" y="30378"/>
                  </a:lnTo>
                  <a:lnTo>
                    <a:pt x="23595" y="21082"/>
                  </a:lnTo>
                  <a:lnTo>
                    <a:pt x="12064" y="21082"/>
                  </a:lnTo>
                  <a:lnTo>
                    <a:pt x="16637" y="11049"/>
                  </a:lnTo>
                  <a:lnTo>
                    <a:pt x="18451" y="11049"/>
                  </a:lnTo>
                  <a:lnTo>
                    <a:pt x="14097" y="9017"/>
                  </a:lnTo>
                  <a:close/>
                </a:path>
                <a:path w="1074420" h="515620">
                  <a:moveTo>
                    <a:pt x="16637" y="11049"/>
                  </a:moveTo>
                  <a:lnTo>
                    <a:pt x="12064" y="21082"/>
                  </a:lnTo>
                  <a:lnTo>
                    <a:pt x="22899" y="20078"/>
                  </a:lnTo>
                  <a:lnTo>
                    <a:pt x="16637" y="11049"/>
                  </a:lnTo>
                  <a:close/>
                </a:path>
                <a:path w="1074420" h="515620">
                  <a:moveTo>
                    <a:pt x="22899" y="20078"/>
                  </a:moveTo>
                  <a:lnTo>
                    <a:pt x="12064" y="21082"/>
                  </a:lnTo>
                  <a:lnTo>
                    <a:pt x="23595" y="21082"/>
                  </a:lnTo>
                  <a:lnTo>
                    <a:pt x="22899" y="20078"/>
                  </a:lnTo>
                  <a:close/>
                </a:path>
                <a:path w="1074420" h="515620">
                  <a:moveTo>
                    <a:pt x="18451" y="11049"/>
                  </a:moveTo>
                  <a:lnTo>
                    <a:pt x="16637" y="11049"/>
                  </a:lnTo>
                  <a:lnTo>
                    <a:pt x="22899" y="20078"/>
                  </a:lnTo>
                  <a:lnTo>
                    <a:pt x="35335" y="18926"/>
                  </a:lnTo>
                  <a:lnTo>
                    <a:pt x="18451" y="11049"/>
                  </a:lnTo>
                  <a:close/>
                </a:path>
                <a:path w="1074420" h="515620">
                  <a:moveTo>
                    <a:pt x="105880" y="9017"/>
                  </a:moveTo>
                  <a:lnTo>
                    <a:pt x="14097" y="9017"/>
                  </a:lnTo>
                  <a:lnTo>
                    <a:pt x="35335" y="18926"/>
                  </a:lnTo>
                  <a:lnTo>
                    <a:pt x="99822" y="12954"/>
                  </a:lnTo>
                  <a:lnTo>
                    <a:pt x="103377" y="12700"/>
                  </a:lnTo>
                  <a:lnTo>
                    <a:pt x="105917" y="9525"/>
                  </a:lnTo>
                  <a:lnTo>
                    <a:pt x="105880" y="9017"/>
                  </a:lnTo>
                  <a:close/>
                </a:path>
              </a:pathLst>
            </a:custGeom>
            <a:solidFill>
              <a:srgbClr val="FF0000"/>
            </a:solidFill>
          </p:spPr>
          <p:txBody>
            <a:bodyPr wrap="square" lIns="0" tIns="0" rIns="0" bIns="0" rtlCol="0"/>
            <a:lstStyle/>
            <a:p>
              <a:endParaRPr/>
            </a:p>
          </p:txBody>
        </p:sp>
        <p:sp>
          <p:nvSpPr>
            <p:cNvPr id="30" name="object 30"/>
            <p:cNvSpPr/>
            <p:nvPr/>
          </p:nvSpPr>
          <p:spPr>
            <a:xfrm>
              <a:off x="9453119" y="2897782"/>
              <a:ext cx="103505" cy="786130"/>
            </a:xfrm>
            <a:custGeom>
              <a:avLst/>
              <a:gdLst/>
              <a:ahLst/>
              <a:cxnLst/>
              <a:rect l="l" t="t" r="r" b="b"/>
              <a:pathLst>
                <a:path w="103504" h="786129">
                  <a:moveTo>
                    <a:pt x="52456" y="25178"/>
                  </a:moveTo>
                  <a:lnTo>
                    <a:pt x="45941" y="36037"/>
                  </a:lnTo>
                  <a:lnTo>
                    <a:pt x="36829" y="785749"/>
                  </a:lnTo>
                  <a:lnTo>
                    <a:pt x="49529" y="785876"/>
                  </a:lnTo>
                  <a:lnTo>
                    <a:pt x="58643" y="36104"/>
                  </a:lnTo>
                  <a:lnTo>
                    <a:pt x="52456" y="25178"/>
                  </a:lnTo>
                  <a:close/>
                </a:path>
                <a:path w="103504" h="786129">
                  <a:moveTo>
                    <a:pt x="59762" y="12445"/>
                  </a:moveTo>
                  <a:lnTo>
                    <a:pt x="46227" y="12445"/>
                  </a:lnTo>
                  <a:lnTo>
                    <a:pt x="58927" y="12700"/>
                  </a:lnTo>
                  <a:lnTo>
                    <a:pt x="58643" y="36104"/>
                  </a:lnTo>
                  <a:lnTo>
                    <a:pt x="90550" y="92456"/>
                  </a:lnTo>
                  <a:lnTo>
                    <a:pt x="92328" y="95504"/>
                  </a:lnTo>
                  <a:lnTo>
                    <a:pt x="96265" y="96519"/>
                  </a:lnTo>
                  <a:lnTo>
                    <a:pt x="99313" y="94868"/>
                  </a:lnTo>
                  <a:lnTo>
                    <a:pt x="102361" y="93091"/>
                  </a:lnTo>
                  <a:lnTo>
                    <a:pt x="103377" y="89281"/>
                  </a:lnTo>
                  <a:lnTo>
                    <a:pt x="101600" y="86232"/>
                  </a:lnTo>
                  <a:lnTo>
                    <a:pt x="59762" y="12445"/>
                  </a:lnTo>
                  <a:close/>
                </a:path>
                <a:path w="103504" h="786129">
                  <a:moveTo>
                    <a:pt x="52704" y="0"/>
                  </a:moveTo>
                  <a:lnTo>
                    <a:pt x="1777" y="84962"/>
                  </a:lnTo>
                  <a:lnTo>
                    <a:pt x="0" y="88011"/>
                  </a:lnTo>
                  <a:lnTo>
                    <a:pt x="1015" y="91820"/>
                  </a:lnTo>
                  <a:lnTo>
                    <a:pt x="3936" y="93725"/>
                  </a:lnTo>
                  <a:lnTo>
                    <a:pt x="6984" y="95504"/>
                  </a:lnTo>
                  <a:lnTo>
                    <a:pt x="10921" y="94487"/>
                  </a:lnTo>
                  <a:lnTo>
                    <a:pt x="12700" y="91439"/>
                  </a:lnTo>
                  <a:lnTo>
                    <a:pt x="45941" y="36037"/>
                  </a:lnTo>
                  <a:lnTo>
                    <a:pt x="46227" y="12445"/>
                  </a:lnTo>
                  <a:lnTo>
                    <a:pt x="59762" y="12445"/>
                  </a:lnTo>
                  <a:lnTo>
                    <a:pt x="52704" y="0"/>
                  </a:lnTo>
                  <a:close/>
                </a:path>
                <a:path w="103504" h="786129">
                  <a:moveTo>
                    <a:pt x="58890" y="15748"/>
                  </a:moveTo>
                  <a:lnTo>
                    <a:pt x="47116" y="15748"/>
                  </a:lnTo>
                  <a:lnTo>
                    <a:pt x="58038" y="15875"/>
                  </a:lnTo>
                  <a:lnTo>
                    <a:pt x="52456" y="25178"/>
                  </a:lnTo>
                  <a:lnTo>
                    <a:pt x="58643" y="36104"/>
                  </a:lnTo>
                  <a:lnTo>
                    <a:pt x="58890" y="15748"/>
                  </a:lnTo>
                  <a:close/>
                </a:path>
                <a:path w="103504" h="786129">
                  <a:moveTo>
                    <a:pt x="46227" y="12445"/>
                  </a:moveTo>
                  <a:lnTo>
                    <a:pt x="45941" y="36037"/>
                  </a:lnTo>
                  <a:lnTo>
                    <a:pt x="52456" y="25178"/>
                  </a:lnTo>
                  <a:lnTo>
                    <a:pt x="47116" y="15748"/>
                  </a:lnTo>
                  <a:lnTo>
                    <a:pt x="58890" y="15748"/>
                  </a:lnTo>
                  <a:lnTo>
                    <a:pt x="58927" y="12700"/>
                  </a:lnTo>
                  <a:lnTo>
                    <a:pt x="46227" y="12445"/>
                  </a:lnTo>
                  <a:close/>
                </a:path>
                <a:path w="103504" h="786129">
                  <a:moveTo>
                    <a:pt x="47116" y="15748"/>
                  </a:moveTo>
                  <a:lnTo>
                    <a:pt x="52456" y="25178"/>
                  </a:lnTo>
                  <a:lnTo>
                    <a:pt x="58038" y="15875"/>
                  </a:lnTo>
                  <a:lnTo>
                    <a:pt x="47116" y="15748"/>
                  </a:lnTo>
                  <a:close/>
                </a:path>
              </a:pathLst>
            </a:custGeom>
            <a:solidFill>
              <a:srgbClr val="FF0000"/>
            </a:solidFill>
          </p:spPr>
          <p:txBody>
            <a:bodyPr wrap="square" lIns="0" tIns="0" rIns="0" bIns="0" rtlCol="0"/>
            <a:lstStyle/>
            <a:p>
              <a:endParaRPr/>
            </a:p>
          </p:txBody>
        </p:sp>
        <p:sp>
          <p:nvSpPr>
            <p:cNvPr id="31" name="object 31"/>
            <p:cNvSpPr/>
            <p:nvPr/>
          </p:nvSpPr>
          <p:spPr>
            <a:xfrm>
              <a:off x="7862825" y="2679469"/>
              <a:ext cx="1219835" cy="1504315"/>
            </a:xfrm>
            <a:custGeom>
              <a:avLst/>
              <a:gdLst/>
              <a:ahLst/>
              <a:cxnLst/>
              <a:rect l="l" t="t" r="r" b="b"/>
              <a:pathLst>
                <a:path w="1219835" h="1504314">
                  <a:moveTo>
                    <a:pt x="18795" y="1400416"/>
                  </a:moveTo>
                  <a:lnTo>
                    <a:pt x="15620" y="1402791"/>
                  </a:lnTo>
                  <a:lnTo>
                    <a:pt x="14986" y="1406258"/>
                  </a:lnTo>
                  <a:lnTo>
                    <a:pt x="0" y="1504213"/>
                  </a:lnTo>
                  <a:lnTo>
                    <a:pt x="15317" y="1498409"/>
                  </a:lnTo>
                  <a:lnTo>
                    <a:pt x="12826" y="1498409"/>
                  </a:lnTo>
                  <a:lnTo>
                    <a:pt x="2920" y="1490421"/>
                  </a:lnTo>
                  <a:lnTo>
                    <a:pt x="17790" y="1472054"/>
                  </a:lnTo>
                  <a:lnTo>
                    <a:pt x="27558" y="1408188"/>
                  </a:lnTo>
                  <a:lnTo>
                    <a:pt x="28067" y="1404721"/>
                  </a:lnTo>
                  <a:lnTo>
                    <a:pt x="25781" y="1401470"/>
                  </a:lnTo>
                  <a:lnTo>
                    <a:pt x="18795" y="1400416"/>
                  </a:lnTo>
                  <a:close/>
                </a:path>
                <a:path w="1219835" h="1504314">
                  <a:moveTo>
                    <a:pt x="17790" y="1472054"/>
                  </a:moveTo>
                  <a:lnTo>
                    <a:pt x="2920" y="1490421"/>
                  </a:lnTo>
                  <a:lnTo>
                    <a:pt x="12826" y="1498409"/>
                  </a:lnTo>
                  <a:lnTo>
                    <a:pt x="15284" y="1495374"/>
                  </a:lnTo>
                  <a:lnTo>
                    <a:pt x="14224" y="1495374"/>
                  </a:lnTo>
                  <a:lnTo>
                    <a:pt x="5714" y="1488478"/>
                  </a:lnTo>
                  <a:lnTo>
                    <a:pt x="15867" y="1484627"/>
                  </a:lnTo>
                  <a:lnTo>
                    <a:pt x="17790" y="1472054"/>
                  </a:lnTo>
                  <a:close/>
                </a:path>
                <a:path w="1219835" h="1504314">
                  <a:moveTo>
                    <a:pt x="91439" y="1455966"/>
                  </a:moveTo>
                  <a:lnTo>
                    <a:pt x="27579" y="1480185"/>
                  </a:lnTo>
                  <a:lnTo>
                    <a:pt x="12826" y="1498409"/>
                  </a:lnTo>
                  <a:lnTo>
                    <a:pt x="15317" y="1498409"/>
                  </a:lnTo>
                  <a:lnTo>
                    <a:pt x="95885" y="1467853"/>
                  </a:lnTo>
                  <a:lnTo>
                    <a:pt x="97536" y="1464183"/>
                  </a:lnTo>
                  <a:lnTo>
                    <a:pt x="96393" y="1460906"/>
                  </a:lnTo>
                  <a:lnTo>
                    <a:pt x="95123" y="1457617"/>
                  </a:lnTo>
                  <a:lnTo>
                    <a:pt x="91439" y="1455966"/>
                  </a:lnTo>
                  <a:close/>
                </a:path>
                <a:path w="1219835" h="1504314">
                  <a:moveTo>
                    <a:pt x="15867" y="1484627"/>
                  </a:moveTo>
                  <a:lnTo>
                    <a:pt x="5714" y="1488478"/>
                  </a:lnTo>
                  <a:lnTo>
                    <a:pt x="14224" y="1495374"/>
                  </a:lnTo>
                  <a:lnTo>
                    <a:pt x="15867" y="1484627"/>
                  </a:lnTo>
                  <a:close/>
                </a:path>
                <a:path w="1219835" h="1504314">
                  <a:moveTo>
                    <a:pt x="27579" y="1480185"/>
                  </a:moveTo>
                  <a:lnTo>
                    <a:pt x="15867" y="1484627"/>
                  </a:lnTo>
                  <a:lnTo>
                    <a:pt x="14224" y="1495374"/>
                  </a:lnTo>
                  <a:lnTo>
                    <a:pt x="15284" y="1495374"/>
                  </a:lnTo>
                  <a:lnTo>
                    <a:pt x="27579" y="1480185"/>
                  </a:lnTo>
                  <a:close/>
                </a:path>
                <a:path w="1219835" h="1504314">
                  <a:moveTo>
                    <a:pt x="1209548" y="0"/>
                  </a:moveTo>
                  <a:lnTo>
                    <a:pt x="17790" y="1472054"/>
                  </a:lnTo>
                  <a:lnTo>
                    <a:pt x="15867" y="1484627"/>
                  </a:lnTo>
                  <a:lnTo>
                    <a:pt x="27579" y="1480185"/>
                  </a:lnTo>
                  <a:lnTo>
                    <a:pt x="1219327" y="8000"/>
                  </a:lnTo>
                  <a:lnTo>
                    <a:pt x="1209548" y="0"/>
                  </a:lnTo>
                  <a:close/>
                </a:path>
              </a:pathLst>
            </a:custGeom>
            <a:solidFill>
              <a:srgbClr val="FF0000"/>
            </a:solidFill>
          </p:spPr>
          <p:txBody>
            <a:bodyPr wrap="square" lIns="0" tIns="0" rIns="0" bIns="0" rtlCol="0"/>
            <a:lstStyle/>
            <a:p>
              <a:endParaRPr/>
            </a:p>
          </p:txBody>
        </p:sp>
        <p:sp>
          <p:nvSpPr>
            <p:cNvPr id="32" name="object 32"/>
            <p:cNvSpPr/>
            <p:nvPr/>
          </p:nvSpPr>
          <p:spPr>
            <a:xfrm>
              <a:off x="8291449" y="4633542"/>
              <a:ext cx="2214880" cy="103505"/>
            </a:xfrm>
            <a:custGeom>
              <a:avLst/>
              <a:gdLst/>
              <a:ahLst/>
              <a:cxnLst/>
              <a:rect l="l" t="t" r="r" b="b"/>
              <a:pathLst>
                <a:path w="2214879" h="103504">
                  <a:moveTo>
                    <a:pt x="2125979" y="0"/>
                  </a:moveTo>
                  <a:lnTo>
                    <a:pt x="2122170" y="1016"/>
                  </a:lnTo>
                  <a:lnTo>
                    <a:pt x="2118614" y="7073"/>
                  </a:lnTo>
                  <a:lnTo>
                    <a:pt x="2119629" y="10960"/>
                  </a:lnTo>
                  <a:lnTo>
                    <a:pt x="2178493" y="45385"/>
                  </a:lnTo>
                  <a:lnTo>
                    <a:pt x="2202053" y="45402"/>
                  </a:lnTo>
                  <a:lnTo>
                    <a:pt x="2202053" y="58102"/>
                  </a:lnTo>
                  <a:lnTo>
                    <a:pt x="2178426" y="58102"/>
                  </a:lnTo>
                  <a:lnTo>
                    <a:pt x="2119503" y="92417"/>
                  </a:lnTo>
                  <a:lnTo>
                    <a:pt x="2118487" y="96304"/>
                  </a:lnTo>
                  <a:lnTo>
                    <a:pt x="2122042" y="102374"/>
                  </a:lnTo>
                  <a:lnTo>
                    <a:pt x="2125979" y="103403"/>
                  </a:lnTo>
                  <a:lnTo>
                    <a:pt x="2128901" y="101638"/>
                  </a:lnTo>
                  <a:lnTo>
                    <a:pt x="2203733" y="58102"/>
                  </a:lnTo>
                  <a:lnTo>
                    <a:pt x="2202053" y="58102"/>
                  </a:lnTo>
                  <a:lnTo>
                    <a:pt x="2203762" y="58085"/>
                  </a:lnTo>
                  <a:lnTo>
                    <a:pt x="2214626" y="51765"/>
                  </a:lnTo>
                  <a:lnTo>
                    <a:pt x="2125979" y="0"/>
                  </a:lnTo>
                  <a:close/>
                </a:path>
                <a:path w="2214879" h="103504">
                  <a:moveTo>
                    <a:pt x="2189352" y="51739"/>
                  </a:moveTo>
                  <a:lnTo>
                    <a:pt x="2178455" y="58085"/>
                  </a:lnTo>
                  <a:lnTo>
                    <a:pt x="2202053" y="58102"/>
                  </a:lnTo>
                  <a:lnTo>
                    <a:pt x="2202053" y="57238"/>
                  </a:lnTo>
                  <a:lnTo>
                    <a:pt x="2198751" y="57238"/>
                  </a:lnTo>
                  <a:lnTo>
                    <a:pt x="2189352" y="51739"/>
                  </a:lnTo>
                  <a:close/>
                </a:path>
                <a:path w="2214879" h="103504">
                  <a:moveTo>
                    <a:pt x="0" y="43827"/>
                  </a:moveTo>
                  <a:lnTo>
                    <a:pt x="0" y="56527"/>
                  </a:lnTo>
                  <a:lnTo>
                    <a:pt x="2178455" y="58085"/>
                  </a:lnTo>
                  <a:lnTo>
                    <a:pt x="2189352" y="51739"/>
                  </a:lnTo>
                  <a:lnTo>
                    <a:pt x="2178493" y="45385"/>
                  </a:lnTo>
                  <a:lnTo>
                    <a:pt x="0" y="43827"/>
                  </a:lnTo>
                  <a:close/>
                </a:path>
                <a:path w="2214879" h="103504">
                  <a:moveTo>
                    <a:pt x="2198751" y="46266"/>
                  </a:moveTo>
                  <a:lnTo>
                    <a:pt x="2189352" y="51739"/>
                  </a:lnTo>
                  <a:lnTo>
                    <a:pt x="2198751" y="57238"/>
                  </a:lnTo>
                  <a:lnTo>
                    <a:pt x="2198751" y="46266"/>
                  </a:lnTo>
                  <a:close/>
                </a:path>
                <a:path w="2214879" h="103504">
                  <a:moveTo>
                    <a:pt x="2202053" y="46266"/>
                  </a:moveTo>
                  <a:lnTo>
                    <a:pt x="2198751" y="46266"/>
                  </a:lnTo>
                  <a:lnTo>
                    <a:pt x="2198751" y="57238"/>
                  </a:lnTo>
                  <a:lnTo>
                    <a:pt x="2202053" y="57238"/>
                  </a:lnTo>
                  <a:lnTo>
                    <a:pt x="2202053" y="46266"/>
                  </a:lnTo>
                  <a:close/>
                </a:path>
                <a:path w="2214879" h="103504">
                  <a:moveTo>
                    <a:pt x="2178493" y="45385"/>
                  </a:moveTo>
                  <a:lnTo>
                    <a:pt x="2189352" y="51739"/>
                  </a:lnTo>
                  <a:lnTo>
                    <a:pt x="2198751" y="46266"/>
                  </a:lnTo>
                  <a:lnTo>
                    <a:pt x="2202053" y="46266"/>
                  </a:lnTo>
                  <a:lnTo>
                    <a:pt x="2202053" y="45402"/>
                  </a:lnTo>
                  <a:lnTo>
                    <a:pt x="2178493" y="45385"/>
                  </a:lnTo>
                  <a:close/>
                </a:path>
              </a:pathLst>
            </a:custGeom>
            <a:solidFill>
              <a:srgbClr val="FF0000"/>
            </a:solidFill>
          </p:spPr>
          <p:txBody>
            <a:bodyPr wrap="square" lIns="0" tIns="0" rIns="0" bIns="0" rtlCol="0"/>
            <a:lstStyle/>
            <a:p>
              <a:endParaRPr/>
            </a:p>
          </p:txBody>
        </p:sp>
      </p:grpSp>
      <p:sp>
        <p:nvSpPr>
          <p:cNvPr id="33" name="object 33"/>
          <p:cNvSpPr txBox="1"/>
          <p:nvPr/>
        </p:nvSpPr>
        <p:spPr>
          <a:xfrm>
            <a:off x="6468512" y="5902595"/>
            <a:ext cx="4954728" cy="276999"/>
          </a:xfrm>
          <a:prstGeom prst="rect">
            <a:avLst/>
          </a:prstGeom>
        </p:spPr>
        <p:txBody>
          <a:bodyPr vert="horz" wrap="square" lIns="0" tIns="0" rIns="0" bIns="0" rtlCol="0">
            <a:spAutoFit/>
          </a:bodyPr>
          <a:lstStyle/>
          <a:p>
            <a:pPr marL="12700"/>
            <a:r>
              <a:rPr b="1" dirty="0">
                <a:solidFill>
                  <a:schemeClr val="bg1"/>
                </a:solidFill>
                <a:effectLst>
                  <a:outerShdw blurRad="38100" dist="38100" dir="2700000" algn="tl">
                    <a:srgbClr val="000000">
                      <a:alpha val="43137"/>
                    </a:srgbClr>
                  </a:outerShdw>
                </a:effectLst>
                <a:latin typeface="Arial"/>
                <a:cs typeface="Arial"/>
              </a:rPr>
              <a:t>{C, S, L, M, </a:t>
            </a:r>
            <a:r>
              <a:rPr b="1" spc="-5" dirty="0">
                <a:solidFill>
                  <a:schemeClr val="bg1"/>
                </a:solidFill>
                <a:effectLst>
                  <a:outerShdw blurRad="38100" dist="38100" dir="2700000" algn="tl">
                    <a:srgbClr val="000000">
                      <a:alpha val="43137"/>
                    </a:srgbClr>
                  </a:outerShdw>
                </a:effectLst>
                <a:latin typeface="Arial"/>
                <a:cs typeface="Arial"/>
              </a:rPr>
              <a:t>C}</a:t>
            </a:r>
            <a:r>
              <a:rPr b="1" spc="-110" dirty="0">
                <a:solidFill>
                  <a:schemeClr val="bg1"/>
                </a:solidFill>
                <a:effectLst>
                  <a:outerShdw blurRad="38100" dist="38100" dir="2700000" algn="tl">
                    <a:srgbClr val="000000">
                      <a:alpha val="43137"/>
                    </a:srgbClr>
                  </a:outerShdw>
                </a:effectLst>
                <a:latin typeface="Arial"/>
                <a:cs typeface="Arial"/>
              </a:rPr>
              <a:t> </a:t>
            </a:r>
            <a:r>
              <a:rPr b="1" dirty="0">
                <a:solidFill>
                  <a:schemeClr val="bg1"/>
                </a:solidFill>
                <a:effectLst>
                  <a:outerShdw blurRad="38100" dist="38100" dir="2700000" algn="tl">
                    <a:srgbClr val="000000">
                      <a:alpha val="43137"/>
                    </a:srgbClr>
                  </a:outerShdw>
                </a:effectLst>
                <a:latin typeface="Arial"/>
                <a:cs typeface="Arial"/>
              </a:rPr>
              <a:t>=</a:t>
            </a:r>
            <a:r>
              <a:rPr lang="es-CL" b="1" dirty="0">
                <a:solidFill>
                  <a:schemeClr val="bg1"/>
                </a:solidFill>
                <a:effectLst>
                  <a:outerShdw blurRad="38100" dist="38100" dir="2700000" algn="tl">
                    <a:srgbClr val="000000">
                      <a:alpha val="43137"/>
                    </a:srgbClr>
                  </a:outerShdw>
                </a:effectLst>
                <a:latin typeface="Arial"/>
                <a:cs typeface="Arial"/>
              </a:rPr>
              <a:t> </a:t>
            </a:r>
            <a:r>
              <a:rPr b="1" spc="-10" dirty="0">
                <a:solidFill>
                  <a:schemeClr val="bg1"/>
                </a:solidFill>
                <a:effectLst>
                  <a:outerShdw blurRad="38100" dist="38100" dir="2700000" algn="tl">
                    <a:srgbClr val="000000">
                      <a:alpha val="43137"/>
                    </a:srgbClr>
                  </a:outerShdw>
                </a:effectLst>
                <a:latin typeface="Arial"/>
                <a:cs typeface="Arial"/>
              </a:rPr>
              <a:t>300 </a:t>
            </a:r>
            <a:r>
              <a:rPr b="1" dirty="0">
                <a:solidFill>
                  <a:schemeClr val="bg1"/>
                </a:solidFill>
                <a:effectLst>
                  <a:outerShdw blurRad="38100" dist="38100" dir="2700000" algn="tl">
                    <a:srgbClr val="000000">
                      <a:alpha val="43137"/>
                    </a:srgbClr>
                  </a:outerShdw>
                </a:effectLst>
                <a:latin typeface="Arial"/>
                <a:cs typeface="Arial"/>
              </a:rPr>
              <a:t>+ </a:t>
            </a:r>
            <a:r>
              <a:rPr b="1" spc="-10" dirty="0">
                <a:solidFill>
                  <a:schemeClr val="bg1"/>
                </a:solidFill>
                <a:effectLst>
                  <a:outerShdw blurRad="38100" dist="38100" dir="2700000" algn="tl">
                    <a:srgbClr val="000000">
                      <a:alpha val="43137"/>
                    </a:srgbClr>
                  </a:outerShdw>
                </a:effectLst>
                <a:latin typeface="Arial"/>
                <a:cs typeface="Arial"/>
              </a:rPr>
              <a:t>541 </a:t>
            </a:r>
            <a:r>
              <a:rPr b="1" dirty="0">
                <a:solidFill>
                  <a:schemeClr val="bg1"/>
                </a:solidFill>
                <a:effectLst>
                  <a:outerShdw blurRad="38100" dist="38100" dir="2700000" algn="tl">
                    <a:srgbClr val="000000">
                      <a:alpha val="43137"/>
                    </a:srgbClr>
                  </a:outerShdw>
                </a:effectLst>
                <a:latin typeface="Arial"/>
                <a:cs typeface="Arial"/>
              </a:rPr>
              <a:t>+ </a:t>
            </a:r>
            <a:r>
              <a:rPr b="1" spc="-5" dirty="0">
                <a:solidFill>
                  <a:schemeClr val="bg1"/>
                </a:solidFill>
                <a:effectLst>
                  <a:outerShdw blurRad="38100" dist="38100" dir="2700000" algn="tl">
                    <a:srgbClr val="000000">
                      <a:alpha val="43137"/>
                    </a:srgbClr>
                  </a:outerShdw>
                </a:effectLst>
                <a:latin typeface="Arial"/>
                <a:cs typeface="Arial"/>
              </a:rPr>
              <a:t>774 </a:t>
            </a:r>
            <a:r>
              <a:rPr b="1" dirty="0">
                <a:solidFill>
                  <a:schemeClr val="bg1"/>
                </a:solidFill>
                <a:effectLst>
                  <a:outerShdw blurRad="38100" dist="38100" dir="2700000" algn="tl">
                    <a:srgbClr val="000000">
                      <a:alpha val="43137"/>
                    </a:srgbClr>
                  </a:outerShdw>
                </a:effectLst>
                <a:latin typeface="Arial"/>
                <a:cs typeface="Arial"/>
              </a:rPr>
              <a:t>+ </a:t>
            </a:r>
            <a:r>
              <a:rPr b="1" spc="-5" dirty="0">
                <a:solidFill>
                  <a:schemeClr val="bg1"/>
                </a:solidFill>
                <a:effectLst>
                  <a:outerShdw blurRad="38100" dist="38100" dir="2700000" algn="tl">
                    <a:srgbClr val="000000">
                      <a:alpha val="43137"/>
                    </a:srgbClr>
                  </a:outerShdw>
                </a:effectLst>
                <a:latin typeface="Arial"/>
                <a:cs typeface="Arial"/>
              </a:rPr>
              <a:t>425 </a:t>
            </a:r>
            <a:r>
              <a:rPr b="1" dirty="0">
                <a:solidFill>
                  <a:schemeClr val="bg1"/>
                </a:solidFill>
                <a:effectLst>
                  <a:outerShdw blurRad="38100" dist="38100" dir="2700000" algn="tl">
                    <a:srgbClr val="000000">
                      <a:alpha val="43137"/>
                    </a:srgbClr>
                  </a:outerShdw>
                </a:effectLst>
                <a:latin typeface="Arial"/>
                <a:cs typeface="Arial"/>
              </a:rPr>
              <a:t>=</a:t>
            </a:r>
            <a:r>
              <a:rPr b="1" spc="-30" dirty="0">
                <a:solidFill>
                  <a:schemeClr val="bg1"/>
                </a:solidFill>
                <a:effectLst>
                  <a:outerShdw blurRad="38100" dist="38100" dir="2700000" algn="tl">
                    <a:srgbClr val="000000">
                      <a:alpha val="43137"/>
                    </a:srgbClr>
                  </a:outerShdw>
                </a:effectLst>
                <a:latin typeface="Arial"/>
                <a:cs typeface="Arial"/>
              </a:rPr>
              <a:t> </a:t>
            </a:r>
            <a:r>
              <a:rPr b="1" spc="-10" dirty="0">
                <a:solidFill>
                  <a:schemeClr val="bg1"/>
                </a:solidFill>
                <a:effectLst>
                  <a:outerShdw blurRad="38100" dist="38100" dir="2700000" algn="tl">
                    <a:srgbClr val="000000">
                      <a:alpha val="43137"/>
                    </a:srgbClr>
                  </a:outerShdw>
                </a:effectLst>
                <a:latin typeface="Arial"/>
                <a:cs typeface="Arial"/>
              </a:rPr>
              <a:t>2040</a:t>
            </a:r>
            <a:endParaRPr b="1" dirty="0">
              <a:solidFill>
                <a:schemeClr val="bg1"/>
              </a:solidFill>
              <a:effectLst>
                <a:outerShdw blurRad="38100" dist="38100" dir="2700000" algn="tl">
                  <a:srgbClr val="000000">
                    <a:alpha val="43137"/>
                  </a:srgbClr>
                </a:outerShdw>
              </a:effectLst>
              <a:latin typeface="Arial"/>
              <a:cs typeface="Arial"/>
            </a:endParaRPr>
          </a:p>
        </p:txBody>
      </p:sp>
    </p:spTree>
    <p:extLst>
      <p:ext uri="{BB962C8B-B14F-4D97-AF65-F5344CB8AC3E}">
        <p14:creationId xmlns:p14="http://schemas.microsoft.com/office/powerpoint/2010/main" val="4250117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541" y="89804"/>
            <a:ext cx="8679561" cy="1231106"/>
          </a:xfrm>
          <a:prstGeom prst="rect">
            <a:avLst/>
          </a:prstGeom>
        </p:spPr>
        <p:txBody>
          <a:bodyPr vert="horz" wrap="square" lIns="0" tIns="0" rIns="0" bIns="0" rtlCol="0" anchor="ctr">
            <a:spAutoFit/>
          </a:bodyPr>
          <a:lstStyle/>
          <a:p>
            <a:pPr marL="12700">
              <a:lnSpc>
                <a:spcPct val="100000"/>
              </a:lnSpc>
            </a:pPr>
            <a:r>
              <a:rPr spc="-5" dirty="0"/>
              <a:t>circuitos</a:t>
            </a:r>
            <a:r>
              <a:rPr spc="-30" dirty="0"/>
              <a:t> </a:t>
            </a:r>
            <a:r>
              <a:rPr spc="-5" dirty="0"/>
              <a:t>hamiltonianos</a:t>
            </a:r>
            <a:endParaRPr dirty="0"/>
          </a:p>
          <a:p>
            <a:pPr marL="12700">
              <a:lnSpc>
                <a:spcPct val="100000"/>
              </a:lnSpc>
            </a:pPr>
            <a:r>
              <a:rPr dirty="0"/>
              <a:t>considerando </a:t>
            </a:r>
            <a:r>
              <a:rPr spc="-5" dirty="0"/>
              <a:t>el</a:t>
            </a:r>
            <a:r>
              <a:rPr spc="-105" dirty="0"/>
              <a:t> </a:t>
            </a:r>
            <a:r>
              <a:rPr spc="-5" dirty="0"/>
              <a:t>costo</a:t>
            </a:r>
            <a:endParaRPr dirty="0"/>
          </a:p>
        </p:txBody>
      </p:sp>
      <p:sp>
        <p:nvSpPr>
          <p:cNvPr id="3" name="object 3"/>
          <p:cNvSpPr txBox="1"/>
          <p:nvPr/>
        </p:nvSpPr>
        <p:spPr>
          <a:xfrm>
            <a:off x="764541" y="1399623"/>
            <a:ext cx="6722109" cy="990015"/>
          </a:xfrm>
          <a:prstGeom prst="rect">
            <a:avLst/>
          </a:prstGeom>
        </p:spPr>
        <p:txBody>
          <a:bodyPr vert="horz" wrap="square" lIns="0" tIns="0" rIns="0" bIns="0" rtlCol="0">
            <a:spAutoFit/>
          </a:bodyPr>
          <a:lstStyle/>
          <a:p>
            <a:pPr marL="527685" indent="-514984">
              <a:buClr>
                <a:srgbClr val="696363"/>
              </a:buClr>
              <a:buSzPct val="79687"/>
              <a:buAutoNum type="arabicPeriod" startAt="2"/>
              <a:tabLst>
                <a:tab pos="527685" algn="l"/>
                <a:tab pos="528320" algn="l"/>
              </a:tabLst>
            </a:pPr>
            <a:r>
              <a:rPr sz="3200" u="heavy" dirty="0">
                <a:solidFill>
                  <a:srgbClr val="002850"/>
                </a:solidFill>
                <a:latin typeface="Arial Narrow"/>
                <a:cs typeface="Arial Narrow"/>
              </a:rPr>
              <a:t>Árbol del costo</a:t>
            </a:r>
            <a:r>
              <a:rPr sz="3200" u="heavy" spc="-110" dirty="0">
                <a:solidFill>
                  <a:srgbClr val="002850"/>
                </a:solidFill>
                <a:latin typeface="Arial Narrow"/>
                <a:cs typeface="Arial Narrow"/>
              </a:rPr>
              <a:t> </a:t>
            </a:r>
            <a:r>
              <a:rPr sz="3200" u="heavy" spc="-5" dirty="0">
                <a:solidFill>
                  <a:srgbClr val="002850"/>
                </a:solidFill>
                <a:latin typeface="Arial Narrow"/>
                <a:cs typeface="Arial Narrow"/>
              </a:rPr>
              <a:t>mínimo</a:t>
            </a:r>
            <a:endParaRPr sz="3200" dirty="0">
              <a:latin typeface="Arial Narrow"/>
              <a:cs typeface="Arial Narrow"/>
            </a:endParaRPr>
          </a:p>
          <a:p>
            <a:pPr marL="927100" lvl="1" indent="-457200">
              <a:spcBef>
                <a:spcPts val="965"/>
              </a:spcBef>
              <a:buClr>
                <a:srgbClr val="696363"/>
              </a:buClr>
              <a:buSzPct val="79166"/>
              <a:buAutoNum type="alphaLcPeriod"/>
              <a:tabLst>
                <a:tab pos="927100" algn="l"/>
                <a:tab pos="927735" algn="l"/>
              </a:tabLst>
            </a:pPr>
            <a:r>
              <a:rPr sz="2400" spc="-5" dirty="0">
                <a:solidFill>
                  <a:srgbClr val="002850"/>
                </a:solidFill>
                <a:latin typeface="Arial Narrow"/>
                <a:cs typeface="Arial Narrow"/>
              </a:rPr>
              <a:t>Generar todos los </a:t>
            </a:r>
            <a:r>
              <a:rPr sz="2400" dirty="0">
                <a:solidFill>
                  <a:srgbClr val="002850"/>
                </a:solidFill>
                <a:latin typeface="Arial Narrow"/>
                <a:cs typeface="Arial Narrow"/>
              </a:rPr>
              <a:t>recorridos </a:t>
            </a:r>
            <a:r>
              <a:rPr sz="2400" spc="-5" dirty="0">
                <a:solidFill>
                  <a:srgbClr val="002850"/>
                </a:solidFill>
                <a:latin typeface="Arial Narrow"/>
                <a:cs typeface="Arial Narrow"/>
              </a:rPr>
              <a:t>hamiltonianos</a:t>
            </a:r>
            <a:r>
              <a:rPr sz="2400" spc="125" dirty="0">
                <a:solidFill>
                  <a:srgbClr val="002850"/>
                </a:solidFill>
                <a:latin typeface="Arial Narrow"/>
                <a:cs typeface="Arial Narrow"/>
              </a:rPr>
              <a:t> </a:t>
            </a:r>
            <a:r>
              <a:rPr sz="2400" spc="-10" dirty="0">
                <a:solidFill>
                  <a:srgbClr val="002850"/>
                </a:solidFill>
                <a:latin typeface="Arial Narrow"/>
                <a:cs typeface="Arial Narrow"/>
              </a:rPr>
              <a:t>posibles</a:t>
            </a:r>
            <a:endParaRPr sz="2400" dirty="0">
              <a:latin typeface="Arial Narrow"/>
              <a:cs typeface="Arial Narrow"/>
            </a:endParaRPr>
          </a:p>
        </p:txBody>
      </p:sp>
      <p:sp>
        <p:nvSpPr>
          <p:cNvPr id="4" name="object 4"/>
          <p:cNvSpPr txBox="1"/>
          <p:nvPr/>
        </p:nvSpPr>
        <p:spPr>
          <a:xfrm>
            <a:off x="1230439" y="2418228"/>
            <a:ext cx="4510405" cy="382270"/>
          </a:xfrm>
          <a:prstGeom prst="rect">
            <a:avLst/>
          </a:prstGeom>
        </p:spPr>
        <p:txBody>
          <a:bodyPr vert="horz" wrap="square" lIns="0" tIns="0" rIns="0" bIns="0" rtlCol="0">
            <a:spAutoFit/>
          </a:bodyPr>
          <a:lstStyle/>
          <a:p>
            <a:pPr marL="12700">
              <a:tabLst>
                <a:tab pos="469265" algn="l"/>
              </a:tabLst>
            </a:pPr>
            <a:r>
              <a:rPr sz="1900" spc="5" dirty="0">
                <a:solidFill>
                  <a:srgbClr val="696363"/>
                </a:solidFill>
                <a:latin typeface="Arial Narrow"/>
                <a:cs typeface="Arial Narrow"/>
              </a:rPr>
              <a:t>b.	</a:t>
            </a:r>
            <a:r>
              <a:rPr sz="2400" spc="-5" dirty="0">
                <a:solidFill>
                  <a:srgbClr val="002850"/>
                </a:solidFill>
                <a:latin typeface="Arial Narrow"/>
                <a:cs typeface="Arial Narrow"/>
              </a:rPr>
              <a:t>Elegir el camino con el peso</a:t>
            </a:r>
            <a:r>
              <a:rPr sz="2400" spc="55" dirty="0">
                <a:solidFill>
                  <a:srgbClr val="002850"/>
                </a:solidFill>
                <a:latin typeface="Arial Narrow"/>
                <a:cs typeface="Arial Narrow"/>
              </a:rPr>
              <a:t> </a:t>
            </a:r>
            <a:r>
              <a:rPr sz="2400" dirty="0">
                <a:solidFill>
                  <a:srgbClr val="002850"/>
                </a:solidFill>
                <a:latin typeface="Arial Narrow"/>
                <a:cs typeface="Arial Narrow"/>
              </a:rPr>
              <a:t>mínimo</a:t>
            </a:r>
            <a:endParaRPr sz="2400" dirty="0">
              <a:latin typeface="Arial Narrow"/>
              <a:cs typeface="Arial Narrow"/>
            </a:endParaRPr>
          </a:p>
        </p:txBody>
      </p:sp>
      <p:grpSp>
        <p:nvGrpSpPr>
          <p:cNvPr id="63" name="Grupo 62">
            <a:extLst>
              <a:ext uri="{FF2B5EF4-FFF2-40B4-BE49-F238E27FC236}">
                <a16:creationId xmlns:a16="http://schemas.microsoft.com/office/drawing/2014/main" id="{D64AAD61-FFF1-4764-8644-BC8210FB1347}"/>
              </a:ext>
            </a:extLst>
          </p:cNvPr>
          <p:cNvGrpSpPr/>
          <p:nvPr/>
        </p:nvGrpSpPr>
        <p:grpSpPr>
          <a:xfrm>
            <a:off x="1809750" y="3302000"/>
            <a:ext cx="3215005" cy="2218055"/>
            <a:chOff x="1809750" y="3302000"/>
            <a:chExt cx="3215005" cy="2218055"/>
          </a:xfrm>
        </p:grpSpPr>
        <p:sp>
          <p:nvSpPr>
            <p:cNvPr id="5" name="object 5"/>
            <p:cNvSpPr/>
            <p:nvPr/>
          </p:nvSpPr>
          <p:spPr>
            <a:xfrm>
              <a:off x="4664075" y="5159375"/>
              <a:ext cx="360680" cy="360680"/>
            </a:xfrm>
            <a:custGeom>
              <a:avLst/>
              <a:gdLst/>
              <a:ahLst/>
              <a:cxnLst/>
              <a:rect l="l" t="t" r="r" b="b"/>
              <a:pathLst>
                <a:path w="360679" h="360679">
                  <a:moveTo>
                    <a:pt x="180212" y="0"/>
                  </a:moveTo>
                  <a:lnTo>
                    <a:pt x="132291" y="6434"/>
                  </a:lnTo>
                  <a:lnTo>
                    <a:pt x="89238" y="24595"/>
                  </a:lnTo>
                  <a:lnTo>
                    <a:pt x="52768" y="52768"/>
                  </a:lnTo>
                  <a:lnTo>
                    <a:pt x="24595" y="89238"/>
                  </a:lnTo>
                  <a:lnTo>
                    <a:pt x="6434" y="132291"/>
                  </a:lnTo>
                  <a:lnTo>
                    <a:pt x="0" y="180212"/>
                  </a:lnTo>
                  <a:lnTo>
                    <a:pt x="6434" y="228090"/>
                  </a:lnTo>
                  <a:lnTo>
                    <a:pt x="24595" y="271130"/>
                  </a:lnTo>
                  <a:lnTo>
                    <a:pt x="52768" y="307609"/>
                  </a:lnTo>
                  <a:lnTo>
                    <a:pt x="89238" y="335802"/>
                  </a:lnTo>
                  <a:lnTo>
                    <a:pt x="132291" y="353982"/>
                  </a:lnTo>
                  <a:lnTo>
                    <a:pt x="180212" y="360425"/>
                  </a:lnTo>
                  <a:lnTo>
                    <a:pt x="228090" y="353982"/>
                  </a:lnTo>
                  <a:lnTo>
                    <a:pt x="271130" y="335802"/>
                  </a:lnTo>
                  <a:lnTo>
                    <a:pt x="307609" y="307609"/>
                  </a:lnTo>
                  <a:lnTo>
                    <a:pt x="335802" y="271130"/>
                  </a:lnTo>
                  <a:lnTo>
                    <a:pt x="353982" y="228090"/>
                  </a:lnTo>
                  <a:lnTo>
                    <a:pt x="360425" y="180212"/>
                  </a:lnTo>
                  <a:lnTo>
                    <a:pt x="353982" y="132291"/>
                  </a:lnTo>
                  <a:lnTo>
                    <a:pt x="335802" y="89238"/>
                  </a:lnTo>
                  <a:lnTo>
                    <a:pt x="307609" y="52768"/>
                  </a:lnTo>
                  <a:lnTo>
                    <a:pt x="271130" y="24595"/>
                  </a:lnTo>
                  <a:lnTo>
                    <a:pt x="228090" y="6434"/>
                  </a:lnTo>
                  <a:lnTo>
                    <a:pt x="180212" y="0"/>
                  </a:lnTo>
                  <a:close/>
                </a:path>
              </a:pathLst>
            </a:custGeom>
            <a:solidFill>
              <a:srgbClr val="FFFF00"/>
            </a:solidFill>
          </p:spPr>
          <p:txBody>
            <a:bodyPr wrap="square" lIns="0" tIns="0" rIns="0" bIns="0" rtlCol="0"/>
            <a:lstStyle/>
            <a:p>
              <a:endParaRPr/>
            </a:p>
          </p:txBody>
        </p:sp>
        <p:sp>
          <p:nvSpPr>
            <p:cNvPr id="6" name="object 6"/>
            <p:cNvSpPr/>
            <p:nvPr/>
          </p:nvSpPr>
          <p:spPr>
            <a:xfrm>
              <a:off x="4664075" y="5159375"/>
              <a:ext cx="360680" cy="360680"/>
            </a:xfrm>
            <a:custGeom>
              <a:avLst/>
              <a:gdLst/>
              <a:ahLst/>
              <a:cxnLst/>
              <a:rect l="l" t="t" r="r" b="b"/>
              <a:pathLst>
                <a:path w="360679" h="360679">
                  <a:moveTo>
                    <a:pt x="0" y="180212"/>
                  </a:moveTo>
                  <a:lnTo>
                    <a:pt x="6434" y="132291"/>
                  </a:lnTo>
                  <a:lnTo>
                    <a:pt x="24595" y="89238"/>
                  </a:lnTo>
                  <a:lnTo>
                    <a:pt x="52768" y="52768"/>
                  </a:lnTo>
                  <a:lnTo>
                    <a:pt x="89238" y="24595"/>
                  </a:lnTo>
                  <a:lnTo>
                    <a:pt x="132291" y="6434"/>
                  </a:lnTo>
                  <a:lnTo>
                    <a:pt x="180212" y="0"/>
                  </a:lnTo>
                  <a:lnTo>
                    <a:pt x="228090" y="6434"/>
                  </a:lnTo>
                  <a:lnTo>
                    <a:pt x="271130" y="24595"/>
                  </a:lnTo>
                  <a:lnTo>
                    <a:pt x="307609" y="52768"/>
                  </a:lnTo>
                  <a:lnTo>
                    <a:pt x="335802" y="89238"/>
                  </a:lnTo>
                  <a:lnTo>
                    <a:pt x="353982" y="132291"/>
                  </a:lnTo>
                  <a:lnTo>
                    <a:pt x="360425" y="180212"/>
                  </a:lnTo>
                  <a:lnTo>
                    <a:pt x="353982" y="228090"/>
                  </a:lnTo>
                  <a:lnTo>
                    <a:pt x="335802" y="271130"/>
                  </a:lnTo>
                  <a:lnTo>
                    <a:pt x="307609" y="307609"/>
                  </a:lnTo>
                  <a:lnTo>
                    <a:pt x="271130" y="335802"/>
                  </a:lnTo>
                  <a:lnTo>
                    <a:pt x="228090" y="353982"/>
                  </a:lnTo>
                  <a:lnTo>
                    <a:pt x="180212" y="360425"/>
                  </a:lnTo>
                  <a:lnTo>
                    <a:pt x="132291" y="353982"/>
                  </a:lnTo>
                  <a:lnTo>
                    <a:pt x="89238" y="335802"/>
                  </a:lnTo>
                  <a:lnTo>
                    <a:pt x="52768" y="307609"/>
                  </a:lnTo>
                  <a:lnTo>
                    <a:pt x="24595" y="271130"/>
                  </a:lnTo>
                  <a:lnTo>
                    <a:pt x="6434" y="228090"/>
                  </a:lnTo>
                  <a:lnTo>
                    <a:pt x="0" y="180212"/>
                  </a:lnTo>
                  <a:close/>
                </a:path>
              </a:pathLst>
            </a:custGeom>
            <a:ln w="12700">
              <a:solidFill>
                <a:srgbClr val="000000"/>
              </a:solidFill>
            </a:ln>
          </p:spPr>
          <p:txBody>
            <a:bodyPr wrap="square" lIns="0" tIns="0" rIns="0" bIns="0" rtlCol="0"/>
            <a:lstStyle/>
            <a:p>
              <a:endParaRPr/>
            </a:p>
          </p:txBody>
        </p:sp>
        <p:sp>
          <p:nvSpPr>
            <p:cNvPr id="7" name="object 7"/>
            <p:cNvSpPr txBox="1"/>
            <p:nvPr/>
          </p:nvSpPr>
          <p:spPr>
            <a:xfrm>
              <a:off x="4764152" y="5202047"/>
              <a:ext cx="163195" cy="276999"/>
            </a:xfrm>
            <a:prstGeom prst="rect">
              <a:avLst/>
            </a:prstGeom>
          </p:spPr>
          <p:txBody>
            <a:bodyPr vert="horz" wrap="square" lIns="0" tIns="0" rIns="0" bIns="0" rtlCol="0">
              <a:spAutoFit/>
            </a:bodyPr>
            <a:lstStyle/>
            <a:p>
              <a:pPr marL="12700"/>
              <a:r>
                <a:rPr dirty="0">
                  <a:latin typeface="Tahoma"/>
                  <a:cs typeface="Tahoma"/>
                </a:rPr>
                <a:t>C</a:t>
              </a:r>
              <a:endParaRPr>
                <a:latin typeface="Tahoma"/>
                <a:cs typeface="Tahoma"/>
              </a:endParaRPr>
            </a:p>
          </p:txBody>
        </p:sp>
        <p:sp>
          <p:nvSpPr>
            <p:cNvPr id="8" name="object 8"/>
            <p:cNvSpPr/>
            <p:nvPr/>
          </p:nvSpPr>
          <p:spPr>
            <a:xfrm>
              <a:off x="1809750" y="5156200"/>
              <a:ext cx="360680" cy="360680"/>
            </a:xfrm>
            <a:custGeom>
              <a:avLst/>
              <a:gdLst/>
              <a:ahLst/>
              <a:cxnLst/>
              <a:rect l="l" t="t" r="r" b="b"/>
              <a:pathLst>
                <a:path w="360680" h="360679">
                  <a:moveTo>
                    <a:pt x="180187" y="0"/>
                  </a:moveTo>
                  <a:lnTo>
                    <a:pt x="132285" y="6434"/>
                  </a:lnTo>
                  <a:lnTo>
                    <a:pt x="89242" y="24595"/>
                  </a:lnTo>
                  <a:lnTo>
                    <a:pt x="52774" y="52768"/>
                  </a:lnTo>
                  <a:lnTo>
                    <a:pt x="24600" y="89238"/>
                  </a:lnTo>
                  <a:lnTo>
                    <a:pt x="6436" y="132291"/>
                  </a:lnTo>
                  <a:lnTo>
                    <a:pt x="0" y="180212"/>
                  </a:lnTo>
                  <a:lnTo>
                    <a:pt x="6436" y="228090"/>
                  </a:lnTo>
                  <a:lnTo>
                    <a:pt x="24600" y="271130"/>
                  </a:lnTo>
                  <a:lnTo>
                    <a:pt x="52774" y="307609"/>
                  </a:lnTo>
                  <a:lnTo>
                    <a:pt x="89242" y="335802"/>
                  </a:lnTo>
                  <a:lnTo>
                    <a:pt x="132285" y="353982"/>
                  </a:lnTo>
                  <a:lnTo>
                    <a:pt x="180187" y="360425"/>
                  </a:lnTo>
                  <a:lnTo>
                    <a:pt x="228084" y="353982"/>
                  </a:lnTo>
                  <a:lnTo>
                    <a:pt x="271123" y="335802"/>
                  </a:lnTo>
                  <a:lnTo>
                    <a:pt x="307589" y="307609"/>
                  </a:lnTo>
                  <a:lnTo>
                    <a:pt x="335762" y="271130"/>
                  </a:lnTo>
                  <a:lnTo>
                    <a:pt x="353926" y="228090"/>
                  </a:lnTo>
                  <a:lnTo>
                    <a:pt x="360362" y="180212"/>
                  </a:lnTo>
                  <a:lnTo>
                    <a:pt x="353926" y="132291"/>
                  </a:lnTo>
                  <a:lnTo>
                    <a:pt x="335762" y="89238"/>
                  </a:lnTo>
                  <a:lnTo>
                    <a:pt x="307589" y="52768"/>
                  </a:lnTo>
                  <a:lnTo>
                    <a:pt x="271123" y="24595"/>
                  </a:lnTo>
                  <a:lnTo>
                    <a:pt x="228084" y="6434"/>
                  </a:lnTo>
                  <a:lnTo>
                    <a:pt x="180187" y="0"/>
                  </a:lnTo>
                  <a:close/>
                </a:path>
              </a:pathLst>
            </a:custGeom>
            <a:solidFill>
              <a:srgbClr val="FFFF00"/>
            </a:solidFill>
          </p:spPr>
          <p:txBody>
            <a:bodyPr wrap="square" lIns="0" tIns="0" rIns="0" bIns="0" rtlCol="0"/>
            <a:lstStyle/>
            <a:p>
              <a:endParaRPr/>
            </a:p>
          </p:txBody>
        </p:sp>
        <p:sp>
          <p:nvSpPr>
            <p:cNvPr id="9" name="object 9"/>
            <p:cNvSpPr/>
            <p:nvPr/>
          </p:nvSpPr>
          <p:spPr>
            <a:xfrm>
              <a:off x="1809750" y="5156200"/>
              <a:ext cx="360680" cy="360680"/>
            </a:xfrm>
            <a:custGeom>
              <a:avLst/>
              <a:gdLst/>
              <a:ahLst/>
              <a:cxnLst/>
              <a:rect l="l" t="t" r="r" b="b"/>
              <a:pathLst>
                <a:path w="360680" h="360679">
                  <a:moveTo>
                    <a:pt x="0" y="180212"/>
                  </a:moveTo>
                  <a:lnTo>
                    <a:pt x="6436" y="132291"/>
                  </a:lnTo>
                  <a:lnTo>
                    <a:pt x="24600" y="89238"/>
                  </a:lnTo>
                  <a:lnTo>
                    <a:pt x="52774" y="52768"/>
                  </a:lnTo>
                  <a:lnTo>
                    <a:pt x="89242" y="24595"/>
                  </a:lnTo>
                  <a:lnTo>
                    <a:pt x="132285" y="6434"/>
                  </a:lnTo>
                  <a:lnTo>
                    <a:pt x="180187" y="0"/>
                  </a:lnTo>
                  <a:lnTo>
                    <a:pt x="228084" y="6434"/>
                  </a:lnTo>
                  <a:lnTo>
                    <a:pt x="271123" y="24595"/>
                  </a:lnTo>
                  <a:lnTo>
                    <a:pt x="307589" y="52768"/>
                  </a:lnTo>
                  <a:lnTo>
                    <a:pt x="335762" y="89238"/>
                  </a:lnTo>
                  <a:lnTo>
                    <a:pt x="353926" y="132291"/>
                  </a:lnTo>
                  <a:lnTo>
                    <a:pt x="360362" y="180212"/>
                  </a:lnTo>
                  <a:lnTo>
                    <a:pt x="353926" y="228090"/>
                  </a:lnTo>
                  <a:lnTo>
                    <a:pt x="335762" y="271130"/>
                  </a:lnTo>
                  <a:lnTo>
                    <a:pt x="307589" y="307609"/>
                  </a:lnTo>
                  <a:lnTo>
                    <a:pt x="271123" y="335802"/>
                  </a:lnTo>
                  <a:lnTo>
                    <a:pt x="228084" y="353982"/>
                  </a:lnTo>
                  <a:lnTo>
                    <a:pt x="180187" y="360425"/>
                  </a:lnTo>
                  <a:lnTo>
                    <a:pt x="132285" y="353982"/>
                  </a:lnTo>
                  <a:lnTo>
                    <a:pt x="89242" y="335802"/>
                  </a:lnTo>
                  <a:lnTo>
                    <a:pt x="52774" y="307609"/>
                  </a:lnTo>
                  <a:lnTo>
                    <a:pt x="24600" y="271130"/>
                  </a:lnTo>
                  <a:lnTo>
                    <a:pt x="6436" y="228090"/>
                  </a:lnTo>
                  <a:lnTo>
                    <a:pt x="0" y="180212"/>
                  </a:lnTo>
                  <a:close/>
                </a:path>
              </a:pathLst>
            </a:custGeom>
            <a:ln w="12699">
              <a:solidFill>
                <a:srgbClr val="000000"/>
              </a:solidFill>
            </a:ln>
          </p:spPr>
          <p:txBody>
            <a:bodyPr wrap="square" lIns="0" tIns="0" rIns="0" bIns="0" rtlCol="0"/>
            <a:lstStyle/>
            <a:p>
              <a:endParaRPr/>
            </a:p>
          </p:txBody>
        </p:sp>
        <p:sp>
          <p:nvSpPr>
            <p:cNvPr id="10" name="object 10"/>
            <p:cNvSpPr txBox="1"/>
            <p:nvPr/>
          </p:nvSpPr>
          <p:spPr>
            <a:xfrm>
              <a:off x="1889556" y="5198618"/>
              <a:ext cx="201930" cy="276999"/>
            </a:xfrm>
            <a:prstGeom prst="rect">
              <a:avLst/>
            </a:prstGeom>
          </p:spPr>
          <p:txBody>
            <a:bodyPr vert="horz" wrap="square" lIns="0" tIns="0" rIns="0" bIns="0" rtlCol="0">
              <a:spAutoFit/>
            </a:bodyPr>
            <a:lstStyle/>
            <a:p>
              <a:pPr marL="12700"/>
              <a:r>
                <a:rPr dirty="0">
                  <a:latin typeface="Tahoma"/>
                  <a:cs typeface="Tahoma"/>
                </a:rPr>
                <a:t>M</a:t>
              </a:r>
              <a:endParaRPr>
                <a:latin typeface="Tahoma"/>
                <a:cs typeface="Tahoma"/>
              </a:endParaRPr>
            </a:p>
          </p:txBody>
        </p:sp>
        <p:sp>
          <p:nvSpPr>
            <p:cNvPr id="11" name="object 11"/>
            <p:cNvSpPr/>
            <p:nvPr/>
          </p:nvSpPr>
          <p:spPr>
            <a:xfrm>
              <a:off x="3235325" y="4513198"/>
              <a:ext cx="360680" cy="360680"/>
            </a:xfrm>
            <a:custGeom>
              <a:avLst/>
              <a:gdLst/>
              <a:ahLst/>
              <a:cxnLst/>
              <a:rect l="l" t="t" r="r" b="b"/>
              <a:pathLst>
                <a:path w="360680" h="360679">
                  <a:moveTo>
                    <a:pt x="180212" y="0"/>
                  </a:moveTo>
                  <a:lnTo>
                    <a:pt x="132291" y="6443"/>
                  </a:lnTo>
                  <a:lnTo>
                    <a:pt x="89238" y="24623"/>
                  </a:lnTo>
                  <a:lnTo>
                    <a:pt x="52768" y="52816"/>
                  </a:lnTo>
                  <a:lnTo>
                    <a:pt x="24595" y="89295"/>
                  </a:lnTo>
                  <a:lnTo>
                    <a:pt x="6434" y="132335"/>
                  </a:lnTo>
                  <a:lnTo>
                    <a:pt x="0" y="180212"/>
                  </a:lnTo>
                  <a:lnTo>
                    <a:pt x="6434" y="228134"/>
                  </a:lnTo>
                  <a:lnTo>
                    <a:pt x="24595" y="271187"/>
                  </a:lnTo>
                  <a:lnTo>
                    <a:pt x="52768" y="307657"/>
                  </a:lnTo>
                  <a:lnTo>
                    <a:pt x="89238" y="335830"/>
                  </a:lnTo>
                  <a:lnTo>
                    <a:pt x="132291" y="353991"/>
                  </a:lnTo>
                  <a:lnTo>
                    <a:pt x="180212" y="360425"/>
                  </a:lnTo>
                  <a:lnTo>
                    <a:pt x="228090" y="353991"/>
                  </a:lnTo>
                  <a:lnTo>
                    <a:pt x="271130" y="335830"/>
                  </a:lnTo>
                  <a:lnTo>
                    <a:pt x="307609" y="307657"/>
                  </a:lnTo>
                  <a:lnTo>
                    <a:pt x="335802" y="271187"/>
                  </a:lnTo>
                  <a:lnTo>
                    <a:pt x="353982" y="228134"/>
                  </a:lnTo>
                  <a:lnTo>
                    <a:pt x="360425" y="180212"/>
                  </a:lnTo>
                  <a:lnTo>
                    <a:pt x="353982" y="132335"/>
                  </a:lnTo>
                  <a:lnTo>
                    <a:pt x="335802" y="89295"/>
                  </a:lnTo>
                  <a:lnTo>
                    <a:pt x="307609" y="52816"/>
                  </a:lnTo>
                  <a:lnTo>
                    <a:pt x="271130" y="24623"/>
                  </a:lnTo>
                  <a:lnTo>
                    <a:pt x="228090" y="6443"/>
                  </a:lnTo>
                  <a:lnTo>
                    <a:pt x="180212" y="0"/>
                  </a:lnTo>
                  <a:close/>
                </a:path>
              </a:pathLst>
            </a:custGeom>
            <a:solidFill>
              <a:srgbClr val="FFFF00"/>
            </a:solidFill>
          </p:spPr>
          <p:txBody>
            <a:bodyPr wrap="square" lIns="0" tIns="0" rIns="0" bIns="0" rtlCol="0"/>
            <a:lstStyle/>
            <a:p>
              <a:endParaRPr/>
            </a:p>
          </p:txBody>
        </p:sp>
        <p:sp>
          <p:nvSpPr>
            <p:cNvPr id="12" name="object 12"/>
            <p:cNvSpPr/>
            <p:nvPr/>
          </p:nvSpPr>
          <p:spPr>
            <a:xfrm>
              <a:off x="3235325" y="4513198"/>
              <a:ext cx="360680" cy="360680"/>
            </a:xfrm>
            <a:custGeom>
              <a:avLst/>
              <a:gdLst/>
              <a:ahLst/>
              <a:cxnLst/>
              <a:rect l="l" t="t" r="r" b="b"/>
              <a:pathLst>
                <a:path w="360680" h="360679">
                  <a:moveTo>
                    <a:pt x="0" y="180212"/>
                  </a:moveTo>
                  <a:lnTo>
                    <a:pt x="6434" y="132335"/>
                  </a:lnTo>
                  <a:lnTo>
                    <a:pt x="24595" y="89295"/>
                  </a:lnTo>
                  <a:lnTo>
                    <a:pt x="52768" y="52816"/>
                  </a:lnTo>
                  <a:lnTo>
                    <a:pt x="89238" y="24623"/>
                  </a:lnTo>
                  <a:lnTo>
                    <a:pt x="132291" y="6443"/>
                  </a:lnTo>
                  <a:lnTo>
                    <a:pt x="180212" y="0"/>
                  </a:lnTo>
                  <a:lnTo>
                    <a:pt x="228090" y="6443"/>
                  </a:lnTo>
                  <a:lnTo>
                    <a:pt x="271130" y="24623"/>
                  </a:lnTo>
                  <a:lnTo>
                    <a:pt x="307609" y="52816"/>
                  </a:lnTo>
                  <a:lnTo>
                    <a:pt x="335802" y="89295"/>
                  </a:lnTo>
                  <a:lnTo>
                    <a:pt x="353982" y="132335"/>
                  </a:lnTo>
                  <a:lnTo>
                    <a:pt x="360425" y="180212"/>
                  </a:lnTo>
                  <a:lnTo>
                    <a:pt x="353982" y="228134"/>
                  </a:lnTo>
                  <a:lnTo>
                    <a:pt x="335802" y="271187"/>
                  </a:lnTo>
                  <a:lnTo>
                    <a:pt x="307609" y="307657"/>
                  </a:lnTo>
                  <a:lnTo>
                    <a:pt x="271130" y="335830"/>
                  </a:lnTo>
                  <a:lnTo>
                    <a:pt x="228090" y="353991"/>
                  </a:lnTo>
                  <a:lnTo>
                    <a:pt x="180212" y="360425"/>
                  </a:lnTo>
                  <a:lnTo>
                    <a:pt x="132291" y="353991"/>
                  </a:lnTo>
                  <a:lnTo>
                    <a:pt x="89238" y="335830"/>
                  </a:lnTo>
                  <a:lnTo>
                    <a:pt x="52768" y="307657"/>
                  </a:lnTo>
                  <a:lnTo>
                    <a:pt x="24595" y="271187"/>
                  </a:lnTo>
                  <a:lnTo>
                    <a:pt x="6434" y="228134"/>
                  </a:lnTo>
                  <a:lnTo>
                    <a:pt x="0" y="180212"/>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3339846" y="4555871"/>
              <a:ext cx="153035" cy="276999"/>
            </a:xfrm>
            <a:prstGeom prst="rect">
              <a:avLst/>
            </a:prstGeom>
          </p:spPr>
          <p:txBody>
            <a:bodyPr vert="horz" wrap="square" lIns="0" tIns="0" rIns="0" bIns="0" rtlCol="0">
              <a:spAutoFit/>
            </a:bodyPr>
            <a:lstStyle/>
            <a:p>
              <a:pPr marL="12700"/>
              <a:r>
                <a:rPr dirty="0">
                  <a:latin typeface="Tahoma"/>
                  <a:cs typeface="Tahoma"/>
                </a:rPr>
                <a:t>S</a:t>
              </a:r>
              <a:endParaRPr>
                <a:latin typeface="Tahoma"/>
                <a:cs typeface="Tahoma"/>
              </a:endParaRPr>
            </a:p>
          </p:txBody>
        </p:sp>
        <p:sp>
          <p:nvSpPr>
            <p:cNvPr id="14" name="object 14"/>
            <p:cNvSpPr/>
            <p:nvPr/>
          </p:nvSpPr>
          <p:spPr>
            <a:xfrm>
              <a:off x="3235325" y="3302000"/>
              <a:ext cx="360680" cy="360680"/>
            </a:xfrm>
            <a:custGeom>
              <a:avLst/>
              <a:gdLst/>
              <a:ahLst/>
              <a:cxnLst/>
              <a:rect l="l" t="t" r="r" b="b"/>
              <a:pathLst>
                <a:path w="360680" h="360679">
                  <a:moveTo>
                    <a:pt x="180212" y="0"/>
                  </a:moveTo>
                  <a:lnTo>
                    <a:pt x="132291" y="6434"/>
                  </a:lnTo>
                  <a:lnTo>
                    <a:pt x="89238" y="24595"/>
                  </a:lnTo>
                  <a:lnTo>
                    <a:pt x="52768" y="52768"/>
                  </a:lnTo>
                  <a:lnTo>
                    <a:pt x="24595" y="89238"/>
                  </a:lnTo>
                  <a:lnTo>
                    <a:pt x="6434" y="132291"/>
                  </a:lnTo>
                  <a:lnTo>
                    <a:pt x="0" y="180212"/>
                  </a:lnTo>
                  <a:lnTo>
                    <a:pt x="6434" y="228090"/>
                  </a:lnTo>
                  <a:lnTo>
                    <a:pt x="24595" y="271130"/>
                  </a:lnTo>
                  <a:lnTo>
                    <a:pt x="52768" y="307609"/>
                  </a:lnTo>
                  <a:lnTo>
                    <a:pt x="89238" y="335802"/>
                  </a:lnTo>
                  <a:lnTo>
                    <a:pt x="132291" y="353982"/>
                  </a:lnTo>
                  <a:lnTo>
                    <a:pt x="180212" y="360425"/>
                  </a:lnTo>
                  <a:lnTo>
                    <a:pt x="228090" y="353982"/>
                  </a:lnTo>
                  <a:lnTo>
                    <a:pt x="271130" y="335802"/>
                  </a:lnTo>
                  <a:lnTo>
                    <a:pt x="307609" y="307609"/>
                  </a:lnTo>
                  <a:lnTo>
                    <a:pt x="335802" y="271130"/>
                  </a:lnTo>
                  <a:lnTo>
                    <a:pt x="353982" y="228090"/>
                  </a:lnTo>
                  <a:lnTo>
                    <a:pt x="360425" y="180212"/>
                  </a:lnTo>
                  <a:lnTo>
                    <a:pt x="353982" y="132291"/>
                  </a:lnTo>
                  <a:lnTo>
                    <a:pt x="335802" y="89238"/>
                  </a:lnTo>
                  <a:lnTo>
                    <a:pt x="307609" y="52768"/>
                  </a:lnTo>
                  <a:lnTo>
                    <a:pt x="271130" y="24595"/>
                  </a:lnTo>
                  <a:lnTo>
                    <a:pt x="228090" y="6434"/>
                  </a:lnTo>
                  <a:lnTo>
                    <a:pt x="180212" y="0"/>
                  </a:lnTo>
                  <a:close/>
                </a:path>
              </a:pathLst>
            </a:custGeom>
            <a:solidFill>
              <a:srgbClr val="FFFF00"/>
            </a:solidFill>
          </p:spPr>
          <p:txBody>
            <a:bodyPr wrap="square" lIns="0" tIns="0" rIns="0" bIns="0" rtlCol="0"/>
            <a:lstStyle/>
            <a:p>
              <a:endParaRPr/>
            </a:p>
          </p:txBody>
        </p:sp>
        <p:sp>
          <p:nvSpPr>
            <p:cNvPr id="15" name="object 15"/>
            <p:cNvSpPr/>
            <p:nvPr/>
          </p:nvSpPr>
          <p:spPr>
            <a:xfrm>
              <a:off x="3235325" y="3302000"/>
              <a:ext cx="360680" cy="360680"/>
            </a:xfrm>
            <a:custGeom>
              <a:avLst/>
              <a:gdLst/>
              <a:ahLst/>
              <a:cxnLst/>
              <a:rect l="l" t="t" r="r" b="b"/>
              <a:pathLst>
                <a:path w="360680" h="360679">
                  <a:moveTo>
                    <a:pt x="0" y="180212"/>
                  </a:moveTo>
                  <a:lnTo>
                    <a:pt x="6434" y="132291"/>
                  </a:lnTo>
                  <a:lnTo>
                    <a:pt x="24595" y="89238"/>
                  </a:lnTo>
                  <a:lnTo>
                    <a:pt x="52768" y="52768"/>
                  </a:lnTo>
                  <a:lnTo>
                    <a:pt x="89238" y="24595"/>
                  </a:lnTo>
                  <a:lnTo>
                    <a:pt x="132291" y="6434"/>
                  </a:lnTo>
                  <a:lnTo>
                    <a:pt x="180212" y="0"/>
                  </a:lnTo>
                  <a:lnTo>
                    <a:pt x="228090" y="6434"/>
                  </a:lnTo>
                  <a:lnTo>
                    <a:pt x="271130" y="24595"/>
                  </a:lnTo>
                  <a:lnTo>
                    <a:pt x="307609" y="52768"/>
                  </a:lnTo>
                  <a:lnTo>
                    <a:pt x="335802" y="89238"/>
                  </a:lnTo>
                  <a:lnTo>
                    <a:pt x="353982" y="132291"/>
                  </a:lnTo>
                  <a:lnTo>
                    <a:pt x="360425" y="180212"/>
                  </a:lnTo>
                  <a:lnTo>
                    <a:pt x="353982" y="228090"/>
                  </a:lnTo>
                  <a:lnTo>
                    <a:pt x="335802" y="271130"/>
                  </a:lnTo>
                  <a:lnTo>
                    <a:pt x="307609" y="307609"/>
                  </a:lnTo>
                  <a:lnTo>
                    <a:pt x="271130" y="335802"/>
                  </a:lnTo>
                  <a:lnTo>
                    <a:pt x="228090" y="353982"/>
                  </a:lnTo>
                  <a:lnTo>
                    <a:pt x="180212" y="360425"/>
                  </a:lnTo>
                  <a:lnTo>
                    <a:pt x="132291" y="353982"/>
                  </a:lnTo>
                  <a:lnTo>
                    <a:pt x="89238" y="335802"/>
                  </a:lnTo>
                  <a:lnTo>
                    <a:pt x="52768" y="307609"/>
                  </a:lnTo>
                  <a:lnTo>
                    <a:pt x="24595" y="271130"/>
                  </a:lnTo>
                  <a:lnTo>
                    <a:pt x="6434" y="228090"/>
                  </a:lnTo>
                  <a:lnTo>
                    <a:pt x="0" y="180212"/>
                  </a:lnTo>
                  <a:close/>
                </a:path>
              </a:pathLst>
            </a:custGeom>
            <a:ln w="12700">
              <a:solidFill>
                <a:srgbClr val="000000"/>
              </a:solidFill>
            </a:ln>
          </p:spPr>
          <p:txBody>
            <a:bodyPr wrap="square" lIns="0" tIns="0" rIns="0" bIns="0" rtlCol="0"/>
            <a:lstStyle/>
            <a:p>
              <a:endParaRPr/>
            </a:p>
          </p:txBody>
        </p:sp>
        <p:sp>
          <p:nvSpPr>
            <p:cNvPr id="16" name="object 16"/>
            <p:cNvSpPr txBox="1"/>
            <p:nvPr/>
          </p:nvSpPr>
          <p:spPr>
            <a:xfrm>
              <a:off x="3345942" y="3344291"/>
              <a:ext cx="139700" cy="276999"/>
            </a:xfrm>
            <a:prstGeom prst="rect">
              <a:avLst/>
            </a:prstGeom>
          </p:spPr>
          <p:txBody>
            <a:bodyPr vert="horz" wrap="square" lIns="0" tIns="0" rIns="0" bIns="0" rtlCol="0">
              <a:spAutoFit/>
            </a:bodyPr>
            <a:lstStyle/>
            <a:p>
              <a:pPr marL="12700"/>
              <a:r>
                <a:rPr dirty="0">
                  <a:latin typeface="Tahoma"/>
                  <a:cs typeface="Tahoma"/>
                </a:rPr>
                <a:t>L</a:t>
              </a:r>
              <a:endParaRPr>
                <a:latin typeface="Tahoma"/>
                <a:cs typeface="Tahoma"/>
              </a:endParaRPr>
            </a:p>
          </p:txBody>
        </p:sp>
        <p:sp>
          <p:nvSpPr>
            <p:cNvPr id="17" name="object 17"/>
            <p:cNvSpPr/>
            <p:nvPr/>
          </p:nvSpPr>
          <p:spPr>
            <a:xfrm>
              <a:off x="3414777" y="3662298"/>
              <a:ext cx="1905" cy="850900"/>
            </a:xfrm>
            <a:custGeom>
              <a:avLst/>
              <a:gdLst/>
              <a:ahLst/>
              <a:cxnLst/>
              <a:rect l="l" t="t" r="r" b="b"/>
              <a:pathLst>
                <a:path w="1905" h="850900">
                  <a:moveTo>
                    <a:pt x="0" y="850900"/>
                  </a:moveTo>
                  <a:lnTo>
                    <a:pt x="1524" y="0"/>
                  </a:lnTo>
                </a:path>
              </a:pathLst>
            </a:custGeom>
            <a:ln w="12700">
              <a:solidFill>
                <a:srgbClr val="000000"/>
              </a:solidFill>
            </a:ln>
          </p:spPr>
          <p:txBody>
            <a:bodyPr wrap="square" lIns="0" tIns="0" rIns="0" bIns="0" rtlCol="0"/>
            <a:lstStyle/>
            <a:p>
              <a:endParaRPr/>
            </a:p>
          </p:txBody>
        </p:sp>
        <p:sp>
          <p:nvSpPr>
            <p:cNvPr id="18" name="object 18"/>
            <p:cNvSpPr/>
            <p:nvPr/>
          </p:nvSpPr>
          <p:spPr>
            <a:xfrm>
              <a:off x="3595752" y="4692650"/>
              <a:ext cx="1120775" cy="519430"/>
            </a:xfrm>
            <a:custGeom>
              <a:avLst/>
              <a:gdLst/>
              <a:ahLst/>
              <a:cxnLst/>
              <a:rect l="l" t="t" r="r" b="b"/>
              <a:pathLst>
                <a:path w="1120775" h="519429">
                  <a:moveTo>
                    <a:pt x="1120775" y="519049"/>
                  </a:moveTo>
                  <a:lnTo>
                    <a:pt x="0" y="0"/>
                  </a:lnTo>
                </a:path>
              </a:pathLst>
            </a:custGeom>
            <a:ln w="12700">
              <a:solidFill>
                <a:srgbClr val="000000"/>
              </a:solidFill>
            </a:ln>
          </p:spPr>
          <p:txBody>
            <a:bodyPr wrap="square" lIns="0" tIns="0" rIns="0" bIns="0" rtlCol="0"/>
            <a:lstStyle/>
            <a:p>
              <a:endParaRPr/>
            </a:p>
          </p:txBody>
        </p:sp>
        <p:sp>
          <p:nvSpPr>
            <p:cNvPr id="19" name="object 19"/>
            <p:cNvSpPr/>
            <p:nvPr/>
          </p:nvSpPr>
          <p:spPr>
            <a:xfrm>
              <a:off x="2117725" y="4692651"/>
              <a:ext cx="1117600" cy="516255"/>
            </a:xfrm>
            <a:custGeom>
              <a:avLst/>
              <a:gdLst/>
              <a:ahLst/>
              <a:cxnLst/>
              <a:rect l="l" t="t" r="r" b="b"/>
              <a:pathLst>
                <a:path w="1117600" h="516254">
                  <a:moveTo>
                    <a:pt x="1117600" y="0"/>
                  </a:moveTo>
                  <a:lnTo>
                    <a:pt x="0" y="515874"/>
                  </a:lnTo>
                </a:path>
              </a:pathLst>
            </a:custGeom>
            <a:ln w="12699">
              <a:solidFill>
                <a:srgbClr val="000000"/>
              </a:solidFill>
            </a:ln>
          </p:spPr>
          <p:txBody>
            <a:bodyPr wrap="square" lIns="0" tIns="0" rIns="0" bIns="0" rtlCol="0"/>
            <a:lstStyle/>
            <a:p>
              <a:endParaRPr/>
            </a:p>
          </p:txBody>
        </p:sp>
        <p:sp>
          <p:nvSpPr>
            <p:cNvPr id="20" name="object 20"/>
            <p:cNvSpPr/>
            <p:nvPr/>
          </p:nvSpPr>
          <p:spPr>
            <a:xfrm>
              <a:off x="2170112" y="5335652"/>
              <a:ext cx="2494280" cy="3175"/>
            </a:xfrm>
            <a:custGeom>
              <a:avLst/>
              <a:gdLst/>
              <a:ahLst/>
              <a:cxnLst/>
              <a:rect l="l" t="t" r="r" b="b"/>
              <a:pathLst>
                <a:path w="2494280" h="3175">
                  <a:moveTo>
                    <a:pt x="2493962" y="3175"/>
                  </a:moveTo>
                  <a:lnTo>
                    <a:pt x="0" y="0"/>
                  </a:lnTo>
                </a:path>
              </a:pathLst>
            </a:custGeom>
            <a:ln w="12700">
              <a:solidFill>
                <a:srgbClr val="000000"/>
              </a:solidFill>
            </a:ln>
          </p:spPr>
          <p:txBody>
            <a:bodyPr wrap="square" lIns="0" tIns="0" rIns="0" bIns="0" rtlCol="0"/>
            <a:lstStyle/>
            <a:p>
              <a:endParaRPr/>
            </a:p>
          </p:txBody>
        </p:sp>
        <p:sp>
          <p:nvSpPr>
            <p:cNvPr id="21" name="object 21"/>
            <p:cNvSpPr/>
            <p:nvPr/>
          </p:nvSpPr>
          <p:spPr>
            <a:xfrm>
              <a:off x="1989137" y="3608323"/>
              <a:ext cx="1299210" cy="1548130"/>
            </a:xfrm>
            <a:custGeom>
              <a:avLst/>
              <a:gdLst/>
              <a:ahLst/>
              <a:cxnLst/>
              <a:rect l="l" t="t" r="r" b="b"/>
              <a:pathLst>
                <a:path w="1299210" h="1548129">
                  <a:moveTo>
                    <a:pt x="0" y="1547876"/>
                  </a:moveTo>
                  <a:lnTo>
                    <a:pt x="1298638" y="0"/>
                  </a:lnTo>
                </a:path>
              </a:pathLst>
            </a:custGeom>
            <a:ln w="12700">
              <a:solidFill>
                <a:srgbClr val="000000"/>
              </a:solidFill>
            </a:ln>
          </p:spPr>
          <p:txBody>
            <a:bodyPr wrap="square" lIns="0" tIns="0" rIns="0" bIns="0" rtlCol="0"/>
            <a:lstStyle/>
            <a:p>
              <a:endParaRPr/>
            </a:p>
          </p:txBody>
        </p:sp>
        <p:sp>
          <p:nvSpPr>
            <p:cNvPr id="22" name="object 22"/>
            <p:cNvSpPr/>
            <p:nvPr/>
          </p:nvSpPr>
          <p:spPr>
            <a:xfrm>
              <a:off x="3543300" y="3608452"/>
              <a:ext cx="1300480" cy="1551305"/>
            </a:xfrm>
            <a:custGeom>
              <a:avLst/>
              <a:gdLst/>
              <a:ahLst/>
              <a:cxnLst/>
              <a:rect l="l" t="t" r="r" b="b"/>
              <a:pathLst>
                <a:path w="1300479" h="1551304">
                  <a:moveTo>
                    <a:pt x="1300226" y="1550924"/>
                  </a:moveTo>
                  <a:lnTo>
                    <a:pt x="0" y="0"/>
                  </a:lnTo>
                </a:path>
              </a:pathLst>
            </a:custGeom>
            <a:ln w="12700">
              <a:solidFill>
                <a:srgbClr val="000000"/>
              </a:solidFill>
            </a:ln>
          </p:spPr>
          <p:txBody>
            <a:bodyPr wrap="square" lIns="0" tIns="0" rIns="0" bIns="0" rtlCol="0"/>
            <a:lstStyle/>
            <a:p>
              <a:endParaRPr/>
            </a:p>
          </p:txBody>
        </p:sp>
        <p:sp>
          <p:nvSpPr>
            <p:cNvPr id="23" name="object 23"/>
            <p:cNvSpPr txBox="1"/>
            <p:nvPr/>
          </p:nvSpPr>
          <p:spPr>
            <a:xfrm rot="3044356">
              <a:off x="4149345" y="4149980"/>
              <a:ext cx="363855" cy="246221"/>
            </a:xfrm>
            <a:prstGeom prst="rect">
              <a:avLst/>
            </a:prstGeom>
          </p:spPr>
          <p:txBody>
            <a:bodyPr vert="horz" wrap="square" lIns="0" tIns="0" rIns="0" bIns="0" rtlCol="0">
              <a:spAutoFit/>
            </a:bodyPr>
            <a:lstStyle/>
            <a:p>
              <a:pPr marL="12700"/>
              <a:r>
                <a:rPr sz="1600" spc="-5" dirty="0">
                  <a:latin typeface="Arial"/>
                  <a:cs typeface="Arial"/>
                </a:rPr>
                <a:t>349</a:t>
              </a:r>
              <a:endParaRPr sz="1600" dirty="0">
                <a:latin typeface="Arial"/>
                <a:cs typeface="Arial"/>
              </a:endParaRPr>
            </a:p>
          </p:txBody>
        </p:sp>
        <p:sp>
          <p:nvSpPr>
            <p:cNvPr id="24" name="object 24"/>
            <p:cNvSpPr txBox="1"/>
            <p:nvPr/>
          </p:nvSpPr>
          <p:spPr>
            <a:xfrm>
              <a:off x="3238881" y="5095129"/>
              <a:ext cx="363855" cy="246221"/>
            </a:xfrm>
            <a:prstGeom prst="rect">
              <a:avLst/>
            </a:prstGeom>
          </p:spPr>
          <p:txBody>
            <a:bodyPr vert="horz" wrap="square" lIns="0" tIns="0" rIns="0" bIns="0" rtlCol="0">
              <a:spAutoFit/>
            </a:bodyPr>
            <a:lstStyle/>
            <a:p>
              <a:pPr marL="12700"/>
              <a:r>
                <a:rPr sz="1600" spc="-5" dirty="0">
                  <a:latin typeface="Arial"/>
                  <a:cs typeface="Arial"/>
                </a:rPr>
                <a:t>425</a:t>
              </a:r>
              <a:endParaRPr sz="1600" dirty="0">
                <a:latin typeface="Arial"/>
                <a:cs typeface="Arial"/>
              </a:endParaRPr>
            </a:p>
          </p:txBody>
        </p:sp>
        <p:sp>
          <p:nvSpPr>
            <p:cNvPr id="25" name="object 25"/>
            <p:cNvSpPr txBox="1"/>
            <p:nvPr/>
          </p:nvSpPr>
          <p:spPr>
            <a:xfrm rot="18683565">
              <a:off x="2363217" y="4149980"/>
              <a:ext cx="363855" cy="246221"/>
            </a:xfrm>
            <a:prstGeom prst="rect">
              <a:avLst/>
            </a:prstGeom>
          </p:spPr>
          <p:txBody>
            <a:bodyPr vert="horz" wrap="square" lIns="0" tIns="0" rIns="0" bIns="0" rtlCol="0">
              <a:spAutoFit/>
            </a:bodyPr>
            <a:lstStyle/>
            <a:p>
              <a:pPr marL="12700"/>
              <a:r>
                <a:rPr sz="1600" spc="-5" dirty="0">
                  <a:latin typeface="Arial"/>
                  <a:cs typeface="Arial"/>
                </a:rPr>
                <a:t>774</a:t>
              </a:r>
              <a:endParaRPr sz="1600" dirty="0">
                <a:latin typeface="Arial"/>
                <a:cs typeface="Arial"/>
              </a:endParaRPr>
            </a:p>
          </p:txBody>
        </p:sp>
        <p:sp>
          <p:nvSpPr>
            <p:cNvPr id="26" name="object 26"/>
            <p:cNvSpPr txBox="1"/>
            <p:nvPr/>
          </p:nvSpPr>
          <p:spPr>
            <a:xfrm rot="20207991">
              <a:off x="2485449" y="4709760"/>
              <a:ext cx="363855" cy="246221"/>
            </a:xfrm>
            <a:prstGeom prst="rect">
              <a:avLst/>
            </a:prstGeom>
          </p:spPr>
          <p:txBody>
            <a:bodyPr vert="horz" wrap="square" lIns="0" tIns="0" rIns="0" bIns="0" rtlCol="0">
              <a:spAutoFit/>
            </a:bodyPr>
            <a:lstStyle/>
            <a:p>
              <a:pPr marL="12700"/>
              <a:r>
                <a:rPr sz="1600" spc="-5" dirty="0">
                  <a:latin typeface="Arial"/>
                  <a:cs typeface="Arial"/>
                </a:rPr>
                <a:t>562</a:t>
              </a:r>
              <a:endParaRPr sz="1600" dirty="0">
                <a:latin typeface="Arial"/>
                <a:cs typeface="Arial"/>
              </a:endParaRPr>
            </a:p>
          </p:txBody>
        </p:sp>
        <p:sp>
          <p:nvSpPr>
            <p:cNvPr id="27" name="object 27"/>
            <p:cNvSpPr txBox="1"/>
            <p:nvPr/>
          </p:nvSpPr>
          <p:spPr>
            <a:xfrm>
              <a:off x="3452036" y="4088924"/>
              <a:ext cx="363855" cy="246221"/>
            </a:xfrm>
            <a:prstGeom prst="rect">
              <a:avLst/>
            </a:prstGeom>
          </p:spPr>
          <p:txBody>
            <a:bodyPr vert="horz" wrap="square" lIns="0" tIns="0" rIns="0" bIns="0" rtlCol="0">
              <a:spAutoFit/>
            </a:bodyPr>
            <a:lstStyle/>
            <a:p>
              <a:pPr marL="12700"/>
              <a:r>
                <a:rPr sz="1600" spc="-5" dirty="0">
                  <a:latin typeface="Arial"/>
                  <a:cs typeface="Arial"/>
                </a:rPr>
                <a:t>541</a:t>
              </a:r>
              <a:endParaRPr sz="1600" dirty="0">
                <a:latin typeface="Arial"/>
                <a:cs typeface="Arial"/>
              </a:endParaRPr>
            </a:p>
          </p:txBody>
        </p:sp>
        <p:sp>
          <p:nvSpPr>
            <p:cNvPr id="28" name="object 28"/>
            <p:cNvSpPr txBox="1"/>
            <p:nvPr/>
          </p:nvSpPr>
          <p:spPr>
            <a:xfrm rot="1486024">
              <a:off x="3967417" y="4697350"/>
              <a:ext cx="363855" cy="246221"/>
            </a:xfrm>
            <a:prstGeom prst="rect">
              <a:avLst/>
            </a:prstGeom>
          </p:spPr>
          <p:txBody>
            <a:bodyPr vert="horz" wrap="square" lIns="0" tIns="0" rIns="0" bIns="0" rtlCol="0">
              <a:spAutoFit/>
            </a:bodyPr>
            <a:lstStyle/>
            <a:p>
              <a:pPr marL="12700"/>
              <a:r>
                <a:rPr sz="1600" spc="-5" dirty="0">
                  <a:latin typeface="Arial"/>
                  <a:cs typeface="Arial"/>
                </a:rPr>
                <a:t>300</a:t>
              </a:r>
              <a:endParaRPr sz="1600" dirty="0">
                <a:latin typeface="Arial"/>
                <a:cs typeface="Arial"/>
              </a:endParaRPr>
            </a:p>
          </p:txBody>
        </p:sp>
      </p:grpSp>
      <p:sp>
        <p:nvSpPr>
          <p:cNvPr id="29" name="object 29"/>
          <p:cNvSpPr txBox="1"/>
          <p:nvPr/>
        </p:nvSpPr>
        <p:spPr>
          <a:xfrm>
            <a:off x="6609939" y="3724973"/>
            <a:ext cx="4817745" cy="1661795"/>
          </a:xfrm>
          <a:prstGeom prst="rect">
            <a:avLst/>
          </a:prstGeom>
        </p:spPr>
        <p:txBody>
          <a:bodyPr vert="horz" wrap="square" lIns="0" tIns="0" rIns="0" bIns="0" rtlCol="0">
            <a:spAutoFit/>
          </a:bodyPr>
          <a:lstStyle/>
          <a:p>
            <a:pPr marL="12700"/>
            <a:r>
              <a:rPr spc="-5" dirty="0">
                <a:solidFill>
                  <a:srgbClr val="001F5F"/>
                </a:solidFill>
                <a:latin typeface="Arial"/>
                <a:cs typeface="Arial"/>
              </a:rPr>
              <a:t>{C, </a:t>
            </a:r>
            <a:r>
              <a:rPr dirty="0">
                <a:solidFill>
                  <a:srgbClr val="001F5F"/>
                </a:solidFill>
                <a:latin typeface="Arial"/>
                <a:cs typeface="Arial"/>
              </a:rPr>
              <a:t>M, </a:t>
            </a:r>
            <a:r>
              <a:rPr spc="-5" dirty="0">
                <a:solidFill>
                  <a:srgbClr val="001F5F"/>
                </a:solidFill>
                <a:latin typeface="Arial"/>
                <a:cs typeface="Arial"/>
              </a:rPr>
              <a:t>L, </a:t>
            </a:r>
            <a:r>
              <a:rPr dirty="0">
                <a:solidFill>
                  <a:srgbClr val="001F5F"/>
                </a:solidFill>
                <a:latin typeface="Arial"/>
                <a:cs typeface="Arial"/>
              </a:rPr>
              <a:t>S, C} = </a:t>
            </a:r>
            <a:r>
              <a:rPr spc="-10" dirty="0">
                <a:solidFill>
                  <a:srgbClr val="001F5F"/>
                </a:solidFill>
                <a:latin typeface="Arial"/>
                <a:cs typeface="Arial"/>
              </a:rPr>
              <a:t>425 </a:t>
            </a:r>
            <a:r>
              <a:rPr dirty="0">
                <a:solidFill>
                  <a:srgbClr val="001F5F"/>
                </a:solidFill>
                <a:latin typeface="Arial"/>
                <a:cs typeface="Arial"/>
              </a:rPr>
              <a:t>+ </a:t>
            </a:r>
            <a:r>
              <a:rPr spc="-10" dirty="0">
                <a:solidFill>
                  <a:srgbClr val="001F5F"/>
                </a:solidFill>
                <a:latin typeface="Arial"/>
                <a:cs typeface="Arial"/>
              </a:rPr>
              <a:t>774 </a:t>
            </a:r>
            <a:r>
              <a:rPr dirty="0">
                <a:solidFill>
                  <a:srgbClr val="001F5F"/>
                </a:solidFill>
                <a:latin typeface="Arial"/>
                <a:cs typeface="Arial"/>
              </a:rPr>
              <a:t>+ </a:t>
            </a:r>
            <a:r>
              <a:rPr spc="-10" dirty="0">
                <a:solidFill>
                  <a:srgbClr val="001F5F"/>
                </a:solidFill>
                <a:latin typeface="Arial"/>
                <a:cs typeface="Arial"/>
              </a:rPr>
              <a:t>541 </a:t>
            </a:r>
            <a:r>
              <a:rPr dirty="0">
                <a:solidFill>
                  <a:srgbClr val="001F5F"/>
                </a:solidFill>
                <a:latin typeface="Arial"/>
                <a:cs typeface="Arial"/>
              </a:rPr>
              <a:t>+ </a:t>
            </a:r>
            <a:r>
              <a:rPr spc="-10" dirty="0">
                <a:solidFill>
                  <a:srgbClr val="001F5F"/>
                </a:solidFill>
                <a:latin typeface="Arial"/>
                <a:cs typeface="Arial"/>
              </a:rPr>
              <a:t>300 </a:t>
            </a:r>
            <a:r>
              <a:rPr dirty="0">
                <a:solidFill>
                  <a:srgbClr val="001F5F"/>
                </a:solidFill>
                <a:latin typeface="Arial"/>
                <a:cs typeface="Arial"/>
              </a:rPr>
              <a:t>=</a:t>
            </a:r>
            <a:r>
              <a:rPr spc="-10" dirty="0">
                <a:solidFill>
                  <a:srgbClr val="001F5F"/>
                </a:solidFill>
                <a:latin typeface="Arial"/>
                <a:cs typeface="Arial"/>
              </a:rPr>
              <a:t> </a:t>
            </a:r>
            <a:r>
              <a:rPr spc="-5" dirty="0">
                <a:solidFill>
                  <a:srgbClr val="001F5F"/>
                </a:solidFill>
                <a:latin typeface="Arial"/>
                <a:cs typeface="Arial"/>
              </a:rPr>
              <a:t>2040</a:t>
            </a:r>
            <a:endParaRPr>
              <a:latin typeface="Arial"/>
              <a:cs typeface="Arial"/>
            </a:endParaRPr>
          </a:p>
          <a:p>
            <a:pPr marL="12700"/>
            <a:r>
              <a:rPr dirty="0">
                <a:solidFill>
                  <a:srgbClr val="FF0000"/>
                </a:solidFill>
                <a:latin typeface="Arial"/>
                <a:cs typeface="Arial"/>
              </a:rPr>
              <a:t>{C, M, S, L, </a:t>
            </a:r>
            <a:r>
              <a:rPr spc="-5" dirty="0">
                <a:solidFill>
                  <a:srgbClr val="FF0000"/>
                </a:solidFill>
                <a:latin typeface="Arial"/>
                <a:cs typeface="Arial"/>
              </a:rPr>
              <a:t>C} </a:t>
            </a:r>
            <a:r>
              <a:rPr dirty="0">
                <a:solidFill>
                  <a:srgbClr val="FF0000"/>
                </a:solidFill>
                <a:latin typeface="Arial"/>
                <a:cs typeface="Arial"/>
              </a:rPr>
              <a:t>= </a:t>
            </a:r>
            <a:r>
              <a:rPr spc="-5" dirty="0">
                <a:solidFill>
                  <a:srgbClr val="FF0000"/>
                </a:solidFill>
                <a:latin typeface="Arial"/>
                <a:cs typeface="Arial"/>
              </a:rPr>
              <a:t>425 </a:t>
            </a:r>
            <a:r>
              <a:rPr dirty="0">
                <a:solidFill>
                  <a:srgbClr val="FF0000"/>
                </a:solidFill>
                <a:latin typeface="Arial"/>
                <a:cs typeface="Arial"/>
              </a:rPr>
              <a:t>+ </a:t>
            </a:r>
            <a:r>
              <a:rPr spc="-5" dirty="0">
                <a:solidFill>
                  <a:srgbClr val="FF0000"/>
                </a:solidFill>
                <a:latin typeface="Arial"/>
                <a:cs typeface="Arial"/>
              </a:rPr>
              <a:t>562 </a:t>
            </a:r>
            <a:r>
              <a:rPr dirty="0">
                <a:solidFill>
                  <a:srgbClr val="FF0000"/>
                </a:solidFill>
                <a:latin typeface="Arial"/>
                <a:cs typeface="Arial"/>
              </a:rPr>
              <a:t>+ </a:t>
            </a:r>
            <a:r>
              <a:rPr spc="-5" dirty="0">
                <a:solidFill>
                  <a:srgbClr val="FF0000"/>
                </a:solidFill>
                <a:latin typeface="Arial"/>
                <a:cs typeface="Arial"/>
              </a:rPr>
              <a:t>541 </a:t>
            </a:r>
            <a:r>
              <a:rPr dirty="0">
                <a:solidFill>
                  <a:srgbClr val="FF0000"/>
                </a:solidFill>
                <a:latin typeface="Arial"/>
                <a:cs typeface="Arial"/>
              </a:rPr>
              <a:t>+ </a:t>
            </a:r>
            <a:r>
              <a:rPr spc="-5" dirty="0">
                <a:solidFill>
                  <a:srgbClr val="FF0000"/>
                </a:solidFill>
                <a:latin typeface="Arial"/>
                <a:cs typeface="Arial"/>
              </a:rPr>
              <a:t>349 </a:t>
            </a:r>
            <a:r>
              <a:rPr dirty="0">
                <a:solidFill>
                  <a:srgbClr val="FF0000"/>
                </a:solidFill>
                <a:latin typeface="Arial"/>
                <a:cs typeface="Arial"/>
              </a:rPr>
              <a:t>=</a:t>
            </a:r>
            <a:r>
              <a:rPr spc="-55" dirty="0">
                <a:solidFill>
                  <a:srgbClr val="FF0000"/>
                </a:solidFill>
                <a:latin typeface="Arial"/>
                <a:cs typeface="Arial"/>
              </a:rPr>
              <a:t> </a:t>
            </a:r>
            <a:r>
              <a:rPr spc="-5" dirty="0">
                <a:solidFill>
                  <a:srgbClr val="FF0000"/>
                </a:solidFill>
                <a:latin typeface="Arial"/>
                <a:cs typeface="Arial"/>
              </a:rPr>
              <a:t>1877</a:t>
            </a:r>
            <a:endParaRPr>
              <a:latin typeface="Arial"/>
              <a:cs typeface="Arial"/>
            </a:endParaRPr>
          </a:p>
          <a:p>
            <a:pPr marL="12700"/>
            <a:r>
              <a:rPr dirty="0">
                <a:solidFill>
                  <a:srgbClr val="001F5F"/>
                </a:solidFill>
                <a:latin typeface="Arial"/>
                <a:cs typeface="Arial"/>
              </a:rPr>
              <a:t>{C, S, M, </a:t>
            </a:r>
            <a:r>
              <a:rPr spc="-5" dirty="0">
                <a:solidFill>
                  <a:srgbClr val="001F5F"/>
                </a:solidFill>
                <a:latin typeface="Arial"/>
                <a:cs typeface="Arial"/>
              </a:rPr>
              <a:t>L, C} </a:t>
            </a:r>
            <a:r>
              <a:rPr dirty="0">
                <a:solidFill>
                  <a:srgbClr val="001F5F"/>
                </a:solidFill>
                <a:latin typeface="Arial"/>
                <a:cs typeface="Arial"/>
              </a:rPr>
              <a:t>= </a:t>
            </a:r>
            <a:r>
              <a:rPr spc="-5" dirty="0">
                <a:solidFill>
                  <a:srgbClr val="001F5F"/>
                </a:solidFill>
                <a:latin typeface="Arial"/>
                <a:cs typeface="Arial"/>
              </a:rPr>
              <a:t>300 </a:t>
            </a:r>
            <a:r>
              <a:rPr dirty="0">
                <a:solidFill>
                  <a:srgbClr val="001F5F"/>
                </a:solidFill>
                <a:latin typeface="Arial"/>
                <a:cs typeface="Arial"/>
              </a:rPr>
              <a:t>+ </a:t>
            </a:r>
            <a:r>
              <a:rPr spc="-5" dirty="0">
                <a:solidFill>
                  <a:srgbClr val="001F5F"/>
                </a:solidFill>
                <a:latin typeface="Arial"/>
                <a:cs typeface="Arial"/>
              </a:rPr>
              <a:t>562 </a:t>
            </a:r>
            <a:r>
              <a:rPr dirty="0">
                <a:solidFill>
                  <a:srgbClr val="001F5F"/>
                </a:solidFill>
                <a:latin typeface="Arial"/>
                <a:cs typeface="Arial"/>
              </a:rPr>
              <a:t>+ </a:t>
            </a:r>
            <a:r>
              <a:rPr spc="-5" dirty="0">
                <a:solidFill>
                  <a:srgbClr val="001F5F"/>
                </a:solidFill>
                <a:latin typeface="Arial"/>
                <a:cs typeface="Arial"/>
              </a:rPr>
              <a:t>774 </a:t>
            </a:r>
            <a:r>
              <a:rPr dirty="0">
                <a:solidFill>
                  <a:srgbClr val="001F5F"/>
                </a:solidFill>
                <a:latin typeface="Arial"/>
                <a:cs typeface="Arial"/>
              </a:rPr>
              <a:t>+ </a:t>
            </a:r>
            <a:r>
              <a:rPr spc="-5" dirty="0">
                <a:solidFill>
                  <a:srgbClr val="001F5F"/>
                </a:solidFill>
                <a:latin typeface="Arial"/>
                <a:cs typeface="Arial"/>
              </a:rPr>
              <a:t>349 </a:t>
            </a:r>
            <a:r>
              <a:rPr dirty="0">
                <a:solidFill>
                  <a:srgbClr val="001F5F"/>
                </a:solidFill>
                <a:latin typeface="Arial"/>
                <a:cs typeface="Arial"/>
              </a:rPr>
              <a:t>=</a:t>
            </a:r>
            <a:r>
              <a:rPr spc="-35" dirty="0">
                <a:solidFill>
                  <a:srgbClr val="001F5F"/>
                </a:solidFill>
                <a:latin typeface="Arial"/>
                <a:cs typeface="Arial"/>
              </a:rPr>
              <a:t> </a:t>
            </a:r>
            <a:r>
              <a:rPr spc="-5" dirty="0">
                <a:solidFill>
                  <a:srgbClr val="001F5F"/>
                </a:solidFill>
                <a:latin typeface="Arial"/>
                <a:cs typeface="Arial"/>
              </a:rPr>
              <a:t>1985</a:t>
            </a:r>
            <a:endParaRPr>
              <a:latin typeface="Arial"/>
              <a:cs typeface="Arial"/>
            </a:endParaRPr>
          </a:p>
          <a:p>
            <a:pPr marL="12700"/>
            <a:r>
              <a:rPr dirty="0">
                <a:solidFill>
                  <a:srgbClr val="001F5F"/>
                </a:solidFill>
                <a:latin typeface="Arial"/>
                <a:cs typeface="Arial"/>
              </a:rPr>
              <a:t>{C, S, L, M, </a:t>
            </a:r>
            <a:r>
              <a:rPr spc="-5" dirty="0">
                <a:solidFill>
                  <a:srgbClr val="001F5F"/>
                </a:solidFill>
                <a:latin typeface="Arial"/>
                <a:cs typeface="Arial"/>
              </a:rPr>
              <a:t>C} </a:t>
            </a:r>
            <a:r>
              <a:rPr dirty="0">
                <a:solidFill>
                  <a:srgbClr val="001F5F"/>
                </a:solidFill>
                <a:latin typeface="Arial"/>
                <a:cs typeface="Arial"/>
              </a:rPr>
              <a:t>= </a:t>
            </a:r>
            <a:r>
              <a:rPr spc="-5" dirty="0">
                <a:solidFill>
                  <a:srgbClr val="001F5F"/>
                </a:solidFill>
                <a:latin typeface="Arial"/>
                <a:cs typeface="Arial"/>
              </a:rPr>
              <a:t>300 </a:t>
            </a:r>
            <a:r>
              <a:rPr dirty="0">
                <a:solidFill>
                  <a:srgbClr val="001F5F"/>
                </a:solidFill>
                <a:latin typeface="Arial"/>
                <a:cs typeface="Arial"/>
              </a:rPr>
              <a:t>+ </a:t>
            </a:r>
            <a:r>
              <a:rPr spc="-5" dirty="0">
                <a:solidFill>
                  <a:srgbClr val="001F5F"/>
                </a:solidFill>
                <a:latin typeface="Arial"/>
                <a:cs typeface="Arial"/>
              </a:rPr>
              <a:t>541 </a:t>
            </a:r>
            <a:r>
              <a:rPr dirty="0">
                <a:solidFill>
                  <a:srgbClr val="001F5F"/>
                </a:solidFill>
                <a:latin typeface="Arial"/>
                <a:cs typeface="Arial"/>
              </a:rPr>
              <a:t>+ </a:t>
            </a:r>
            <a:r>
              <a:rPr spc="-5" dirty="0">
                <a:solidFill>
                  <a:srgbClr val="001F5F"/>
                </a:solidFill>
                <a:latin typeface="Arial"/>
                <a:cs typeface="Arial"/>
              </a:rPr>
              <a:t>774 </a:t>
            </a:r>
            <a:r>
              <a:rPr dirty="0">
                <a:solidFill>
                  <a:srgbClr val="001F5F"/>
                </a:solidFill>
                <a:latin typeface="Arial"/>
                <a:cs typeface="Arial"/>
              </a:rPr>
              <a:t>+ </a:t>
            </a:r>
            <a:r>
              <a:rPr spc="-5" dirty="0">
                <a:solidFill>
                  <a:srgbClr val="001F5F"/>
                </a:solidFill>
                <a:latin typeface="Arial"/>
                <a:cs typeface="Arial"/>
              </a:rPr>
              <a:t>425 </a:t>
            </a:r>
            <a:r>
              <a:rPr dirty="0">
                <a:solidFill>
                  <a:srgbClr val="001F5F"/>
                </a:solidFill>
                <a:latin typeface="Arial"/>
                <a:cs typeface="Arial"/>
              </a:rPr>
              <a:t>=</a:t>
            </a:r>
            <a:r>
              <a:rPr spc="-50" dirty="0">
                <a:solidFill>
                  <a:srgbClr val="001F5F"/>
                </a:solidFill>
                <a:latin typeface="Arial"/>
                <a:cs typeface="Arial"/>
              </a:rPr>
              <a:t> </a:t>
            </a:r>
            <a:r>
              <a:rPr spc="-5" dirty="0">
                <a:solidFill>
                  <a:srgbClr val="001F5F"/>
                </a:solidFill>
                <a:latin typeface="Arial"/>
                <a:cs typeface="Arial"/>
              </a:rPr>
              <a:t>2040</a:t>
            </a:r>
            <a:endParaRPr>
              <a:latin typeface="Arial"/>
              <a:cs typeface="Arial"/>
            </a:endParaRPr>
          </a:p>
          <a:p>
            <a:pPr marL="12700"/>
            <a:r>
              <a:rPr dirty="0">
                <a:solidFill>
                  <a:srgbClr val="FF0000"/>
                </a:solidFill>
                <a:latin typeface="Arial"/>
                <a:cs typeface="Arial"/>
              </a:rPr>
              <a:t>{C, L, S, M, </a:t>
            </a:r>
            <a:r>
              <a:rPr spc="-10" dirty="0">
                <a:solidFill>
                  <a:srgbClr val="FF0000"/>
                </a:solidFill>
                <a:latin typeface="Arial"/>
                <a:cs typeface="Arial"/>
              </a:rPr>
              <a:t>C} </a:t>
            </a:r>
            <a:r>
              <a:rPr dirty="0">
                <a:solidFill>
                  <a:srgbClr val="FF0000"/>
                </a:solidFill>
                <a:latin typeface="Arial"/>
                <a:cs typeface="Arial"/>
              </a:rPr>
              <a:t>= </a:t>
            </a:r>
            <a:r>
              <a:rPr spc="-5" dirty="0">
                <a:solidFill>
                  <a:srgbClr val="FF0000"/>
                </a:solidFill>
                <a:latin typeface="Arial"/>
                <a:cs typeface="Arial"/>
              </a:rPr>
              <a:t>349 </a:t>
            </a:r>
            <a:r>
              <a:rPr dirty="0">
                <a:solidFill>
                  <a:srgbClr val="FF0000"/>
                </a:solidFill>
                <a:latin typeface="Arial"/>
                <a:cs typeface="Arial"/>
              </a:rPr>
              <a:t>+ </a:t>
            </a:r>
            <a:r>
              <a:rPr spc="-5" dirty="0">
                <a:solidFill>
                  <a:srgbClr val="FF0000"/>
                </a:solidFill>
                <a:latin typeface="Arial"/>
                <a:cs typeface="Arial"/>
              </a:rPr>
              <a:t>541 </a:t>
            </a:r>
            <a:r>
              <a:rPr dirty="0">
                <a:solidFill>
                  <a:srgbClr val="FF0000"/>
                </a:solidFill>
                <a:latin typeface="Arial"/>
                <a:cs typeface="Arial"/>
              </a:rPr>
              <a:t>+ </a:t>
            </a:r>
            <a:r>
              <a:rPr spc="-5" dirty="0">
                <a:solidFill>
                  <a:srgbClr val="FF0000"/>
                </a:solidFill>
                <a:latin typeface="Arial"/>
                <a:cs typeface="Arial"/>
              </a:rPr>
              <a:t>562 </a:t>
            </a:r>
            <a:r>
              <a:rPr dirty="0">
                <a:solidFill>
                  <a:srgbClr val="FF0000"/>
                </a:solidFill>
                <a:latin typeface="Arial"/>
                <a:cs typeface="Arial"/>
              </a:rPr>
              <a:t>+ </a:t>
            </a:r>
            <a:r>
              <a:rPr spc="-5" dirty="0">
                <a:solidFill>
                  <a:srgbClr val="FF0000"/>
                </a:solidFill>
                <a:latin typeface="Arial"/>
                <a:cs typeface="Arial"/>
              </a:rPr>
              <a:t>425 </a:t>
            </a:r>
            <a:r>
              <a:rPr dirty="0">
                <a:solidFill>
                  <a:srgbClr val="FF0000"/>
                </a:solidFill>
                <a:latin typeface="Arial"/>
                <a:cs typeface="Arial"/>
              </a:rPr>
              <a:t>=</a:t>
            </a:r>
            <a:r>
              <a:rPr spc="-45" dirty="0">
                <a:solidFill>
                  <a:srgbClr val="FF0000"/>
                </a:solidFill>
                <a:latin typeface="Arial"/>
                <a:cs typeface="Arial"/>
              </a:rPr>
              <a:t> </a:t>
            </a:r>
            <a:r>
              <a:rPr spc="-5" dirty="0">
                <a:solidFill>
                  <a:srgbClr val="FF0000"/>
                </a:solidFill>
                <a:latin typeface="Arial"/>
                <a:cs typeface="Arial"/>
              </a:rPr>
              <a:t>1877</a:t>
            </a:r>
            <a:endParaRPr>
              <a:latin typeface="Arial"/>
              <a:cs typeface="Arial"/>
            </a:endParaRPr>
          </a:p>
          <a:p>
            <a:pPr marL="12700"/>
            <a:r>
              <a:rPr dirty="0">
                <a:solidFill>
                  <a:srgbClr val="001F5F"/>
                </a:solidFill>
                <a:latin typeface="Arial"/>
                <a:cs typeface="Arial"/>
              </a:rPr>
              <a:t>{C, L, M, S, </a:t>
            </a:r>
            <a:r>
              <a:rPr spc="-5" dirty="0">
                <a:solidFill>
                  <a:srgbClr val="001F5F"/>
                </a:solidFill>
                <a:latin typeface="Arial"/>
                <a:cs typeface="Arial"/>
              </a:rPr>
              <a:t>C} </a:t>
            </a:r>
            <a:r>
              <a:rPr dirty="0">
                <a:solidFill>
                  <a:srgbClr val="001F5F"/>
                </a:solidFill>
                <a:latin typeface="Arial"/>
                <a:cs typeface="Arial"/>
              </a:rPr>
              <a:t>= </a:t>
            </a:r>
            <a:r>
              <a:rPr spc="-5" dirty="0">
                <a:solidFill>
                  <a:srgbClr val="001F5F"/>
                </a:solidFill>
                <a:latin typeface="Arial"/>
                <a:cs typeface="Arial"/>
              </a:rPr>
              <a:t>349 </a:t>
            </a:r>
            <a:r>
              <a:rPr dirty="0">
                <a:solidFill>
                  <a:srgbClr val="001F5F"/>
                </a:solidFill>
                <a:latin typeface="Arial"/>
                <a:cs typeface="Arial"/>
              </a:rPr>
              <a:t>+ </a:t>
            </a:r>
            <a:r>
              <a:rPr spc="-5" dirty="0">
                <a:solidFill>
                  <a:srgbClr val="001F5F"/>
                </a:solidFill>
                <a:latin typeface="Arial"/>
                <a:cs typeface="Arial"/>
              </a:rPr>
              <a:t>774 </a:t>
            </a:r>
            <a:r>
              <a:rPr dirty="0">
                <a:solidFill>
                  <a:srgbClr val="001F5F"/>
                </a:solidFill>
                <a:latin typeface="Arial"/>
                <a:cs typeface="Arial"/>
              </a:rPr>
              <a:t>+ </a:t>
            </a:r>
            <a:r>
              <a:rPr spc="-5" dirty="0">
                <a:solidFill>
                  <a:srgbClr val="001F5F"/>
                </a:solidFill>
                <a:latin typeface="Arial"/>
                <a:cs typeface="Arial"/>
              </a:rPr>
              <a:t>562 </a:t>
            </a:r>
            <a:r>
              <a:rPr dirty="0">
                <a:solidFill>
                  <a:srgbClr val="001F5F"/>
                </a:solidFill>
                <a:latin typeface="Arial"/>
                <a:cs typeface="Arial"/>
              </a:rPr>
              <a:t>+ </a:t>
            </a:r>
            <a:r>
              <a:rPr spc="-5" dirty="0">
                <a:solidFill>
                  <a:srgbClr val="001F5F"/>
                </a:solidFill>
                <a:latin typeface="Arial"/>
                <a:cs typeface="Arial"/>
              </a:rPr>
              <a:t>300 </a:t>
            </a:r>
            <a:r>
              <a:rPr dirty="0">
                <a:solidFill>
                  <a:srgbClr val="001F5F"/>
                </a:solidFill>
                <a:latin typeface="Arial"/>
                <a:cs typeface="Arial"/>
              </a:rPr>
              <a:t>=</a:t>
            </a:r>
            <a:r>
              <a:rPr spc="-50" dirty="0">
                <a:solidFill>
                  <a:srgbClr val="001F5F"/>
                </a:solidFill>
                <a:latin typeface="Arial"/>
                <a:cs typeface="Arial"/>
              </a:rPr>
              <a:t> </a:t>
            </a:r>
            <a:r>
              <a:rPr spc="-5" dirty="0">
                <a:solidFill>
                  <a:srgbClr val="001F5F"/>
                </a:solidFill>
                <a:latin typeface="Arial"/>
                <a:cs typeface="Arial"/>
              </a:rPr>
              <a:t>1985</a:t>
            </a:r>
            <a:endParaRPr>
              <a:latin typeface="Arial"/>
              <a:cs typeface="Arial"/>
            </a:endParaRPr>
          </a:p>
        </p:txBody>
      </p:sp>
      <p:grpSp>
        <p:nvGrpSpPr>
          <p:cNvPr id="62" name="Grupo 61">
            <a:extLst>
              <a:ext uri="{FF2B5EF4-FFF2-40B4-BE49-F238E27FC236}">
                <a16:creationId xmlns:a16="http://schemas.microsoft.com/office/drawing/2014/main" id="{FB57BA2E-3896-4DA2-97D6-1588825E9B42}"/>
              </a:ext>
            </a:extLst>
          </p:cNvPr>
          <p:cNvGrpSpPr/>
          <p:nvPr/>
        </p:nvGrpSpPr>
        <p:grpSpPr>
          <a:xfrm>
            <a:off x="7876829" y="891964"/>
            <a:ext cx="3489324" cy="2005332"/>
            <a:chOff x="6432550" y="2456941"/>
            <a:chExt cx="3489324" cy="2005332"/>
          </a:xfrm>
        </p:grpSpPr>
        <p:sp>
          <p:nvSpPr>
            <p:cNvPr id="30" name="object 30"/>
            <p:cNvSpPr/>
            <p:nvPr/>
          </p:nvSpPr>
          <p:spPr>
            <a:xfrm>
              <a:off x="7058628" y="2709417"/>
              <a:ext cx="970280" cy="685800"/>
            </a:xfrm>
            <a:custGeom>
              <a:avLst/>
              <a:gdLst/>
              <a:ahLst/>
              <a:cxnLst/>
              <a:rect l="l" t="t" r="r" b="b"/>
              <a:pathLst>
                <a:path w="970279" h="685800">
                  <a:moveTo>
                    <a:pt x="44275" y="610711"/>
                  </a:moveTo>
                  <a:lnTo>
                    <a:pt x="29664" y="610881"/>
                  </a:lnTo>
                  <a:lnTo>
                    <a:pt x="15779" y="616839"/>
                  </a:lnTo>
                  <a:lnTo>
                    <a:pt x="5306" y="627721"/>
                  </a:lnTo>
                  <a:lnTo>
                    <a:pt x="0" y="641318"/>
                  </a:lnTo>
                  <a:lnTo>
                    <a:pt x="170" y="655915"/>
                  </a:lnTo>
                  <a:lnTo>
                    <a:pt x="6127" y="669798"/>
                  </a:lnTo>
                  <a:lnTo>
                    <a:pt x="17083" y="680271"/>
                  </a:lnTo>
                  <a:lnTo>
                    <a:pt x="30718" y="685577"/>
                  </a:lnTo>
                  <a:lnTo>
                    <a:pt x="45329" y="685407"/>
                  </a:lnTo>
                  <a:lnTo>
                    <a:pt x="59213" y="679450"/>
                  </a:lnTo>
                  <a:lnTo>
                    <a:pt x="69687" y="668567"/>
                  </a:lnTo>
                  <a:lnTo>
                    <a:pt x="74993" y="654970"/>
                  </a:lnTo>
                  <a:lnTo>
                    <a:pt x="74975" y="653415"/>
                  </a:lnTo>
                  <a:lnTo>
                    <a:pt x="41052" y="653415"/>
                  </a:lnTo>
                  <a:lnTo>
                    <a:pt x="33940" y="642874"/>
                  </a:lnTo>
                  <a:lnTo>
                    <a:pt x="64136" y="621969"/>
                  </a:lnTo>
                  <a:lnTo>
                    <a:pt x="57910" y="616017"/>
                  </a:lnTo>
                  <a:lnTo>
                    <a:pt x="44275" y="610711"/>
                  </a:lnTo>
                  <a:close/>
                </a:path>
                <a:path w="970279" h="685800">
                  <a:moveTo>
                    <a:pt x="64136" y="621969"/>
                  </a:moveTo>
                  <a:lnTo>
                    <a:pt x="33940" y="642874"/>
                  </a:lnTo>
                  <a:lnTo>
                    <a:pt x="41052" y="653415"/>
                  </a:lnTo>
                  <a:lnTo>
                    <a:pt x="71402" y="632402"/>
                  </a:lnTo>
                  <a:lnTo>
                    <a:pt x="68865" y="626491"/>
                  </a:lnTo>
                  <a:lnTo>
                    <a:pt x="64136" y="621969"/>
                  </a:lnTo>
                  <a:close/>
                </a:path>
                <a:path w="970279" h="685800">
                  <a:moveTo>
                    <a:pt x="71402" y="632402"/>
                  </a:moveTo>
                  <a:lnTo>
                    <a:pt x="41052" y="653415"/>
                  </a:lnTo>
                  <a:lnTo>
                    <a:pt x="74975" y="653415"/>
                  </a:lnTo>
                  <a:lnTo>
                    <a:pt x="74822" y="640373"/>
                  </a:lnTo>
                  <a:lnTo>
                    <a:pt x="71402" y="632402"/>
                  </a:lnTo>
                  <a:close/>
                </a:path>
                <a:path w="970279" h="685800">
                  <a:moveTo>
                    <a:pt x="962564" y="0"/>
                  </a:moveTo>
                  <a:lnTo>
                    <a:pt x="64136" y="621969"/>
                  </a:lnTo>
                  <a:lnTo>
                    <a:pt x="68865" y="626491"/>
                  </a:lnTo>
                  <a:lnTo>
                    <a:pt x="71402" y="632402"/>
                  </a:lnTo>
                  <a:lnTo>
                    <a:pt x="969803" y="10414"/>
                  </a:lnTo>
                  <a:lnTo>
                    <a:pt x="962564" y="0"/>
                  </a:lnTo>
                  <a:close/>
                </a:path>
              </a:pathLst>
            </a:custGeom>
            <a:solidFill>
              <a:srgbClr val="000000"/>
            </a:solidFill>
          </p:spPr>
          <p:txBody>
            <a:bodyPr wrap="square" lIns="0" tIns="0" rIns="0" bIns="0" rtlCol="0"/>
            <a:lstStyle/>
            <a:p>
              <a:endParaRPr/>
            </a:p>
          </p:txBody>
        </p:sp>
        <p:sp>
          <p:nvSpPr>
            <p:cNvPr id="31" name="object 31"/>
            <p:cNvSpPr/>
            <p:nvPr/>
          </p:nvSpPr>
          <p:spPr>
            <a:xfrm>
              <a:off x="8018653" y="2713227"/>
              <a:ext cx="186690" cy="681990"/>
            </a:xfrm>
            <a:custGeom>
              <a:avLst/>
              <a:gdLst/>
              <a:ahLst/>
              <a:cxnLst/>
              <a:rect l="l" t="t" r="r" b="b"/>
              <a:pathLst>
                <a:path w="186690" h="681989">
                  <a:moveTo>
                    <a:pt x="134899" y="609779"/>
                  </a:moveTo>
                  <a:lnTo>
                    <a:pt x="126942" y="613326"/>
                  </a:lnTo>
                  <a:lnTo>
                    <a:pt x="116919" y="623919"/>
                  </a:lnTo>
                  <a:lnTo>
                    <a:pt x="111587" y="637512"/>
                  </a:lnTo>
                  <a:lnTo>
                    <a:pt x="111887" y="652652"/>
                  </a:lnTo>
                  <a:lnTo>
                    <a:pt x="118026" y="666426"/>
                  </a:lnTo>
                  <a:lnTo>
                    <a:pt x="128619" y="676449"/>
                  </a:lnTo>
                  <a:lnTo>
                    <a:pt x="142212" y="681781"/>
                  </a:lnTo>
                  <a:lnTo>
                    <a:pt x="157352" y="681482"/>
                  </a:lnTo>
                  <a:lnTo>
                    <a:pt x="171126" y="675342"/>
                  </a:lnTo>
                  <a:lnTo>
                    <a:pt x="181149" y="664749"/>
                  </a:lnTo>
                  <a:lnTo>
                    <a:pt x="186481" y="651156"/>
                  </a:lnTo>
                  <a:lnTo>
                    <a:pt x="186373" y="645668"/>
                  </a:lnTo>
                  <a:lnTo>
                    <a:pt x="142875" y="645668"/>
                  </a:lnTo>
                  <a:lnTo>
                    <a:pt x="134899" y="609779"/>
                  </a:lnTo>
                  <a:close/>
                </a:path>
                <a:path w="186690" h="681989">
                  <a:moveTo>
                    <a:pt x="147207" y="607058"/>
                  </a:moveTo>
                  <a:lnTo>
                    <a:pt x="140716" y="607187"/>
                  </a:lnTo>
                  <a:lnTo>
                    <a:pt x="134899" y="609779"/>
                  </a:lnTo>
                  <a:lnTo>
                    <a:pt x="142875" y="645668"/>
                  </a:lnTo>
                  <a:lnTo>
                    <a:pt x="155194" y="643001"/>
                  </a:lnTo>
                  <a:lnTo>
                    <a:pt x="147207" y="607058"/>
                  </a:lnTo>
                  <a:close/>
                </a:path>
                <a:path w="186690" h="681989">
                  <a:moveTo>
                    <a:pt x="155856" y="606887"/>
                  </a:moveTo>
                  <a:lnTo>
                    <a:pt x="147207" y="607058"/>
                  </a:lnTo>
                  <a:lnTo>
                    <a:pt x="155194" y="643001"/>
                  </a:lnTo>
                  <a:lnTo>
                    <a:pt x="142875" y="645668"/>
                  </a:lnTo>
                  <a:lnTo>
                    <a:pt x="186373" y="645668"/>
                  </a:lnTo>
                  <a:lnTo>
                    <a:pt x="186181" y="636016"/>
                  </a:lnTo>
                  <a:lnTo>
                    <a:pt x="180042" y="622242"/>
                  </a:lnTo>
                  <a:lnTo>
                    <a:pt x="169449" y="612219"/>
                  </a:lnTo>
                  <a:lnTo>
                    <a:pt x="155856" y="606887"/>
                  </a:lnTo>
                  <a:close/>
                </a:path>
                <a:path w="186690" h="681989">
                  <a:moveTo>
                    <a:pt x="12319" y="0"/>
                  </a:moveTo>
                  <a:lnTo>
                    <a:pt x="0" y="2794"/>
                  </a:lnTo>
                  <a:lnTo>
                    <a:pt x="134899" y="609779"/>
                  </a:lnTo>
                  <a:lnTo>
                    <a:pt x="140716" y="607187"/>
                  </a:lnTo>
                  <a:lnTo>
                    <a:pt x="147207" y="607058"/>
                  </a:lnTo>
                  <a:lnTo>
                    <a:pt x="12319" y="0"/>
                  </a:lnTo>
                  <a:close/>
                </a:path>
              </a:pathLst>
            </a:custGeom>
            <a:solidFill>
              <a:srgbClr val="000000"/>
            </a:solidFill>
          </p:spPr>
          <p:txBody>
            <a:bodyPr wrap="square" lIns="0" tIns="0" rIns="0" bIns="0" rtlCol="0"/>
            <a:lstStyle/>
            <a:p>
              <a:endParaRPr/>
            </a:p>
          </p:txBody>
        </p:sp>
        <p:sp>
          <p:nvSpPr>
            <p:cNvPr id="32" name="object 32"/>
            <p:cNvSpPr/>
            <p:nvPr/>
          </p:nvSpPr>
          <p:spPr>
            <a:xfrm>
              <a:off x="8021829" y="2709036"/>
              <a:ext cx="1255395" cy="687070"/>
            </a:xfrm>
            <a:custGeom>
              <a:avLst/>
              <a:gdLst/>
              <a:ahLst/>
              <a:cxnLst/>
              <a:rect l="l" t="t" r="r" b="b"/>
              <a:pathLst>
                <a:path w="1255395" h="687070">
                  <a:moveTo>
                    <a:pt x="1181911" y="636922"/>
                  </a:moveTo>
                  <a:lnTo>
                    <a:pt x="1179443" y="645221"/>
                  </a:lnTo>
                  <a:lnTo>
                    <a:pt x="1180988" y="659749"/>
                  </a:lnTo>
                  <a:lnTo>
                    <a:pt x="1187892" y="672633"/>
                  </a:lnTo>
                  <a:lnTo>
                    <a:pt x="1199642" y="682243"/>
                  </a:lnTo>
                  <a:lnTo>
                    <a:pt x="1214125" y="686496"/>
                  </a:lnTo>
                  <a:lnTo>
                    <a:pt x="1228645" y="684926"/>
                  </a:lnTo>
                  <a:lnTo>
                    <a:pt x="1241522" y="678047"/>
                  </a:lnTo>
                  <a:lnTo>
                    <a:pt x="1251077" y="666368"/>
                  </a:lnTo>
                  <a:lnTo>
                    <a:pt x="1254702" y="654176"/>
                  </a:lnTo>
                  <a:lnTo>
                    <a:pt x="1214501" y="654176"/>
                  </a:lnTo>
                  <a:lnTo>
                    <a:pt x="1181911" y="636922"/>
                  </a:lnTo>
                  <a:close/>
                </a:path>
                <a:path w="1255395" h="687070">
                  <a:moveTo>
                    <a:pt x="1187860" y="625678"/>
                  </a:moveTo>
                  <a:lnTo>
                    <a:pt x="1183767" y="630682"/>
                  </a:lnTo>
                  <a:lnTo>
                    <a:pt x="1181911" y="636922"/>
                  </a:lnTo>
                  <a:lnTo>
                    <a:pt x="1214501" y="654176"/>
                  </a:lnTo>
                  <a:lnTo>
                    <a:pt x="1220343" y="642874"/>
                  </a:lnTo>
                  <a:lnTo>
                    <a:pt x="1187860" y="625678"/>
                  </a:lnTo>
                  <a:close/>
                </a:path>
                <a:path w="1255395" h="687070">
                  <a:moveTo>
                    <a:pt x="1220718" y="610554"/>
                  </a:moveTo>
                  <a:lnTo>
                    <a:pt x="1206198" y="612124"/>
                  </a:lnTo>
                  <a:lnTo>
                    <a:pt x="1193321" y="619003"/>
                  </a:lnTo>
                  <a:lnTo>
                    <a:pt x="1187860" y="625678"/>
                  </a:lnTo>
                  <a:lnTo>
                    <a:pt x="1220343" y="642874"/>
                  </a:lnTo>
                  <a:lnTo>
                    <a:pt x="1214501" y="654176"/>
                  </a:lnTo>
                  <a:lnTo>
                    <a:pt x="1254702" y="654176"/>
                  </a:lnTo>
                  <a:lnTo>
                    <a:pt x="1255400" y="651829"/>
                  </a:lnTo>
                  <a:lnTo>
                    <a:pt x="1253855" y="637301"/>
                  </a:lnTo>
                  <a:lnTo>
                    <a:pt x="1246951" y="624417"/>
                  </a:lnTo>
                  <a:lnTo>
                    <a:pt x="1235202" y="614807"/>
                  </a:lnTo>
                  <a:lnTo>
                    <a:pt x="1220718" y="610554"/>
                  </a:lnTo>
                  <a:close/>
                </a:path>
                <a:path w="1255395" h="687070">
                  <a:moveTo>
                    <a:pt x="5969" y="0"/>
                  </a:moveTo>
                  <a:lnTo>
                    <a:pt x="0" y="11175"/>
                  </a:lnTo>
                  <a:lnTo>
                    <a:pt x="1181911" y="636922"/>
                  </a:lnTo>
                  <a:lnTo>
                    <a:pt x="1183767" y="630682"/>
                  </a:lnTo>
                  <a:lnTo>
                    <a:pt x="1187860" y="625678"/>
                  </a:lnTo>
                  <a:lnTo>
                    <a:pt x="5969" y="0"/>
                  </a:lnTo>
                  <a:close/>
                </a:path>
              </a:pathLst>
            </a:custGeom>
            <a:solidFill>
              <a:srgbClr val="000000"/>
            </a:solidFill>
          </p:spPr>
          <p:txBody>
            <a:bodyPr wrap="square" lIns="0" tIns="0" rIns="0" bIns="0" rtlCol="0"/>
            <a:lstStyle/>
            <a:p>
              <a:endParaRPr/>
            </a:p>
          </p:txBody>
        </p:sp>
        <p:sp>
          <p:nvSpPr>
            <p:cNvPr id="33" name="object 33"/>
            <p:cNvSpPr/>
            <p:nvPr/>
          </p:nvSpPr>
          <p:spPr>
            <a:xfrm>
              <a:off x="6630023" y="3352291"/>
              <a:ext cx="469900" cy="328930"/>
            </a:xfrm>
            <a:custGeom>
              <a:avLst/>
              <a:gdLst/>
              <a:ahLst/>
              <a:cxnLst/>
              <a:rect l="l" t="t" r="r" b="b"/>
              <a:pathLst>
                <a:path w="469900" h="328929">
                  <a:moveTo>
                    <a:pt x="30347" y="253587"/>
                  </a:moveTo>
                  <a:lnTo>
                    <a:pt x="16394" y="259334"/>
                  </a:lnTo>
                  <a:lnTo>
                    <a:pt x="5691" y="270053"/>
                  </a:lnTo>
                  <a:lnTo>
                    <a:pt x="107" y="283559"/>
                  </a:lnTo>
                  <a:lnTo>
                    <a:pt x="0" y="298160"/>
                  </a:lnTo>
                  <a:lnTo>
                    <a:pt x="5726" y="312166"/>
                  </a:lnTo>
                  <a:lnTo>
                    <a:pt x="16464" y="322849"/>
                  </a:lnTo>
                  <a:lnTo>
                    <a:pt x="29999" y="328390"/>
                  </a:lnTo>
                  <a:lnTo>
                    <a:pt x="44606" y="328453"/>
                  </a:lnTo>
                  <a:lnTo>
                    <a:pt x="58558" y="322707"/>
                  </a:lnTo>
                  <a:lnTo>
                    <a:pt x="69262" y="311987"/>
                  </a:lnTo>
                  <a:lnTo>
                    <a:pt x="74846" y="298481"/>
                  </a:lnTo>
                  <a:lnTo>
                    <a:pt x="74862" y="296291"/>
                  </a:lnTo>
                  <a:lnTo>
                    <a:pt x="41032" y="296291"/>
                  </a:lnTo>
                  <a:lnTo>
                    <a:pt x="33920" y="285750"/>
                  </a:lnTo>
                  <a:lnTo>
                    <a:pt x="64615" y="265286"/>
                  </a:lnTo>
                  <a:lnTo>
                    <a:pt x="58489" y="259191"/>
                  </a:lnTo>
                  <a:lnTo>
                    <a:pt x="44954" y="253650"/>
                  </a:lnTo>
                  <a:lnTo>
                    <a:pt x="30347" y="253587"/>
                  </a:lnTo>
                  <a:close/>
                </a:path>
                <a:path w="469900" h="328929">
                  <a:moveTo>
                    <a:pt x="64615" y="265286"/>
                  </a:moveTo>
                  <a:lnTo>
                    <a:pt x="33920" y="285750"/>
                  </a:lnTo>
                  <a:lnTo>
                    <a:pt x="41032" y="296291"/>
                  </a:lnTo>
                  <a:lnTo>
                    <a:pt x="71675" y="275862"/>
                  </a:lnTo>
                  <a:lnTo>
                    <a:pt x="69226" y="269875"/>
                  </a:lnTo>
                  <a:lnTo>
                    <a:pt x="64615" y="265286"/>
                  </a:lnTo>
                  <a:close/>
                </a:path>
                <a:path w="469900" h="328929">
                  <a:moveTo>
                    <a:pt x="71675" y="275862"/>
                  </a:moveTo>
                  <a:lnTo>
                    <a:pt x="41032" y="296291"/>
                  </a:lnTo>
                  <a:lnTo>
                    <a:pt x="74862" y="296291"/>
                  </a:lnTo>
                  <a:lnTo>
                    <a:pt x="74953" y="283880"/>
                  </a:lnTo>
                  <a:lnTo>
                    <a:pt x="71675" y="275862"/>
                  </a:lnTo>
                  <a:close/>
                </a:path>
                <a:path w="469900" h="328929">
                  <a:moveTo>
                    <a:pt x="462545" y="0"/>
                  </a:moveTo>
                  <a:lnTo>
                    <a:pt x="64615" y="265286"/>
                  </a:lnTo>
                  <a:lnTo>
                    <a:pt x="69226" y="269875"/>
                  </a:lnTo>
                  <a:lnTo>
                    <a:pt x="71675" y="275862"/>
                  </a:lnTo>
                  <a:lnTo>
                    <a:pt x="469657" y="10541"/>
                  </a:lnTo>
                  <a:lnTo>
                    <a:pt x="462545" y="0"/>
                  </a:lnTo>
                  <a:close/>
                </a:path>
              </a:pathLst>
            </a:custGeom>
            <a:solidFill>
              <a:srgbClr val="000000"/>
            </a:solidFill>
          </p:spPr>
          <p:txBody>
            <a:bodyPr wrap="square" lIns="0" tIns="0" rIns="0" bIns="0" rtlCol="0"/>
            <a:lstStyle/>
            <a:p>
              <a:endParaRPr/>
            </a:p>
          </p:txBody>
        </p:sp>
        <p:sp>
          <p:nvSpPr>
            <p:cNvPr id="34" name="object 34"/>
            <p:cNvSpPr/>
            <p:nvPr/>
          </p:nvSpPr>
          <p:spPr>
            <a:xfrm>
              <a:off x="7092569" y="3352291"/>
              <a:ext cx="469900" cy="328930"/>
            </a:xfrm>
            <a:custGeom>
              <a:avLst/>
              <a:gdLst/>
              <a:ahLst/>
              <a:cxnLst/>
              <a:rect l="l" t="t" r="r" b="b"/>
              <a:pathLst>
                <a:path w="469900" h="328929">
                  <a:moveTo>
                    <a:pt x="397982" y="275862"/>
                  </a:moveTo>
                  <a:lnTo>
                    <a:pt x="394835" y="283559"/>
                  </a:lnTo>
                  <a:lnTo>
                    <a:pt x="394811" y="298481"/>
                  </a:lnTo>
                  <a:lnTo>
                    <a:pt x="400395" y="311987"/>
                  </a:lnTo>
                  <a:lnTo>
                    <a:pt x="411098" y="322707"/>
                  </a:lnTo>
                  <a:lnTo>
                    <a:pt x="425051" y="328453"/>
                  </a:lnTo>
                  <a:lnTo>
                    <a:pt x="439658" y="328390"/>
                  </a:lnTo>
                  <a:lnTo>
                    <a:pt x="453193" y="322849"/>
                  </a:lnTo>
                  <a:lnTo>
                    <a:pt x="463930" y="312166"/>
                  </a:lnTo>
                  <a:lnTo>
                    <a:pt x="469657" y="298160"/>
                  </a:lnTo>
                  <a:lnTo>
                    <a:pt x="469644" y="296291"/>
                  </a:lnTo>
                  <a:lnTo>
                    <a:pt x="428625" y="296291"/>
                  </a:lnTo>
                  <a:lnTo>
                    <a:pt x="397982" y="275862"/>
                  </a:lnTo>
                  <a:close/>
                </a:path>
                <a:path w="469900" h="328929">
                  <a:moveTo>
                    <a:pt x="405042" y="265286"/>
                  </a:moveTo>
                  <a:lnTo>
                    <a:pt x="400430" y="269875"/>
                  </a:lnTo>
                  <a:lnTo>
                    <a:pt x="397982" y="275862"/>
                  </a:lnTo>
                  <a:lnTo>
                    <a:pt x="428625" y="296291"/>
                  </a:lnTo>
                  <a:lnTo>
                    <a:pt x="435736" y="285750"/>
                  </a:lnTo>
                  <a:lnTo>
                    <a:pt x="405042" y="265286"/>
                  </a:lnTo>
                  <a:close/>
                </a:path>
                <a:path w="469900" h="328929">
                  <a:moveTo>
                    <a:pt x="439310" y="253587"/>
                  </a:moveTo>
                  <a:lnTo>
                    <a:pt x="424703" y="253650"/>
                  </a:lnTo>
                  <a:lnTo>
                    <a:pt x="411168" y="259191"/>
                  </a:lnTo>
                  <a:lnTo>
                    <a:pt x="405042" y="265286"/>
                  </a:lnTo>
                  <a:lnTo>
                    <a:pt x="435736" y="285750"/>
                  </a:lnTo>
                  <a:lnTo>
                    <a:pt x="428625" y="296291"/>
                  </a:lnTo>
                  <a:lnTo>
                    <a:pt x="469644" y="296291"/>
                  </a:lnTo>
                  <a:lnTo>
                    <a:pt x="469550" y="283559"/>
                  </a:lnTo>
                  <a:lnTo>
                    <a:pt x="463966" y="270053"/>
                  </a:lnTo>
                  <a:lnTo>
                    <a:pt x="453263" y="259334"/>
                  </a:lnTo>
                  <a:lnTo>
                    <a:pt x="439310" y="253587"/>
                  </a:lnTo>
                  <a:close/>
                </a:path>
                <a:path w="469900" h="328929">
                  <a:moveTo>
                    <a:pt x="7111" y="0"/>
                  </a:moveTo>
                  <a:lnTo>
                    <a:pt x="0" y="10541"/>
                  </a:lnTo>
                  <a:lnTo>
                    <a:pt x="397982" y="275862"/>
                  </a:lnTo>
                  <a:lnTo>
                    <a:pt x="400430" y="269875"/>
                  </a:lnTo>
                  <a:lnTo>
                    <a:pt x="405042" y="265286"/>
                  </a:lnTo>
                  <a:lnTo>
                    <a:pt x="7111" y="0"/>
                  </a:lnTo>
                  <a:close/>
                </a:path>
              </a:pathLst>
            </a:custGeom>
            <a:solidFill>
              <a:srgbClr val="000000"/>
            </a:solidFill>
          </p:spPr>
          <p:txBody>
            <a:bodyPr wrap="square" lIns="0" tIns="0" rIns="0" bIns="0" rtlCol="0"/>
            <a:lstStyle/>
            <a:p>
              <a:endParaRPr/>
            </a:p>
          </p:txBody>
        </p:sp>
        <p:sp>
          <p:nvSpPr>
            <p:cNvPr id="35" name="object 35"/>
            <p:cNvSpPr/>
            <p:nvPr/>
          </p:nvSpPr>
          <p:spPr>
            <a:xfrm>
              <a:off x="7701629" y="3352291"/>
              <a:ext cx="469900" cy="328930"/>
            </a:xfrm>
            <a:custGeom>
              <a:avLst/>
              <a:gdLst/>
              <a:ahLst/>
              <a:cxnLst/>
              <a:rect l="l" t="t" r="r" b="b"/>
              <a:pathLst>
                <a:path w="469900" h="328929">
                  <a:moveTo>
                    <a:pt x="30293" y="253587"/>
                  </a:moveTo>
                  <a:lnTo>
                    <a:pt x="16287" y="259334"/>
                  </a:lnTo>
                  <a:lnTo>
                    <a:pt x="5603" y="270053"/>
                  </a:lnTo>
                  <a:lnTo>
                    <a:pt x="63" y="283559"/>
                  </a:lnTo>
                  <a:lnTo>
                    <a:pt x="0" y="298160"/>
                  </a:lnTo>
                  <a:lnTo>
                    <a:pt x="5746" y="312166"/>
                  </a:lnTo>
                  <a:lnTo>
                    <a:pt x="16466" y="322849"/>
                  </a:lnTo>
                  <a:lnTo>
                    <a:pt x="29971" y="328390"/>
                  </a:lnTo>
                  <a:lnTo>
                    <a:pt x="44573" y="328453"/>
                  </a:lnTo>
                  <a:lnTo>
                    <a:pt x="58578" y="322707"/>
                  </a:lnTo>
                  <a:lnTo>
                    <a:pt x="69262" y="311987"/>
                  </a:lnTo>
                  <a:lnTo>
                    <a:pt x="74802" y="298481"/>
                  </a:lnTo>
                  <a:lnTo>
                    <a:pt x="74812" y="296291"/>
                  </a:lnTo>
                  <a:lnTo>
                    <a:pt x="40925" y="296291"/>
                  </a:lnTo>
                  <a:lnTo>
                    <a:pt x="33940" y="285750"/>
                  </a:lnTo>
                  <a:lnTo>
                    <a:pt x="64564" y="265334"/>
                  </a:lnTo>
                  <a:lnTo>
                    <a:pt x="58400" y="259191"/>
                  </a:lnTo>
                  <a:lnTo>
                    <a:pt x="44894" y="253650"/>
                  </a:lnTo>
                  <a:lnTo>
                    <a:pt x="30293" y="253587"/>
                  </a:lnTo>
                  <a:close/>
                </a:path>
                <a:path w="469900" h="328929">
                  <a:moveTo>
                    <a:pt x="64564" y="265334"/>
                  </a:moveTo>
                  <a:lnTo>
                    <a:pt x="33940" y="285750"/>
                  </a:lnTo>
                  <a:lnTo>
                    <a:pt x="40925" y="296291"/>
                  </a:lnTo>
                  <a:lnTo>
                    <a:pt x="71574" y="275858"/>
                  </a:lnTo>
                  <a:lnTo>
                    <a:pt x="69119" y="269875"/>
                  </a:lnTo>
                  <a:lnTo>
                    <a:pt x="64564" y="265334"/>
                  </a:lnTo>
                  <a:close/>
                </a:path>
                <a:path w="469900" h="328929">
                  <a:moveTo>
                    <a:pt x="71574" y="275858"/>
                  </a:moveTo>
                  <a:lnTo>
                    <a:pt x="40925" y="296291"/>
                  </a:lnTo>
                  <a:lnTo>
                    <a:pt x="74812" y="296291"/>
                  </a:lnTo>
                  <a:lnTo>
                    <a:pt x="74866" y="283880"/>
                  </a:lnTo>
                  <a:lnTo>
                    <a:pt x="71574" y="275858"/>
                  </a:lnTo>
                  <a:close/>
                </a:path>
                <a:path w="469900" h="328929">
                  <a:moveTo>
                    <a:pt x="462565" y="0"/>
                  </a:moveTo>
                  <a:lnTo>
                    <a:pt x="64564" y="265334"/>
                  </a:lnTo>
                  <a:lnTo>
                    <a:pt x="69119" y="269875"/>
                  </a:lnTo>
                  <a:lnTo>
                    <a:pt x="71574" y="275858"/>
                  </a:lnTo>
                  <a:lnTo>
                    <a:pt x="469550" y="10541"/>
                  </a:lnTo>
                  <a:lnTo>
                    <a:pt x="462565" y="0"/>
                  </a:lnTo>
                  <a:close/>
                </a:path>
              </a:pathLst>
            </a:custGeom>
            <a:solidFill>
              <a:srgbClr val="000000"/>
            </a:solidFill>
          </p:spPr>
          <p:txBody>
            <a:bodyPr wrap="square" lIns="0" tIns="0" rIns="0" bIns="0" rtlCol="0"/>
            <a:lstStyle/>
            <a:p>
              <a:endParaRPr/>
            </a:p>
          </p:txBody>
        </p:sp>
        <p:sp>
          <p:nvSpPr>
            <p:cNvPr id="36" name="object 36"/>
            <p:cNvSpPr/>
            <p:nvPr/>
          </p:nvSpPr>
          <p:spPr>
            <a:xfrm>
              <a:off x="8164194" y="3352291"/>
              <a:ext cx="469900" cy="328930"/>
            </a:xfrm>
            <a:custGeom>
              <a:avLst/>
              <a:gdLst/>
              <a:ahLst/>
              <a:cxnLst/>
              <a:rect l="l" t="t" r="r" b="b"/>
              <a:pathLst>
                <a:path w="469900" h="328929">
                  <a:moveTo>
                    <a:pt x="397975" y="275858"/>
                  </a:moveTo>
                  <a:lnTo>
                    <a:pt x="394816" y="283559"/>
                  </a:lnTo>
                  <a:lnTo>
                    <a:pt x="394747" y="298481"/>
                  </a:lnTo>
                  <a:lnTo>
                    <a:pt x="400288" y="311987"/>
                  </a:lnTo>
                  <a:lnTo>
                    <a:pt x="410972" y="322707"/>
                  </a:lnTo>
                  <a:lnTo>
                    <a:pt x="424977" y="328453"/>
                  </a:lnTo>
                  <a:lnTo>
                    <a:pt x="439578" y="328390"/>
                  </a:lnTo>
                  <a:lnTo>
                    <a:pt x="453084" y="322849"/>
                  </a:lnTo>
                  <a:lnTo>
                    <a:pt x="463803" y="312166"/>
                  </a:lnTo>
                  <a:lnTo>
                    <a:pt x="469550" y="298160"/>
                  </a:lnTo>
                  <a:lnTo>
                    <a:pt x="469542" y="296291"/>
                  </a:lnTo>
                  <a:lnTo>
                    <a:pt x="428625" y="296291"/>
                  </a:lnTo>
                  <a:lnTo>
                    <a:pt x="397975" y="275858"/>
                  </a:lnTo>
                  <a:close/>
                </a:path>
                <a:path w="469900" h="328929">
                  <a:moveTo>
                    <a:pt x="404986" y="265334"/>
                  </a:moveTo>
                  <a:lnTo>
                    <a:pt x="400430" y="269875"/>
                  </a:lnTo>
                  <a:lnTo>
                    <a:pt x="397975" y="275858"/>
                  </a:lnTo>
                  <a:lnTo>
                    <a:pt x="428625" y="296291"/>
                  </a:lnTo>
                  <a:lnTo>
                    <a:pt x="435609" y="285750"/>
                  </a:lnTo>
                  <a:lnTo>
                    <a:pt x="404986" y="265334"/>
                  </a:lnTo>
                  <a:close/>
                </a:path>
                <a:path w="469900" h="328929">
                  <a:moveTo>
                    <a:pt x="439257" y="253587"/>
                  </a:moveTo>
                  <a:lnTo>
                    <a:pt x="424656" y="253650"/>
                  </a:lnTo>
                  <a:lnTo>
                    <a:pt x="411150" y="259191"/>
                  </a:lnTo>
                  <a:lnTo>
                    <a:pt x="404986" y="265334"/>
                  </a:lnTo>
                  <a:lnTo>
                    <a:pt x="435609" y="285750"/>
                  </a:lnTo>
                  <a:lnTo>
                    <a:pt x="428625" y="296291"/>
                  </a:lnTo>
                  <a:lnTo>
                    <a:pt x="469542" y="296291"/>
                  </a:lnTo>
                  <a:lnTo>
                    <a:pt x="469487" y="283559"/>
                  </a:lnTo>
                  <a:lnTo>
                    <a:pt x="463946" y="270053"/>
                  </a:lnTo>
                  <a:lnTo>
                    <a:pt x="453262" y="259334"/>
                  </a:lnTo>
                  <a:lnTo>
                    <a:pt x="439257" y="253587"/>
                  </a:lnTo>
                  <a:close/>
                </a:path>
                <a:path w="469900" h="328929">
                  <a:moveTo>
                    <a:pt x="6984" y="0"/>
                  </a:moveTo>
                  <a:lnTo>
                    <a:pt x="0" y="10541"/>
                  </a:lnTo>
                  <a:lnTo>
                    <a:pt x="397975" y="275858"/>
                  </a:lnTo>
                  <a:lnTo>
                    <a:pt x="400430" y="269875"/>
                  </a:lnTo>
                  <a:lnTo>
                    <a:pt x="404986" y="265334"/>
                  </a:lnTo>
                  <a:lnTo>
                    <a:pt x="6984" y="0"/>
                  </a:lnTo>
                  <a:close/>
                </a:path>
              </a:pathLst>
            </a:custGeom>
            <a:solidFill>
              <a:srgbClr val="000000"/>
            </a:solidFill>
          </p:spPr>
          <p:txBody>
            <a:bodyPr wrap="square" lIns="0" tIns="0" rIns="0" bIns="0" rtlCol="0"/>
            <a:lstStyle/>
            <a:p>
              <a:endParaRPr/>
            </a:p>
          </p:txBody>
        </p:sp>
        <p:sp>
          <p:nvSpPr>
            <p:cNvPr id="37" name="object 37"/>
            <p:cNvSpPr/>
            <p:nvPr/>
          </p:nvSpPr>
          <p:spPr>
            <a:xfrm>
              <a:off x="8773148" y="3352291"/>
              <a:ext cx="469900" cy="328930"/>
            </a:xfrm>
            <a:custGeom>
              <a:avLst/>
              <a:gdLst/>
              <a:ahLst/>
              <a:cxnLst/>
              <a:rect l="l" t="t" r="r" b="b"/>
              <a:pathLst>
                <a:path w="469900" h="328929">
                  <a:moveTo>
                    <a:pt x="30347" y="253587"/>
                  </a:moveTo>
                  <a:lnTo>
                    <a:pt x="16394" y="259334"/>
                  </a:lnTo>
                  <a:lnTo>
                    <a:pt x="5691" y="270053"/>
                  </a:lnTo>
                  <a:lnTo>
                    <a:pt x="107" y="283559"/>
                  </a:lnTo>
                  <a:lnTo>
                    <a:pt x="0" y="298160"/>
                  </a:lnTo>
                  <a:lnTo>
                    <a:pt x="5726" y="312166"/>
                  </a:lnTo>
                  <a:lnTo>
                    <a:pt x="16464" y="322849"/>
                  </a:lnTo>
                  <a:lnTo>
                    <a:pt x="29999" y="328390"/>
                  </a:lnTo>
                  <a:lnTo>
                    <a:pt x="44606" y="328453"/>
                  </a:lnTo>
                  <a:lnTo>
                    <a:pt x="58558" y="322707"/>
                  </a:lnTo>
                  <a:lnTo>
                    <a:pt x="69244" y="311987"/>
                  </a:lnTo>
                  <a:lnTo>
                    <a:pt x="74799" y="298481"/>
                  </a:lnTo>
                  <a:lnTo>
                    <a:pt x="74814" y="296291"/>
                  </a:lnTo>
                  <a:lnTo>
                    <a:pt x="41032" y="296291"/>
                  </a:lnTo>
                  <a:lnTo>
                    <a:pt x="33920" y="285750"/>
                  </a:lnTo>
                  <a:lnTo>
                    <a:pt x="64615" y="265286"/>
                  </a:lnTo>
                  <a:lnTo>
                    <a:pt x="58489" y="259191"/>
                  </a:lnTo>
                  <a:lnTo>
                    <a:pt x="44954" y="253650"/>
                  </a:lnTo>
                  <a:lnTo>
                    <a:pt x="30347" y="253587"/>
                  </a:lnTo>
                  <a:close/>
                </a:path>
                <a:path w="469900" h="328929">
                  <a:moveTo>
                    <a:pt x="64615" y="265286"/>
                  </a:moveTo>
                  <a:lnTo>
                    <a:pt x="33920" y="285750"/>
                  </a:lnTo>
                  <a:lnTo>
                    <a:pt x="41032" y="296291"/>
                  </a:lnTo>
                  <a:lnTo>
                    <a:pt x="71657" y="275874"/>
                  </a:lnTo>
                  <a:lnTo>
                    <a:pt x="69226" y="269875"/>
                  </a:lnTo>
                  <a:lnTo>
                    <a:pt x="64615" y="265286"/>
                  </a:lnTo>
                  <a:close/>
                </a:path>
                <a:path w="469900" h="328929">
                  <a:moveTo>
                    <a:pt x="71657" y="275874"/>
                  </a:moveTo>
                  <a:lnTo>
                    <a:pt x="41032" y="296291"/>
                  </a:lnTo>
                  <a:lnTo>
                    <a:pt x="74814" y="296291"/>
                  </a:lnTo>
                  <a:lnTo>
                    <a:pt x="74900" y="283880"/>
                  </a:lnTo>
                  <a:lnTo>
                    <a:pt x="71657" y="275874"/>
                  </a:lnTo>
                  <a:close/>
                </a:path>
                <a:path w="469900" h="328929">
                  <a:moveTo>
                    <a:pt x="462545" y="0"/>
                  </a:moveTo>
                  <a:lnTo>
                    <a:pt x="64615" y="265286"/>
                  </a:lnTo>
                  <a:lnTo>
                    <a:pt x="69226" y="269875"/>
                  </a:lnTo>
                  <a:lnTo>
                    <a:pt x="71657" y="275874"/>
                  </a:lnTo>
                  <a:lnTo>
                    <a:pt x="469657" y="10541"/>
                  </a:lnTo>
                  <a:lnTo>
                    <a:pt x="462545" y="0"/>
                  </a:lnTo>
                  <a:close/>
                </a:path>
              </a:pathLst>
            </a:custGeom>
            <a:solidFill>
              <a:srgbClr val="000000"/>
            </a:solidFill>
          </p:spPr>
          <p:txBody>
            <a:bodyPr wrap="square" lIns="0" tIns="0" rIns="0" bIns="0" rtlCol="0"/>
            <a:lstStyle/>
            <a:p>
              <a:endParaRPr/>
            </a:p>
          </p:txBody>
        </p:sp>
        <p:sp>
          <p:nvSpPr>
            <p:cNvPr id="38" name="object 38"/>
            <p:cNvSpPr/>
            <p:nvPr/>
          </p:nvSpPr>
          <p:spPr>
            <a:xfrm>
              <a:off x="9235693" y="3352291"/>
              <a:ext cx="469900" cy="328930"/>
            </a:xfrm>
            <a:custGeom>
              <a:avLst/>
              <a:gdLst/>
              <a:ahLst/>
              <a:cxnLst/>
              <a:rect l="l" t="t" r="r" b="b"/>
              <a:pathLst>
                <a:path w="469900" h="328929">
                  <a:moveTo>
                    <a:pt x="397982" y="275862"/>
                  </a:moveTo>
                  <a:lnTo>
                    <a:pt x="394835" y="283559"/>
                  </a:lnTo>
                  <a:lnTo>
                    <a:pt x="394811" y="298481"/>
                  </a:lnTo>
                  <a:lnTo>
                    <a:pt x="400395" y="311987"/>
                  </a:lnTo>
                  <a:lnTo>
                    <a:pt x="411099" y="322707"/>
                  </a:lnTo>
                  <a:lnTo>
                    <a:pt x="425051" y="328453"/>
                  </a:lnTo>
                  <a:lnTo>
                    <a:pt x="439658" y="328390"/>
                  </a:lnTo>
                  <a:lnTo>
                    <a:pt x="453193" y="322849"/>
                  </a:lnTo>
                  <a:lnTo>
                    <a:pt x="463930" y="312166"/>
                  </a:lnTo>
                  <a:lnTo>
                    <a:pt x="469604" y="298160"/>
                  </a:lnTo>
                  <a:lnTo>
                    <a:pt x="469591" y="296291"/>
                  </a:lnTo>
                  <a:lnTo>
                    <a:pt x="428625" y="296291"/>
                  </a:lnTo>
                  <a:lnTo>
                    <a:pt x="397982" y="275862"/>
                  </a:lnTo>
                  <a:close/>
                </a:path>
                <a:path w="469900" h="328929">
                  <a:moveTo>
                    <a:pt x="405042" y="265286"/>
                  </a:moveTo>
                  <a:lnTo>
                    <a:pt x="400430" y="269875"/>
                  </a:lnTo>
                  <a:lnTo>
                    <a:pt x="397982" y="275862"/>
                  </a:lnTo>
                  <a:lnTo>
                    <a:pt x="428625" y="296291"/>
                  </a:lnTo>
                  <a:lnTo>
                    <a:pt x="435736" y="285750"/>
                  </a:lnTo>
                  <a:lnTo>
                    <a:pt x="405042" y="265286"/>
                  </a:lnTo>
                  <a:close/>
                </a:path>
                <a:path w="469900" h="328929">
                  <a:moveTo>
                    <a:pt x="439310" y="253587"/>
                  </a:moveTo>
                  <a:lnTo>
                    <a:pt x="424703" y="253650"/>
                  </a:lnTo>
                  <a:lnTo>
                    <a:pt x="411168" y="259191"/>
                  </a:lnTo>
                  <a:lnTo>
                    <a:pt x="405042" y="265286"/>
                  </a:lnTo>
                  <a:lnTo>
                    <a:pt x="435736" y="285750"/>
                  </a:lnTo>
                  <a:lnTo>
                    <a:pt x="428625" y="296291"/>
                  </a:lnTo>
                  <a:lnTo>
                    <a:pt x="469591" y="296291"/>
                  </a:lnTo>
                  <a:lnTo>
                    <a:pt x="469503" y="283559"/>
                  </a:lnTo>
                  <a:lnTo>
                    <a:pt x="463948" y="270053"/>
                  </a:lnTo>
                  <a:lnTo>
                    <a:pt x="453262" y="259334"/>
                  </a:lnTo>
                  <a:lnTo>
                    <a:pt x="439310" y="253587"/>
                  </a:lnTo>
                  <a:close/>
                </a:path>
                <a:path w="469900" h="328929">
                  <a:moveTo>
                    <a:pt x="7111" y="0"/>
                  </a:moveTo>
                  <a:lnTo>
                    <a:pt x="0" y="10541"/>
                  </a:lnTo>
                  <a:lnTo>
                    <a:pt x="397982" y="275862"/>
                  </a:lnTo>
                  <a:lnTo>
                    <a:pt x="400430" y="269875"/>
                  </a:lnTo>
                  <a:lnTo>
                    <a:pt x="405042" y="265286"/>
                  </a:lnTo>
                  <a:lnTo>
                    <a:pt x="7111" y="0"/>
                  </a:lnTo>
                  <a:close/>
                </a:path>
              </a:pathLst>
            </a:custGeom>
            <a:solidFill>
              <a:srgbClr val="000000"/>
            </a:solidFill>
          </p:spPr>
          <p:txBody>
            <a:bodyPr wrap="square" lIns="0" tIns="0" rIns="0" bIns="0" rtlCol="0"/>
            <a:lstStyle/>
            <a:p>
              <a:endParaRPr/>
            </a:p>
          </p:txBody>
        </p:sp>
        <p:sp>
          <p:nvSpPr>
            <p:cNvPr id="39" name="object 39"/>
            <p:cNvSpPr/>
            <p:nvPr/>
          </p:nvSpPr>
          <p:spPr>
            <a:xfrm>
              <a:off x="6629400" y="3644900"/>
              <a:ext cx="76200" cy="322580"/>
            </a:xfrm>
            <a:custGeom>
              <a:avLst/>
              <a:gdLst/>
              <a:ahLst/>
              <a:cxnLst/>
              <a:rect l="l" t="t" r="r" b="b"/>
              <a:pathLst>
                <a:path w="76200" h="322579">
                  <a:moveTo>
                    <a:pt x="31947" y="247278"/>
                  </a:moveTo>
                  <a:lnTo>
                    <a:pt x="23485" y="248967"/>
                  </a:lnTo>
                  <a:lnTo>
                    <a:pt x="11318" y="257079"/>
                  </a:lnTo>
                  <a:lnTo>
                    <a:pt x="3081" y="269144"/>
                  </a:lnTo>
                  <a:lnTo>
                    <a:pt x="0" y="283972"/>
                  </a:lnTo>
                  <a:lnTo>
                    <a:pt x="2913" y="298838"/>
                  </a:lnTo>
                  <a:lnTo>
                    <a:pt x="11017" y="310991"/>
                  </a:lnTo>
                  <a:lnTo>
                    <a:pt x="23074" y="319190"/>
                  </a:lnTo>
                  <a:lnTo>
                    <a:pt x="37846" y="322199"/>
                  </a:lnTo>
                  <a:lnTo>
                    <a:pt x="52714" y="319303"/>
                  </a:lnTo>
                  <a:lnTo>
                    <a:pt x="64881" y="311229"/>
                  </a:lnTo>
                  <a:lnTo>
                    <a:pt x="73118" y="299178"/>
                  </a:lnTo>
                  <a:lnTo>
                    <a:pt x="76200" y="284352"/>
                  </a:lnTo>
                  <a:lnTo>
                    <a:pt x="44450" y="284225"/>
                  </a:lnTo>
                  <a:lnTo>
                    <a:pt x="31750" y="284099"/>
                  </a:lnTo>
                  <a:lnTo>
                    <a:pt x="31947" y="247278"/>
                  </a:lnTo>
                  <a:close/>
                </a:path>
                <a:path w="76200" h="322579">
                  <a:moveTo>
                    <a:pt x="38353" y="245999"/>
                  </a:moveTo>
                  <a:lnTo>
                    <a:pt x="31947" y="247278"/>
                  </a:lnTo>
                  <a:lnTo>
                    <a:pt x="31750" y="284099"/>
                  </a:lnTo>
                  <a:lnTo>
                    <a:pt x="44450" y="284225"/>
                  </a:lnTo>
                  <a:lnTo>
                    <a:pt x="44647" y="247312"/>
                  </a:lnTo>
                  <a:lnTo>
                    <a:pt x="38353" y="245999"/>
                  </a:lnTo>
                  <a:close/>
                </a:path>
                <a:path w="76200" h="322579">
                  <a:moveTo>
                    <a:pt x="44647" y="247312"/>
                  </a:moveTo>
                  <a:lnTo>
                    <a:pt x="44450" y="284225"/>
                  </a:lnTo>
                  <a:lnTo>
                    <a:pt x="76175" y="284225"/>
                  </a:lnTo>
                  <a:lnTo>
                    <a:pt x="73286" y="269484"/>
                  </a:lnTo>
                  <a:lnTo>
                    <a:pt x="65182" y="257317"/>
                  </a:lnTo>
                  <a:lnTo>
                    <a:pt x="53125" y="249080"/>
                  </a:lnTo>
                  <a:lnTo>
                    <a:pt x="44647" y="247312"/>
                  </a:lnTo>
                  <a:close/>
                </a:path>
                <a:path w="76200" h="322579">
                  <a:moveTo>
                    <a:pt x="44654" y="245999"/>
                  </a:moveTo>
                  <a:lnTo>
                    <a:pt x="38353" y="245999"/>
                  </a:lnTo>
                  <a:lnTo>
                    <a:pt x="44647" y="247312"/>
                  </a:lnTo>
                  <a:lnTo>
                    <a:pt x="44654" y="245999"/>
                  </a:lnTo>
                  <a:close/>
                </a:path>
                <a:path w="76200" h="322579">
                  <a:moveTo>
                    <a:pt x="45974" y="0"/>
                  </a:moveTo>
                  <a:lnTo>
                    <a:pt x="33274" y="0"/>
                  </a:lnTo>
                  <a:lnTo>
                    <a:pt x="31947" y="247278"/>
                  </a:lnTo>
                  <a:lnTo>
                    <a:pt x="38353" y="245999"/>
                  </a:lnTo>
                  <a:lnTo>
                    <a:pt x="44654" y="245999"/>
                  </a:lnTo>
                  <a:lnTo>
                    <a:pt x="45974" y="0"/>
                  </a:lnTo>
                  <a:close/>
                </a:path>
              </a:pathLst>
            </a:custGeom>
            <a:solidFill>
              <a:srgbClr val="000000"/>
            </a:solidFill>
          </p:spPr>
          <p:txBody>
            <a:bodyPr wrap="square" lIns="0" tIns="0" rIns="0" bIns="0" rtlCol="0"/>
            <a:lstStyle/>
            <a:p>
              <a:endParaRPr/>
            </a:p>
          </p:txBody>
        </p:sp>
        <p:sp>
          <p:nvSpPr>
            <p:cNvPr id="40" name="object 40"/>
            <p:cNvSpPr/>
            <p:nvPr/>
          </p:nvSpPr>
          <p:spPr>
            <a:xfrm>
              <a:off x="6629400" y="3928998"/>
              <a:ext cx="76200" cy="323850"/>
            </a:xfrm>
            <a:custGeom>
              <a:avLst/>
              <a:gdLst/>
              <a:ahLst/>
              <a:cxnLst/>
              <a:rect l="l" t="t" r="r" b="b"/>
              <a:pathLst>
                <a:path w="76200" h="323850">
                  <a:moveTo>
                    <a:pt x="31946" y="248929"/>
                  </a:moveTo>
                  <a:lnTo>
                    <a:pt x="23485" y="250618"/>
                  </a:lnTo>
                  <a:lnTo>
                    <a:pt x="11318" y="258730"/>
                  </a:lnTo>
                  <a:lnTo>
                    <a:pt x="3081" y="270795"/>
                  </a:lnTo>
                  <a:lnTo>
                    <a:pt x="0" y="285623"/>
                  </a:lnTo>
                  <a:lnTo>
                    <a:pt x="2913" y="300489"/>
                  </a:lnTo>
                  <a:lnTo>
                    <a:pt x="11017" y="312642"/>
                  </a:lnTo>
                  <a:lnTo>
                    <a:pt x="23074" y="320841"/>
                  </a:lnTo>
                  <a:lnTo>
                    <a:pt x="37846" y="323850"/>
                  </a:lnTo>
                  <a:lnTo>
                    <a:pt x="52714" y="320954"/>
                  </a:lnTo>
                  <a:lnTo>
                    <a:pt x="64881" y="312880"/>
                  </a:lnTo>
                  <a:lnTo>
                    <a:pt x="73118" y="300829"/>
                  </a:lnTo>
                  <a:lnTo>
                    <a:pt x="76200" y="286003"/>
                  </a:lnTo>
                  <a:lnTo>
                    <a:pt x="44450" y="285876"/>
                  </a:lnTo>
                  <a:lnTo>
                    <a:pt x="31750" y="285750"/>
                  </a:lnTo>
                  <a:lnTo>
                    <a:pt x="31946" y="248929"/>
                  </a:lnTo>
                  <a:close/>
                </a:path>
                <a:path w="76200" h="323850">
                  <a:moveTo>
                    <a:pt x="38353" y="247650"/>
                  </a:moveTo>
                  <a:lnTo>
                    <a:pt x="31946" y="248929"/>
                  </a:lnTo>
                  <a:lnTo>
                    <a:pt x="31750" y="285750"/>
                  </a:lnTo>
                  <a:lnTo>
                    <a:pt x="44450" y="285876"/>
                  </a:lnTo>
                  <a:lnTo>
                    <a:pt x="44646" y="248962"/>
                  </a:lnTo>
                  <a:lnTo>
                    <a:pt x="38353" y="247650"/>
                  </a:lnTo>
                  <a:close/>
                </a:path>
                <a:path w="76200" h="323850">
                  <a:moveTo>
                    <a:pt x="44646" y="248962"/>
                  </a:moveTo>
                  <a:lnTo>
                    <a:pt x="44450" y="285876"/>
                  </a:lnTo>
                  <a:lnTo>
                    <a:pt x="76175" y="285876"/>
                  </a:lnTo>
                  <a:lnTo>
                    <a:pt x="73286" y="271135"/>
                  </a:lnTo>
                  <a:lnTo>
                    <a:pt x="65182" y="258968"/>
                  </a:lnTo>
                  <a:lnTo>
                    <a:pt x="53125" y="250731"/>
                  </a:lnTo>
                  <a:lnTo>
                    <a:pt x="44646" y="248962"/>
                  </a:lnTo>
                  <a:close/>
                </a:path>
                <a:path w="76200" h="323850">
                  <a:moveTo>
                    <a:pt x="44653" y="247650"/>
                  </a:moveTo>
                  <a:lnTo>
                    <a:pt x="38353" y="247650"/>
                  </a:lnTo>
                  <a:lnTo>
                    <a:pt x="44646" y="248962"/>
                  </a:lnTo>
                  <a:lnTo>
                    <a:pt x="44653" y="247650"/>
                  </a:lnTo>
                  <a:close/>
                </a:path>
                <a:path w="76200" h="323850">
                  <a:moveTo>
                    <a:pt x="33274" y="0"/>
                  </a:moveTo>
                  <a:lnTo>
                    <a:pt x="31946" y="248929"/>
                  </a:lnTo>
                  <a:lnTo>
                    <a:pt x="38353" y="247650"/>
                  </a:lnTo>
                  <a:lnTo>
                    <a:pt x="44653" y="247650"/>
                  </a:lnTo>
                  <a:lnTo>
                    <a:pt x="45974" y="126"/>
                  </a:lnTo>
                  <a:lnTo>
                    <a:pt x="33274" y="0"/>
                  </a:lnTo>
                  <a:close/>
                </a:path>
              </a:pathLst>
            </a:custGeom>
            <a:solidFill>
              <a:srgbClr val="000000"/>
            </a:solidFill>
          </p:spPr>
          <p:txBody>
            <a:bodyPr wrap="square" lIns="0" tIns="0" rIns="0" bIns="0" rtlCol="0"/>
            <a:lstStyle/>
            <a:p>
              <a:endParaRPr/>
            </a:p>
          </p:txBody>
        </p:sp>
        <p:sp>
          <p:nvSpPr>
            <p:cNvPr id="41" name="object 41"/>
            <p:cNvSpPr/>
            <p:nvPr/>
          </p:nvSpPr>
          <p:spPr>
            <a:xfrm>
              <a:off x="7486650" y="3643248"/>
              <a:ext cx="76200" cy="323850"/>
            </a:xfrm>
            <a:custGeom>
              <a:avLst/>
              <a:gdLst/>
              <a:ahLst/>
              <a:cxnLst/>
              <a:rect l="l" t="t" r="r" b="b"/>
              <a:pathLst>
                <a:path w="76200" h="323850">
                  <a:moveTo>
                    <a:pt x="31946" y="248929"/>
                  </a:moveTo>
                  <a:lnTo>
                    <a:pt x="23485" y="250618"/>
                  </a:lnTo>
                  <a:lnTo>
                    <a:pt x="11318" y="258730"/>
                  </a:lnTo>
                  <a:lnTo>
                    <a:pt x="3081" y="270795"/>
                  </a:lnTo>
                  <a:lnTo>
                    <a:pt x="0" y="285623"/>
                  </a:lnTo>
                  <a:lnTo>
                    <a:pt x="2913" y="300489"/>
                  </a:lnTo>
                  <a:lnTo>
                    <a:pt x="11017" y="312642"/>
                  </a:lnTo>
                  <a:lnTo>
                    <a:pt x="23074" y="320841"/>
                  </a:lnTo>
                  <a:lnTo>
                    <a:pt x="37846" y="323850"/>
                  </a:lnTo>
                  <a:lnTo>
                    <a:pt x="52714" y="320954"/>
                  </a:lnTo>
                  <a:lnTo>
                    <a:pt x="64881" y="312880"/>
                  </a:lnTo>
                  <a:lnTo>
                    <a:pt x="73118" y="300829"/>
                  </a:lnTo>
                  <a:lnTo>
                    <a:pt x="76200" y="286003"/>
                  </a:lnTo>
                  <a:lnTo>
                    <a:pt x="44450" y="285876"/>
                  </a:lnTo>
                  <a:lnTo>
                    <a:pt x="31750" y="285750"/>
                  </a:lnTo>
                  <a:lnTo>
                    <a:pt x="31946" y="248929"/>
                  </a:lnTo>
                  <a:close/>
                </a:path>
                <a:path w="76200" h="323850">
                  <a:moveTo>
                    <a:pt x="38353" y="247650"/>
                  </a:moveTo>
                  <a:lnTo>
                    <a:pt x="31946" y="248929"/>
                  </a:lnTo>
                  <a:lnTo>
                    <a:pt x="31750" y="285750"/>
                  </a:lnTo>
                  <a:lnTo>
                    <a:pt x="44450" y="285876"/>
                  </a:lnTo>
                  <a:lnTo>
                    <a:pt x="44646" y="248962"/>
                  </a:lnTo>
                  <a:lnTo>
                    <a:pt x="38353" y="247650"/>
                  </a:lnTo>
                  <a:close/>
                </a:path>
                <a:path w="76200" h="323850">
                  <a:moveTo>
                    <a:pt x="44646" y="248962"/>
                  </a:moveTo>
                  <a:lnTo>
                    <a:pt x="44450" y="285876"/>
                  </a:lnTo>
                  <a:lnTo>
                    <a:pt x="76175" y="285876"/>
                  </a:lnTo>
                  <a:lnTo>
                    <a:pt x="73286" y="271135"/>
                  </a:lnTo>
                  <a:lnTo>
                    <a:pt x="65182" y="258968"/>
                  </a:lnTo>
                  <a:lnTo>
                    <a:pt x="53125" y="250731"/>
                  </a:lnTo>
                  <a:lnTo>
                    <a:pt x="44646" y="248962"/>
                  </a:lnTo>
                  <a:close/>
                </a:path>
                <a:path w="76200" h="323850">
                  <a:moveTo>
                    <a:pt x="44653" y="247650"/>
                  </a:moveTo>
                  <a:lnTo>
                    <a:pt x="38353" y="247650"/>
                  </a:lnTo>
                  <a:lnTo>
                    <a:pt x="44646" y="248962"/>
                  </a:lnTo>
                  <a:lnTo>
                    <a:pt x="44653" y="247650"/>
                  </a:lnTo>
                  <a:close/>
                </a:path>
                <a:path w="76200" h="323850">
                  <a:moveTo>
                    <a:pt x="33274" y="0"/>
                  </a:moveTo>
                  <a:lnTo>
                    <a:pt x="31946" y="248929"/>
                  </a:lnTo>
                  <a:lnTo>
                    <a:pt x="38353" y="247650"/>
                  </a:lnTo>
                  <a:lnTo>
                    <a:pt x="44653" y="247650"/>
                  </a:lnTo>
                  <a:lnTo>
                    <a:pt x="45974" y="126"/>
                  </a:lnTo>
                  <a:lnTo>
                    <a:pt x="33274" y="0"/>
                  </a:lnTo>
                  <a:close/>
                </a:path>
              </a:pathLst>
            </a:custGeom>
            <a:solidFill>
              <a:srgbClr val="000000"/>
            </a:solidFill>
          </p:spPr>
          <p:txBody>
            <a:bodyPr wrap="square" lIns="0" tIns="0" rIns="0" bIns="0" rtlCol="0"/>
            <a:lstStyle/>
            <a:p>
              <a:endParaRPr/>
            </a:p>
          </p:txBody>
        </p:sp>
        <p:sp>
          <p:nvSpPr>
            <p:cNvPr id="42" name="object 42"/>
            <p:cNvSpPr/>
            <p:nvPr/>
          </p:nvSpPr>
          <p:spPr>
            <a:xfrm>
              <a:off x="7488173" y="3928998"/>
              <a:ext cx="76200" cy="323850"/>
            </a:xfrm>
            <a:custGeom>
              <a:avLst/>
              <a:gdLst/>
              <a:ahLst/>
              <a:cxnLst/>
              <a:rect l="l" t="t" r="r" b="b"/>
              <a:pathLst>
                <a:path w="76200" h="323850">
                  <a:moveTo>
                    <a:pt x="31962" y="248926"/>
                  </a:moveTo>
                  <a:lnTo>
                    <a:pt x="23485" y="250618"/>
                  </a:lnTo>
                  <a:lnTo>
                    <a:pt x="11318" y="258730"/>
                  </a:lnTo>
                  <a:lnTo>
                    <a:pt x="3081" y="270795"/>
                  </a:lnTo>
                  <a:lnTo>
                    <a:pt x="0" y="285623"/>
                  </a:lnTo>
                  <a:lnTo>
                    <a:pt x="2968" y="300489"/>
                  </a:lnTo>
                  <a:lnTo>
                    <a:pt x="11080" y="312642"/>
                  </a:lnTo>
                  <a:lnTo>
                    <a:pt x="23145" y="320841"/>
                  </a:lnTo>
                  <a:lnTo>
                    <a:pt x="37973" y="323850"/>
                  </a:lnTo>
                  <a:lnTo>
                    <a:pt x="52839" y="320954"/>
                  </a:lnTo>
                  <a:lnTo>
                    <a:pt x="64992" y="312880"/>
                  </a:lnTo>
                  <a:lnTo>
                    <a:pt x="73191" y="300829"/>
                  </a:lnTo>
                  <a:lnTo>
                    <a:pt x="76200" y="286003"/>
                  </a:lnTo>
                  <a:lnTo>
                    <a:pt x="44450" y="285876"/>
                  </a:lnTo>
                  <a:lnTo>
                    <a:pt x="31750" y="285750"/>
                  </a:lnTo>
                  <a:lnTo>
                    <a:pt x="31962" y="248926"/>
                  </a:lnTo>
                  <a:close/>
                </a:path>
                <a:path w="76200" h="323850">
                  <a:moveTo>
                    <a:pt x="38353" y="247650"/>
                  </a:moveTo>
                  <a:lnTo>
                    <a:pt x="31962" y="248926"/>
                  </a:lnTo>
                  <a:lnTo>
                    <a:pt x="31750" y="285750"/>
                  </a:lnTo>
                  <a:lnTo>
                    <a:pt x="44450" y="285876"/>
                  </a:lnTo>
                  <a:lnTo>
                    <a:pt x="44663" y="248961"/>
                  </a:lnTo>
                  <a:lnTo>
                    <a:pt x="38353" y="247650"/>
                  </a:lnTo>
                  <a:close/>
                </a:path>
                <a:path w="76200" h="323850">
                  <a:moveTo>
                    <a:pt x="44663" y="248961"/>
                  </a:moveTo>
                  <a:lnTo>
                    <a:pt x="44450" y="285876"/>
                  </a:lnTo>
                  <a:lnTo>
                    <a:pt x="76175" y="285876"/>
                  </a:lnTo>
                  <a:lnTo>
                    <a:pt x="73304" y="271135"/>
                  </a:lnTo>
                  <a:lnTo>
                    <a:pt x="65230" y="258968"/>
                  </a:lnTo>
                  <a:lnTo>
                    <a:pt x="53179" y="250731"/>
                  </a:lnTo>
                  <a:lnTo>
                    <a:pt x="44663" y="248961"/>
                  </a:lnTo>
                  <a:close/>
                </a:path>
                <a:path w="76200" h="323850">
                  <a:moveTo>
                    <a:pt x="44670" y="247650"/>
                  </a:moveTo>
                  <a:lnTo>
                    <a:pt x="38353" y="247650"/>
                  </a:lnTo>
                  <a:lnTo>
                    <a:pt x="44663" y="248961"/>
                  </a:lnTo>
                  <a:lnTo>
                    <a:pt x="44670" y="247650"/>
                  </a:lnTo>
                  <a:close/>
                </a:path>
                <a:path w="76200" h="323850">
                  <a:moveTo>
                    <a:pt x="33400" y="0"/>
                  </a:moveTo>
                  <a:lnTo>
                    <a:pt x="31962" y="248926"/>
                  </a:lnTo>
                  <a:lnTo>
                    <a:pt x="38353" y="247650"/>
                  </a:lnTo>
                  <a:lnTo>
                    <a:pt x="44670" y="247650"/>
                  </a:lnTo>
                  <a:lnTo>
                    <a:pt x="46100" y="126"/>
                  </a:lnTo>
                  <a:lnTo>
                    <a:pt x="33400" y="0"/>
                  </a:lnTo>
                  <a:close/>
                </a:path>
              </a:pathLst>
            </a:custGeom>
            <a:solidFill>
              <a:srgbClr val="000000"/>
            </a:solidFill>
          </p:spPr>
          <p:txBody>
            <a:bodyPr wrap="square" lIns="0" tIns="0" rIns="0" bIns="0" rtlCol="0"/>
            <a:lstStyle/>
            <a:p>
              <a:endParaRPr/>
            </a:p>
          </p:txBody>
        </p:sp>
        <p:sp>
          <p:nvSpPr>
            <p:cNvPr id="43" name="object 43"/>
            <p:cNvSpPr/>
            <p:nvPr/>
          </p:nvSpPr>
          <p:spPr>
            <a:xfrm>
              <a:off x="7701026" y="3643248"/>
              <a:ext cx="76200" cy="323850"/>
            </a:xfrm>
            <a:custGeom>
              <a:avLst/>
              <a:gdLst/>
              <a:ahLst/>
              <a:cxnLst/>
              <a:rect l="l" t="t" r="r" b="b"/>
              <a:pathLst>
                <a:path w="76200" h="323850">
                  <a:moveTo>
                    <a:pt x="31835" y="248926"/>
                  </a:moveTo>
                  <a:lnTo>
                    <a:pt x="23360" y="250618"/>
                  </a:lnTo>
                  <a:lnTo>
                    <a:pt x="11207" y="258730"/>
                  </a:lnTo>
                  <a:lnTo>
                    <a:pt x="3008" y="270795"/>
                  </a:lnTo>
                  <a:lnTo>
                    <a:pt x="0" y="285623"/>
                  </a:lnTo>
                  <a:lnTo>
                    <a:pt x="2895" y="300489"/>
                  </a:lnTo>
                  <a:lnTo>
                    <a:pt x="10969" y="312642"/>
                  </a:lnTo>
                  <a:lnTo>
                    <a:pt x="23020" y="320841"/>
                  </a:lnTo>
                  <a:lnTo>
                    <a:pt x="37846" y="323850"/>
                  </a:lnTo>
                  <a:lnTo>
                    <a:pt x="52712" y="320954"/>
                  </a:lnTo>
                  <a:lnTo>
                    <a:pt x="64865" y="312880"/>
                  </a:lnTo>
                  <a:lnTo>
                    <a:pt x="73064" y="300829"/>
                  </a:lnTo>
                  <a:lnTo>
                    <a:pt x="76073" y="286003"/>
                  </a:lnTo>
                  <a:lnTo>
                    <a:pt x="44323" y="285876"/>
                  </a:lnTo>
                  <a:lnTo>
                    <a:pt x="31623" y="285750"/>
                  </a:lnTo>
                  <a:lnTo>
                    <a:pt x="31835" y="248926"/>
                  </a:lnTo>
                  <a:close/>
                </a:path>
                <a:path w="76200" h="323850">
                  <a:moveTo>
                    <a:pt x="38226" y="247650"/>
                  </a:moveTo>
                  <a:lnTo>
                    <a:pt x="31835" y="248926"/>
                  </a:lnTo>
                  <a:lnTo>
                    <a:pt x="31623" y="285750"/>
                  </a:lnTo>
                  <a:lnTo>
                    <a:pt x="44323" y="285876"/>
                  </a:lnTo>
                  <a:lnTo>
                    <a:pt x="44536" y="248961"/>
                  </a:lnTo>
                  <a:lnTo>
                    <a:pt x="38226" y="247650"/>
                  </a:lnTo>
                  <a:close/>
                </a:path>
                <a:path w="76200" h="323850">
                  <a:moveTo>
                    <a:pt x="44536" y="248961"/>
                  </a:moveTo>
                  <a:lnTo>
                    <a:pt x="44323" y="285876"/>
                  </a:lnTo>
                  <a:lnTo>
                    <a:pt x="76048" y="285876"/>
                  </a:lnTo>
                  <a:lnTo>
                    <a:pt x="73177" y="271135"/>
                  </a:lnTo>
                  <a:lnTo>
                    <a:pt x="65103" y="258968"/>
                  </a:lnTo>
                  <a:lnTo>
                    <a:pt x="53052" y="250731"/>
                  </a:lnTo>
                  <a:lnTo>
                    <a:pt x="44536" y="248961"/>
                  </a:lnTo>
                  <a:close/>
                </a:path>
                <a:path w="76200" h="323850">
                  <a:moveTo>
                    <a:pt x="44543" y="247650"/>
                  </a:moveTo>
                  <a:lnTo>
                    <a:pt x="38226" y="247650"/>
                  </a:lnTo>
                  <a:lnTo>
                    <a:pt x="44536" y="248961"/>
                  </a:lnTo>
                  <a:lnTo>
                    <a:pt x="44543" y="247650"/>
                  </a:lnTo>
                  <a:close/>
                </a:path>
                <a:path w="76200" h="323850">
                  <a:moveTo>
                    <a:pt x="33274" y="0"/>
                  </a:moveTo>
                  <a:lnTo>
                    <a:pt x="31835" y="248926"/>
                  </a:lnTo>
                  <a:lnTo>
                    <a:pt x="38226" y="247650"/>
                  </a:lnTo>
                  <a:lnTo>
                    <a:pt x="44543" y="247650"/>
                  </a:lnTo>
                  <a:lnTo>
                    <a:pt x="45974" y="126"/>
                  </a:lnTo>
                  <a:lnTo>
                    <a:pt x="33274" y="0"/>
                  </a:lnTo>
                  <a:close/>
                </a:path>
              </a:pathLst>
            </a:custGeom>
            <a:solidFill>
              <a:srgbClr val="000000"/>
            </a:solidFill>
          </p:spPr>
          <p:txBody>
            <a:bodyPr wrap="square" lIns="0" tIns="0" rIns="0" bIns="0" rtlCol="0"/>
            <a:lstStyle/>
            <a:p>
              <a:endParaRPr/>
            </a:p>
          </p:txBody>
        </p:sp>
        <p:sp>
          <p:nvSpPr>
            <p:cNvPr id="44" name="object 44"/>
            <p:cNvSpPr/>
            <p:nvPr/>
          </p:nvSpPr>
          <p:spPr>
            <a:xfrm>
              <a:off x="7702550" y="3928998"/>
              <a:ext cx="76200" cy="323850"/>
            </a:xfrm>
            <a:custGeom>
              <a:avLst/>
              <a:gdLst/>
              <a:ahLst/>
              <a:cxnLst/>
              <a:rect l="l" t="t" r="r" b="b"/>
              <a:pathLst>
                <a:path w="76200" h="323850">
                  <a:moveTo>
                    <a:pt x="31946" y="248929"/>
                  </a:moveTo>
                  <a:lnTo>
                    <a:pt x="23485" y="250618"/>
                  </a:lnTo>
                  <a:lnTo>
                    <a:pt x="11318" y="258730"/>
                  </a:lnTo>
                  <a:lnTo>
                    <a:pt x="3081" y="270795"/>
                  </a:lnTo>
                  <a:lnTo>
                    <a:pt x="0" y="285623"/>
                  </a:lnTo>
                  <a:lnTo>
                    <a:pt x="2913" y="300489"/>
                  </a:lnTo>
                  <a:lnTo>
                    <a:pt x="11017" y="312642"/>
                  </a:lnTo>
                  <a:lnTo>
                    <a:pt x="23074" y="320841"/>
                  </a:lnTo>
                  <a:lnTo>
                    <a:pt x="37846" y="323850"/>
                  </a:lnTo>
                  <a:lnTo>
                    <a:pt x="52714" y="320954"/>
                  </a:lnTo>
                  <a:lnTo>
                    <a:pt x="64881" y="312880"/>
                  </a:lnTo>
                  <a:lnTo>
                    <a:pt x="73118" y="300829"/>
                  </a:lnTo>
                  <a:lnTo>
                    <a:pt x="76200" y="286003"/>
                  </a:lnTo>
                  <a:lnTo>
                    <a:pt x="44450" y="285876"/>
                  </a:lnTo>
                  <a:lnTo>
                    <a:pt x="31750" y="285750"/>
                  </a:lnTo>
                  <a:lnTo>
                    <a:pt x="31946" y="248929"/>
                  </a:lnTo>
                  <a:close/>
                </a:path>
                <a:path w="76200" h="323850">
                  <a:moveTo>
                    <a:pt x="38353" y="247650"/>
                  </a:moveTo>
                  <a:lnTo>
                    <a:pt x="31946" y="248929"/>
                  </a:lnTo>
                  <a:lnTo>
                    <a:pt x="31750" y="285750"/>
                  </a:lnTo>
                  <a:lnTo>
                    <a:pt x="44450" y="285876"/>
                  </a:lnTo>
                  <a:lnTo>
                    <a:pt x="44646" y="248962"/>
                  </a:lnTo>
                  <a:lnTo>
                    <a:pt x="38353" y="247650"/>
                  </a:lnTo>
                  <a:close/>
                </a:path>
                <a:path w="76200" h="323850">
                  <a:moveTo>
                    <a:pt x="44646" y="248962"/>
                  </a:moveTo>
                  <a:lnTo>
                    <a:pt x="44450" y="285876"/>
                  </a:lnTo>
                  <a:lnTo>
                    <a:pt x="76175" y="285876"/>
                  </a:lnTo>
                  <a:lnTo>
                    <a:pt x="73286" y="271135"/>
                  </a:lnTo>
                  <a:lnTo>
                    <a:pt x="65182" y="258968"/>
                  </a:lnTo>
                  <a:lnTo>
                    <a:pt x="53125" y="250731"/>
                  </a:lnTo>
                  <a:lnTo>
                    <a:pt x="44646" y="248962"/>
                  </a:lnTo>
                  <a:close/>
                </a:path>
                <a:path w="76200" h="323850">
                  <a:moveTo>
                    <a:pt x="44653" y="247650"/>
                  </a:moveTo>
                  <a:lnTo>
                    <a:pt x="38353" y="247650"/>
                  </a:lnTo>
                  <a:lnTo>
                    <a:pt x="44646" y="248962"/>
                  </a:lnTo>
                  <a:lnTo>
                    <a:pt x="44653" y="247650"/>
                  </a:lnTo>
                  <a:close/>
                </a:path>
                <a:path w="76200" h="323850">
                  <a:moveTo>
                    <a:pt x="33274" y="0"/>
                  </a:moveTo>
                  <a:lnTo>
                    <a:pt x="31946" y="248929"/>
                  </a:lnTo>
                  <a:lnTo>
                    <a:pt x="38353" y="247650"/>
                  </a:lnTo>
                  <a:lnTo>
                    <a:pt x="44653" y="247650"/>
                  </a:lnTo>
                  <a:lnTo>
                    <a:pt x="45974" y="126"/>
                  </a:lnTo>
                  <a:lnTo>
                    <a:pt x="33274" y="0"/>
                  </a:lnTo>
                  <a:close/>
                </a:path>
              </a:pathLst>
            </a:custGeom>
            <a:solidFill>
              <a:srgbClr val="000000"/>
            </a:solidFill>
          </p:spPr>
          <p:txBody>
            <a:bodyPr wrap="square" lIns="0" tIns="0" rIns="0" bIns="0" rtlCol="0"/>
            <a:lstStyle/>
            <a:p>
              <a:endParaRPr/>
            </a:p>
          </p:txBody>
        </p:sp>
        <p:sp>
          <p:nvSpPr>
            <p:cNvPr id="45" name="object 45"/>
            <p:cNvSpPr/>
            <p:nvPr/>
          </p:nvSpPr>
          <p:spPr>
            <a:xfrm>
              <a:off x="8558148" y="3643248"/>
              <a:ext cx="76200" cy="323850"/>
            </a:xfrm>
            <a:custGeom>
              <a:avLst/>
              <a:gdLst/>
              <a:ahLst/>
              <a:cxnLst/>
              <a:rect l="l" t="t" r="r" b="b"/>
              <a:pathLst>
                <a:path w="76200" h="323850">
                  <a:moveTo>
                    <a:pt x="31962" y="248926"/>
                  </a:moveTo>
                  <a:lnTo>
                    <a:pt x="23485" y="250618"/>
                  </a:lnTo>
                  <a:lnTo>
                    <a:pt x="11318" y="258730"/>
                  </a:lnTo>
                  <a:lnTo>
                    <a:pt x="3081" y="270795"/>
                  </a:lnTo>
                  <a:lnTo>
                    <a:pt x="0" y="285623"/>
                  </a:lnTo>
                  <a:lnTo>
                    <a:pt x="2968" y="300489"/>
                  </a:lnTo>
                  <a:lnTo>
                    <a:pt x="11080" y="312642"/>
                  </a:lnTo>
                  <a:lnTo>
                    <a:pt x="23145" y="320841"/>
                  </a:lnTo>
                  <a:lnTo>
                    <a:pt x="37973" y="323850"/>
                  </a:lnTo>
                  <a:lnTo>
                    <a:pt x="52839" y="320954"/>
                  </a:lnTo>
                  <a:lnTo>
                    <a:pt x="64992" y="312880"/>
                  </a:lnTo>
                  <a:lnTo>
                    <a:pt x="73191" y="300829"/>
                  </a:lnTo>
                  <a:lnTo>
                    <a:pt x="76200" y="286003"/>
                  </a:lnTo>
                  <a:lnTo>
                    <a:pt x="44450" y="285876"/>
                  </a:lnTo>
                  <a:lnTo>
                    <a:pt x="31750" y="285750"/>
                  </a:lnTo>
                  <a:lnTo>
                    <a:pt x="31962" y="248926"/>
                  </a:lnTo>
                  <a:close/>
                </a:path>
                <a:path w="76200" h="323850">
                  <a:moveTo>
                    <a:pt x="38353" y="247650"/>
                  </a:moveTo>
                  <a:lnTo>
                    <a:pt x="31962" y="248926"/>
                  </a:lnTo>
                  <a:lnTo>
                    <a:pt x="31750" y="285750"/>
                  </a:lnTo>
                  <a:lnTo>
                    <a:pt x="44450" y="285876"/>
                  </a:lnTo>
                  <a:lnTo>
                    <a:pt x="44663" y="248961"/>
                  </a:lnTo>
                  <a:lnTo>
                    <a:pt x="38353" y="247650"/>
                  </a:lnTo>
                  <a:close/>
                </a:path>
                <a:path w="76200" h="323850">
                  <a:moveTo>
                    <a:pt x="44663" y="248961"/>
                  </a:moveTo>
                  <a:lnTo>
                    <a:pt x="44450" y="285876"/>
                  </a:lnTo>
                  <a:lnTo>
                    <a:pt x="76175" y="285876"/>
                  </a:lnTo>
                  <a:lnTo>
                    <a:pt x="73304" y="271135"/>
                  </a:lnTo>
                  <a:lnTo>
                    <a:pt x="65230" y="258968"/>
                  </a:lnTo>
                  <a:lnTo>
                    <a:pt x="53179" y="250731"/>
                  </a:lnTo>
                  <a:lnTo>
                    <a:pt x="44663" y="248961"/>
                  </a:lnTo>
                  <a:close/>
                </a:path>
                <a:path w="76200" h="323850">
                  <a:moveTo>
                    <a:pt x="44670" y="247650"/>
                  </a:moveTo>
                  <a:lnTo>
                    <a:pt x="38353" y="247650"/>
                  </a:lnTo>
                  <a:lnTo>
                    <a:pt x="44663" y="248961"/>
                  </a:lnTo>
                  <a:lnTo>
                    <a:pt x="44670" y="247650"/>
                  </a:lnTo>
                  <a:close/>
                </a:path>
                <a:path w="76200" h="323850">
                  <a:moveTo>
                    <a:pt x="33400" y="0"/>
                  </a:moveTo>
                  <a:lnTo>
                    <a:pt x="31962" y="248926"/>
                  </a:lnTo>
                  <a:lnTo>
                    <a:pt x="38353" y="247650"/>
                  </a:lnTo>
                  <a:lnTo>
                    <a:pt x="44670" y="247650"/>
                  </a:lnTo>
                  <a:lnTo>
                    <a:pt x="46100" y="126"/>
                  </a:lnTo>
                  <a:lnTo>
                    <a:pt x="33400" y="0"/>
                  </a:lnTo>
                  <a:close/>
                </a:path>
              </a:pathLst>
            </a:custGeom>
            <a:solidFill>
              <a:srgbClr val="000000"/>
            </a:solidFill>
          </p:spPr>
          <p:txBody>
            <a:bodyPr wrap="square" lIns="0" tIns="0" rIns="0" bIns="0" rtlCol="0"/>
            <a:lstStyle/>
            <a:p>
              <a:endParaRPr/>
            </a:p>
          </p:txBody>
        </p:sp>
        <p:sp>
          <p:nvSpPr>
            <p:cNvPr id="46" name="object 46"/>
            <p:cNvSpPr/>
            <p:nvPr/>
          </p:nvSpPr>
          <p:spPr>
            <a:xfrm>
              <a:off x="8559800" y="3928998"/>
              <a:ext cx="76200" cy="323850"/>
            </a:xfrm>
            <a:custGeom>
              <a:avLst/>
              <a:gdLst/>
              <a:ahLst/>
              <a:cxnLst/>
              <a:rect l="l" t="t" r="r" b="b"/>
              <a:pathLst>
                <a:path w="76200" h="323850">
                  <a:moveTo>
                    <a:pt x="31946" y="248929"/>
                  </a:moveTo>
                  <a:lnTo>
                    <a:pt x="23485" y="250618"/>
                  </a:lnTo>
                  <a:lnTo>
                    <a:pt x="11318" y="258730"/>
                  </a:lnTo>
                  <a:lnTo>
                    <a:pt x="3081" y="270795"/>
                  </a:lnTo>
                  <a:lnTo>
                    <a:pt x="0" y="285623"/>
                  </a:lnTo>
                  <a:lnTo>
                    <a:pt x="2913" y="300489"/>
                  </a:lnTo>
                  <a:lnTo>
                    <a:pt x="11017" y="312642"/>
                  </a:lnTo>
                  <a:lnTo>
                    <a:pt x="23074" y="320841"/>
                  </a:lnTo>
                  <a:lnTo>
                    <a:pt x="37846" y="323850"/>
                  </a:lnTo>
                  <a:lnTo>
                    <a:pt x="52714" y="320954"/>
                  </a:lnTo>
                  <a:lnTo>
                    <a:pt x="64881" y="312880"/>
                  </a:lnTo>
                  <a:lnTo>
                    <a:pt x="73118" y="300829"/>
                  </a:lnTo>
                  <a:lnTo>
                    <a:pt x="76200" y="286003"/>
                  </a:lnTo>
                  <a:lnTo>
                    <a:pt x="44450" y="285876"/>
                  </a:lnTo>
                  <a:lnTo>
                    <a:pt x="31750" y="285750"/>
                  </a:lnTo>
                  <a:lnTo>
                    <a:pt x="31946" y="248929"/>
                  </a:lnTo>
                  <a:close/>
                </a:path>
                <a:path w="76200" h="323850">
                  <a:moveTo>
                    <a:pt x="38353" y="247650"/>
                  </a:moveTo>
                  <a:lnTo>
                    <a:pt x="31946" y="248929"/>
                  </a:lnTo>
                  <a:lnTo>
                    <a:pt x="31750" y="285750"/>
                  </a:lnTo>
                  <a:lnTo>
                    <a:pt x="44450" y="285876"/>
                  </a:lnTo>
                  <a:lnTo>
                    <a:pt x="44646" y="248962"/>
                  </a:lnTo>
                  <a:lnTo>
                    <a:pt x="38353" y="247650"/>
                  </a:lnTo>
                  <a:close/>
                </a:path>
                <a:path w="76200" h="323850">
                  <a:moveTo>
                    <a:pt x="44646" y="248962"/>
                  </a:moveTo>
                  <a:lnTo>
                    <a:pt x="44450" y="285876"/>
                  </a:lnTo>
                  <a:lnTo>
                    <a:pt x="76175" y="285876"/>
                  </a:lnTo>
                  <a:lnTo>
                    <a:pt x="73286" y="271135"/>
                  </a:lnTo>
                  <a:lnTo>
                    <a:pt x="65182" y="258968"/>
                  </a:lnTo>
                  <a:lnTo>
                    <a:pt x="53125" y="250731"/>
                  </a:lnTo>
                  <a:lnTo>
                    <a:pt x="44646" y="248962"/>
                  </a:lnTo>
                  <a:close/>
                </a:path>
                <a:path w="76200" h="323850">
                  <a:moveTo>
                    <a:pt x="44653" y="247650"/>
                  </a:moveTo>
                  <a:lnTo>
                    <a:pt x="38353" y="247650"/>
                  </a:lnTo>
                  <a:lnTo>
                    <a:pt x="44646" y="248962"/>
                  </a:lnTo>
                  <a:lnTo>
                    <a:pt x="44653" y="247650"/>
                  </a:lnTo>
                  <a:close/>
                </a:path>
                <a:path w="76200" h="323850">
                  <a:moveTo>
                    <a:pt x="33274" y="0"/>
                  </a:moveTo>
                  <a:lnTo>
                    <a:pt x="31946" y="248929"/>
                  </a:lnTo>
                  <a:lnTo>
                    <a:pt x="38353" y="247650"/>
                  </a:lnTo>
                  <a:lnTo>
                    <a:pt x="44653" y="247650"/>
                  </a:lnTo>
                  <a:lnTo>
                    <a:pt x="45974" y="126"/>
                  </a:lnTo>
                  <a:lnTo>
                    <a:pt x="33274" y="0"/>
                  </a:lnTo>
                  <a:close/>
                </a:path>
              </a:pathLst>
            </a:custGeom>
            <a:solidFill>
              <a:srgbClr val="000000"/>
            </a:solidFill>
          </p:spPr>
          <p:txBody>
            <a:bodyPr wrap="square" lIns="0" tIns="0" rIns="0" bIns="0" rtlCol="0"/>
            <a:lstStyle/>
            <a:p>
              <a:endParaRPr/>
            </a:p>
          </p:txBody>
        </p:sp>
        <p:sp>
          <p:nvSpPr>
            <p:cNvPr id="47" name="object 47"/>
            <p:cNvSpPr/>
            <p:nvPr/>
          </p:nvSpPr>
          <p:spPr>
            <a:xfrm>
              <a:off x="8772525" y="3643248"/>
              <a:ext cx="76200" cy="323850"/>
            </a:xfrm>
            <a:custGeom>
              <a:avLst/>
              <a:gdLst/>
              <a:ahLst/>
              <a:cxnLst/>
              <a:rect l="l" t="t" r="r" b="b"/>
              <a:pathLst>
                <a:path w="76200" h="323850">
                  <a:moveTo>
                    <a:pt x="31946" y="248929"/>
                  </a:moveTo>
                  <a:lnTo>
                    <a:pt x="23485" y="250618"/>
                  </a:lnTo>
                  <a:lnTo>
                    <a:pt x="11318" y="258730"/>
                  </a:lnTo>
                  <a:lnTo>
                    <a:pt x="3081" y="270795"/>
                  </a:lnTo>
                  <a:lnTo>
                    <a:pt x="0" y="285623"/>
                  </a:lnTo>
                  <a:lnTo>
                    <a:pt x="2913" y="300489"/>
                  </a:lnTo>
                  <a:lnTo>
                    <a:pt x="11017" y="312642"/>
                  </a:lnTo>
                  <a:lnTo>
                    <a:pt x="23074" y="320841"/>
                  </a:lnTo>
                  <a:lnTo>
                    <a:pt x="37846" y="323850"/>
                  </a:lnTo>
                  <a:lnTo>
                    <a:pt x="52714" y="320954"/>
                  </a:lnTo>
                  <a:lnTo>
                    <a:pt x="64881" y="312880"/>
                  </a:lnTo>
                  <a:lnTo>
                    <a:pt x="73118" y="300829"/>
                  </a:lnTo>
                  <a:lnTo>
                    <a:pt x="76200" y="286003"/>
                  </a:lnTo>
                  <a:lnTo>
                    <a:pt x="44450" y="285876"/>
                  </a:lnTo>
                  <a:lnTo>
                    <a:pt x="31750" y="285750"/>
                  </a:lnTo>
                  <a:lnTo>
                    <a:pt x="31946" y="248929"/>
                  </a:lnTo>
                  <a:close/>
                </a:path>
                <a:path w="76200" h="323850">
                  <a:moveTo>
                    <a:pt x="38353" y="247650"/>
                  </a:moveTo>
                  <a:lnTo>
                    <a:pt x="31946" y="248929"/>
                  </a:lnTo>
                  <a:lnTo>
                    <a:pt x="31750" y="285750"/>
                  </a:lnTo>
                  <a:lnTo>
                    <a:pt x="44450" y="285876"/>
                  </a:lnTo>
                  <a:lnTo>
                    <a:pt x="44646" y="248962"/>
                  </a:lnTo>
                  <a:lnTo>
                    <a:pt x="38353" y="247650"/>
                  </a:lnTo>
                  <a:close/>
                </a:path>
                <a:path w="76200" h="323850">
                  <a:moveTo>
                    <a:pt x="44646" y="248962"/>
                  </a:moveTo>
                  <a:lnTo>
                    <a:pt x="44450" y="285876"/>
                  </a:lnTo>
                  <a:lnTo>
                    <a:pt x="76175" y="285876"/>
                  </a:lnTo>
                  <a:lnTo>
                    <a:pt x="73286" y="271135"/>
                  </a:lnTo>
                  <a:lnTo>
                    <a:pt x="65182" y="258968"/>
                  </a:lnTo>
                  <a:lnTo>
                    <a:pt x="53125" y="250731"/>
                  </a:lnTo>
                  <a:lnTo>
                    <a:pt x="44646" y="248962"/>
                  </a:lnTo>
                  <a:close/>
                </a:path>
                <a:path w="76200" h="323850">
                  <a:moveTo>
                    <a:pt x="44653" y="247650"/>
                  </a:moveTo>
                  <a:lnTo>
                    <a:pt x="38353" y="247650"/>
                  </a:lnTo>
                  <a:lnTo>
                    <a:pt x="44646" y="248962"/>
                  </a:lnTo>
                  <a:lnTo>
                    <a:pt x="44653" y="247650"/>
                  </a:lnTo>
                  <a:close/>
                </a:path>
                <a:path w="76200" h="323850">
                  <a:moveTo>
                    <a:pt x="33274" y="0"/>
                  </a:moveTo>
                  <a:lnTo>
                    <a:pt x="31946" y="248929"/>
                  </a:lnTo>
                  <a:lnTo>
                    <a:pt x="38353" y="247650"/>
                  </a:lnTo>
                  <a:lnTo>
                    <a:pt x="44653" y="247650"/>
                  </a:lnTo>
                  <a:lnTo>
                    <a:pt x="45974" y="126"/>
                  </a:lnTo>
                  <a:lnTo>
                    <a:pt x="33274" y="0"/>
                  </a:lnTo>
                  <a:close/>
                </a:path>
              </a:pathLst>
            </a:custGeom>
            <a:solidFill>
              <a:srgbClr val="000000"/>
            </a:solidFill>
          </p:spPr>
          <p:txBody>
            <a:bodyPr wrap="square" lIns="0" tIns="0" rIns="0" bIns="0" rtlCol="0"/>
            <a:lstStyle/>
            <a:p>
              <a:endParaRPr/>
            </a:p>
          </p:txBody>
        </p:sp>
        <p:sp>
          <p:nvSpPr>
            <p:cNvPr id="48" name="object 48"/>
            <p:cNvSpPr/>
            <p:nvPr/>
          </p:nvSpPr>
          <p:spPr>
            <a:xfrm>
              <a:off x="8774048" y="3928998"/>
              <a:ext cx="76200" cy="323850"/>
            </a:xfrm>
            <a:custGeom>
              <a:avLst/>
              <a:gdLst/>
              <a:ahLst/>
              <a:cxnLst/>
              <a:rect l="l" t="t" r="r" b="b"/>
              <a:pathLst>
                <a:path w="76200" h="323850">
                  <a:moveTo>
                    <a:pt x="31962" y="248926"/>
                  </a:moveTo>
                  <a:lnTo>
                    <a:pt x="23485" y="250618"/>
                  </a:lnTo>
                  <a:lnTo>
                    <a:pt x="11318" y="258730"/>
                  </a:lnTo>
                  <a:lnTo>
                    <a:pt x="3081" y="270795"/>
                  </a:lnTo>
                  <a:lnTo>
                    <a:pt x="0" y="285623"/>
                  </a:lnTo>
                  <a:lnTo>
                    <a:pt x="2968" y="300489"/>
                  </a:lnTo>
                  <a:lnTo>
                    <a:pt x="11080" y="312642"/>
                  </a:lnTo>
                  <a:lnTo>
                    <a:pt x="23145" y="320841"/>
                  </a:lnTo>
                  <a:lnTo>
                    <a:pt x="37973" y="323850"/>
                  </a:lnTo>
                  <a:lnTo>
                    <a:pt x="52839" y="320954"/>
                  </a:lnTo>
                  <a:lnTo>
                    <a:pt x="64992" y="312880"/>
                  </a:lnTo>
                  <a:lnTo>
                    <a:pt x="73191" y="300829"/>
                  </a:lnTo>
                  <a:lnTo>
                    <a:pt x="76200" y="286003"/>
                  </a:lnTo>
                  <a:lnTo>
                    <a:pt x="44450" y="285876"/>
                  </a:lnTo>
                  <a:lnTo>
                    <a:pt x="31750" y="285750"/>
                  </a:lnTo>
                  <a:lnTo>
                    <a:pt x="31962" y="248926"/>
                  </a:lnTo>
                  <a:close/>
                </a:path>
                <a:path w="76200" h="323850">
                  <a:moveTo>
                    <a:pt x="38353" y="247650"/>
                  </a:moveTo>
                  <a:lnTo>
                    <a:pt x="31962" y="248926"/>
                  </a:lnTo>
                  <a:lnTo>
                    <a:pt x="31750" y="285750"/>
                  </a:lnTo>
                  <a:lnTo>
                    <a:pt x="44450" y="285876"/>
                  </a:lnTo>
                  <a:lnTo>
                    <a:pt x="44663" y="248961"/>
                  </a:lnTo>
                  <a:lnTo>
                    <a:pt x="38353" y="247650"/>
                  </a:lnTo>
                  <a:close/>
                </a:path>
                <a:path w="76200" h="323850">
                  <a:moveTo>
                    <a:pt x="44663" y="248961"/>
                  </a:moveTo>
                  <a:lnTo>
                    <a:pt x="44450" y="285876"/>
                  </a:lnTo>
                  <a:lnTo>
                    <a:pt x="76175" y="285876"/>
                  </a:lnTo>
                  <a:lnTo>
                    <a:pt x="73304" y="271135"/>
                  </a:lnTo>
                  <a:lnTo>
                    <a:pt x="65230" y="258968"/>
                  </a:lnTo>
                  <a:lnTo>
                    <a:pt x="53179" y="250731"/>
                  </a:lnTo>
                  <a:lnTo>
                    <a:pt x="44663" y="248961"/>
                  </a:lnTo>
                  <a:close/>
                </a:path>
                <a:path w="76200" h="323850">
                  <a:moveTo>
                    <a:pt x="44670" y="247650"/>
                  </a:moveTo>
                  <a:lnTo>
                    <a:pt x="38353" y="247650"/>
                  </a:lnTo>
                  <a:lnTo>
                    <a:pt x="44663" y="248961"/>
                  </a:lnTo>
                  <a:lnTo>
                    <a:pt x="44670" y="247650"/>
                  </a:lnTo>
                  <a:close/>
                </a:path>
                <a:path w="76200" h="323850">
                  <a:moveTo>
                    <a:pt x="33400" y="0"/>
                  </a:moveTo>
                  <a:lnTo>
                    <a:pt x="31962" y="248926"/>
                  </a:lnTo>
                  <a:lnTo>
                    <a:pt x="38353" y="247650"/>
                  </a:lnTo>
                  <a:lnTo>
                    <a:pt x="44670" y="247650"/>
                  </a:lnTo>
                  <a:lnTo>
                    <a:pt x="46100" y="126"/>
                  </a:lnTo>
                  <a:lnTo>
                    <a:pt x="33400" y="0"/>
                  </a:lnTo>
                  <a:close/>
                </a:path>
              </a:pathLst>
            </a:custGeom>
            <a:solidFill>
              <a:srgbClr val="000000"/>
            </a:solidFill>
          </p:spPr>
          <p:txBody>
            <a:bodyPr wrap="square" lIns="0" tIns="0" rIns="0" bIns="0" rtlCol="0"/>
            <a:lstStyle/>
            <a:p>
              <a:endParaRPr/>
            </a:p>
          </p:txBody>
        </p:sp>
        <p:sp>
          <p:nvSpPr>
            <p:cNvPr id="49" name="object 49"/>
            <p:cNvSpPr/>
            <p:nvPr/>
          </p:nvSpPr>
          <p:spPr>
            <a:xfrm>
              <a:off x="9629775" y="3644900"/>
              <a:ext cx="76200" cy="322580"/>
            </a:xfrm>
            <a:custGeom>
              <a:avLst/>
              <a:gdLst/>
              <a:ahLst/>
              <a:cxnLst/>
              <a:rect l="l" t="t" r="r" b="b"/>
              <a:pathLst>
                <a:path w="76200" h="322579">
                  <a:moveTo>
                    <a:pt x="31947" y="247278"/>
                  </a:moveTo>
                  <a:lnTo>
                    <a:pt x="23485" y="248967"/>
                  </a:lnTo>
                  <a:lnTo>
                    <a:pt x="11318" y="257079"/>
                  </a:lnTo>
                  <a:lnTo>
                    <a:pt x="3081" y="269144"/>
                  </a:lnTo>
                  <a:lnTo>
                    <a:pt x="0" y="283972"/>
                  </a:lnTo>
                  <a:lnTo>
                    <a:pt x="2913" y="298838"/>
                  </a:lnTo>
                  <a:lnTo>
                    <a:pt x="11017" y="310991"/>
                  </a:lnTo>
                  <a:lnTo>
                    <a:pt x="23074" y="319190"/>
                  </a:lnTo>
                  <a:lnTo>
                    <a:pt x="37846" y="322199"/>
                  </a:lnTo>
                  <a:lnTo>
                    <a:pt x="52714" y="319303"/>
                  </a:lnTo>
                  <a:lnTo>
                    <a:pt x="64881" y="311229"/>
                  </a:lnTo>
                  <a:lnTo>
                    <a:pt x="73118" y="299178"/>
                  </a:lnTo>
                  <a:lnTo>
                    <a:pt x="76200" y="284352"/>
                  </a:lnTo>
                  <a:lnTo>
                    <a:pt x="44450" y="284225"/>
                  </a:lnTo>
                  <a:lnTo>
                    <a:pt x="31750" y="284099"/>
                  </a:lnTo>
                  <a:lnTo>
                    <a:pt x="31947" y="247278"/>
                  </a:lnTo>
                  <a:close/>
                </a:path>
                <a:path w="76200" h="322579">
                  <a:moveTo>
                    <a:pt x="38353" y="245999"/>
                  </a:moveTo>
                  <a:lnTo>
                    <a:pt x="31947" y="247278"/>
                  </a:lnTo>
                  <a:lnTo>
                    <a:pt x="31750" y="284099"/>
                  </a:lnTo>
                  <a:lnTo>
                    <a:pt x="44450" y="284225"/>
                  </a:lnTo>
                  <a:lnTo>
                    <a:pt x="44647" y="247312"/>
                  </a:lnTo>
                  <a:lnTo>
                    <a:pt x="38353" y="245999"/>
                  </a:lnTo>
                  <a:close/>
                </a:path>
                <a:path w="76200" h="322579">
                  <a:moveTo>
                    <a:pt x="44647" y="247312"/>
                  </a:moveTo>
                  <a:lnTo>
                    <a:pt x="44450" y="284225"/>
                  </a:lnTo>
                  <a:lnTo>
                    <a:pt x="76175" y="284225"/>
                  </a:lnTo>
                  <a:lnTo>
                    <a:pt x="73286" y="269484"/>
                  </a:lnTo>
                  <a:lnTo>
                    <a:pt x="65182" y="257317"/>
                  </a:lnTo>
                  <a:lnTo>
                    <a:pt x="53125" y="249080"/>
                  </a:lnTo>
                  <a:lnTo>
                    <a:pt x="44647" y="247312"/>
                  </a:lnTo>
                  <a:close/>
                </a:path>
                <a:path w="76200" h="322579">
                  <a:moveTo>
                    <a:pt x="44654" y="245999"/>
                  </a:moveTo>
                  <a:lnTo>
                    <a:pt x="38353" y="245999"/>
                  </a:lnTo>
                  <a:lnTo>
                    <a:pt x="44647" y="247312"/>
                  </a:lnTo>
                  <a:lnTo>
                    <a:pt x="44654" y="245999"/>
                  </a:lnTo>
                  <a:close/>
                </a:path>
                <a:path w="76200" h="322579">
                  <a:moveTo>
                    <a:pt x="45974" y="0"/>
                  </a:moveTo>
                  <a:lnTo>
                    <a:pt x="33274" y="0"/>
                  </a:lnTo>
                  <a:lnTo>
                    <a:pt x="31947" y="247278"/>
                  </a:lnTo>
                  <a:lnTo>
                    <a:pt x="38353" y="245999"/>
                  </a:lnTo>
                  <a:lnTo>
                    <a:pt x="44654" y="245999"/>
                  </a:lnTo>
                  <a:lnTo>
                    <a:pt x="45974" y="0"/>
                  </a:lnTo>
                  <a:close/>
                </a:path>
              </a:pathLst>
            </a:custGeom>
            <a:solidFill>
              <a:srgbClr val="000000"/>
            </a:solidFill>
          </p:spPr>
          <p:txBody>
            <a:bodyPr wrap="square" lIns="0" tIns="0" rIns="0" bIns="0" rtlCol="0"/>
            <a:lstStyle/>
            <a:p>
              <a:endParaRPr/>
            </a:p>
          </p:txBody>
        </p:sp>
        <p:sp>
          <p:nvSpPr>
            <p:cNvPr id="50" name="object 50"/>
            <p:cNvSpPr/>
            <p:nvPr/>
          </p:nvSpPr>
          <p:spPr>
            <a:xfrm>
              <a:off x="9631298" y="3928998"/>
              <a:ext cx="76200" cy="323850"/>
            </a:xfrm>
            <a:custGeom>
              <a:avLst/>
              <a:gdLst/>
              <a:ahLst/>
              <a:cxnLst/>
              <a:rect l="l" t="t" r="r" b="b"/>
              <a:pathLst>
                <a:path w="76200" h="323850">
                  <a:moveTo>
                    <a:pt x="31962" y="248926"/>
                  </a:moveTo>
                  <a:lnTo>
                    <a:pt x="23485" y="250618"/>
                  </a:lnTo>
                  <a:lnTo>
                    <a:pt x="11318" y="258730"/>
                  </a:lnTo>
                  <a:lnTo>
                    <a:pt x="3081" y="270795"/>
                  </a:lnTo>
                  <a:lnTo>
                    <a:pt x="0" y="285623"/>
                  </a:lnTo>
                  <a:lnTo>
                    <a:pt x="2968" y="300489"/>
                  </a:lnTo>
                  <a:lnTo>
                    <a:pt x="11080" y="312642"/>
                  </a:lnTo>
                  <a:lnTo>
                    <a:pt x="23145" y="320841"/>
                  </a:lnTo>
                  <a:lnTo>
                    <a:pt x="37973" y="323850"/>
                  </a:lnTo>
                  <a:lnTo>
                    <a:pt x="52839" y="320954"/>
                  </a:lnTo>
                  <a:lnTo>
                    <a:pt x="64992" y="312880"/>
                  </a:lnTo>
                  <a:lnTo>
                    <a:pt x="73191" y="300829"/>
                  </a:lnTo>
                  <a:lnTo>
                    <a:pt x="76200" y="286003"/>
                  </a:lnTo>
                  <a:lnTo>
                    <a:pt x="44450" y="285876"/>
                  </a:lnTo>
                  <a:lnTo>
                    <a:pt x="31750" y="285750"/>
                  </a:lnTo>
                  <a:lnTo>
                    <a:pt x="31962" y="248926"/>
                  </a:lnTo>
                  <a:close/>
                </a:path>
                <a:path w="76200" h="323850">
                  <a:moveTo>
                    <a:pt x="38353" y="247650"/>
                  </a:moveTo>
                  <a:lnTo>
                    <a:pt x="31962" y="248926"/>
                  </a:lnTo>
                  <a:lnTo>
                    <a:pt x="31750" y="285750"/>
                  </a:lnTo>
                  <a:lnTo>
                    <a:pt x="44450" y="285876"/>
                  </a:lnTo>
                  <a:lnTo>
                    <a:pt x="44663" y="248961"/>
                  </a:lnTo>
                  <a:lnTo>
                    <a:pt x="38353" y="247650"/>
                  </a:lnTo>
                  <a:close/>
                </a:path>
                <a:path w="76200" h="323850">
                  <a:moveTo>
                    <a:pt x="44663" y="248961"/>
                  </a:moveTo>
                  <a:lnTo>
                    <a:pt x="44450" y="285876"/>
                  </a:lnTo>
                  <a:lnTo>
                    <a:pt x="76175" y="285876"/>
                  </a:lnTo>
                  <a:lnTo>
                    <a:pt x="73304" y="271135"/>
                  </a:lnTo>
                  <a:lnTo>
                    <a:pt x="65230" y="258968"/>
                  </a:lnTo>
                  <a:lnTo>
                    <a:pt x="53179" y="250731"/>
                  </a:lnTo>
                  <a:lnTo>
                    <a:pt x="44663" y="248961"/>
                  </a:lnTo>
                  <a:close/>
                </a:path>
                <a:path w="76200" h="323850">
                  <a:moveTo>
                    <a:pt x="44670" y="247650"/>
                  </a:moveTo>
                  <a:lnTo>
                    <a:pt x="38353" y="247650"/>
                  </a:lnTo>
                  <a:lnTo>
                    <a:pt x="44663" y="248961"/>
                  </a:lnTo>
                  <a:lnTo>
                    <a:pt x="44670" y="247650"/>
                  </a:lnTo>
                  <a:close/>
                </a:path>
                <a:path w="76200" h="323850">
                  <a:moveTo>
                    <a:pt x="33400" y="0"/>
                  </a:moveTo>
                  <a:lnTo>
                    <a:pt x="31962" y="248926"/>
                  </a:lnTo>
                  <a:lnTo>
                    <a:pt x="38353" y="247650"/>
                  </a:lnTo>
                  <a:lnTo>
                    <a:pt x="44670" y="247650"/>
                  </a:lnTo>
                  <a:lnTo>
                    <a:pt x="46100" y="126"/>
                  </a:lnTo>
                  <a:lnTo>
                    <a:pt x="33400" y="0"/>
                  </a:lnTo>
                  <a:close/>
                </a:path>
              </a:pathLst>
            </a:custGeom>
            <a:solidFill>
              <a:srgbClr val="000000"/>
            </a:solidFill>
          </p:spPr>
          <p:txBody>
            <a:bodyPr wrap="square" lIns="0" tIns="0" rIns="0" bIns="0" rtlCol="0"/>
            <a:lstStyle/>
            <a:p>
              <a:endParaRPr/>
            </a:p>
          </p:txBody>
        </p:sp>
        <p:sp>
          <p:nvSpPr>
            <p:cNvPr id="51" name="object 51"/>
            <p:cNvSpPr txBox="1"/>
            <p:nvPr/>
          </p:nvSpPr>
          <p:spPr>
            <a:xfrm>
              <a:off x="7961758" y="2456941"/>
              <a:ext cx="154305" cy="215444"/>
            </a:xfrm>
            <a:prstGeom prst="rect">
              <a:avLst/>
            </a:prstGeom>
          </p:spPr>
          <p:txBody>
            <a:bodyPr vert="horz" wrap="square" lIns="0" tIns="0" rIns="0" bIns="0" rtlCol="0">
              <a:spAutoFit/>
            </a:bodyPr>
            <a:lstStyle/>
            <a:p>
              <a:pPr marL="12700"/>
              <a:r>
                <a:rPr sz="1400" dirty="0">
                  <a:latin typeface="Arial"/>
                  <a:cs typeface="Arial"/>
                </a:rPr>
                <a:t>C</a:t>
              </a:r>
              <a:endParaRPr sz="1400">
                <a:latin typeface="Arial"/>
                <a:cs typeface="Arial"/>
              </a:endParaRPr>
            </a:p>
          </p:txBody>
        </p:sp>
        <p:sp>
          <p:nvSpPr>
            <p:cNvPr id="52" name="object 52"/>
            <p:cNvSpPr txBox="1"/>
            <p:nvPr/>
          </p:nvSpPr>
          <p:spPr>
            <a:xfrm>
              <a:off x="6932803" y="3161919"/>
              <a:ext cx="173990" cy="215444"/>
            </a:xfrm>
            <a:prstGeom prst="rect">
              <a:avLst/>
            </a:prstGeom>
          </p:spPr>
          <p:txBody>
            <a:bodyPr vert="horz" wrap="square" lIns="0" tIns="0" rIns="0" bIns="0" rtlCol="0">
              <a:spAutoFit/>
            </a:bodyPr>
            <a:lstStyle/>
            <a:p>
              <a:pPr marL="12700"/>
              <a:r>
                <a:rPr sz="1400" dirty="0">
                  <a:latin typeface="Arial"/>
                  <a:cs typeface="Arial"/>
                </a:rPr>
                <a:t>M</a:t>
              </a:r>
            </a:p>
          </p:txBody>
        </p:sp>
        <p:sp>
          <p:nvSpPr>
            <p:cNvPr id="53" name="object 53"/>
            <p:cNvSpPr txBox="1"/>
            <p:nvPr/>
          </p:nvSpPr>
          <p:spPr>
            <a:xfrm>
              <a:off x="8247380" y="3184144"/>
              <a:ext cx="144780" cy="215444"/>
            </a:xfrm>
            <a:prstGeom prst="rect">
              <a:avLst/>
            </a:prstGeom>
          </p:spPr>
          <p:txBody>
            <a:bodyPr vert="horz" wrap="square" lIns="0" tIns="0" rIns="0" bIns="0" rtlCol="0">
              <a:spAutoFit/>
            </a:bodyPr>
            <a:lstStyle/>
            <a:p>
              <a:pPr marL="12700"/>
              <a:r>
                <a:rPr sz="1400" dirty="0">
                  <a:latin typeface="Arial"/>
                  <a:cs typeface="Arial"/>
                </a:rPr>
                <a:t>S</a:t>
              </a:r>
              <a:endParaRPr sz="1400">
                <a:latin typeface="Arial"/>
                <a:cs typeface="Arial"/>
              </a:endParaRPr>
            </a:p>
          </p:txBody>
        </p:sp>
        <p:sp>
          <p:nvSpPr>
            <p:cNvPr id="54" name="object 54"/>
            <p:cNvSpPr txBox="1"/>
            <p:nvPr/>
          </p:nvSpPr>
          <p:spPr>
            <a:xfrm>
              <a:off x="9319007" y="3161919"/>
              <a:ext cx="125095" cy="215444"/>
            </a:xfrm>
            <a:prstGeom prst="rect">
              <a:avLst/>
            </a:prstGeom>
          </p:spPr>
          <p:txBody>
            <a:bodyPr vert="horz" wrap="square" lIns="0" tIns="0" rIns="0" bIns="0" rtlCol="0">
              <a:spAutoFit/>
            </a:bodyPr>
            <a:lstStyle/>
            <a:p>
              <a:pPr marL="12700"/>
              <a:r>
                <a:rPr sz="1400" dirty="0">
                  <a:latin typeface="Arial"/>
                  <a:cs typeface="Arial"/>
                </a:rPr>
                <a:t>L</a:t>
              </a:r>
              <a:endParaRPr sz="1400">
                <a:latin typeface="Arial"/>
                <a:cs typeface="Arial"/>
              </a:endParaRPr>
            </a:p>
          </p:txBody>
        </p:sp>
        <p:sp>
          <p:nvSpPr>
            <p:cNvPr id="55" name="object 55"/>
            <p:cNvSpPr txBox="1"/>
            <p:nvPr/>
          </p:nvSpPr>
          <p:spPr>
            <a:xfrm>
              <a:off x="6432550" y="3541396"/>
              <a:ext cx="144780" cy="492125"/>
            </a:xfrm>
            <a:prstGeom prst="rect">
              <a:avLst/>
            </a:prstGeom>
          </p:spPr>
          <p:txBody>
            <a:bodyPr vert="horz" wrap="square" lIns="0" tIns="0" rIns="0" bIns="0" rtlCol="0">
              <a:spAutoFit/>
            </a:bodyPr>
            <a:lstStyle/>
            <a:p>
              <a:pPr marL="12700"/>
              <a:r>
                <a:rPr sz="1400" dirty="0">
                  <a:latin typeface="Arial"/>
                  <a:cs typeface="Arial"/>
                </a:rPr>
                <a:t>S</a:t>
              </a:r>
              <a:endParaRPr sz="1400">
                <a:latin typeface="Arial"/>
                <a:cs typeface="Arial"/>
              </a:endParaRPr>
            </a:p>
            <a:p>
              <a:pPr marL="12700">
                <a:spcBef>
                  <a:spcPts val="395"/>
                </a:spcBef>
              </a:pPr>
              <a:r>
                <a:rPr sz="1400" dirty="0">
                  <a:latin typeface="Arial"/>
                  <a:cs typeface="Arial"/>
                </a:rPr>
                <a:t>L</a:t>
              </a:r>
              <a:endParaRPr sz="1400">
                <a:latin typeface="Arial"/>
                <a:cs typeface="Arial"/>
              </a:endParaRPr>
            </a:p>
          </p:txBody>
        </p:sp>
        <p:sp>
          <p:nvSpPr>
            <p:cNvPr id="56" name="object 56"/>
            <p:cNvSpPr txBox="1"/>
            <p:nvPr/>
          </p:nvSpPr>
          <p:spPr>
            <a:xfrm>
              <a:off x="7318629" y="3517874"/>
              <a:ext cx="511809" cy="944244"/>
            </a:xfrm>
            <a:prstGeom prst="rect">
              <a:avLst/>
            </a:prstGeom>
          </p:spPr>
          <p:txBody>
            <a:bodyPr vert="horz" wrap="square" lIns="0" tIns="0" rIns="0" bIns="0" rtlCol="0">
              <a:spAutoFit/>
            </a:bodyPr>
            <a:lstStyle/>
            <a:p>
              <a:pPr marL="12700" marR="372110" indent="1270">
                <a:lnSpc>
                  <a:spcPct val="134000"/>
                </a:lnSpc>
              </a:pPr>
              <a:r>
                <a:rPr sz="1400" dirty="0">
                  <a:latin typeface="Arial"/>
                  <a:cs typeface="Arial"/>
                </a:rPr>
                <a:t>L  S</a:t>
              </a:r>
              <a:endParaRPr sz="1400">
                <a:latin typeface="Arial"/>
                <a:cs typeface="Arial"/>
              </a:endParaRPr>
            </a:p>
            <a:p>
              <a:pPr marL="55244">
                <a:spcBef>
                  <a:spcPts val="1130"/>
                </a:spcBef>
                <a:tabLst>
                  <a:tab pos="369570" algn="l"/>
                </a:tabLst>
              </a:pPr>
              <a:r>
                <a:rPr sz="1400" dirty="0">
                  <a:latin typeface="Arial"/>
                  <a:cs typeface="Arial"/>
                </a:rPr>
                <a:t>C	C</a:t>
              </a:r>
              <a:endParaRPr sz="1400">
                <a:latin typeface="Arial"/>
                <a:cs typeface="Arial"/>
              </a:endParaRPr>
            </a:p>
          </p:txBody>
        </p:sp>
        <p:sp>
          <p:nvSpPr>
            <p:cNvPr id="57" name="object 57"/>
            <p:cNvSpPr txBox="1"/>
            <p:nvPr/>
          </p:nvSpPr>
          <p:spPr>
            <a:xfrm>
              <a:off x="6575553" y="4233545"/>
              <a:ext cx="154305" cy="215444"/>
            </a:xfrm>
            <a:prstGeom prst="rect">
              <a:avLst/>
            </a:prstGeom>
          </p:spPr>
          <p:txBody>
            <a:bodyPr vert="horz" wrap="square" lIns="0" tIns="0" rIns="0" bIns="0" rtlCol="0">
              <a:spAutoFit/>
            </a:bodyPr>
            <a:lstStyle/>
            <a:p>
              <a:pPr marL="12700"/>
              <a:r>
                <a:rPr sz="1400" dirty="0">
                  <a:latin typeface="Arial"/>
                  <a:cs typeface="Arial"/>
                </a:rPr>
                <a:t>C</a:t>
              </a:r>
              <a:endParaRPr sz="1400">
                <a:latin typeface="Arial"/>
                <a:cs typeface="Arial"/>
              </a:endParaRPr>
            </a:p>
          </p:txBody>
        </p:sp>
        <p:sp>
          <p:nvSpPr>
            <p:cNvPr id="58" name="object 58"/>
            <p:cNvSpPr txBox="1"/>
            <p:nvPr/>
          </p:nvSpPr>
          <p:spPr>
            <a:xfrm>
              <a:off x="7790179" y="3567161"/>
              <a:ext cx="173990" cy="459421"/>
            </a:xfrm>
            <a:prstGeom prst="rect">
              <a:avLst/>
            </a:prstGeom>
          </p:spPr>
          <p:txBody>
            <a:bodyPr vert="horz" wrap="square" lIns="0" tIns="0" rIns="0" bIns="0" rtlCol="0">
              <a:spAutoFit/>
            </a:bodyPr>
            <a:lstStyle/>
            <a:p>
              <a:pPr marL="12700" marR="5080" indent="28575">
                <a:lnSpc>
                  <a:spcPct val="110900"/>
                </a:lnSpc>
              </a:pPr>
              <a:r>
                <a:rPr sz="1400" dirty="0">
                  <a:latin typeface="Arial"/>
                  <a:cs typeface="Arial"/>
                </a:rPr>
                <a:t>L  M</a:t>
              </a:r>
              <a:endParaRPr sz="1400">
                <a:latin typeface="Arial"/>
                <a:cs typeface="Arial"/>
              </a:endParaRPr>
            </a:p>
          </p:txBody>
        </p:sp>
        <p:sp>
          <p:nvSpPr>
            <p:cNvPr id="59" name="object 59"/>
            <p:cNvSpPr txBox="1"/>
            <p:nvPr/>
          </p:nvSpPr>
          <p:spPr>
            <a:xfrm>
              <a:off x="8361680" y="3590418"/>
              <a:ext cx="1369060" cy="871855"/>
            </a:xfrm>
            <a:prstGeom prst="rect">
              <a:avLst/>
            </a:prstGeom>
          </p:spPr>
          <p:txBody>
            <a:bodyPr vert="horz" wrap="square" lIns="0" tIns="0" rIns="0" bIns="0" rtlCol="0">
              <a:spAutoFit/>
            </a:bodyPr>
            <a:lstStyle/>
            <a:p>
              <a:pPr marL="12700">
                <a:tabLst>
                  <a:tab pos="512445" algn="l"/>
                </a:tabLst>
              </a:pPr>
              <a:r>
                <a:rPr sz="1400" dirty="0">
                  <a:latin typeface="Arial"/>
                  <a:cs typeface="Arial"/>
                </a:rPr>
                <a:t>M	M</a:t>
              </a:r>
              <a:endParaRPr sz="1400">
                <a:latin typeface="Arial"/>
                <a:cs typeface="Arial"/>
              </a:endParaRPr>
            </a:p>
            <a:p>
              <a:pPr marL="41275">
                <a:spcBef>
                  <a:spcPts val="180"/>
                </a:spcBef>
                <a:tabLst>
                  <a:tab pos="541020" algn="l"/>
                </a:tabLst>
              </a:pPr>
              <a:r>
                <a:rPr sz="2100" baseline="-15873" dirty="0">
                  <a:latin typeface="Arial"/>
                  <a:cs typeface="Arial"/>
                </a:rPr>
                <a:t>L	</a:t>
              </a:r>
              <a:r>
                <a:rPr sz="1400" dirty="0">
                  <a:latin typeface="Arial"/>
                  <a:cs typeface="Arial"/>
                </a:rPr>
                <a:t>S</a:t>
              </a:r>
              <a:endParaRPr sz="1400">
                <a:latin typeface="Arial"/>
                <a:cs typeface="Arial"/>
              </a:endParaRPr>
            </a:p>
            <a:p>
              <a:pPr marL="155575">
                <a:spcBef>
                  <a:spcPts val="1515"/>
                </a:spcBef>
                <a:tabLst>
                  <a:tab pos="469265" algn="l"/>
                  <a:tab pos="1226820" algn="l"/>
                </a:tabLst>
              </a:pPr>
              <a:r>
                <a:rPr sz="1400" dirty="0">
                  <a:latin typeface="Arial"/>
                  <a:cs typeface="Arial"/>
                </a:rPr>
                <a:t>C	C	C</a:t>
              </a:r>
              <a:endParaRPr sz="1400">
                <a:latin typeface="Arial"/>
                <a:cs typeface="Arial"/>
              </a:endParaRPr>
            </a:p>
          </p:txBody>
        </p:sp>
        <p:sp>
          <p:nvSpPr>
            <p:cNvPr id="60" name="object 60"/>
            <p:cNvSpPr txBox="1"/>
            <p:nvPr/>
          </p:nvSpPr>
          <p:spPr>
            <a:xfrm>
              <a:off x="9747884" y="3567161"/>
              <a:ext cx="173990" cy="459421"/>
            </a:xfrm>
            <a:prstGeom prst="rect">
              <a:avLst/>
            </a:prstGeom>
          </p:spPr>
          <p:txBody>
            <a:bodyPr vert="horz" wrap="square" lIns="0" tIns="0" rIns="0" bIns="0" rtlCol="0">
              <a:spAutoFit/>
            </a:bodyPr>
            <a:lstStyle/>
            <a:p>
              <a:pPr marL="12700" marR="5080">
                <a:lnSpc>
                  <a:spcPct val="110900"/>
                </a:lnSpc>
              </a:pPr>
              <a:r>
                <a:rPr sz="1400" dirty="0">
                  <a:latin typeface="Arial"/>
                  <a:cs typeface="Arial"/>
                </a:rPr>
                <a:t>S  M</a:t>
              </a:r>
              <a:endParaRPr sz="1400">
                <a:latin typeface="Arial"/>
                <a:cs typeface="Arial"/>
              </a:endParaRPr>
            </a:p>
          </p:txBody>
        </p:sp>
      </p:grpSp>
    </p:spTree>
    <p:extLst>
      <p:ext uri="{BB962C8B-B14F-4D97-AF65-F5344CB8AC3E}">
        <p14:creationId xmlns:p14="http://schemas.microsoft.com/office/powerpoint/2010/main" val="1178194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9348" y="443757"/>
            <a:ext cx="10363200" cy="553998"/>
          </a:xfrm>
          <a:prstGeom prst="rect">
            <a:avLst/>
          </a:prstGeom>
        </p:spPr>
        <p:txBody>
          <a:bodyPr vert="horz" wrap="square" lIns="0" tIns="0" rIns="0" bIns="0" rtlCol="0" anchor="ctr">
            <a:spAutoFit/>
          </a:bodyPr>
          <a:lstStyle/>
          <a:p>
            <a:pPr marL="12700">
              <a:lnSpc>
                <a:spcPct val="100000"/>
              </a:lnSpc>
            </a:pPr>
            <a:r>
              <a:rPr sz="3600" b="1" spc="-5" dirty="0" err="1"/>
              <a:t>circuitos</a:t>
            </a:r>
            <a:r>
              <a:rPr sz="3600" b="1" spc="-30" dirty="0"/>
              <a:t> </a:t>
            </a:r>
            <a:r>
              <a:rPr sz="3600" b="1" spc="-5" dirty="0" err="1"/>
              <a:t>hamiltonianos</a:t>
            </a:r>
            <a:r>
              <a:rPr lang="es-CL" sz="3600" b="1" spc="-5" dirty="0"/>
              <a:t> </a:t>
            </a:r>
            <a:r>
              <a:rPr sz="3600" dirty="0" err="1"/>
              <a:t>considerando</a:t>
            </a:r>
            <a:r>
              <a:rPr sz="3600" dirty="0"/>
              <a:t> </a:t>
            </a:r>
            <a:r>
              <a:rPr sz="3600" spc="-5" dirty="0"/>
              <a:t>el</a:t>
            </a:r>
            <a:r>
              <a:rPr sz="3600" spc="-105" dirty="0"/>
              <a:t> </a:t>
            </a:r>
            <a:r>
              <a:rPr sz="3600" b="1" spc="-5" dirty="0"/>
              <a:t>costo</a:t>
            </a:r>
            <a:endParaRPr sz="3600" dirty="0"/>
          </a:p>
        </p:txBody>
      </p:sp>
      <p:sp>
        <p:nvSpPr>
          <p:cNvPr id="3" name="object 3"/>
          <p:cNvSpPr txBox="1"/>
          <p:nvPr/>
        </p:nvSpPr>
        <p:spPr>
          <a:xfrm>
            <a:off x="823777" y="1299193"/>
            <a:ext cx="8271382" cy="492443"/>
          </a:xfrm>
          <a:prstGeom prst="rect">
            <a:avLst/>
          </a:prstGeom>
        </p:spPr>
        <p:txBody>
          <a:bodyPr vert="horz" wrap="square" lIns="0" tIns="0" rIns="0" bIns="0" rtlCol="0">
            <a:spAutoFit/>
          </a:bodyPr>
          <a:lstStyle/>
          <a:p>
            <a:pPr marL="12700">
              <a:tabLst>
                <a:tab pos="527685" algn="l"/>
              </a:tabLst>
            </a:pPr>
            <a:r>
              <a:rPr sz="2550" spc="-5" dirty="0">
                <a:solidFill>
                  <a:srgbClr val="696363"/>
                </a:solidFill>
                <a:latin typeface="HP Simplified" panose="020B0604020204020204" pitchFamily="34" charset="0"/>
                <a:cs typeface="Arial Narrow"/>
              </a:rPr>
              <a:t>3.	</a:t>
            </a:r>
            <a:r>
              <a:rPr sz="3200" u="sng" dirty="0">
                <a:solidFill>
                  <a:srgbClr val="002850"/>
                </a:solidFill>
                <a:latin typeface="HP Simplified" panose="020B0604020204020204" pitchFamily="34" charset="0"/>
                <a:cs typeface="Arial Narrow"/>
              </a:rPr>
              <a:t>Arcos clasificados (costo</a:t>
            </a:r>
            <a:r>
              <a:rPr sz="3200" u="sng" spc="-170" dirty="0">
                <a:solidFill>
                  <a:srgbClr val="002850"/>
                </a:solidFill>
                <a:latin typeface="HP Simplified" panose="020B0604020204020204" pitchFamily="34" charset="0"/>
                <a:cs typeface="Arial Narrow"/>
              </a:rPr>
              <a:t> </a:t>
            </a:r>
            <a:r>
              <a:rPr sz="3200" u="sng" spc="-5" dirty="0">
                <a:solidFill>
                  <a:srgbClr val="002850"/>
                </a:solidFill>
                <a:latin typeface="HP Simplified" panose="020B0604020204020204" pitchFamily="34" charset="0"/>
                <a:cs typeface="Arial Narrow"/>
              </a:rPr>
              <a:t>medio)</a:t>
            </a:r>
            <a:endParaRPr sz="3200" u="sng" dirty="0">
              <a:latin typeface="HP Simplified" panose="020B0604020204020204" pitchFamily="34" charset="0"/>
              <a:cs typeface="Arial Narrow"/>
            </a:endParaRPr>
          </a:p>
        </p:txBody>
      </p:sp>
      <p:sp>
        <p:nvSpPr>
          <p:cNvPr id="27" name="object 27"/>
          <p:cNvSpPr txBox="1"/>
          <p:nvPr/>
        </p:nvSpPr>
        <p:spPr>
          <a:xfrm>
            <a:off x="1374649" y="2021986"/>
            <a:ext cx="8079740" cy="2215991"/>
          </a:xfrm>
          <a:prstGeom prst="rect">
            <a:avLst/>
          </a:prstGeom>
        </p:spPr>
        <p:txBody>
          <a:bodyPr vert="horz" wrap="square" lIns="0" tIns="0" rIns="0" bIns="0" rtlCol="0">
            <a:spAutoFit/>
          </a:bodyPr>
          <a:lstStyle/>
          <a:p>
            <a:pPr marL="12700">
              <a:tabLst>
                <a:tab pos="354965" algn="l"/>
              </a:tabLst>
            </a:pPr>
            <a:r>
              <a:rPr sz="2400" spc="-5" dirty="0">
                <a:solidFill>
                  <a:srgbClr val="001F5F"/>
                </a:solidFill>
                <a:latin typeface="HP Simplified" panose="020B0604020204020204" pitchFamily="34" charset="0"/>
                <a:cs typeface="Arial"/>
              </a:rPr>
              <a:t>a.	Ordenar los arcos: 300, 349, 425, 541, 562,</a:t>
            </a:r>
            <a:r>
              <a:rPr sz="2400" spc="60" dirty="0">
                <a:solidFill>
                  <a:srgbClr val="001F5F"/>
                </a:solidFill>
                <a:latin typeface="HP Simplified" panose="020B0604020204020204" pitchFamily="34" charset="0"/>
                <a:cs typeface="Arial"/>
              </a:rPr>
              <a:t> </a:t>
            </a:r>
            <a:r>
              <a:rPr sz="2400" spc="-5" dirty="0">
                <a:solidFill>
                  <a:srgbClr val="001F5F"/>
                </a:solidFill>
                <a:latin typeface="HP Simplified" panose="020B0604020204020204" pitchFamily="34" charset="0"/>
                <a:cs typeface="Arial"/>
              </a:rPr>
              <a:t>774</a:t>
            </a:r>
            <a:endParaRPr sz="2400" dirty="0">
              <a:latin typeface="HP Simplified" panose="020B0604020204020204" pitchFamily="34" charset="0"/>
              <a:cs typeface="Arial"/>
            </a:endParaRPr>
          </a:p>
          <a:p>
            <a:pPr marL="12700">
              <a:tabLst>
                <a:tab pos="354965" algn="l"/>
              </a:tabLst>
            </a:pPr>
            <a:r>
              <a:rPr sz="2400" spc="-5" dirty="0">
                <a:solidFill>
                  <a:srgbClr val="001F5F"/>
                </a:solidFill>
                <a:latin typeface="HP Simplified" panose="020B0604020204020204" pitchFamily="34" charset="0"/>
                <a:cs typeface="Arial"/>
              </a:rPr>
              <a:t>b.	Menor: 300, siguiente menor 349,</a:t>
            </a:r>
            <a:r>
              <a:rPr sz="2400" dirty="0">
                <a:solidFill>
                  <a:srgbClr val="001F5F"/>
                </a:solidFill>
                <a:latin typeface="HP Simplified" panose="020B0604020204020204" pitchFamily="34" charset="0"/>
                <a:cs typeface="Arial"/>
              </a:rPr>
              <a:t> etc.</a:t>
            </a:r>
            <a:endParaRPr sz="2400" dirty="0">
              <a:latin typeface="HP Simplified" panose="020B0604020204020204" pitchFamily="34" charset="0"/>
              <a:cs typeface="Arial"/>
            </a:endParaRPr>
          </a:p>
          <a:p>
            <a:pPr>
              <a:spcBef>
                <a:spcPts val="30"/>
              </a:spcBef>
            </a:pPr>
            <a:endParaRPr sz="2400" dirty="0">
              <a:latin typeface="HP Simplified" panose="020B0604020204020204" pitchFamily="34" charset="0"/>
              <a:cs typeface="Times New Roman"/>
            </a:endParaRPr>
          </a:p>
          <a:p>
            <a:pPr marL="12700">
              <a:spcBef>
                <a:spcPts val="5"/>
              </a:spcBef>
            </a:pPr>
            <a:r>
              <a:rPr sz="2400" spc="-5" dirty="0">
                <a:solidFill>
                  <a:srgbClr val="001F5F"/>
                </a:solidFill>
                <a:latin typeface="HP Simplified" panose="020B0604020204020204" pitchFamily="34" charset="0"/>
                <a:cs typeface="Arial"/>
              </a:rPr>
              <a:t>Construir </a:t>
            </a:r>
            <a:r>
              <a:rPr sz="2400" dirty="0">
                <a:solidFill>
                  <a:srgbClr val="001F5F"/>
                </a:solidFill>
                <a:latin typeface="HP Simplified" panose="020B0604020204020204" pitchFamily="34" charset="0"/>
                <a:cs typeface="Arial"/>
              </a:rPr>
              <a:t>el </a:t>
            </a:r>
            <a:r>
              <a:rPr sz="2400" spc="-5" dirty="0">
                <a:solidFill>
                  <a:srgbClr val="001F5F"/>
                </a:solidFill>
                <a:latin typeface="HP Simplified" panose="020B0604020204020204" pitchFamily="34" charset="0"/>
                <a:cs typeface="Arial"/>
              </a:rPr>
              <a:t>ciclo </a:t>
            </a:r>
            <a:r>
              <a:rPr sz="2400" spc="-10" dirty="0">
                <a:solidFill>
                  <a:srgbClr val="001F5F"/>
                </a:solidFill>
                <a:latin typeface="HP Simplified" panose="020B0604020204020204" pitchFamily="34" charset="0"/>
                <a:cs typeface="Arial"/>
              </a:rPr>
              <a:t>hamiltoniano:</a:t>
            </a:r>
            <a:endParaRPr sz="2400" dirty="0">
              <a:latin typeface="HP Simplified" panose="020B0604020204020204" pitchFamily="34" charset="0"/>
              <a:cs typeface="Arial"/>
            </a:endParaRPr>
          </a:p>
          <a:p>
            <a:pPr marL="12700"/>
            <a:r>
              <a:rPr sz="2400" spc="-5" dirty="0">
                <a:solidFill>
                  <a:srgbClr val="001F5F"/>
                </a:solidFill>
                <a:latin typeface="HP Simplified" panose="020B0604020204020204" pitchFamily="34" charset="0"/>
                <a:cs typeface="Arial"/>
              </a:rPr>
              <a:t>-</a:t>
            </a:r>
            <a:r>
              <a:rPr sz="2400" spc="-5" dirty="0">
                <a:solidFill>
                  <a:srgbClr val="FF0000"/>
                </a:solidFill>
                <a:latin typeface="HP Simplified" panose="020B0604020204020204" pitchFamily="34" charset="0"/>
                <a:cs typeface="Arial"/>
              </a:rPr>
              <a:t>No </a:t>
            </a:r>
            <a:r>
              <a:rPr sz="2400" spc="-5" dirty="0">
                <a:solidFill>
                  <a:srgbClr val="001F5F"/>
                </a:solidFill>
                <a:latin typeface="HP Simplified" panose="020B0604020204020204" pitchFamily="34" charset="0"/>
                <a:cs typeface="Arial"/>
              </a:rPr>
              <a:t>se </a:t>
            </a:r>
            <a:r>
              <a:rPr sz="2400" spc="-10" dirty="0">
                <a:solidFill>
                  <a:srgbClr val="001F5F"/>
                </a:solidFill>
                <a:latin typeface="HP Simplified" panose="020B0604020204020204" pitchFamily="34" charset="0"/>
                <a:cs typeface="Arial"/>
              </a:rPr>
              <a:t>pueden </a:t>
            </a:r>
            <a:r>
              <a:rPr sz="2400" spc="-5" dirty="0">
                <a:solidFill>
                  <a:srgbClr val="001F5F"/>
                </a:solidFill>
                <a:latin typeface="HP Simplified" panose="020B0604020204020204" pitchFamily="34" charset="0"/>
                <a:cs typeface="Arial"/>
              </a:rPr>
              <a:t>juntar </a:t>
            </a:r>
            <a:r>
              <a:rPr sz="2400" spc="-5" dirty="0">
                <a:solidFill>
                  <a:srgbClr val="FF0000"/>
                </a:solidFill>
                <a:latin typeface="HP Simplified" panose="020B0604020204020204" pitchFamily="34" charset="0"/>
                <a:cs typeface="Arial"/>
              </a:rPr>
              <a:t>3 arcos </a:t>
            </a:r>
            <a:r>
              <a:rPr sz="2400" spc="-5" dirty="0">
                <a:solidFill>
                  <a:srgbClr val="001F5F"/>
                </a:solidFill>
                <a:latin typeface="HP Simplified" panose="020B0604020204020204" pitchFamily="34" charset="0"/>
                <a:cs typeface="Arial"/>
              </a:rPr>
              <a:t>en un</a:t>
            </a:r>
            <a:r>
              <a:rPr sz="2400" spc="40" dirty="0">
                <a:solidFill>
                  <a:srgbClr val="001F5F"/>
                </a:solidFill>
                <a:latin typeface="HP Simplified" panose="020B0604020204020204" pitchFamily="34" charset="0"/>
                <a:cs typeface="Arial"/>
              </a:rPr>
              <a:t> </a:t>
            </a:r>
            <a:r>
              <a:rPr sz="2400" dirty="0">
                <a:solidFill>
                  <a:srgbClr val="001F5F"/>
                </a:solidFill>
                <a:latin typeface="HP Simplified" panose="020B0604020204020204" pitchFamily="34" charset="0"/>
                <a:cs typeface="Arial"/>
              </a:rPr>
              <a:t>vértice</a:t>
            </a:r>
            <a:endParaRPr sz="2400" dirty="0">
              <a:latin typeface="HP Simplified" panose="020B0604020204020204" pitchFamily="34" charset="0"/>
              <a:cs typeface="Arial"/>
            </a:endParaRPr>
          </a:p>
          <a:p>
            <a:pPr marL="12700"/>
            <a:r>
              <a:rPr sz="2400" spc="-5" dirty="0">
                <a:solidFill>
                  <a:srgbClr val="001F5F"/>
                </a:solidFill>
                <a:latin typeface="HP Simplified" panose="020B0604020204020204" pitchFamily="34" charset="0"/>
                <a:cs typeface="Arial"/>
              </a:rPr>
              <a:t>-No se puede cerrar ciclo sin incluir todos los</a:t>
            </a:r>
            <a:r>
              <a:rPr sz="2400" spc="90" dirty="0">
                <a:solidFill>
                  <a:srgbClr val="001F5F"/>
                </a:solidFill>
                <a:latin typeface="HP Simplified" panose="020B0604020204020204" pitchFamily="34" charset="0"/>
                <a:cs typeface="Arial"/>
              </a:rPr>
              <a:t> </a:t>
            </a:r>
            <a:r>
              <a:rPr sz="2400" spc="-5" dirty="0" err="1">
                <a:solidFill>
                  <a:srgbClr val="001F5F"/>
                </a:solidFill>
                <a:latin typeface="HP Simplified" panose="020B0604020204020204" pitchFamily="34" charset="0"/>
                <a:cs typeface="Arial"/>
              </a:rPr>
              <a:t>vértices</a:t>
            </a:r>
            <a:endParaRPr sz="2400" dirty="0">
              <a:latin typeface="HP Simplified" panose="020B0604020204020204" pitchFamily="34" charset="0"/>
              <a:cs typeface="Arial"/>
            </a:endParaRPr>
          </a:p>
        </p:txBody>
      </p:sp>
      <p:sp>
        <p:nvSpPr>
          <p:cNvPr id="29" name="CuadroTexto 28">
            <a:extLst>
              <a:ext uri="{FF2B5EF4-FFF2-40B4-BE49-F238E27FC236}">
                <a16:creationId xmlns:a16="http://schemas.microsoft.com/office/drawing/2014/main" id="{02200E2A-6EDB-4CDD-B1AB-477BCA652DD8}"/>
              </a:ext>
            </a:extLst>
          </p:cNvPr>
          <p:cNvSpPr txBox="1"/>
          <p:nvPr/>
        </p:nvSpPr>
        <p:spPr>
          <a:xfrm>
            <a:off x="6400800" y="5758837"/>
            <a:ext cx="5399314" cy="369332"/>
          </a:xfrm>
          <a:prstGeom prst="rect">
            <a:avLst/>
          </a:prstGeom>
          <a:noFill/>
        </p:spPr>
        <p:txBody>
          <a:bodyPr wrap="square">
            <a:spAutoFit/>
          </a:bodyPr>
          <a:lstStyle/>
          <a:p>
            <a:pPr>
              <a:spcBef>
                <a:spcPts val="1689"/>
              </a:spcBef>
            </a:pPr>
            <a:r>
              <a:rPr lang="es-CL" b="1" dirty="0">
                <a:solidFill>
                  <a:schemeClr val="bg1"/>
                </a:solidFill>
                <a:latin typeface="Arial"/>
                <a:cs typeface="Arial"/>
              </a:rPr>
              <a:t>{C, L, M, S, </a:t>
            </a:r>
            <a:r>
              <a:rPr lang="es-CL" b="1" spc="-10" dirty="0">
                <a:solidFill>
                  <a:schemeClr val="bg1"/>
                </a:solidFill>
                <a:latin typeface="Arial"/>
                <a:cs typeface="Arial"/>
              </a:rPr>
              <a:t>C} </a:t>
            </a:r>
            <a:r>
              <a:rPr lang="es-CL" b="1" dirty="0">
                <a:solidFill>
                  <a:schemeClr val="bg1"/>
                </a:solidFill>
                <a:latin typeface="Arial"/>
                <a:cs typeface="Arial"/>
              </a:rPr>
              <a:t>= </a:t>
            </a:r>
            <a:r>
              <a:rPr lang="es-CL" b="1" spc="-5" dirty="0">
                <a:solidFill>
                  <a:schemeClr val="bg1"/>
                </a:solidFill>
                <a:latin typeface="Arial"/>
                <a:cs typeface="Arial"/>
              </a:rPr>
              <a:t>300 </a:t>
            </a:r>
            <a:r>
              <a:rPr lang="es-CL" b="1" dirty="0">
                <a:solidFill>
                  <a:schemeClr val="bg1"/>
                </a:solidFill>
                <a:latin typeface="Arial"/>
                <a:cs typeface="Arial"/>
              </a:rPr>
              <a:t>+ </a:t>
            </a:r>
            <a:r>
              <a:rPr lang="es-CL" b="1" spc="-5" dirty="0">
                <a:solidFill>
                  <a:schemeClr val="bg1"/>
                </a:solidFill>
                <a:latin typeface="Arial"/>
                <a:cs typeface="Arial"/>
              </a:rPr>
              <a:t>349 </a:t>
            </a:r>
            <a:r>
              <a:rPr lang="es-CL" b="1" dirty="0">
                <a:solidFill>
                  <a:schemeClr val="bg1"/>
                </a:solidFill>
                <a:latin typeface="Arial"/>
                <a:cs typeface="Arial"/>
              </a:rPr>
              <a:t>+ </a:t>
            </a:r>
            <a:r>
              <a:rPr lang="es-CL" b="1" spc="-5" dirty="0">
                <a:solidFill>
                  <a:schemeClr val="bg1"/>
                </a:solidFill>
                <a:latin typeface="Arial"/>
                <a:cs typeface="Arial"/>
              </a:rPr>
              <a:t>774 </a:t>
            </a:r>
            <a:r>
              <a:rPr lang="es-CL" b="1" dirty="0">
                <a:solidFill>
                  <a:schemeClr val="bg1"/>
                </a:solidFill>
                <a:latin typeface="Arial"/>
                <a:cs typeface="Arial"/>
              </a:rPr>
              <a:t>+ </a:t>
            </a:r>
            <a:r>
              <a:rPr lang="es-CL" b="1" spc="-5" dirty="0">
                <a:solidFill>
                  <a:schemeClr val="bg1"/>
                </a:solidFill>
                <a:latin typeface="Arial"/>
                <a:cs typeface="Arial"/>
              </a:rPr>
              <a:t>562 </a:t>
            </a:r>
            <a:r>
              <a:rPr lang="es-CL" b="1" dirty="0">
                <a:solidFill>
                  <a:schemeClr val="bg1"/>
                </a:solidFill>
                <a:latin typeface="Arial"/>
                <a:cs typeface="Arial"/>
              </a:rPr>
              <a:t>=</a:t>
            </a:r>
            <a:r>
              <a:rPr lang="es-CL" b="1" spc="-55" dirty="0">
                <a:solidFill>
                  <a:schemeClr val="bg1"/>
                </a:solidFill>
                <a:latin typeface="Arial"/>
                <a:cs typeface="Arial"/>
              </a:rPr>
              <a:t> </a:t>
            </a:r>
            <a:r>
              <a:rPr lang="es-CL" b="1" spc="-5" dirty="0">
                <a:solidFill>
                  <a:schemeClr val="bg1"/>
                </a:solidFill>
                <a:latin typeface="Arial"/>
                <a:cs typeface="Arial"/>
              </a:rPr>
              <a:t>1985</a:t>
            </a:r>
            <a:endParaRPr lang="es-CL" b="1" dirty="0">
              <a:solidFill>
                <a:schemeClr val="bg1"/>
              </a:solidFill>
              <a:latin typeface="Arial"/>
              <a:cs typeface="Arial"/>
            </a:endParaRPr>
          </a:p>
        </p:txBody>
      </p:sp>
      <p:grpSp>
        <p:nvGrpSpPr>
          <p:cNvPr id="32" name="Grupo 31">
            <a:extLst>
              <a:ext uri="{FF2B5EF4-FFF2-40B4-BE49-F238E27FC236}">
                <a16:creationId xmlns:a16="http://schemas.microsoft.com/office/drawing/2014/main" id="{6F079B40-953B-4B78-AFE5-61A67FD5175E}"/>
              </a:ext>
            </a:extLst>
          </p:cNvPr>
          <p:cNvGrpSpPr/>
          <p:nvPr/>
        </p:nvGrpSpPr>
        <p:grpSpPr>
          <a:xfrm>
            <a:off x="7848600" y="3048000"/>
            <a:ext cx="3215005" cy="2291658"/>
            <a:chOff x="4524375" y="4302125"/>
            <a:chExt cx="3215005" cy="2291658"/>
          </a:xfrm>
        </p:grpSpPr>
        <p:sp>
          <p:nvSpPr>
            <p:cNvPr id="4" name="object 4"/>
            <p:cNvSpPr/>
            <p:nvPr/>
          </p:nvSpPr>
          <p:spPr>
            <a:xfrm>
              <a:off x="7378700" y="6159500"/>
              <a:ext cx="360680" cy="360680"/>
            </a:xfrm>
            <a:custGeom>
              <a:avLst/>
              <a:gdLst/>
              <a:ahLst/>
              <a:cxnLst/>
              <a:rect l="l" t="t" r="r" b="b"/>
              <a:pathLst>
                <a:path w="360679" h="360679">
                  <a:moveTo>
                    <a:pt x="180212" y="0"/>
                  </a:moveTo>
                  <a:lnTo>
                    <a:pt x="132291" y="6436"/>
                  </a:lnTo>
                  <a:lnTo>
                    <a:pt x="89238" y="24600"/>
                  </a:lnTo>
                  <a:lnTo>
                    <a:pt x="52768" y="52774"/>
                  </a:lnTo>
                  <a:lnTo>
                    <a:pt x="24595" y="89242"/>
                  </a:lnTo>
                  <a:lnTo>
                    <a:pt x="6434" y="132285"/>
                  </a:lnTo>
                  <a:lnTo>
                    <a:pt x="0" y="180187"/>
                  </a:lnTo>
                  <a:lnTo>
                    <a:pt x="6434" y="228084"/>
                  </a:lnTo>
                  <a:lnTo>
                    <a:pt x="24595" y="271123"/>
                  </a:lnTo>
                  <a:lnTo>
                    <a:pt x="52768" y="307589"/>
                  </a:lnTo>
                  <a:lnTo>
                    <a:pt x="89238" y="335762"/>
                  </a:lnTo>
                  <a:lnTo>
                    <a:pt x="132291" y="353926"/>
                  </a:lnTo>
                  <a:lnTo>
                    <a:pt x="180212" y="360362"/>
                  </a:lnTo>
                  <a:lnTo>
                    <a:pt x="228090" y="353926"/>
                  </a:lnTo>
                  <a:lnTo>
                    <a:pt x="271130" y="335762"/>
                  </a:lnTo>
                  <a:lnTo>
                    <a:pt x="307609" y="307589"/>
                  </a:lnTo>
                  <a:lnTo>
                    <a:pt x="335802" y="271123"/>
                  </a:lnTo>
                  <a:lnTo>
                    <a:pt x="353982" y="228084"/>
                  </a:lnTo>
                  <a:lnTo>
                    <a:pt x="360425" y="180187"/>
                  </a:lnTo>
                  <a:lnTo>
                    <a:pt x="353982" y="132285"/>
                  </a:lnTo>
                  <a:lnTo>
                    <a:pt x="335802" y="89242"/>
                  </a:lnTo>
                  <a:lnTo>
                    <a:pt x="307609" y="52774"/>
                  </a:lnTo>
                  <a:lnTo>
                    <a:pt x="271130" y="24600"/>
                  </a:lnTo>
                  <a:lnTo>
                    <a:pt x="228090" y="6436"/>
                  </a:lnTo>
                  <a:lnTo>
                    <a:pt x="180212" y="0"/>
                  </a:lnTo>
                  <a:close/>
                </a:path>
              </a:pathLst>
            </a:custGeom>
            <a:solidFill>
              <a:srgbClr val="FFFF00"/>
            </a:solidFill>
          </p:spPr>
          <p:txBody>
            <a:bodyPr wrap="square" lIns="0" tIns="0" rIns="0" bIns="0" rtlCol="0"/>
            <a:lstStyle/>
            <a:p>
              <a:endParaRPr/>
            </a:p>
          </p:txBody>
        </p:sp>
        <p:sp>
          <p:nvSpPr>
            <p:cNvPr id="5" name="object 5"/>
            <p:cNvSpPr/>
            <p:nvPr/>
          </p:nvSpPr>
          <p:spPr>
            <a:xfrm>
              <a:off x="7378700" y="6159500"/>
              <a:ext cx="360680" cy="360680"/>
            </a:xfrm>
            <a:custGeom>
              <a:avLst/>
              <a:gdLst/>
              <a:ahLst/>
              <a:cxnLst/>
              <a:rect l="l" t="t" r="r" b="b"/>
              <a:pathLst>
                <a:path w="360679" h="360679">
                  <a:moveTo>
                    <a:pt x="0" y="180187"/>
                  </a:moveTo>
                  <a:lnTo>
                    <a:pt x="6434" y="132285"/>
                  </a:lnTo>
                  <a:lnTo>
                    <a:pt x="24595" y="89242"/>
                  </a:lnTo>
                  <a:lnTo>
                    <a:pt x="52768" y="52774"/>
                  </a:lnTo>
                  <a:lnTo>
                    <a:pt x="89238" y="24600"/>
                  </a:lnTo>
                  <a:lnTo>
                    <a:pt x="132291" y="6436"/>
                  </a:lnTo>
                  <a:lnTo>
                    <a:pt x="180212" y="0"/>
                  </a:lnTo>
                  <a:lnTo>
                    <a:pt x="228090" y="6436"/>
                  </a:lnTo>
                  <a:lnTo>
                    <a:pt x="271130" y="24600"/>
                  </a:lnTo>
                  <a:lnTo>
                    <a:pt x="307609" y="52774"/>
                  </a:lnTo>
                  <a:lnTo>
                    <a:pt x="335802" y="89242"/>
                  </a:lnTo>
                  <a:lnTo>
                    <a:pt x="353982" y="132285"/>
                  </a:lnTo>
                  <a:lnTo>
                    <a:pt x="360425" y="180187"/>
                  </a:lnTo>
                  <a:lnTo>
                    <a:pt x="353982" y="228084"/>
                  </a:lnTo>
                  <a:lnTo>
                    <a:pt x="335802" y="271123"/>
                  </a:lnTo>
                  <a:lnTo>
                    <a:pt x="307609" y="307589"/>
                  </a:lnTo>
                  <a:lnTo>
                    <a:pt x="271130" y="335762"/>
                  </a:lnTo>
                  <a:lnTo>
                    <a:pt x="228090" y="353926"/>
                  </a:lnTo>
                  <a:lnTo>
                    <a:pt x="180212" y="360362"/>
                  </a:lnTo>
                  <a:lnTo>
                    <a:pt x="132291" y="353926"/>
                  </a:lnTo>
                  <a:lnTo>
                    <a:pt x="89238" y="335762"/>
                  </a:lnTo>
                  <a:lnTo>
                    <a:pt x="52768" y="307589"/>
                  </a:lnTo>
                  <a:lnTo>
                    <a:pt x="24595" y="271123"/>
                  </a:lnTo>
                  <a:lnTo>
                    <a:pt x="6434" y="228084"/>
                  </a:lnTo>
                  <a:lnTo>
                    <a:pt x="0" y="180187"/>
                  </a:lnTo>
                  <a:close/>
                </a:path>
              </a:pathLst>
            </a:custGeom>
            <a:ln w="12699">
              <a:solidFill>
                <a:srgbClr val="000000"/>
              </a:solidFill>
            </a:ln>
          </p:spPr>
          <p:txBody>
            <a:bodyPr wrap="square" lIns="0" tIns="0" rIns="0" bIns="0" rtlCol="0"/>
            <a:lstStyle/>
            <a:p>
              <a:endParaRPr/>
            </a:p>
          </p:txBody>
        </p:sp>
        <p:sp>
          <p:nvSpPr>
            <p:cNvPr id="6" name="object 6"/>
            <p:cNvSpPr txBox="1"/>
            <p:nvPr/>
          </p:nvSpPr>
          <p:spPr>
            <a:xfrm>
              <a:off x="7479285" y="6202376"/>
              <a:ext cx="163195" cy="276999"/>
            </a:xfrm>
            <a:prstGeom prst="rect">
              <a:avLst/>
            </a:prstGeom>
          </p:spPr>
          <p:txBody>
            <a:bodyPr vert="horz" wrap="square" lIns="0" tIns="0" rIns="0" bIns="0" rtlCol="0">
              <a:spAutoFit/>
            </a:bodyPr>
            <a:lstStyle/>
            <a:p>
              <a:pPr marL="12700"/>
              <a:r>
                <a:rPr dirty="0">
                  <a:latin typeface="Tahoma"/>
                  <a:cs typeface="Tahoma"/>
                </a:rPr>
                <a:t>C</a:t>
              </a:r>
              <a:endParaRPr>
                <a:latin typeface="Tahoma"/>
                <a:cs typeface="Tahoma"/>
              </a:endParaRPr>
            </a:p>
          </p:txBody>
        </p:sp>
        <p:sp>
          <p:nvSpPr>
            <p:cNvPr id="7" name="object 7"/>
            <p:cNvSpPr/>
            <p:nvPr/>
          </p:nvSpPr>
          <p:spPr>
            <a:xfrm>
              <a:off x="4524375" y="6156325"/>
              <a:ext cx="360680" cy="360680"/>
            </a:xfrm>
            <a:custGeom>
              <a:avLst/>
              <a:gdLst/>
              <a:ahLst/>
              <a:cxnLst/>
              <a:rect l="l" t="t" r="r" b="b"/>
              <a:pathLst>
                <a:path w="360679" h="360679">
                  <a:moveTo>
                    <a:pt x="180212" y="0"/>
                  </a:moveTo>
                  <a:lnTo>
                    <a:pt x="132291" y="6436"/>
                  </a:lnTo>
                  <a:lnTo>
                    <a:pt x="89238" y="24600"/>
                  </a:lnTo>
                  <a:lnTo>
                    <a:pt x="52768" y="52774"/>
                  </a:lnTo>
                  <a:lnTo>
                    <a:pt x="24595" y="89242"/>
                  </a:lnTo>
                  <a:lnTo>
                    <a:pt x="6434" y="132285"/>
                  </a:lnTo>
                  <a:lnTo>
                    <a:pt x="0" y="180187"/>
                  </a:lnTo>
                  <a:lnTo>
                    <a:pt x="6434" y="228084"/>
                  </a:lnTo>
                  <a:lnTo>
                    <a:pt x="24595" y="271123"/>
                  </a:lnTo>
                  <a:lnTo>
                    <a:pt x="52768" y="307589"/>
                  </a:lnTo>
                  <a:lnTo>
                    <a:pt x="89238" y="335762"/>
                  </a:lnTo>
                  <a:lnTo>
                    <a:pt x="132291" y="353926"/>
                  </a:lnTo>
                  <a:lnTo>
                    <a:pt x="180212" y="360362"/>
                  </a:lnTo>
                  <a:lnTo>
                    <a:pt x="228090" y="353926"/>
                  </a:lnTo>
                  <a:lnTo>
                    <a:pt x="271130" y="335762"/>
                  </a:lnTo>
                  <a:lnTo>
                    <a:pt x="307609" y="307589"/>
                  </a:lnTo>
                  <a:lnTo>
                    <a:pt x="335802" y="271123"/>
                  </a:lnTo>
                  <a:lnTo>
                    <a:pt x="353982" y="228084"/>
                  </a:lnTo>
                  <a:lnTo>
                    <a:pt x="360425" y="180187"/>
                  </a:lnTo>
                  <a:lnTo>
                    <a:pt x="353982" y="132285"/>
                  </a:lnTo>
                  <a:lnTo>
                    <a:pt x="335802" y="89242"/>
                  </a:lnTo>
                  <a:lnTo>
                    <a:pt x="307609" y="52774"/>
                  </a:lnTo>
                  <a:lnTo>
                    <a:pt x="271130" y="24600"/>
                  </a:lnTo>
                  <a:lnTo>
                    <a:pt x="228090" y="6436"/>
                  </a:lnTo>
                  <a:lnTo>
                    <a:pt x="180212" y="0"/>
                  </a:lnTo>
                  <a:close/>
                </a:path>
              </a:pathLst>
            </a:custGeom>
            <a:solidFill>
              <a:srgbClr val="FFFF00"/>
            </a:solidFill>
          </p:spPr>
          <p:txBody>
            <a:bodyPr wrap="square" lIns="0" tIns="0" rIns="0" bIns="0" rtlCol="0"/>
            <a:lstStyle/>
            <a:p>
              <a:endParaRPr/>
            </a:p>
          </p:txBody>
        </p:sp>
        <p:sp>
          <p:nvSpPr>
            <p:cNvPr id="8" name="object 8"/>
            <p:cNvSpPr/>
            <p:nvPr/>
          </p:nvSpPr>
          <p:spPr>
            <a:xfrm>
              <a:off x="4524375" y="6156325"/>
              <a:ext cx="360680" cy="360680"/>
            </a:xfrm>
            <a:custGeom>
              <a:avLst/>
              <a:gdLst/>
              <a:ahLst/>
              <a:cxnLst/>
              <a:rect l="l" t="t" r="r" b="b"/>
              <a:pathLst>
                <a:path w="360679" h="360679">
                  <a:moveTo>
                    <a:pt x="0" y="180187"/>
                  </a:moveTo>
                  <a:lnTo>
                    <a:pt x="6434" y="132285"/>
                  </a:lnTo>
                  <a:lnTo>
                    <a:pt x="24595" y="89242"/>
                  </a:lnTo>
                  <a:lnTo>
                    <a:pt x="52768" y="52774"/>
                  </a:lnTo>
                  <a:lnTo>
                    <a:pt x="89238" y="24600"/>
                  </a:lnTo>
                  <a:lnTo>
                    <a:pt x="132291" y="6436"/>
                  </a:lnTo>
                  <a:lnTo>
                    <a:pt x="180212" y="0"/>
                  </a:lnTo>
                  <a:lnTo>
                    <a:pt x="228090" y="6436"/>
                  </a:lnTo>
                  <a:lnTo>
                    <a:pt x="271130" y="24600"/>
                  </a:lnTo>
                  <a:lnTo>
                    <a:pt x="307609" y="52774"/>
                  </a:lnTo>
                  <a:lnTo>
                    <a:pt x="335802" y="89242"/>
                  </a:lnTo>
                  <a:lnTo>
                    <a:pt x="353982" y="132285"/>
                  </a:lnTo>
                  <a:lnTo>
                    <a:pt x="360425" y="180187"/>
                  </a:lnTo>
                  <a:lnTo>
                    <a:pt x="353982" y="228084"/>
                  </a:lnTo>
                  <a:lnTo>
                    <a:pt x="335802" y="271123"/>
                  </a:lnTo>
                  <a:lnTo>
                    <a:pt x="307609" y="307589"/>
                  </a:lnTo>
                  <a:lnTo>
                    <a:pt x="271130" y="335762"/>
                  </a:lnTo>
                  <a:lnTo>
                    <a:pt x="228090" y="353926"/>
                  </a:lnTo>
                  <a:lnTo>
                    <a:pt x="180212" y="360362"/>
                  </a:lnTo>
                  <a:lnTo>
                    <a:pt x="132291" y="353926"/>
                  </a:lnTo>
                  <a:lnTo>
                    <a:pt x="89238" y="335762"/>
                  </a:lnTo>
                  <a:lnTo>
                    <a:pt x="52768" y="307589"/>
                  </a:lnTo>
                  <a:lnTo>
                    <a:pt x="24595" y="271123"/>
                  </a:lnTo>
                  <a:lnTo>
                    <a:pt x="6434" y="228084"/>
                  </a:lnTo>
                  <a:lnTo>
                    <a:pt x="0" y="180187"/>
                  </a:lnTo>
                  <a:close/>
                </a:path>
              </a:pathLst>
            </a:custGeom>
            <a:ln w="12699">
              <a:solidFill>
                <a:srgbClr val="000000"/>
              </a:solidFill>
            </a:ln>
          </p:spPr>
          <p:txBody>
            <a:bodyPr wrap="square" lIns="0" tIns="0" rIns="0" bIns="0" rtlCol="0"/>
            <a:lstStyle/>
            <a:p>
              <a:endParaRPr/>
            </a:p>
          </p:txBody>
        </p:sp>
        <p:sp>
          <p:nvSpPr>
            <p:cNvPr id="9" name="object 9"/>
            <p:cNvSpPr txBox="1"/>
            <p:nvPr/>
          </p:nvSpPr>
          <p:spPr>
            <a:xfrm>
              <a:off x="4604766" y="6199023"/>
              <a:ext cx="201930" cy="276999"/>
            </a:xfrm>
            <a:prstGeom prst="rect">
              <a:avLst/>
            </a:prstGeom>
          </p:spPr>
          <p:txBody>
            <a:bodyPr vert="horz" wrap="square" lIns="0" tIns="0" rIns="0" bIns="0" rtlCol="0">
              <a:spAutoFit/>
            </a:bodyPr>
            <a:lstStyle/>
            <a:p>
              <a:pPr marL="12700"/>
              <a:r>
                <a:rPr dirty="0">
                  <a:latin typeface="Tahoma"/>
                  <a:cs typeface="Tahoma"/>
                </a:rPr>
                <a:t>M</a:t>
              </a:r>
              <a:endParaRPr>
                <a:latin typeface="Tahoma"/>
                <a:cs typeface="Tahoma"/>
              </a:endParaRPr>
            </a:p>
          </p:txBody>
        </p:sp>
        <p:sp>
          <p:nvSpPr>
            <p:cNvPr id="10" name="object 10"/>
            <p:cNvSpPr/>
            <p:nvPr/>
          </p:nvSpPr>
          <p:spPr>
            <a:xfrm>
              <a:off x="5949950" y="5513451"/>
              <a:ext cx="360680" cy="360680"/>
            </a:xfrm>
            <a:custGeom>
              <a:avLst/>
              <a:gdLst/>
              <a:ahLst/>
              <a:cxnLst/>
              <a:rect l="l" t="t" r="r" b="b"/>
              <a:pathLst>
                <a:path w="360679" h="360679">
                  <a:moveTo>
                    <a:pt x="180212" y="0"/>
                  </a:moveTo>
                  <a:lnTo>
                    <a:pt x="132291" y="6431"/>
                  </a:lnTo>
                  <a:lnTo>
                    <a:pt x="89238" y="24583"/>
                  </a:lnTo>
                  <a:lnTo>
                    <a:pt x="52768" y="52741"/>
                  </a:lnTo>
                  <a:lnTo>
                    <a:pt x="24595" y="89191"/>
                  </a:lnTo>
                  <a:lnTo>
                    <a:pt x="6434" y="132219"/>
                  </a:lnTo>
                  <a:lnTo>
                    <a:pt x="0" y="180111"/>
                  </a:lnTo>
                  <a:lnTo>
                    <a:pt x="6434" y="228020"/>
                  </a:lnTo>
                  <a:lnTo>
                    <a:pt x="24595" y="271060"/>
                  </a:lnTo>
                  <a:lnTo>
                    <a:pt x="52768" y="307525"/>
                  </a:lnTo>
                  <a:lnTo>
                    <a:pt x="89238" y="335699"/>
                  </a:lnTo>
                  <a:lnTo>
                    <a:pt x="132291" y="353862"/>
                  </a:lnTo>
                  <a:lnTo>
                    <a:pt x="180212" y="360299"/>
                  </a:lnTo>
                  <a:lnTo>
                    <a:pt x="228090" y="353862"/>
                  </a:lnTo>
                  <a:lnTo>
                    <a:pt x="271130" y="335699"/>
                  </a:lnTo>
                  <a:lnTo>
                    <a:pt x="307609" y="307525"/>
                  </a:lnTo>
                  <a:lnTo>
                    <a:pt x="335802" y="271060"/>
                  </a:lnTo>
                  <a:lnTo>
                    <a:pt x="353982" y="228020"/>
                  </a:lnTo>
                  <a:lnTo>
                    <a:pt x="360425" y="180111"/>
                  </a:lnTo>
                  <a:lnTo>
                    <a:pt x="353982" y="132219"/>
                  </a:lnTo>
                  <a:lnTo>
                    <a:pt x="335802" y="89191"/>
                  </a:lnTo>
                  <a:lnTo>
                    <a:pt x="307609" y="52741"/>
                  </a:lnTo>
                  <a:lnTo>
                    <a:pt x="271130" y="24583"/>
                  </a:lnTo>
                  <a:lnTo>
                    <a:pt x="228090" y="6431"/>
                  </a:lnTo>
                  <a:lnTo>
                    <a:pt x="180212" y="0"/>
                  </a:lnTo>
                  <a:close/>
                </a:path>
              </a:pathLst>
            </a:custGeom>
            <a:solidFill>
              <a:srgbClr val="FFFF00"/>
            </a:solidFill>
          </p:spPr>
          <p:txBody>
            <a:bodyPr wrap="square" lIns="0" tIns="0" rIns="0" bIns="0" rtlCol="0"/>
            <a:lstStyle/>
            <a:p>
              <a:endParaRPr/>
            </a:p>
          </p:txBody>
        </p:sp>
        <p:sp>
          <p:nvSpPr>
            <p:cNvPr id="11" name="object 11"/>
            <p:cNvSpPr/>
            <p:nvPr/>
          </p:nvSpPr>
          <p:spPr>
            <a:xfrm>
              <a:off x="5949950" y="5513451"/>
              <a:ext cx="360680" cy="360680"/>
            </a:xfrm>
            <a:custGeom>
              <a:avLst/>
              <a:gdLst/>
              <a:ahLst/>
              <a:cxnLst/>
              <a:rect l="l" t="t" r="r" b="b"/>
              <a:pathLst>
                <a:path w="360679" h="360679">
                  <a:moveTo>
                    <a:pt x="0" y="180111"/>
                  </a:moveTo>
                  <a:lnTo>
                    <a:pt x="6434" y="132219"/>
                  </a:lnTo>
                  <a:lnTo>
                    <a:pt x="24595" y="89191"/>
                  </a:lnTo>
                  <a:lnTo>
                    <a:pt x="52768" y="52741"/>
                  </a:lnTo>
                  <a:lnTo>
                    <a:pt x="89238" y="24583"/>
                  </a:lnTo>
                  <a:lnTo>
                    <a:pt x="132291" y="6431"/>
                  </a:lnTo>
                  <a:lnTo>
                    <a:pt x="180212" y="0"/>
                  </a:lnTo>
                  <a:lnTo>
                    <a:pt x="228090" y="6431"/>
                  </a:lnTo>
                  <a:lnTo>
                    <a:pt x="271130" y="24583"/>
                  </a:lnTo>
                  <a:lnTo>
                    <a:pt x="307609" y="52741"/>
                  </a:lnTo>
                  <a:lnTo>
                    <a:pt x="335802" y="89191"/>
                  </a:lnTo>
                  <a:lnTo>
                    <a:pt x="353982" y="132219"/>
                  </a:lnTo>
                  <a:lnTo>
                    <a:pt x="360425" y="180111"/>
                  </a:lnTo>
                  <a:lnTo>
                    <a:pt x="353982" y="228020"/>
                  </a:lnTo>
                  <a:lnTo>
                    <a:pt x="335802" y="271060"/>
                  </a:lnTo>
                  <a:lnTo>
                    <a:pt x="307609" y="307525"/>
                  </a:lnTo>
                  <a:lnTo>
                    <a:pt x="271130" y="335699"/>
                  </a:lnTo>
                  <a:lnTo>
                    <a:pt x="228090" y="353862"/>
                  </a:lnTo>
                  <a:lnTo>
                    <a:pt x="180212" y="360299"/>
                  </a:lnTo>
                  <a:lnTo>
                    <a:pt x="132291" y="353862"/>
                  </a:lnTo>
                  <a:lnTo>
                    <a:pt x="89238" y="335699"/>
                  </a:lnTo>
                  <a:lnTo>
                    <a:pt x="52768" y="307525"/>
                  </a:lnTo>
                  <a:lnTo>
                    <a:pt x="24595" y="271060"/>
                  </a:lnTo>
                  <a:lnTo>
                    <a:pt x="6434" y="228020"/>
                  </a:lnTo>
                  <a:lnTo>
                    <a:pt x="0" y="180124"/>
                  </a:lnTo>
                  <a:close/>
                </a:path>
              </a:pathLst>
            </a:custGeom>
            <a:ln w="12699">
              <a:solidFill>
                <a:srgbClr val="000000"/>
              </a:solidFill>
            </a:ln>
          </p:spPr>
          <p:txBody>
            <a:bodyPr wrap="square" lIns="0" tIns="0" rIns="0" bIns="0" rtlCol="0"/>
            <a:lstStyle/>
            <a:p>
              <a:endParaRPr/>
            </a:p>
          </p:txBody>
        </p:sp>
        <p:sp>
          <p:nvSpPr>
            <p:cNvPr id="12" name="object 12"/>
            <p:cNvSpPr txBox="1"/>
            <p:nvPr/>
          </p:nvSpPr>
          <p:spPr>
            <a:xfrm>
              <a:off x="6054598" y="5555895"/>
              <a:ext cx="153035" cy="276999"/>
            </a:xfrm>
            <a:prstGeom prst="rect">
              <a:avLst/>
            </a:prstGeom>
          </p:spPr>
          <p:txBody>
            <a:bodyPr vert="horz" wrap="square" lIns="0" tIns="0" rIns="0" bIns="0" rtlCol="0">
              <a:spAutoFit/>
            </a:bodyPr>
            <a:lstStyle/>
            <a:p>
              <a:pPr marL="12700"/>
              <a:r>
                <a:rPr dirty="0">
                  <a:latin typeface="Tahoma"/>
                  <a:cs typeface="Tahoma"/>
                </a:rPr>
                <a:t>S</a:t>
              </a:r>
              <a:endParaRPr>
                <a:latin typeface="Tahoma"/>
                <a:cs typeface="Tahoma"/>
              </a:endParaRPr>
            </a:p>
          </p:txBody>
        </p:sp>
        <p:sp>
          <p:nvSpPr>
            <p:cNvPr id="13" name="object 13"/>
            <p:cNvSpPr/>
            <p:nvPr/>
          </p:nvSpPr>
          <p:spPr>
            <a:xfrm>
              <a:off x="5949950" y="4302125"/>
              <a:ext cx="360680" cy="360680"/>
            </a:xfrm>
            <a:custGeom>
              <a:avLst/>
              <a:gdLst/>
              <a:ahLst/>
              <a:cxnLst/>
              <a:rect l="l" t="t" r="r" b="b"/>
              <a:pathLst>
                <a:path w="360679" h="360679">
                  <a:moveTo>
                    <a:pt x="180212" y="0"/>
                  </a:moveTo>
                  <a:lnTo>
                    <a:pt x="132291" y="6434"/>
                  </a:lnTo>
                  <a:lnTo>
                    <a:pt x="89238" y="24595"/>
                  </a:lnTo>
                  <a:lnTo>
                    <a:pt x="52768" y="52768"/>
                  </a:lnTo>
                  <a:lnTo>
                    <a:pt x="24595" y="89238"/>
                  </a:lnTo>
                  <a:lnTo>
                    <a:pt x="6434" y="132291"/>
                  </a:lnTo>
                  <a:lnTo>
                    <a:pt x="0" y="180212"/>
                  </a:lnTo>
                  <a:lnTo>
                    <a:pt x="6434" y="228090"/>
                  </a:lnTo>
                  <a:lnTo>
                    <a:pt x="24595" y="271130"/>
                  </a:lnTo>
                  <a:lnTo>
                    <a:pt x="52768" y="307609"/>
                  </a:lnTo>
                  <a:lnTo>
                    <a:pt x="89238" y="335802"/>
                  </a:lnTo>
                  <a:lnTo>
                    <a:pt x="132291" y="353982"/>
                  </a:lnTo>
                  <a:lnTo>
                    <a:pt x="180212" y="360425"/>
                  </a:lnTo>
                  <a:lnTo>
                    <a:pt x="228090" y="353982"/>
                  </a:lnTo>
                  <a:lnTo>
                    <a:pt x="271130" y="335802"/>
                  </a:lnTo>
                  <a:lnTo>
                    <a:pt x="307609" y="307609"/>
                  </a:lnTo>
                  <a:lnTo>
                    <a:pt x="335802" y="271130"/>
                  </a:lnTo>
                  <a:lnTo>
                    <a:pt x="353982" y="228090"/>
                  </a:lnTo>
                  <a:lnTo>
                    <a:pt x="360425" y="180212"/>
                  </a:lnTo>
                  <a:lnTo>
                    <a:pt x="353982" y="132291"/>
                  </a:lnTo>
                  <a:lnTo>
                    <a:pt x="335802" y="89238"/>
                  </a:lnTo>
                  <a:lnTo>
                    <a:pt x="307609" y="52768"/>
                  </a:lnTo>
                  <a:lnTo>
                    <a:pt x="271130" y="24595"/>
                  </a:lnTo>
                  <a:lnTo>
                    <a:pt x="228090" y="6434"/>
                  </a:lnTo>
                  <a:lnTo>
                    <a:pt x="180212" y="0"/>
                  </a:lnTo>
                  <a:close/>
                </a:path>
              </a:pathLst>
            </a:custGeom>
            <a:solidFill>
              <a:srgbClr val="FFFF00"/>
            </a:solidFill>
          </p:spPr>
          <p:txBody>
            <a:bodyPr wrap="square" lIns="0" tIns="0" rIns="0" bIns="0" rtlCol="0"/>
            <a:lstStyle/>
            <a:p>
              <a:endParaRPr/>
            </a:p>
          </p:txBody>
        </p:sp>
        <p:sp>
          <p:nvSpPr>
            <p:cNvPr id="14" name="object 14"/>
            <p:cNvSpPr/>
            <p:nvPr/>
          </p:nvSpPr>
          <p:spPr>
            <a:xfrm>
              <a:off x="5949950" y="4302125"/>
              <a:ext cx="360680" cy="360680"/>
            </a:xfrm>
            <a:custGeom>
              <a:avLst/>
              <a:gdLst/>
              <a:ahLst/>
              <a:cxnLst/>
              <a:rect l="l" t="t" r="r" b="b"/>
              <a:pathLst>
                <a:path w="360679" h="360679">
                  <a:moveTo>
                    <a:pt x="0" y="180212"/>
                  </a:moveTo>
                  <a:lnTo>
                    <a:pt x="6434" y="132291"/>
                  </a:lnTo>
                  <a:lnTo>
                    <a:pt x="24595" y="89238"/>
                  </a:lnTo>
                  <a:lnTo>
                    <a:pt x="52768" y="52768"/>
                  </a:lnTo>
                  <a:lnTo>
                    <a:pt x="89238" y="24595"/>
                  </a:lnTo>
                  <a:lnTo>
                    <a:pt x="132291" y="6434"/>
                  </a:lnTo>
                  <a:lnTo>
                    <a:pt x="180212" y="0"/>
                  </a:lnTo>
                  <a:lnTo>
                    <a:pt x="228090" y="6434"/>
                  </a:lnTo>
                  <a:lnTo>
                    <a:pt x="271130" y="24595"/>
                  </a:lnTo>
                  <a:lnTo>
                    <a:pt x="307609" y="52768"/>
                  </a:lnTo>
                  <a:lnTo>
                    <a:pt x="335802" y="89238"/>
                  </a:lnTo>
                  <a:lnTo>
                    <a:pt x="353982" y="132291"/>
                  </a:lnTo>
                  <a:lnTo>
                    <a:pt x="360425" y="180212"/>
                  </a:lnTo>
                  <a:lnTo>
                    <a:pt x="353982" y="228090"/>
                  </a:lnTo>
                  <a:lnTo>
                    <a:pt x="335802" y="271130"/>
                  </a:lnTo>
                  <a:lnTo>
                    <a:pt x="307609" y="307609"/>
                  </a:lnTo>
                  <a:lnTo>
                    <a:pt x="271130" y="335802"/>
                  </a:lnTo>
                  <a:lnTo>
                    <a:pt x="228090" y="353982"/>
                  </a:lnTo>
                  <a:lnTo>
                    <a:pt x="180212" y="360425"/>
                  </a:lnTo>
                  <a:lnTo>
                    <a:pt x="132291" y="353982"/>
                  </a:lnTo>
                  <a:lnTo>
                    <a:pt x="89238" y="335802"/>
                  </a:lnTo>
                  <a:lnTo>
                    <a:pt x="52768" y="307609"/>
                  </a:lnTo>
                  <a:lnTo>
                    <a:pt x="24595" y="271130"/>
                  </a:lnTo>
                  <a:lnTo>
                    <a:pt x="6434" y="228090"/>
                  </a:lnTo>
                  <a:lnTo>
                    <a:pt x="0" y="180212"/>
                  </a:lnTo>
                  <a:close/>
                </a:path>
              </a:pathLst>
            </a:custGeom>
            <a:ln w="12700">
              <a:solidFill>
                <a:srgbClr val="000000"/>
              </a:solidFill>
            </a:ln>
          </p:spPr>
          <p:txBody>
            <a:bodyPr wrap="square" lIns="0" tIns="0" rIns="0" bIns="0" rtlCol="0"/>
            <a:lstStyle/>
            <a:p>
              <a:endParaRPr/>
            </a:p>
          </p:txBody>
        </p:sp>
        <p:sp>
          <p:nvSpPr>
            <p:cNvPr id="15" name="object 15"/>
            <p:cNvSpPr/>
            <p:nvPr/>
          </p:nvSpPr>
          <p:spPr>
            <a:xfrm>
              <a:off x="6129402" y="4662423"/>
              <a:ext cx="1905" cy="850900"/>
            </a:xfrm>
            <a:custGeom>
              <a:avLst/>
              <a:gdLst/>
              <a:ahLst/>
              <a:cxnLst/>
              <a:rect l="l" t="t" r="r" b="b"/>
              <a:pathLst>
                <a:path w="1904" h="850900">
                  <a:moveTo>
                    <a:pt x="0" y="850900"/>
                  </a:moveTo>
                  <a:lnTo>
                    <a:pt x="1524" y="0"/>
                  </a:lnTo>
                </a:path>
              </a:pathLst>
            </a:custGeom>
            <a:ln w="12700">
              <a:solidFill>
                <a:srgbClr val="000000"/>
              </a:solidFill>
            </a:ln>
          </p:spPr>
          <p:txBody>
            <a:bodyPr wrap="square" lIns="0" tIns="0" rIns="0" bIns="0" rtlCol="0"/>
            <a:lstStyle/>
            <a:p>
              <a:endParaRPr/>
            </a:p>
          </p:txBody>
        </p:sp>
        <p:sp>
          <p:nvSpPr>
            <p:cNvPr id="16" name="object 16"/>
            <p:cNvSpPr/>
            <p:nvPr/>
          </p:nvSpPr>
          <p:spPr>
            <a:xfrm>
              <a:off x="6310377" y="5692775"/>
              <a:ext cx="1120775" cy="519430"/>
            </a:xfrm>
            <a:custGeom>
              <a:avLst/>
              <a:gdLst/>
              <a:ahLst/>
              <a:cxnLst/>
              <a:rect l="l" t="t" r="r" b="b"/>
              <a:pathLst>
                <a:path w="1120775" h="519429">
                  <a:moveTo>
                    <a:pt x="1120775" y="519112"/>
                  </a:moveTo>
                  <a:lnTo>
                    <a:pt x="0" y="0"/>
                  </a:lnTo>
                </a:path>
              </a:pathLst>
            </a:custGeom>
            <a:ln w="12700">
              <a:solidFill>
                <a:srgbClr val="000000"/>
              </a:solidFill>
            </a:ln>
          </p:spPr>
          <p:txBody>
            <a:bodyPr wrap="square" lIns="0" tIns="0" rIns="0" bIns="0" rtlCol="0"/>
            <a:lstStyle/>
            <a:p>
              <a:endParaRPr/>
            </a:p>
          </p:txBody>
        </p:sp>
        <p:sp>
          <p:nvSpPr>
            <p:cNvPr id="17" name="object 17"/>
            <p:cNvSpPr/>
            <p:nvPr/>
          </p:nvSpPr>
          <p:spPr>
            <a:xfrm>
              <a:off x="4832350" y="5692776"/>
              <a:ext cx="1117600" cy="516255"/>
            </a:xfrm>
            <a:custGeom>
              <a:avLst/>
              <a:gdLst/>
              <a:ahLst/>
              <a:cxnLst/>
              <a:rect l="l" t="t" r="r" b="b"/>
              <a:pathLst>
                <a:path w="1117600" h="516254">
                  <a:moveTo>
                    <a:pt x="1117600" y="0"/>
                  </a:moveTo>
                  <a:lnTo>
                    <a:pt x="0" y="515937"/>
                  </a:lnTo>
                </a:path>
              </a:pathLst>
            </a:custGeom>
            <a:ln w="12700">
              <a:solidFill>
                <a:srgbClr val="000000"/>
              </a:solidFill>
            </a:ln>
          </p:spPr>
          <p:txBody>
            <a:bodyPr wrap="square" lIns="0" tIns="0" rIns="0" bIns="0" rtlCol="0"/>
            <a:lstStyle/>
            <a:p>
              <a:endParaRPr/>
            </a:p>
          </p:txBody>
        </p:sp>
        <p:sp>
          <p:nvSpPr>
            <p:cNvPr id="18" name="object 18"/>
            <p:cNvSpPr/>
            <p:nvPr/>
          </p:nvSpPr>
          <p:spPr>
            <a:xfrm>
              <a:off x="4884801" y="6335713"/>
              <a:ext cx="2494280" cy="3175"/>
            </a:xfrm>
            <a:custGeom>
              <a:avLst/>
              <a:gdLst/>
              <a:ahLst/>
              <a:cxnLst/>
              <a:rect l="l" t="t" r="r" b="b"/>
              <a:pathLst>
                <a:path w="2494279" h="3175">
                  <a:moveTo>
                    <a:pt x="2493899" y="3175"/>
                  </a:moveTo>
                  <a:lnTo>
                    <a:pt x="0" y="0"/>
                  </a:lnTo>
                </a:path>
              </a:pathLst>
            </a:custGeom>
            <a:ln w="12700">
              <a:solidFill>
                <a:srgbClr val="000000"/>
              </a:solidFill>
            </a:ln>
          </p:spPr>
          <p:txBody>
            <a:bodyPr wrap="square" lIns="0" tIns="0" rIns="0" bIns="0" rtlCol="0"/>
            <a:lstStyle/>
            <a:p>
              <a:endParaRPr/>
            </a:p>
          </p:txBody>
        </p:sp>
        <p:sp>
          <p:nvSpPr>
            <p:cNvPr id="19" name="object 19"/>
            <p:cNvSpPr/>
            <p:nvPr/>
          </p:nvSpPr>
          <p:spPr>
            <a:xfrm>
              <a:off x="4703827" y="4610101"/>
              <a:ext cx="1298575" cy="1546225"/>
            </a:xfrm>
            <a:custGeom>
              <a:avLst/>
              <a:gdLst/>
              <a:ahLst/>
              <a:cxnLst/>
              <a:rect l="l" t="t" r="r" b="b"/>
              <a:pathLst>
                <a:path w="1298575" h="1546225">
                  <a:moveTo>
                    <a:pt x="0" y="1546225"/>
                  </a:moveTo>
                  <a:lnTo>
                    <a:pt x="1298575" y="0"/>
                  </a:lnTo>
                </a:path>
              </a:pathLst>
            </a:custGeom>
            <a:ln w="12700">
              <a:solidFill>
                <a:srgbClr val="000000"/>
              </a:solidFill>
            </a:ln>
          </p:spPr>
          <p:txBody>
            <a:bodyPr wrap="square" lIns="0" tIns="0" rIns="0" bIns="0" rtlCol="0"/>
            <a:lstStyle/>
            <a:p>
              <a:endParaRPr/>
            </a:p>
          </p:txBody>
        </p:sp>
        <p:sp>
          <p:nvSpPr>
            <p:cNvPr id="20" name="object 20"/>
            <p:cNvSpPr/>
            <p:nvPr/>
          </p:nvSpPr>
          <p:spPr>
            <a:xfrm>
              <a:off x="6257925" y="4610100"/>
              <a:ext cx="1301750" cy="1549400"/>
            </a:xfrm>
            <a:custGeom>
              <a:avLst/>
              <a:gdLst/>
              <a:ahLst/>
              <a:cxnLst/>
              <a:rect l="l" t="t" r="r" b="b"/>
              <a:pathLst>
                <a:path w="1301750" h="1549400">
                  <a:moveTo>
                    <a:pt x="1301750" y="1549400"/>
                  </a:moveTo>
                  <a:lnTo>
                    <a:pt x="0" y="0"/>
                  </a:lnTo>
                </a:path>
              </a:pathLst>
            </a:custGeom>
            <a:ln w="12700">
              <a:solidFill>
                <a:srgbClr val="000000"/>
              </a:solidFill>
            </a:ln>
          </p:spPr>
          <p:txBody>
            <a:bodyPr wrap="square" lIns="0" tIns="0" rIns="0" bIns="0" rtlCol="0"/>
            <a:lstStyle/>
            <a:p>
              <a:endParaRPr/>
            </a:p>
          </p:txBody>
        </p:sp>
        <p:sp>
          <p:nvSpPr>
            <p:cNvPr id="21" name="object 21"/>
            <p:cNvSpPr txBox="1"/>
            <p:nvPr/>
          </p:nvSpPr>
          <p:spPr>
            <a:xfrm rot="3104468">
              <a:off x="6864478" y="5150359"/>
              <a:ext cx="363855" cy="246221"/>
            </a:xfrm>
            <a:prstGeom prst="rect">
              <a:avLst/>
            </a:prstGeom>
          </p:spPr>
          <p:txBody>
            <a:bodyPr vert="horz" wrap="square" lIns="0" tIns="0" rIns="0" bIns="0" rtlCol="0">
              <a:spAutoFit/>
            </a:bodyPr>
            <a:lstStyle/>
            <a:p>
              <a:pPr marL="12700"/>
              <a:r>
                <a:rPr sz="1600" spc="-5" dirty="0">
                  <a:latin typeface="Arial"/>
                  <a:cs typeface="Arial"/>
                </a:rPr>
                <a:t>349</a:t>
              </a:r>
              <a:endParaRPr sz="1600">
                <a:latin typeface="Arial"/>
                <a:cs typeface="Arial"/>
              </a:endParaRPr>
            </a:p>
          </p:txBody>
        </p:sp>
        <p:sp>
          <p:nvSpPr>
            <p:cNvPr id="22" name="object 22"/>
            <p:cNvSpPr txBox="1"/>
            <p:nvPr/>
          </p:nvSpPr>
          <p:spPr>
            <a:xfrm>
              <a:off x="5935727" y="6347562"/>
              <a:ext cx="363855" cy="246221"/>
            </a:xfrm>
            <a:prstGeom prst="rect">
              <a:avLst/>
            </a:prstGeom>
          </p:spPr>
          <p:txBody>
            <a:bodyPr vert="horz" wrap="square" lIns="0" tIns="0" rIns="0" bIns="0" rtlCol="0">
              <a:spAutoFit/>
            </a:bodyPr>
            <a:lstStyle/>
            <a:p>
              <a:pPr marL="12700"/>
              <a:r>
                <a:rPr sz="1600" spc="-5" dirty="0">
                  <a:latin typeface="Arial"/>
                  <a:cs typeface="Arial"/>
                </a:rPr>
                <a:t>425</a:t>
              </a:r>
              <a:endParaRPr sz="1600">
                <a:latin typeface="Arial"/>
                <a:cs typeface="Arial"/>
              </a:endParaRPr>
            </a:p>
          </p:txBody>
        </p:sp>
        <p:sp>
          <p:nvSpPr>
            <p:cNvPr id="23" name="object 23"/>
            <p:cNvSpPr txBox="1"/>
            <p:nvPr/>
          </p:nvSpPr>
          <p:spPr>
            <a:xfrm rot="18810720">
              <a:off x="5078349" y="5150359"/>
              <a:ext cx="363855" cy="246221"/>
            </a:xfrm>
            <a:prstGeom prst="rect">
              <a:avLst/>
            </a:prstGeom>
          </p:spPr>
          <p:txBody>
            <a:bodyPr vert="horz" wrap="square" lIns="0" tIns="0" rIns="0" bIns="0" rtlCol="0">
              <a:spAutoFit/>
            </a:bodyPr>
            <a:lstStyle/>
            <a:p>
              <a:pPr marL="12700"/>
              <a:r>
                <a:rPr sz="1600" spc="-5" dirty="0">
                  <a:latin typeface="Arial"/>
                  <a:cs typeface="Arial"/>
                </a:rPr>
                <a:t>774</a:t>
              </a:r>
              <a:endParaRPr sz="1600" dirty="0">
                <a:latin typeface="Arial"/>
                <a:cs typeface="Arial"/>
              </a:endParaRPr>
            </a:p>
          </p:txBody>
        </p:sp>
        <p:sp>
          <p:nvSpPr>
            <p:cNvPr id="24" name="object 24"/>
            <p:cNvSpPr txBox="1"/>
            <p:nvPr/>
          </p:nvSpPr>
          <p:spPr>
            <a:xfrm rot="20022938">
              <a:off x="5283414" y="5665087"/>
              <a:ext cx="363855" cy="246221"/>
            </a:xfrm>
            <a:prstGeom prst="rect">
              <a:avLst/>
            </a:prstGeom>
          </p:spPr>
          <p:txBody>
            <a:bodyPr vert="horz" wrap="square" lIns="0" tIns="0" rIns="0" bIns="0" rtlCol="0">
              <a:spAutoFit/>
            </a:bodyPr>
            <a:lstStyle/>
            <a:p>
              <a:pPr marL="12700"/>
              <a:r>
                <a:rPr sz="1600" spc="-5" dirty="0">
                  <a:latin typeface="Arial"/>
                  <a:cs typeface="Arial"/>
                </a:rPr>
                <a:t>562</a:t>
              </a:r>
              <a:endParaRPr sz="1600" dirty="0">
                <a:latin typeface="Arial"/>
                <a:cs typeface="Arial"/>
              </a:endParaRPr>
            </a:p>
          </p:txBody>
        </p:sp>
        <p:sp>
          <p:nvSpPr>
            <p:cNvPr id="25" name="object 25"/>
            <p:cNvSpPr txBox="1"/>
            <p:nvPr/>
          </p:nvSpPr>
          <p:spPr>
            <a:xfrm rot="16200000">
              <a:off x="5829586" y="5021670"/>
              <a:ext cx="363855" cy="246221"/>
            </a:xfrm>
            <a:prstGeom prst="rect">
              <a:avLst/>
            </a:prstGeom>
          </p:spPr>
          <p:txBody>
            <a:bodyPr vert="horz" wrap="square" lIns="0" tIns="0" rIns="0" bIns="0" rtlCol="0">
              <a:spAutoFit/>
            </a:bodyPr>
            <a:lstStyle/>
            <a:p>
              <a:pPr marL="12700"/>
              <a:r>
                <a:rPr sz="1600" spc="-5" dirty="0">
                  <a:latin typeface="Arial"/>
                  <a:cs typeface="Arial"/>
                </a:rPr>
                <a:t>541</a:t>
              </a:r>
              <a:endParaRPr sz="1600">
                <a:latin typeface="Arial"/>
                <a:cs typeface="Arial"/>
              </a:endParaRPr>
            </a:p>
          </p:txBody>
        </p:sp>
        <p:sp>
          <p:nvSpPr>
            <p:cNvPr id="26" name="object 26"/>
            <p:cNvSpPr txBox="1"/>
            <p:nvPr/>
          </p:nvSpPr>
          <p:spPr>
            <a:xfrm rot="1839612">
              <a:off x="6645202" y="5660480"/>
              <a:ext cx="363855" cy="246221"/>
            </a:xfrm>
            <a:prstGeom prst="rect">
              <a:avLst/>
            </a:prstGeom>
          </p:spPr>
          <p:txBody>
            <a:bodyPr vert="horz" wrap="square" lIns="0" tIns="0" rIns="0" bIns="0" rtlCol="0">
              <a:spAutoFit/>
            </a:bodyPr>
            <a:lstStyle/>
            <a:p>
              <a:pPr marL="12700"/>
              <a:r>
                <a:rPr sz="1600" spc="-5" dirty="0">
                  <a:latin typeface="Arial"/>
                  <a:cs typeface="Arial"/>
                </a:rPr>
                <a:t>300</a:t>
              </a:r>
              <a:endParaRPr sz="1600">
                <a:latin typeface="Arial"/>
                <a:cs typeface="Arial"/>
              </a:endParaRPr>
            </a:p>
          </p:txBody>
        </p:sp>
        <p:sp>
          <p:nvSpPr>
            <p:cNvPr id="31" name="CuadroTexto 30">
              <a:extLst>
                <a:ext uri="{FF2B5EF4-FFF2-40B4-BE49-F238E27FC236}">
                  <a16:creationId xmlns:a16="http://schemas.microsoft.com/office/drawing/2014/main" id="{1E038F27-9B94-468E-8786-600F72D480B4}"/>
                </a:ext>
              </a:extLst>
            </p:cNvPr>
            <p:cNvSpPr txBox="1"/>
            <p:nvPr/>
          </p:nvSpPr>
          <p:spPr>
            <a:xfrm>
              <a:off x="5949950" y="4310053"/>
              <a:ext cx="392385" cy="369332"/>
            </a:xfrm>
            <a:prstGeom prst="rect">
              <a:avLst/>
            </a:prstGeom>
            <a:noFill/>
          </p:spPr>
          <p:txBody>
            <a:bodyPr wrap="square">
              <a:spAutoFit/>
            </a:bodyPr>
            <a:lstStyle/>
            <a:p>
              <a:pPr marR="17145" algn="ctr">
                <a:spcBef>
                  <a:spcPts val="1330"/>
                </a:spcBef>
              </a:pPr>
              <a:r>
                <a:rPr lang="es-CL" dirty="0">
                  <a:latin typeface="Tahoma"/>
                  <a:cs typeface="Tahoma"/>
                </a:rPr>
                <a:t>L</a:t>
              </a:r>
            </a:p>
          </p:txBody>
        </p:sp>
      </p:grpSp>
    </p:spTree>
    <p:extLst>
      <p:ext uri="{BB962C8B-B14F-4D97-AF65-F5344CB8AC3E}">
        <p14:creationId xmlns:p14="http://schemas.microsoft.com/office/powerpoint/2010/main" val="843146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0100" y="457200"/>
            <a:ext cx="7810500" cy="1231106"/>
          </a:xfrm>
          <a:prstGeom prst="rect">
            <a:avLst/>
          </a:prstGeom>
        </p:spPr>
        <p:txBody>
          <a:bodyPr vert="horz" wrap="square" lIns="0" tIns="0" rIns="0" bIns="0" rtlCol="0" anchor="ctr">
            <a:spAutoFit/>
          </a:bodyPr>
          <a:lstStyle/>
          <a:p>
            <a:pPr marL="12700">
              <a:lnSpc>
                <a:spcPct val="100000"/>
              </a:lnSpc>
            </a:pPr>
            <a:r>
              <a:rPr dirty="0"/>
              <a:t>Algoritmos para </a:t>
            </a:r>
            <a:r>
              <a:rPr dirty="0" err="1"/>
              <a:t>encontrar</a:t>
            </a:r>
            <a:r>
              <a:rPr spc="-140" dirty="0"/>
              <a:t> </a:t>
            </a:r>
            <a:r>
              <a:rPr dirty="0" err="1"/>
              <a:t>caminos</a:t>
            </a:r>
            <a:r>
              <a:rPr lang="es-CL" dirty="0"/>
              <a:t> </a:t>
            </a:r>
            <a:r>
              <a:rPr spc="-5" dirty="0" err="1"/>
              <a:t>más</a:t>
            </a:r>
            <a:r>
              <a:rPr spc="-75" dirty="0"/>
              <a:t> </a:t>
            </a:r>
            <a:r>
              <a:rPr spc="-5" dirty="0"/>
              <a:t>cortos</a:t>
            </a:r>
            <a:endParaRPr dirty="0"/>
          </a:p>
        </p:txBody>
      </p:sp>
      <p:sp>
        <p:nvSpPr>
          <p:cNvPr id="3" name="object 3"/>
          <p:cNvSpPr txBox="1"/>
          <p:nvPr/>
        </p:nvSpPr>
        <p:spPr>
          <a:xfrm>
            <a:off x="590868" y="1828800"/>
            <a:ext cx="10815484" cy="2505942"/>
          </a:xfrm>
          <a:prstGeom prst="rect">
            <a:avLst/>
          </a:prstGeom>
        </p:spPr>
        <p:txBody>
          <a:bodyPr vert="horz" wrap="square" lIns="0" tIns="0" rIns="0" bIns="0" rtlCol="0">
            <a:spAutoFit/>
          </a:bodyPr>
          <a:lstStyle/>
          <a:p>
            <a:pPr marL="355600" indent="-342900">
              <a:buClr>
                <a:srgbClr val="696363"/>
              </a:buClr>
              <a:buSzPct val="80357"/>
              <a:buFont typeface="Wingdings"/>
              <a:buChar char=""/>
              <a:tabLst>
                <a:tab pos="355600" algn="l"/>
              </a:tabLst>
            </a:pPr>
            <a:r>
              <a:rPr sz="2800" spc="-5" dirty="0">
                <a:solidFill>
                  <a:srgbClr val="002850"/>
                </a:solidFill>
                <a:latin typeface="HP Simplified" panose="020B0604020204020204" pitchFamily="34" charset="0"/>
                <a:cs typeface="Arial Narrow"/>
              </a:rPr>
              <a:t>Frecuentemente </a:t>
            </a:r>
            <a:r>
              <a:rPr sz="2800" dirty="0">
                <a:solidFill>
                  <a:srgbClr val="002850"/>
                </a:solidFill>
                <a:latin typeface="HP Simplified" panose="020B0604020204020204" pitchFamily="34" charset="0"/>
                <a:cs typeface="Arial Narrow"/>
              </a:rPr>
              <a:t>se </a:t>
            </a:r>
            <a:r>
              <a:rPr sz="2800" spc="-10" dirty="0">
                <a:solidFill>
                  <a:srgbClr val="002850"/>
                </a:solidFill>
                <a:latin typeface="HP Simplified" panose="020B0604020204020204" pitchFamily="34" charset="0"/>
                <a:cs typeface="Arial Narrow"/>
              </a:rPr>
              <a:t>desea </a:t>
            </a:r>
            <a:r>
              <a:rPr sz="2800" spc="-5" dirty="0">
                <a:solidFill>
                  <a:srgbClr val="002850"/>
                </a:solidFill>
                <a:latin typeface="HP Simplified" panose="020B0604020204020204" pitchFamily="34" charset="0"/>
                <a:cs typeface="Arial Narrow"/>
              </a:rPr>
              <a:t>conocer en un grafo cuál es</a:t>
            </a:r>
            <a:r>
              <a:rPr sz="2800" spc="-50" dirty="0">
                <a:solidFill>
                  <a:srgbClr val="002850"/>
                </a:solidFill>
                <a:latin typeface="HP Simplified" panose="020B0604020204020204" pitchFamily="34" charset="0"/>
                <a:cs typeface="Arial Narrow"/>
              </a:rPr>
              <a:t> </a:t>
            </a:r>
            <a:r>
              <a:rPr sz="2800" spc="-10" dirty="0" err="1">
                <a:solidFill>
                  <a:srgbClr val="002850"/>
                </a:solidFill>
                <a:latin typeface="HP Simplified" panose="020B0604020204020204" pitchFamily="34" charset="0"/>
                <a:cs typeface="Arial Narrow"/>
              </a:rPr>
              <a:t>el</a:t>
            </a:r>
            <a:r>
              <a:rPr lang="es-CL" sz="2800" spc="-10" dirty="0">
                <a:solidFill>
                  <a:srgbClr val="002850"/>
                </a:solidFill>
                <a:latin typeface="HP Simplified" panose="020B0604020204020204" pitchFamily="34" charset="0"/>
                <a:cs typeface="Arial Narrow"/>
              </a:rPr>
              <a:t> </a:t>
            </a:r>
            <a:r>
              <a:rPr sz="2800" spc="-10" dirty="0" err="1">
                <a:solidFill>
                  <a:srgbClr val="002850"/>
                </a:solidFill>
                <a:latin typeface="HP Simplified" panose="020B0604020204020204" pitchFamily="34" charset="0"/>
                <a:cs typeface="Arial Narrow"/>
              </a:rPr>
              <a:t>camino</a:t>
            </a:r>
            <a:r>
              <a:rPr sz="2800" spc="-10" dirty="0">
                <a:solidFill>
                  <a:srgbClr val="002850"/>
                </a:solidFill>
                <a:latin typeface="HP Simplified" panose="020B0604020204020204" pitchFamily="34" charset="0"/>
                <a:cs typeface="Arial Narrow"/>
              </a:rPr>
              <a:t> más corto entre un </a:t>
            </a:r>
            <a:r>
              <a:rPr sz="2800" spc="-5" dirty="0">
                <a:solidFill>
                  <a:srgbClr val="002850"/>
                </a:solidFill>
                <a:latin typeface="HP Simplified" panose="020B0604020204020204" pitchFamily="34" charset="0"/>
                <a:cs typeface="Arial Narrow"/>
              </a:rPr>
              <a:t>par de</a:t>
            </a:r>
            <a:r>
              <a:rPr sz="2800" spc="50" dirty="0">
                <a:solidFill>
                  <a:srgbClr val="002850"/>
                </a:solidFill>
                <a:latin typeface="HP Simplified" panose="020B0604020204020204" pitchFamily="34" charset="0"/>
                <a:cs typeface="Arial Narrow"/>
              </a:rPr>
              <a:t> </a:t>
            </a:r>
            <a:r>
              <a:rPr sz="2800" spc="-10" dirty="0">
                <a:solidFill>
                  <a:srgbClr val="002850"/>
                </a:solidFill>
                <a:latin typeface="HP Simplified" panose="020B0604020204020204" pitchFamily="34" charset="0"/>
                <a:cs typeface="Arial Narrow"/>
              </a:rPr>
              <a:t>vértices</a:t>
            </a:r>
            <a:endParaRPr sz="2800" dirty="0">
              <a:latin typeface="HP Simplified" panose="020B0604020204020204" pitchFamily="34" charset="0"/>
              <a:cs typeface="Arial Narrow"/>
            </a:endParaRPr>
          </a:p>
          <a:p>
            <a:pPr marL="355600" indent="-342900">
              <a:spcBef>
                <a:spcPts val="1005"/>
              </a:spcBef>
              <a:buClr>
                <a:srgbClr val="696363"/>
              </a:buClr>
              <a:buSzPct val="80357"/>
              <a:buFont typeface="Wingdings"/>
              <a:buChar char=""/>
              <a:tabLst>
                <a:tab pos="355600" algn="l"/>
              </a:tabLst>
            </a:pPr>
            <a:r>
              <a:rPr sz="2800" spc="-5" dirty="0">
                <a:solidFill>
                  <a:srgbClr val="002850"/>
                </a:solidFill>
                <a:latin typeface="HP Simplified" panose="020B0604020204020204" pitchFamily="34" charset="0"/>
                <a:cs typeface="Arial Narrow"/>
              </a:rPr>
              <a:t>En </a:t>
            </a:r>
            <a:r>
              <a:rPr sz="2800" spc="-10" dirty="0">
                <a:solidFill>
                  <a:srgbClr val="002850"/>
                </a:solidFill>
                <a:latin typeface="HP Simplified" panose="020B0604020204020204" pitchFamily="34" charset="0"/>
                <a:cs typeface="Arial Narrow"/>
              </a:rPr>
              <a:t>este</a:t>
            </a:r>
            <a:r>
              <a:rPr sz="2800" spc="-80" dirty="0">
                <a:solidFill>
                  <a:srgbClr val="002850"/>
                </a:solidFill>
                <a:latin typeface="HP Simplified" panose="020B0604020204020204" pitchFamily="34" charset="0"/>
                <a:cs typeface="Arial Narrow"/>
              </a:rPr>
              <a:t> </a:t>
            </a:r>
            <a:r>
              <a:rPr sz="2800" spc="-5" dirty="0">
                <a:solidFill>
                  <a:srgbClr val="002850"/>
                </a:solidFill>
                <a:latin typeface="HP Simplified" panose="020B0604020204020204" pitchFamily="34" charset="0"/>
                <a:cs typeface="Arial Narrow"/>
              </a:rPr>
              <a:t>caso</a:t>
            </a:r>
            <a:endParaRPr sz="2800" dirty="0">
              <a:latin typeface="HP Simplified" panose="020B0604020204020204" pitchFamily="34" charset="0"/>
              <a:cs typeface="Arial Narrow"/>
            </a:endParaRPr>
          </a:p>
          <a:p>
            <a:pPr marL="812800" lvl="1" indent="-342900">
              <a:spcBef>
                <a:spcPts val="1005"/>
              </a:spcBef>
              <a:buClr>
                <a:srgbClr val="696363"/>
              </a:buClr>
              <a:buSzPct val="80357"/>
              <a:buFont typeface="Wingdings"/>
              <a:buChar char=""/>
              <a:tabLst>
                <a:tab pos="813435" algn="l"/>
              </a:tabLst>
            </a:pPr>
            <a:r>
              <a:rPr sz="2800" spc="-5" dirty="0">
                <a:solidFill>
                  <a:srgbClr val="002850"/>
                </a:solidFill>
                <a:latin typeface="HP Simplified" panose="020B0604020204020204" pitchFamily="34" charset="0"/>
                <a:cs typeface="Arial Narrow"/>
              </a:rPr>
              <a:t>Sí </a:t>
            </a:r>
            <a:r>
              <a:rPr sz="2800" spc="-10" dirty="0">
                <a:solidFill>
                  <a:srgbClr val="002850"/>
                </a:solidFill>
                <a:latin typeface="HP Simplified" panose="020B0604020204020204" pitchFamily="34" charset="0"/>
                <a:cs typeface="Arial Narrow"/>
              </a:rPr>
              <a:t>importa cuántos caminos</a:t>
            </a:r>
            <a:r>
              <a:rPr sz="2800" spc="60" dirty="0">
                <a:solidFill>
                  <a:srgbClr val="002850"/>
                </a:solidFill>
                <a:latin typeface="HP Simplified" panose="020B0604020204020204" pitchFamily="34" charset="0"/>
                <a:cs typeface="Arial Narrow"/>
              </a:rPr>
              <a:t> </a:t>
            </a:r>
            <a:r>
              <a:rPr sz="2800" spc="-10" dirty="0">
                <a:solidFill>
                  <a:srgbClr val="002850"/>
                </a:solidFill>
                <a:latin typeface="HP Simplified" panose="020B0604020204020204" pitchFamily="34" charset="0"/>
                <a:cs typeface="Arial Narrow"/>
              </a:rPr>
              <a:t>existen</a:t>
            </a:r>
            <a:endParaRPr sz="2800" dirty="0">
              <a:latin typeface="HP Simplified" panose="020B0604020204020204" pitchFamily="34" charset="0"/>
              <a:cs typeface="Arial Narrow"/>
            </a:endParaRPr>
          </a:p>
          <a:p>
            <a:pPr marL="812800" marR="1068070" lvl="1" indent="-342900">
              <a:lnSpc>
                <a:spcPct val="110000"/>
              </a:lnSpc>
              <a:spcBef>
                <a:spcPts val="665"/>
              </a:spcBef>
              <a:buClr>
                <a:srgbClr val="696363"/>
              </a:buClr>
              <a:buSzPct val="80357"/>
              <a:buFont typeface="Wingdings"/>
              <a:buChar char=""/>
              <a:tabLst>
                <a:tab pos="813435" algn="l"/>
              </a:tabLst>
            </a:pPr>
            <a:r>
              <a:rPr sz="2800" spc="-5" dirty="0">
                <a:solidFill>
                  <a:srgbClr val="002850"/>
                </a:solidFill>
                <a:latin typeface="HP Simplified" panose="020B0604020204020204" pitchFamily="34" charset="0"/>
                <a:cs typeface="Arial Narrow"/>
              </a:rPr>
              <a:t>Si ya conozco un </a:t>
            </a:r>
            <a:r>
              <a:rPr sz="2800" spc="-10" dirty="0">
                <a:solidFill>
                  <a:srgbClr val="002850"/>
                </a:solidFill>
                <a:latin typeface="HP Simplified" panose="020B0604020204020204" pitchFamily="34" charset="0"/>
                <a:cs typeface="Arial Narrow"/>
              </a:rPr>
              <a:t>camino pero encuentro uno  </a:t>
            </a:r>
            <a:r>
              <a:rPr sz="2800" spc="-30" dirty="0" err="1">
                <a:solidFill>
                  <a:srgbClr val="002850"/>
                </a:solidFill>
                <a:latin typeface="HP Simplified" panose="020B0604020204020204" pitchFamily="34" charset="0"/>
                <a:cs typeface="Arial Narrow"/>
              </a:rPr>
              <a:t>mejor</a:t>
            </a:r>
            <a:r>
              <a:rPr sz="2800" spc="-30" dirty="0">
                <a:solidFill>
                  <a:srgbClr val="002850"/>
                </a:solidFill>
                <a:latin typeface="HP Simplified" panose="020B0604020204020204" pitchFamily="34" charset="0"/>
                <a:cs typeface="Arial Narrow"/>
              </a:rPr>
              <a:t>,</a:t>
            </a:r>
            <a:r>
              <a:rPr lang="es-CL" sz="2800" spc="-30" dirty="0">
                <a:solidFill>
                  <a:srgbClr val="002850"/>
                </a:solidFill>
                <a:latin typeface="HP Simplified" panose="020B0604020204020204" pitchFamily="34" charset="0"/>
                <a:cs typeface="Arial Narrow"/>
              </a:rPr>
              <a:t> </a:t>
            </a:r>
            <a:r>
              <a:rPr sz="2800" spc="-10" dirty="0" err="1">
                <a:solidFill>
                  <a:srgbClr val="002850"/>
                </a:solidFill>
                <a:latin typeface="HP Simplified" panose="020B0604020204020204" pitchFamily="34" charset="0"/>
                <a:cs typeface="Arial Narrow"/>
              </a:rPr>
              <a:t>sustuir</a:t>
            </a:r>
            <a:endParaRPr sz="2800" dirty="0">
              <a:latin typeface="HP Simplified" panose="020B0604020204020204" pitchFamily="34" charset="0"/>
              <a:cs typeface="Arial Narrow"/>
            </a:endParaRPr>
          </a:p>
        </p:txBody>
      </p:sp>
    </p:spTree>
    <p:extLst>
      <p:ext uri="{BB962C8B-B14F-4D97-AF65-F5344CB8AC3E}">
        <p14:creationId xmlns:p14="http://schemas.microsoft.com/office/powerpoint/2010/main" val="19975934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8820" y="425680"/>
            <a:ext cx="3656965" cy="1107996"/>
          </a:xfrm>
          <a:prstGeom prst="rect">
            <a:avLst/>
          </a:prstGeom>
        </p:spPr>
        <p:txBody>
          <a:bodyPr vert="horz" wrap="square" lIns="0" tIns="0" rIns="0" bIns="0" rtlCol="0" anchor="ctr">
            <a:spAutoFit/>
          </a:bodyPr>
          <a:lstStyle/>
          <a:p>
            <a:pPr marL="12700">
              <a:lnSpc>
                <a:spcPct val="100000"/>
              </a:lnSpc>
            </a:pPr>
            <a:r>
              <a:rPr sz="3600" dirty="0"/>
              <a:t>Algoritmo </a:t>
            </a:r>
            <a:r>
              <a:rPr sz="3600" spc="-5" dirty="0"/>
              <a:t>de</a:t>
            </a:r>
            <a:r>
              <a:rPr sz="3600" spc="-114" dirty="0"/>
              <a:t> </a:t>
            </a:r>
            <a:r>
              <a:rPr sz="3600" dirty="0"/>
              <a:t>Ford</a:t>
            </a:r>
            <a:endParaRPr sz="3600"/>
          </a:p>
        </p:txBody>
      </p:sp>
      <p:sp>
        <p:nvSpPr>
          <p:cNvPr id="3" name="object 3"/>
          <p:cNvSpPr txBox="1"/>
          <p:nvPr/>
        </p:nvSpPr>
        <p:spPr>
          <a:xfrm>
            <a:off x="1959966" y="1466341"/>
            <a:ext cx="7210425" cy="975360"/>
          </a:xfrm>
          <a:prstGeom prst="rect">
            <a:avLst/>
          </a:prstGeom>
        </p:spPr>
        <p:txBody>
          <a:bodyPr vert="horz" wrap="square" lIns="0" tIns="0" rIns="0" bIns="0" rtlCol="0">
            <a:spAutoFit/>
          </a:bodyPr>
          <a:lstStyle/>
          <a:p>
            <a:pPr marL="12700">
              <a:tabLst>
                <a:tab pos="527685" algn="l"/>
              </a:tabLst>
            </a:pPr>
            <a:r>
              <a:rPr sz="2700" spc="5" dirty="0">
                <a:solidFill>
                  <a:srgbClr val="D24717"/>
                </a:solidFill>
                <a:latin typeface="Arial Narrow"/>
                <a:cs typeface="Arial Narrow"/>
              </a:rPr>
              <a:t>1.	</a:t>
            </a:r>
            <a:r>
              <a:rPr sz="3200" dirty="0">
                <a:solidFill>
                  <a:srgbClr val="002850"/>
                </a:solidFill>
                <a:latin typeface="Arial Narrow"/>
                <a:cs typeface="Arial Narrow"/>
              </a:rPr>
              <a:t>Permite calcular </a:t>
            </a:r>
            <a:r>
              <a:rPr sz="3200" spc="-5" dirty="0">
                <a:solidFill>
                  <a:srgbClr val="002850"/>
                </a:solidFill>
                <a:latin typeface="Arial Narrow"/>
                <a:cs typeface="Arial Narrow"/>
              </a:rPr>
              <a:t>la </a:t>
            </a:r>
            <a:r>
              <a:rPr sz="3200" b="1" dirty="0">
                <a:solidFill>
                  <a:srgbClr val="002850"/>
                </a:solidFill>
                <a:latin typeface="Arial Narrow"/>
                <a:cs typeface="Arial Narrow"/>
              </a:rPr>
              <a:t>distancia mínima </a:t>
            </a:r>
            <a:r>
              <a:rPr sz="3200" spc="-5" dirty="0">
                <a:solidFill>
                  <a:srgbClr val="002850"/>
                </a:solidFill>
                <a:latin typeface="Arial Narrow"/>
                <a:cs typeface="Arial Narrow"/>
              </a:rPr>
              <a:t>entre</a:t>
            </a:r>
            <a:r>
              <a:rPr sz="3200" spc="-150" dirty="0">
                <a:solidFill>
                  <a:srgbClr val="002850"/>
                </a:solidFill>
                <a:latin typeface="Arial Narrow"/>
                <a:cs typeface="Arial Narrow"/>
              </a:rPr>
              <a:t> </a:t>
            </a:r>
            <a:r>
              <a:rPr sz="3200" dirty="0">
                <a:solidFill>
                  <a:srgbClr val="002850"/>
                </a:solidFill>
                <a:latin typeface="Arial Narrow"/>
                <a:cs typeface="Arial Narrow"/>
              </a:rPr>
              <a:t>2</a:t>
            </a:r>
            <a:endParaRPr sz="3200">
              <a:latin typeface="Arial Narrow"/>
              <a:cs typeface="Arial Narrow"/>
            </a:endParaRPr>
          </a:p>
          <a:p>
            <a:pPr marL="527685"/>
            <a:r>
              <a:rPr sz="3200" spc="-5" dirty="0">
                <a:solidFill>
                  <a:srgbClr val="002850"/>
                </a:solidFill>
                <a:latin typeface="Arial Narrow"/>
                <a:cs typeface="Arial Narrow"/>
              </a:rPr>
              <a:t>puntos de </a:t>
            </a:r>
            <a:r>
              <a:rPr sz="3200" dirty="0">
                <a:solidFill>
                  <a:srgbClr val="002850"/>
                </a:solidFill>
                <a:latin typeface="Arial Narrow"/>
                <a:cs typeface="Arial Narrow"/>
              </a:rPr>
              <a:t>1</a:t>
            </a:r>
            <a:r>
              <a:rPr sz="3200" spc="-80" dirty="0">
                <a:solidFill>
                  <a:srgbClr val="002850"/>
                </a:solidFill>
                <a:latin typeface="Arial Narrow"/>
                <a:cs typeface="Arial Narrow"/>
              </a:rPr>
              <a:t> </a:t>
            </a:r>
            <a:r>
              <a:rPr sz="3200" spc="-5" dirty="0">
                <a:solidFill>
                  <a:srgbClr val="002850"/>
                </a:solidFill>
                <a:latin typeface="Arial Narrow"/>
                <a:cs typeface="Arial Narrow"/>
              </a:rPr>
              <a:t>grafo.</a:t>
            </a:r>
            <a:endParaRPr sz="3200">
              <a:latin typeface="Arial Narrow"/>
              <a:cs typeface="Arial Narrow"/>
            </a:endParaRPr>
          </a:p>
        </p:txBody>
      </p:sp>
      <p:sp>
        <p:nvSpPr>
          <p:cNvPr id="4" name="object 4"/>
          <p:cNvSpPr txBox="1"/>
          <p:nvPr/>
        </p:nvSpPr>
        <p:spPr>
          <a:xfrm>
            <a:off x="1959966" y="3082035"/>
            <a:ext cx="7784465" cy="2120900"/>
          </a:xfrm>
          <a:prstGeom prst="rect">
            <a:avLst/>
          </a:prstGeom>
        </p:spPr>
        <p:txBody>
          <a:bodyPr vert="horz" wrap="square" lIns="0" tIns="0" rIns="0" bIns="0" rtlCol="0">
            <a:spAutoFit/>
          </a:bodyPr>
          <a:lstStyle/>
          <a:p>
            <a:pPr marL="527685" indent="-514984">
              <a:buClr>
                <a:srgbClr val="D24717"/>
              </a:buClr>
              <a:buSzPct val="84375"/>
              <a:buAutoNum type="arabicPeriod" startAt="3"/>
              <a:tabLst>
                <a:tab pos="527685" algn="l"/>
                <a:tab pos="528320" algn="l"/>
              </a:tabLst>
            </a:pPr>
            <a:r>
              <a:rPr sz="3200" dirty="0">
                <a:solidFill>
                  <a:srgbClr val="002850"/>
                </a:solidFill>
                <a:latin typeface="Arial Narrow"/>
                <a:cs typeface="Arial Narrow"/>
              </a:rPr>
              <a:t>Pasos:</a:t>
            </a:r>
            <a:endParaRPr sz="3200">
              <a:latin typeface="Arial Narrow"/>
              <a:cs typeface="Arial Narrow"/>
            </a:endParaRPr>
          </a:p>
          <a:p>
            <a:pPr marL="984885" lvl="1" indent="-514984">
              <a:spcBef>
                <a:spcPts val="605"/>
              </a:spcBef>
              <a:buClr>
                <a:srgbClr val="D24717"/>
              </a:buClr>
              <a:buSzPct val="83333"/>
              <a:buAutoNum type="arabicPeriod"/>
              <a:tabLst>
                <a:tab pos="984885" algn="l"/>
                <a:tab pos="985519" algn="l"/>
              </a:tabLst>
            </a:pPr>
            <a:r>
              <a:rPr sz="2400" spc="-5" dirty="0">
                <a:solidFill>
                  <a:srgbClr val="002850"/>
                </a:solidFill>
                <a:latin typeface="Arial Narrow"/>
                <a:cs typeface="Arial Narrow"/>
              </a:rPr>
              <a:t>Asignar el valor </a:t>
            </a:r>
            <a:r>
              <a:rPr sz="2400" dirty="0">
                <a:solidFill>
                  <a:srgbClr val="002850"/>
                </a:solidFill>
                <a:latin typeface="Arial Narrow"/>
                <a:cs typeface="Arial Narrow"/>
              </a:rPr>
              <a:t>0 </a:t>
            </a:r>
            <a:r>
              <a:rPr sz="2400" spc="-5" dirty="0">
                <a:solidFill>
                  <a:srgbClr val="002850"/>
                </a:solidFill>
                <a:latin typeface="Arial Narrow"/>
                <a:cs typeface="Arial Narrow"/>
              </a:rPr>
              <a:t>al nodo</a:t>
            </a:r>
            <a:r>
              <a:rPr sz="2400" dirty="0">
                <a:solidFill>
                  <a:srgbClr val="002850"/>
                </a:solidFill>
                <a:latin typeface="Arial Narrow"/>
                <a:cs typeface="Arial Narrow"/>
              </a:rPr>
              <a:t> </a:t>
            </a:r>
            <a:r>
              <a:rPr sz="2400" spc="-5" dirty="0">
                <a:solidFill>
                  <a:srgbClr val="002850"/>
                </a:solidFill>
                <a:latin typeface="Arial Narrow"/>
                <a:cs typeface="Arial Narrow"/>
              </a:rPr>
              <a:t>origen</a:t>
            </a:r>
            <a:endParaRPr sz="2400">
              <a:latin typeface="Arial Narrow"/>
              <a:cs typeface="Arial Narrow"/>
            </a:endParaRPr>
          </a:p>
          <a:p>
            <a:pPr marL="984885" marR="5080" lvl="1" indent="-514984">
              <a:spcBef>
                <a:spcPts val="595"/>
              </a:spcBef>
              <a:buClr>
                <a:srgbClr val="D24717"/>
              </a:buClr>
              <a:buSzPct val="83333"/>
              <a:buAutoNum type="arabicPeriod"/>
              <a:tabLst>
                <a:tab pos="984885" algn="l"/>
                <a:tab pos="985519" algn="l"/>
              </a:tabLst>
            </a:pPr>
            <a:r>
              <a:rPr sz="2400" spc="-5" dirty="0">
                <a:solidFill>
                  <a:srgbClr val="002850"/>
                </a:solidFill>
                <a:latin typeface="Arial Narrow"/>
                <a:cs typeface="Arial Narrow"/>
              </a:rPr>
              <a:t>Mediante un proceso iterativo se le </a:t>
            </a:r>
            <a:r>
              <a:rPr sz="2400" spc="-10" dirty="0">
                <a:solidFill>
                  <a:srgbClr val="002850"/>
                </a:solidFill>
                <a:latin typeface="Arial Narrow"/>
                <a:cs typeface="Arial Narrow"/>
              </a:rPr>
              <a:t>asignará </a:t>
            </a:r>
            <a:r>
              <a:rPr sz="2400" dirty="0">
                <a:solidFill>
                  <a:srgbClr val="002850"/>
                </a:solidFill>
                <a:latin typeface="Arial Narrow"/>
                <a:cs typeface="Arial Narrow"/>
              </a:rPr>
              <a:t>a </a:t>
            </a:r>
            <a:r>
              <a:rPr sz="2400" spc="-5" dirty="0">
                <a:solidFill>
                  <a:srgbClr val="002850"/>
                </a:solidFill>
                <a:latin typeface="Arial Narrow"/>
                <a:cs typeface="Arial Narrow"/>
              </a:rPr>
              <a:t>cada nodo </a:t>
            </a:r>
            <a:r>
              <a:rPr sz="2400" u="heavy" spc="-5" dirty="0">
                <a:solidFill>
                  <a:srgbClr val="002850"/>
                </a:solidFill>
                <a:latin typeface="Arial Narrow"/>
                <a:cs typeface="Arial Narrow"/>
              </a:rPr>
              <a:t>Xi  </a:t>
            </a:r>
            <a:r>
              <a:rPr sz="2400" spc="-5" dirty="0">
                <a:solidFill>
                  <a:srgbClr val="002850"/>
                </a:solidFill>
                <a:latin typeface="Arial Narrow"/>
                <a:cs typeface="Arial Narrow"/>
              </a:rPr>
              <a:t>un </a:t>
            </a:r>
            <a:r>
              <a:rPr sz="2400" spc="-10" dirty="0">
                <a:solidFill>
                  <a:srgbClr val="002850"/>
                </a:solidFill>
                <a:latin typeface="Arial Narrow"/>
                <a:cs typeface="Arial Narrow"/>
              </a:rPr>
              <a:t>valor </a:t>
            </a:r>
            <a:r>
              <a:rPr sz="2400" dirty="0">
                <a:solidFill>
                  <a:srgbClr val="FF0000"/>
                </a:solidFill>
                <a:latin typeface="Arial Narrow"/>
                <a:cs typeface="Arial Narrow"/>
              </a:rPr>
              <a:t>n </a:t>
            </a:r>
            <a:r>
              <a:rPr sz="2400" spc="-5" dirty="0">
                <a:solidFill>
                  <a:srgbClr val="002850"/>
                </a:solidFill>
                <a:latin typeface="Arial Narrow"/>
                <a:cs typeface="Arial Narrow"/>
              </a:rPr>
              <a:t>igual </a:t>
            </a:r>
            <a:r>
              <a:rPr sz="2400" dirty="0">
                <a:solidFill>
                  <a:srgbClr val="002850"/>
                </a:solidFill>
                <a:latin typeface="Arial Narrow"/>
                <a:cs typeface="Arial Narrow"/>
              </a:rPr>
              <a:t>a </a:t>
            </a:r>
            <a:r>
              <a:rPr sz="2400" spc="-5" dirty="0">
                <a:solidFill>
                  <a:srgbClr val="002850"/>
                </a:solidFill>
                <a:latin typeface="Arial Narrow"/>
                <a:cs typeface="Arial Narrow"/>
              </a:rPr>
              <a:t>la </a:t>
            </a:r>
            <a:r>
              <a:rPr sz="2400" spc="-10" dirty="0">
                <a:solidFill>
                  <a:srgbClr val="002850"/>
                </a:solidFill>
                <a:latin typeface="Arial Narrow"/>
                <a:cs typeface="Arial Narrow"/>
              </a:rPr>
              <a:t>longitud </a:t>
            </a:r>
            <a:r>
              <a:rPr sz="2400" spc="-5" dirty="0">
                <a:solidFill>
                  <a:srgbClr val="002850"/>
                </a:solidFill>
                <a:latin typeface="Arial Narrow"/>
                <a:cs typeface="Arial Narrow"/>
              </a:rPr>
              <a:t>del camino más corto que </a:t>
            </a:r>
            <a:r>
              <a:rPr sz="2400" spc="-10" dirty="0">
                <a:solidFill>
                  <a:srgbClr val="002850"/>
                </a:solidFill>
                <a:latin typeface="Arial Narrow"/>
                <a:cs typeface="Arial Narrow"/>
              </a:rPr>
              <a:t>exista  </a:t>
            </a:r>
            <a:r>
              <a:rPr sz="2400" spc="-5" dirty="0">
                <a:solidFill>
                  <a:srgbClr val="002850"/>
                </a:solidFill>
                <a:latin typeface="Arial Narrow"/>
                <a:cs typeface="Arial Narrow"/>
              </a:rPr>
              <a:t>desde el </a:t>
            </a:r>
            <a:r>
              <a:rPr sz="2400" u="heavy" spc="-5" dirty="0">
                <a:solidFill>
                  <a:srgbClr val="002850"/>
                </a:solidFill>
                <a:latin typeface="Arial Narrow"/>
                <a:cs typeface="Arial Narrow"/>
              </a:rPr>
              <a:t>nodo origen </a:t>
            </a:r>
            <a:r>
              <a:rPr sz="2400" spc="-5" dirty="0">
                <a:solidFill>
                  <a:srgbClr val="002850"/>
                </a:solidFill>
                <a:latin typeface="Arial Narrow"/>
                <a:cs typeface="Arial Narrow"/>
              </a:rPr>
              <a:t>al </a:t>
            </a:r>
            <a:r>
              <a:rPr sz="2400" u="heavy" spc="-5" dirty="0">
                <a:solidFill>
                  <a:srgbClr val="002850"/>
                </a:solidFill>
                <a:latin typeface="Arial Narrow"/>
                <a:cs typeface="Arial Narrow"/>
              </a:rPr>
              <a:t>nodo</a:t>
            </a:r>
            <a:r>
              <a:rPr sz="2400" u="heavy" spc="50" dirty="0">
                <a:solidFill>
                  <a:srgbClr val="002850"/>
                </a:solidFill>
                <a:latin typeface="Arial Narrow"/>
                <a:cs typeface="Arial Narrow"/>
              </a:rPr>
              <a:t> </a:t>
            </a:r>
            <a:r>
              <a:rPr sz="2400" u="heavy" spc="-5" dirty="0">
                <a:solidFill>
                  <a:srgbClr val="002850"/>
                </a:solidFill>
                <a:latin typeface="Arial Narrow"/>
                <a:cs typeface="Arial Narrow"/>
              </a:rPr>
              <a:t>Xj.</a:t>
            </a:r>
            <a:endParaRPr sz="2400">
              <a:latin typeface="Arial Narrow"/>
              <a:cs typeface="Arial Narrow"/>
            </a:endParaRPr>
          </a:p>
        </p:txBody>
      </p:sp>
      <p:sp>
        <p:nvSpPr>
          <p:cNvPr id="5" name="object 5"/>
          <p:cNvSpPr/>
          <p:nvPr/>
        </p:nvSpPr>
        <p:spPr>
          <a:xfrm>
            <a:off x="7024752" y="2428876"/>
            <a:ext cx="714375" cy="714375"/>
          </a:xfrm>
          <a:custGeom>
            <a:avLst/>
            <a:gdLst/>
            <a:ahLst/>
            <a:cxnLst/>
            <a:rect l="l" t="t" r="r" b="b"/>
            <a:pathLst>
              <a:path w="714375" h="714375">
                <a:moveTo>
                  <a:pt x="0" y="357250"/>
                </a:moveTo>
                <a:lnTo>
                  <a:pt x="3260" y="308762"/>
                </a:lnTo>
                <a:lnTo>
                  <a:pt x="12757" y="262260"/>
                </a:lnTo>
                <a:lnTo>
                  <a:pt x="28065" y="218170"/>
                </a:lnTo>
                <a:lnTo>
                  <a:pt x="48758" y="176915"/>
                </a:lnTo>
                <a:lnTo>
                  <a:pt x="74412" y="138922"/>
                </a:lnTo>
                <a:lnTo>
                  <a:pt x="104600" y="104616"/>
                </a:lnTo>
                <a:lnTo>
                  <a:pt x="138897" y="74421"/>
                </a:lnTo>
                <a:lnTo>
                  <a:pt x="176878" y="48763"/>
                </a:lnTo>
                <a:lnTo>
                  <a:pt x="218116" y="28066"/>
                </a:lnTo>
                <a:lnTo>
                  <a:pt x="262187" y="12757"/>
                </a:lnTo>
                <a:lnTo>
                  <a:pt x="308665" y="3260"/>
                </a:lnTo>
                <a:lnTo>
                  <a:pt x="357124" y="0"/>
                </a:lnTo>
                <a:lnTo>
                  <a:pt x="405585" y="3260"/>
                </a:lnTo>
                <a:lnTo>
                  <a:pt x="452070" y="12757"/>
                </a:lnTo>
                <a:lnTo>
                  <a:pt x="496151" y="28066"/>
                </a:lnTo>
                <a:lnTo>
                  <a:pt x="537402" y="48763"/>
                </a:lnTo>
                <a:lnTo>
                  <a:pt x="575398" y="74421"/>
                </a:lnTo>
                <a:lnTo>
                  <a:pt x="609711" y="104616"/>
                </a:lnTo>
                <a:lnTo>
                  <a:pt x="639915" y="138922"/>
                </a:lnTo>
                <a:lnTo>
                  <a:pt x="665583" y="176915"/>
                </a:lnTo>
                <a:lnTo>
                  <a:pt x="686290" y="218170"/>
                </a:lnTo>
                <a:lnTo>
                  <a:pt x="701608" y="262260"/>
                </a:lnTo>
                <a:lnTo>
                  <a:pt x="711112" y="308762"/>
                </a:lnTo>
                <a:lnTo>
                  <a:pt x="714375" y="357250"/>
                </a:lnTo>
                <a:lnTo>
                  <a:pt x="711112" y="405709"/>
                </a:lnTo>
                <a:lnTo>
                  <a:pt x="701608" y="452187"/>
                </a:lnTo>
                <a:lnTo>
                  <a:pt x="686290" y="496258"/>
                </a:lnTo>
                <a:lnTo>
                  <a:pt x="665583" y="537496"/>
                </a:lnTo>
                <a:lnTo>
                  <a:pt x="639915" y="575477"/>
                </a:lnTo>
                <a:lnTo>
                  <a:pt x="609711" y="609774"/>
                </a:lnTo>
                <a:lnTo>
                  <a:pt x="575398" y="639962"/>
                </a:lnTo>
                <a:lnTo>
                  <a:pt x="537402" y="665616"/>
                </a:lnTo>
                <a:lnTo>
                  <a:pt x="496151" y="686309"/>
                </a:lnTo>
                <a:lnTo>
                  <a:pt x="452070" y="701617"/>
                </a:lnTo>
                <a:lnTo>
                  <a:pt x="405585" y="711114"/>
                </a:lnTo>
                <a:lnTo>
                  <a:pt x="357124" y="714375"/>
                </a:lnTo>
                <a:lnTo>
                  <a:pt x="308665" y="711114"/>
                </a:lnTo>
                <a:lnTo>
                  <a:pt x="262187" y="701617"/>
                </a:lnTo>
                <a:lnTo>
                  <a:pt x="218116" y="686309"/>
                </a:lnTo>
                <a:lnTo>
                  <a:pt x="176878" y="665616"/>
                </a:lnTo>
                <a:lnTo>
                  <a:pt x="138897" y="639962"/>
                </a:lnTo>
                <a:lnTo>
                  <a:pt x="104600" y="609774"/>
                </a:lnTo>
                <a:lnTo>
                  <a:pt x="74412" y="575477"/>
                </a:lnTo>
                <a:lnTo>
                  <a:pt x="48758" y="537496"/>
                </a:lnTo>
                <a:lnTo>
                  <a:pt x="28065" y="496258"/>
                </a:lnTo>
                <a:lnTo>
                  <a:pt x="12757" y="452187"/>
                </a:lnTo>
                <a:lnTo>
                  <a:pt x="3260" y="405709"/>
                </a:lnTo>
                <a:lnTo>
                  <a:pt x="0" y="357250"/>
                </a:lnTo>
                <a:close/>
              </a:path>
            </a:pathLst>
          </a:custGeom>
          <a:ln w="12700">
            <a:solidFill>
              <a:srgbClr val="9B310D"/>
            </a:solidFill>
          </a:ln>
        </p:spPr>
        <p:txBody>
          <a:bodyPr wrap="square" lIns="0" tIns="0" rIns="0" bIns="0" rtlCol="0"/>
          <a:lstStyle/>
          <a:p>
            <a:endParaRPr/>
          </a:p>
        </p:txBody>
      </p:sp>
      <p:sp>
        <p:nvSpPr>
          <p:cNvPr id="6" name="object 6"/>
          <p:cNvSpPr txBox="1"/>
          <p:nvPr/>
        </p:nvSpPr>
        <p:spPr>
          <a:xfrm>
            <a:off x="1959965" y="2517903"/>
            <a:ext cx="5798820" cy="505459"/>
          </a:xfrm>
          <a:prstGeom prst="rect">
            <a:avLst/>
          </a:prstGeom>
        </p:spPr>
        <p:txBody>
          <a:bodyPr vert="horz" wrap="square" lIns="0" tIns="0" rIns="0" bIns="0" rtlCol="0">
            <a:spAutoFit/>
          </a:bodyPr>
          <a:lstStyle/>
          <a:p>
            <a:pPr marL="12700">
              <a:tabLst>
                <a:tab pos="527685" algn="l"/>
                <a:tab pos="5377180" algn="l"/>
                <a:tab pos="5784850" algn="l"/>
              </a:tabLst>
            </a:pPr>
            <a:r>
              <a:rPr sz="2700" spc="10" dirty="0">
                <a:solidFill>
                  <a:srgbClr val="D24717"/>
                </a:solidFill>
                <a:latin typeface="Arial Narrow"/>
                <a:cs typeface="Arial Narrow"/>
              </a:rPr>
              <a:t>2.	</a:t>
            </a:r>
            <a:r>
              <a:rPr sz="3200" dirty="0">
                <a:solidFill>
                  <a:srgbClr val="002850"/>
                </a:solidFill>
                <a:latin typeface="Arial Narrow"/>
                <a:cs typeface="Arial Narrow"/>
              </a:rPr>
              <a:t>Cada </a:t>
            </a:r>
            <a:r>
              <a:rPr sz="3200" spc="-5" dirty="0">
                <a:solidFill>
                  <a:srgbClr val="002850"/>
                </a:solidFill>
                <a:latin typeface="Arial Narrow"/>
                <a:cs typeface="Arial Narrow"/>
              </a:rPr>
              <a:t>nodo se </a:t>
            </a:r>
            <a:r>
              <a:rPr sz="3200" dirty="0">
                <a:solidFill>
                  <a:srgbClr val="002850"/>
                </a:solidFill>
                <a:latin typeface="Arial Narrow"/>
                <a:cs typeface="Arial Narrow"/>
              </a:rPr>
              <a:t>representa</a:t>
            </a:r>
            <a:r>
              <a:rPr sz="3200" spc="-15" dirty="0">
                <a:solidFill>
                  <a:srgbClr val="002850"/>
                </a:solidFill>
                <a:latin typeface="Arial Narrow"/>
                <a:cs typeface="Arial Narrow"/>
              </a:rPr>
              <a:t> </a:t>
            </a:r>
            <a:r>
              <a:rPr sz="3200" spc="-5" dirty="0">
                <a:solidFill>
                  <a:srgbClr val="002850"/>
                </a:solidFill>
                <a:latin typeface="Arial Narrow"/>
                <a:cs typeface="Arial Narrow"/>
              </a:rPr>
              <a:t>por</a:t>
            </a:r>
            <a:r>
              <a:rPr sz="3200" spc="5" dirty="0">
                <a:solidFill>
                  <a:srgbClr val="002850"/>
                </a:solidFill>
                <a:latin typeface="Arial Narrow"/>
                <a:cs typeface="Arial Narrow"/>
              </a:rPr>
              <a:t> </a:t>
            </a:r>
            <a:r>
              <a:rPr sz="3200" spc="60" dirty="0">
                <a:solidFill>
                  <a:srgbClr val="002850"/>
                </a:solidFill>
                <a:latin typeface="Arial Narrow"/>
                <a:cs typeface="Arial Narrow"/>
              </a:rPr>
              <a:t>:</a:t>
            </a:r>
            <a:r>
              <a:rPr sz="2700" u="heavy" spc="89" baseline="37037" dirty="0">
                <a:latin typeface="Arial"/>
                <a:cs typeface="Arial"/>
              </a:rPr>
              <a:t> 	</a:t>
            </a:r>
            <a:r>
              <a:rPr sz="2700" u="heavy" spc="-7" baseline="37037" dirty="0">
                <a:latin typeface="Arial"/>
                <a:cs typeface="Arial"/>
              </a:rPr>
              <a:t>n	</a:t>
            </a:r>
            <a:endParaRPr sz="2700" baseline="37037">
              <a:latin typeface="Arial"/>
              <a:cs typeface="Arial"/>
            </a:endParaRPr>
          </a:p>
        </p:txBody>
      </p:sp>
      <p:sp>
        <p:nvSpPr>
          <p:cNvPr id="7" name="object 7"/>
          <p:cNvSpPr txBox="1"/>
          <p:nvPr/>
        </p:nvSpPr>
        <p:spPr>
          <a:xfrm>
            <a:off x="7325106" y="2814829"/>
            <a:ext cx="178435" cy="276999"/>
          </a:xfrm>
          <a:prstGeom prst="rect">
            <a:avLst/>
          </a:prstGeom>
        </p:spPr>
        <p:txBody>
          <a:bodyPr vert="horz" wrap="square" lIns="0" tIns="0" rIns="0" bIns="0" rtlCol="0">
            <a:spAutoFit/>
          </a:bodyPr>
          <a:lstStyle/>
          <a:p>
            <a:pPr marL="12700"/>
            <a:r>
              <a:rPr dirty="0">
                <a:latin typeface="Arial"/>
                <a:cs typeface="Arial"/>
              </a:rPr>
              <a:t>A</a:t>
            </a:r>
            <a:endParaRPr>
              <a:latin typeface="Arial"/>
              <a:cs typeface="Arial"/>
            </a:endParaRPr>
          </a:p>
        </p:txBody>
      </p:sp>
    </p:spTree>
    <p:extLst>
      <p:ext uri="{BB962C8B-B14F-4D97-AF65-F5344CB8AC3E}">
        <p14:creationId xmlns:p14="http://schemas.microsoft.com/office/powerpoint/2010/main" val="3892362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8515" y="682792"/>
            <a:ext cx="5053965" cy="1646605"/>
          </a:xfrm>
          <a:prstGeom prst="rect">
            <a:avLst/>
          </a:prstGeom>
        </p:spPr>
        <p:txBody>
          <a:bodyPr vert="horz" wrap="square" lIns="0" tIns="0" rIns="0" bIns="0" rtlCol="0" anchor="ctr">
            <a:spAutoFit/>
          </a:bodyPr>
          <a:lstStyle/>
          <a:p>
            <a:pPr marL="12700">
              <a:lnSpc>
                <a:spcPct val="100000"/>
              </a:lnSpc>
            </a:pPr>
            <a:r>
              <a:rPr sz="3600" b="1" dirty="0">
                <a:solidFill>
                  <a:srgbClr val="000000"/>
                </a:solidFill>
              </a:rPr>
              <a:t>Edsger Dijkstra (1930</a:t>
            </a:r>
            <a:r>
              <a:rPr sz="3600" b="1" spc="-135" dirty="0">
                <a:solidFill>
                  <a:srgbClr val="000000"/>
                </a:solidFill>
              </a:rPr>
              <a:t> </a:t>
            </a:r>
            <a:r>
              <a:rPr sz="3600" b="1" dirty="0">
                <a:solidFill>
                  <a:srgbClr val="000000"/>
                </a:solidFill>
              </a:rPr>
              <a:t>–</a:t>
            </a:r>
            <a:endParaRPr sz="3600"/>
          </a:p>
          <a:p>
            <a:pPr marL="285750">
              <a:lnSpc>
                <a:spcPts val="4235"/>
              </a:lnSpc>
            </a:pPr>
            <a:r>
              <a:rPr sz="3600" b="1" spc="-5" dirty="0">
                <a:solidFill>
                  <a:srgbClr val="000000"/>
                </a:solidFill>
              </a:rPr>
              <a:t>2002)</a:t>
            </a:r>
            <a:endParaRPr sz="3600"/>
          </a:p>
        </p:txBody>
      </p:sp>
      <p:sp>
        <p:nvSpPr>
          <p:cNvPr id="3" name="object 3"/>
          <p:cNvSpPr/>
          <p:nvPr/>
        </p:nvSpPr>
        <p:spPr>
          <a:xfrm>
            <a:off x="2381224" y="1857376"/>
            <a:ext cx="2462276" cy="2813939"/>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5389627" y="2051050"/>
            <a:ext cx="4175125" cy="2605842"/>
          </a:xfrm>
          <a:prstGeom prst="rect">
            <a:avLst/>
          </a:prstGeom>
        </p:spPr>
        <p:txBody>
          <a:bodyPr vert="horz" wrap="square" lIns="0" tIns="0" rIns="0" bIns="0" rtlCol="0">
            <a:spAutoFit/>
          </a:bodyPr>
          <a:lstStyle/>
          <a:p>
            <a:pPr marL="12700" marR="5080">
              <a:lnSpc>
                <a:spcPts val="2880"/>
              </a:lnSpc>
              <a:buFont typeface="Wingdings"/>
              <a:buChar char=""/>
              <a:tabLst>
                <a:tab pos="334645" algn="l"/>
              </a:tabLst>
            </a:pPr>
            <a:r>
              <a:rPr sz="2400" spc="-5" dirty="0">
                <a:solidFill>
                  <a:srgbClr val="001F5F"/>
                </a:solidFill>
                <a:latin typeface="Arial"/>
                <a:cs typeface="Arial"/>
              </a:rPr>
              <a:t>Científico de la computación  de origen</a:t>
            </a:r>
            <a:r>
              <a:rPr sz="2400" spc="-50" dirty="0">
                <a:solidFill>
                  <a:srgbClr val="001F5F"/>
                </a:solidFill>
                <a:latin typeface="Arial"/>
                <a:cs typeface="Arial"/>
              </a:rPr>
              <a:t> </a:t>
            </a:r>
            <a:r>
              <a:rPr sz="2400" spc="-5" dirty="0">
                <a:solidFill>
                  <a:srgbClr val="001F5F"/>
                </a:solidFill>
                <a:latin typeface="Arial"/>
                <a:cs typeface="Arial"/>
              </a:rPr>
              <a:t>holandés</a:t>
            </a:r>
            <a:endParaRPr sz="2400">
              <a:latin typeface="Arial"/>
              <a:cs typeface="Arial"/>
            </a:endParaRPr>
          </a:p>
          <a:p>
            <a:pPr>
              <a:spcBef>
                <a:spcPts val="25"/>
              </a:spcBef>
            </a:pPr>
            <a:endParaRPr sz="2400">
              <a:latin typeface="Times New Roman"/>
              <a:cs typeface="Times New Roman"/>
            </a:endParaRPr>
          </a:p>
          <a:p>
            <a:pPr marL="264160" marR="542290" indent="-251460"/>
            <a:r>
              <a:rPr sz="2400" spc="-5" dirty="0">
                <a:solidFill>
                  <a:srgbClr val="FF0000"/>
                </a:solidFill>
                <a:latin typeface="Wingdings"/>
                <a:cs typeface="Wingdings"/>
              </a:rPr>
              <a:t></a:t>
            </a:r>
            <a:r>
              <a:rPr sz="2400" spc="-5" dirty="0">
                <a:solidFill>
                  <a:srgbClr val="FF0000"/>
                </a:solidFill>
                <a:latin typeface="Arial"/>
                <a:cs typeface="Arial"/>
              </a:rPr>
              <a:t>Creador del Algoritmo</a:t>
            </a:r>
            <a:r>
              <a:rPr sz="2400" spc="-114" dirty="0">
                <a:solidFill>
                  <a:srgbClr val="FF0000"/>
                </a:solidFill>
                <a:latin typeface="Arial"/>
                <a:cs typeface="Arial"/>
              </a:rPr>
              <a:t> </a:t>
            </a:r>
            <a:r>
              <a:rPr sz="2400" spc="-5" dirty="0">
                <a:solidFill>
                  <a:srgbClr val="FF0000"/>
                </a:solidFill>
                <a:latin typeface="Arial"/>
                <a:cs typeface="Arial"/>
              </a:rPr>
              <a:t>de  caminos</a:t>
            </a:r>
            <a:r>
              <a:rPr sz="2400" spc="-65" dirty="0">
                <a:solidFill>
                  <a:srgbClr val="FF0000"/>
                </a:solidFill>
                <a:latin typeface="Arial"/>
                <a:cs typeface="Arial"/>
              </a:rPr>
              <a:t> </a:t>
            </a:r>
            <a:r>
              <a:rPr sz="2400" dirty="0">
                <a:solidFill>
                  <a:srgbClr val="FF0000"/>
                </a:solidFill>
                <a:latin typeface="Arial"/>
                <a:cs typeface="Arial"/>
              </a:rPr>
              <a:t>mínimos</a:t>
            </a:r>
            <a:endParaRPr sz="2400">
              <a:latin typeface="Arial"/>
              <a:cs typeface="Arial"/>
            </a:endParaRPr>
          </a:p>
          <a:p>
            <a:pPr>
              <a:lnSpc>
                <a:spcPct val="100000"/>
              </a:lnSpc>
            </a:pPr>
            <a:endParaRPr sz="2500">
              <a:latin typeface="Times New Roman"/>
              <a:cs typeface="Times New Roman"/>
            </a:endParaRPr>
          </a:p>
          <a:p>
            <a:pPr marL="12700">
              <a:spcBef>
                <a:spcPts val="5"/>
              </a:spcBef>
            </a:pPr>
            <a:r>
              <a:rPr sz="2400" spc="-5" dirty="0">
                <a:solidFill>
                  <a:srgbClr val="001F5F"/>
                </a:solidFill>
                <a:latin typeface="Wingdings"/>
                <a:cs typeface="Wingdings"/>
              </a:rPr>
              <a:t></a:t>
            </a:r>
            <a:r>
              <a:rPr sz="2400" spc="-5" dirty="0">
                <a:solidFill>
                  <a:srgbClr val="001F5F"/>
                </a:solidFill>
                <a:latin typeface="Arial"/>
                <a:cs typeface="Arial"/>
              </a:rPr>
              <a:t>Recibió el Premio</a:t>
            </a:r>
            <a:r>
              <a:rPr sz="2400" spc="-45" dirty="0">
                <a:solidFill>
                  <a:srgbClr val="001F5F"/>
                </a:solidFill>
                <a:latin typeface="Arial"/>
                <a:cs typeface="Arial"/>
              </a:rPr>
              <a:t> </a:t>
            </a:r>
            <a:r>
              <a:rPr sz="2400" spc="-20" dirty="0">
                <a:solidFill>
                  <a:srgbClr val="001F5F"/>
                </a:solidFill>
                <a:latin typeface="Arial"/>
                <a:cs typeface="Arial"/>
              </a:rPr>
              <a:t>Turing</a:t>
            </a:r>
            <a:endParaRPr sz="2400">
              <a:latin typeface="Arial"/>
              <a:cs typeface="Arial"/>
            </a:endParaRPr>
          </a:p>
        </p:txBody>
      </p:sp>
    </p:spTree>
    <p:extLst>
      <p:ext uri="{BB962C8B-B14F-4D97-AF65-F5344CB8AC3E}">
        <p14:creationId xmlns:p14="http://schemas.microsoft.com/office/powerpoint/2010/main" val="3628014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8820" y="425680"/>
            <a:ext cx="7593965" cy="1107996"/>
          </a:xfrm>
          <a:prstGeom prst="rect">
            <a:avLst/>
          </a:prstGeom>
        </p:spPr>
        <p:txBody>
          <a:bodyPr vert="horz" wrap="square" lIns="0" tIns="0" rIns="0" bIns="0" rtlCol="0" anchor="ctr">
            <a:spAutoFit/>
          </a:bodyPr>
          <a:lstStyle/>
          <a:p>
            <a:pPr marL="12700">
              <a:lnSpc>
                <a:spcPct val="100000"/>
              </a:lnSpc>
            </a:pPr>
            <a:r>
              <a:rPr sz="3600" dirty="0"/>
              <a:t>Algoritmo </a:t>
            </a:r>
            <a:r>
              <a:rPr sz="3600" spc="-5" dirty="0"/>
              <a:t>de </a:t>
            </a:r>
            <a:r>
              <a:rPr sz="3600" dirty="0"/>
              <a:t>Dikjstra: </a:t>
            </a:r>
            <a:r>
              <a:rPr sz="3600" spc="-5" dirty="0"/>
              <a:t>grafos</a:t>
            </a:r>
            <a:r>
              <a:rPr sz="3600" spc="-65" dirty="0"/>
              <a:t> </a:t>
            </a:r>
            <a:r>
              <a:rPr sz="3600" spc="-5" dirty="0"/>
              <a:t>conexos</a:t>
            </a:r>
            <a:endParaRPr sz="3600"/>
          </a:p>
        </p:txBody>
      </p:sp>
      <p:sp>
        <p:nvSpPr>
          <p:cNvPr id="3" name="object 3"/>
          <p:cNvSpPr txBox="1"/>
          <p:nvPr/>
        </p:nvSpPr>
        <p:spPr>
          <a:xfrm>
            <a:off x="304800" y="1466342"/>
            <a:ext cx="11353800" cy="5125085"/>
          </a:xfrm>
          <a:prstGeom prst="rect">
            <a:avLst/>
          </a:prstGeom>
        </p:spPr>
        <p:txBody>
          <a:bodyPr vert="horz" wrap="square" lIns="0" tIns="0" rIns="0" bIns="0" rtlCol="0">
            <a:spAutoFit/>
          </a:bodyPr>
          <a:lstStyle/>
          <a:p>
            <a:pPr marL="527685" indent="-514984">
              <a:buClr>
                <a:srgbClr val="D24717"/>
              </a:buClr>
              <a:buSzPct val="84375"/>
              <a:buAutoNum type="arabicPeriod"/>
              <a:tabLst>
                <a:tab pos="527685" algn="l"/>
                <a:tab pos="528320" algn="l"/>
              </a:tabLst>
            </a:pPr>
            <a:r>
              <a:rPr sz="3200" u="heavy" dirty="0">
                <a:solidFill>
                  <a:srgbClr val="002850"/>
                </a:solidFill>
                <a:latin typeface="Arial Narrow"/>
                <a:cs typeface="Arial Narrow"/>
              </a:rPr>
              <a:t>Dado un V</a:t>
            </a:r>
            <a:r>
              <a:rPr lang="es-CL" sz="3200" u="heavy">
                <a:solidFill>
                  <a:srgbClr val="002850"/>
                </a:solidFill>
                <a:latin typeface="Arial Narrow"/>
                <a:cs typeface="Arial Narrow"/>
              </a:rPr>
              <a:t>0</a:t>
            </a:r>
            <a:r>
              <a:rPr sz="3200" u="heavy">
                <a:solidFill>
                  <a:srgbClr val="002850"/>
                </a:solidFill>
                <a:latin typeface="Arial Narrow"/>
                <a:cs typeface="Arial Narrow"/>
              </a:rPr>
              <a:t>, </a:t>
            </a:r>
            <a:r>
              <a:rPr sz="3200" u="heavy" dirty="0">
                <a:solidFill>
                  <a:srgbClr val="002850"/>
                </a:solidFill>
                <a:latin typeface="Arial Narrow"/>
                <a:cs typeface="Arial Narrow"/>
              </a:rPr>
              <a:t>Dijkstra busca un </a:t>
            </a:r>
            <a:r>
              <a:rPr sz="3200" u="heavy" spc="-5" dirty="0">
                <a:solidFill>
                  <a:srgbClr val="002850"/>
                </a:solidFill>
                <a:latin typeface="Arial Narrow"/>
                <a:cs typeface="Arial Narrow"/>
              </a:rPr>
              <a:t>conjunto </a:t>
            </a:r>
            <a:r>
              <a:rPr sz="3200" u="heavy" dirty="0">
                <a:solidFill>
                  <a:srgbClr val="002850"/>
                </a:solidFill>
                <a:latin typeface="Arial Narrow"/>
                <a:cs typeface="Arial Narrow"/>
              </a:rPr>
              <a:t>D</a:t>
            </a:r>
            <a:r>
              <a:rPr sz="3200" u="heavy" spc="-125" dirty="0">
                <a:solidFill>
                  <a:srgbClr val="002850"/>
                </a:solidFill>
                <a:latin typeface="Arial Narrow"/>
                <a:cs typeface="Arial Narrow"/>
              </a:rPr>
              <a:t> </a:t>
            </a:r>
            <a:r>
              <a:rPr sz="3200" u="heavy" spc="-5" dirty="0">
                <a:solidFill>
                  <a:srgbClr val="002850"/>
                </a:solidFill>
                <a:latin typeface="Arial Narrow"/>
                <a:cs typeface="Arial Narrow"/>
              </a:rPr>
              <a:t>con</a:t>
            </a:r>
            <a:endParaRPr sz="3200" dirty="0">
              <a:latin typeface="Arial Narrow"/>
              <a:cs typeface="Arial Narrow"/>
            </a:endParaRPr>
          </a:p>
          <a:p>
            <a:pPr marL="789940" lvl="1" indent="-457200">
              <a:spcBef>
                <a:spcPts val="415"/>
              </a:spcBef>
              <a:buClr>
                <a:srgbClr val="9B2C1F"/>
              </a:buClr>
              <a:buSzPct val="83333"/>
              <a:buFont typeface="Wingdings"/>
              <a:buChar char=""/>
              <a:tabLst>
                <a:tab pos="789940" algn="l"/>
                <a:tab pos="790575" algn="l"/>
              </a:tabLst>
            </a:pPr>
            <a:r>
              <a:rPr sz="2400" spc="-5" dirty="0">
                <a:latin typeface="Arial Narrow"/>
                <a:cs typeface="Arial Narrow"/>
              </a:rPr>
              <a:t>Las menores </a:t>
            </a:r>
            <a:r>
              <a:rPr sz="2400" spc="-10" dirty="0">
                <a:latin typeface="Arial Narrow"/>
                <a:cs typeface="Arial Narrow"/>
              </a:rPr>
              <a:t>distancias </a:t>
            </a:r>
            <a:r>
              <a:rPr sz="2400" spc="-5" dirty="0">
                <a:latin typeface="Arial Narrow"/>
                <a:cs typeface="Arial Narrow"/>
              </a:rPr>
              <a:t>de </a:t>
            </a:r>
            <a:r>
              <a:rPr sz="2400" dirty="0">
                <a:latin typeface="Arial Narrow"/>
                <a:cs typeface="Arial Narrow"/>
              </a:rPr>
              <a:t>V0 </a:t>
            </a:r>
            <a:r>
              <a:rPr sz="2400" spc="-5" dirty="0">
                <a:latin typeface="Arial Narrow"/>
                <a:cs typeface="Arial Narrow"/>
              </a:rPr>
              <a:t>al </a:t>
            </a:r>
            <a:r>
              <a:rPr sz="2400" dirty="0">
                <a:latin typeface="Arial Narrow"/>
                <a:cs typeface="Arial Narrow"/>
              </a:rPr>
              <a:t>resto </a:t>
            </a:r>
            <a:r>
              <a:rPr sz="2400" spc="-5" dirty="0">
                <a:latin typeface="Arial Narrow"/>
                <a:cs typeface="Arial Narrow"/>
              </a:rPr>
              <a:t>de</a:t>
            </a:r>
            <a:r>
              <a:rPr sz="2400" spc="110" dirty="0">
                <a:latin typeface="Arial Narrow"/>
                <a:cs typeface="Arial Narrow"/>
              </a:rPr>
              <a:t> </a:t>
            </a:r>
            <a:r>
              <a:rPr sz="2400" spc="-5" dirty="0">
                <a:latin typeface="Arial Narrow"/>
                <a:cs typeface="Arial Narrow"/>
              </a:rPr>
              <a:t>vértices</a:t>
            </a:r>
            <a:endParaRPr sz="2400" dirty="0">
              <a:latin typeface="Arial Narrow"/>
              <a:cs typeface="Arial Narrow"/>
            </a:endParaRPr>
          </a:p>
          <a:p>
            <a:pPr marL="527685" indent="-514984">
              <a:spcBef>
                <a:spcPts val="580"/>
              </a:spcBef>
              <a:buClr>
                <a:srgbClr val="D24717"/>
              </a:buClr>
              <a:buSzPct val="84375"/>
              <a:buAutoNum type="arabicPeriod"/>
              <a:tabLst>
                <a:tab pos="527685" algn="l"/>
                <a:tab pos="528320" algn="l"/>
              </a:tabLst>
            </a:pPr>
            <a:r>
              <a:rPr sz="3200" u="heavy" dirty="0">
                <a:solidFill>
                  <a:srgbClr val="002850"/>
                </a:solidFill>
                <a:latin typeface="Arial Narrow"/>
                <a:cs typeface="Arial Narrow"/>
              </a:rPr>
              <a:t>Al </a:t>
            </a:r>
            <a:r>
              <a:rPr sz="3200" u="heavy" spc="-5" dirty="0">
                <a:solidFill>
                  <a:srgbClr val="002850"/>
                </a:solidFill>
                <a:latin typeface="Arial Narrow"/>
                <a:cs typeface="Arial Narrow"/>
              </a:rPr>
              <a:t>inicio, </a:t>
            </a:r>
            <a:r>
              <a:rPr sz="3200" u="heavy" dirty="0">
                <a:solidFill>
                  <a:srgbClr val="002850"/>
                </a:solidFill>
                <a:latin typeface="Arial Narrow"/>
                <a:cs typeface="Arial Narrow"/>
              </a:rPr>
              <a:t>solo</a:t>
            </a:r>
            <a:r>
              <a:rPr sz="3200" u="heavy" spc="-70" dirty="0">
                <a:solidFill>
                  <a:srgbClr val="002850"/>
                </a:solidFill>
                <a:latin typeface="Arial Narrow"/>
                <a:cs typeface="Arial Narrow"/>
              </a:rPr>
              <a:t> </a:t>
            </a:r>
            <a:r>
              <a:rPr sz="3200" u="heavy" spc="-5" dirty="0">
                <a:solidFill>
                  <a:srgbClr val="002850"/>
                </a:solidFill>
                <a:latin typeface="Arial Narrow"/>
                <a:cs typeface="Arial Narrow"/>
              </a:rPr>
              <a:t>conocemos</a:t>
            </a:r>
            <a:endParaRPr sz="3200" dirty="0">
              <a:latin typeface="Arial Narrow"/>
              <a:cs typeface="Arial Narrow"/>
            </a:endParaRPr>
          </a:p>
          <a:p>
            <a:pPr marL="789940" lvl="1" indent="-457200">
              <a:spcBef>
                <a:spcPts val="420"/>
              </a:spcBef>
              <a:buClr>
                <a:srgbClr val="9B2C1F"/>
              </a:buClr>
              <a:buSzPct val="85416"/>
              <a:buFont typeface="Wingdings"/>
              <a:buChar char=""/>
              <a:tabLst>
                <a:tab pos="789940" algn="l"/>
                <a:tab pos="790575" algn="l"/>
              </a:tabLst>
            </a:pPr>
            <a:r>
              <a:rPr sz="2400" spc="-5" dirty="0">
                <a:latin typeface="Arial Narrow"/>
                <a:cs typeface="Arial Narrow"/>
              </a:rPr>
              <a:t>Las distancias de los</a:t>
            </a:r>
            <a:r>
              <a:rPr sz="2400" spc="10" dirty="0">
                <a:latin typeface="Arial Narrow"/>
                <a:cs typeface="Arial Narrow"/>
              </a:rPr>
              <a:t> </a:t>
            </a:r>
            <a:r>
              <a:rPr sz="2400" spc="-5" dirty="0">
                <a:latin typeface="Arial Narrow"/>
                <a:cs typeface="Arial Narrow"/>
              </a:rPr>
              <a:t>adyacentes</a:t>
            </a:r>
            <a:endParaRPr sz="2400" dirty="0">
              <a:latin typeface="Arial Narrow"/>
              <a:cs typeface="Arial Narrow"/>
            </a:endParaRPr>
          </a:p>
          <a:p>
            <a:pPr marL="789940" lvl="1" indent="-457200">
              <a:spcBef>
                <a:spcPts val="405"/>
              </a:spcBef>
              <a:buClr>
                <a:srgbClr val="9B2C1F"/>
              </a:buClr>
              <a:buSzPct val="85416"/>
              <a:buFont typeface="Wingdings"/>
              <a:buChar char=""/>
              <a:tabLst>
                <a:tab pos="789940" algn="l"/>
                <a:tab pos="790575" algn="l"/>
              </a:tabLst>
            </a:pPr>
            <a:r>
              <a:rPr sz="2400" b="1" dirty="0">
                <a:latin typeface="Arial Narrow"/>
                <a:cs typeface="Arial Narrow"/>
              </a:rPr>
              <a:t>D </a:t>
            </a:r>
            <a:r>
              <a:rPr sz="2400" spc="-5" dirty="0">
                <a:latin typeface="Arial Narrow"/>
                <a:cs typeface="Arial Narrow"/>
              </a:rPr>
              <a:t>es inicializada</a:t>
            </a:r>
            <a:r>
              <a:rPr sz="2400" spc="-45" dirty="0">
                <a:latin typeface="Arial Narrow"/>
                <a:cs typeface="Arial Narrow"/>
              </a:rPr>
              <a:t> </a:t>
            </a:r>
            <a:r>
              <a:rPr sz="2400" dirty="0">
                <a:latin typeface="Arial Narrow"/>
                <a:cs typeface="Arial Narrow"/>
              </a:rPr>
              <a:t>a</a:t>
            </a:r>
          </a:p>
          <a:p>
            <a:pPr marL="1247140" lvl="2" indent="-457200">
              <a:spcBef>
                <a:spcPts val="395"/>
              </a:spcBef>
              <a:buClr>
                <a:srgbClr val="9B2C1F"/>
              </a:buClr>
              <a:buSzPct val="85000"/>
              <a:buFont typeface="Wingdings"/>
              <a:buChar char=""/>
              <a:tabLst>
                <a:tab pos="1247140" algn="l"/>
                <a:tab pos="1247775" algn="l"/>
              </a:tabLst>
            </a:pPr>
            <a:r>
              <a:rPr sz="2000" spc="-5" dirty="0">
                <a:latin typeface="Arial Narrow"/>
                <a:cs typeface="Arial Narrow"/>
              </a:rPr>
              <a:t>Factor </a:t>
            </a:r>
            <a:r>
              <a:rPr sz="2000" dirty="0">
                <a:latin typeface="Arial Narrow"/>
                <a:cs typeface="Arial Narrow"/>
              </a:rPr>
              <a:t>de </a:t>
            </a:r>
            <a:r>
              <a:rPr sz="2000" spc="-5" dirty="0">
                <a:latin typeface="Arial Narrow"/>
                <a:cs typeface="Arial Narrow"/>
              </a:rPr>
              <a:t>peso para los adyacentes, Infinito </a:t>
            </a:r>
            <a:r>
              <a:rPr sz="2000" dirty="0">
                <a:latin typeface="Arial Narrow"/>
                <a:cs typeface="Arial Narrow"/>
              </a:rPr>
              <a:t>∞ para </a:t>
            </a:r>
            <a:r>
              <a:rPr sz="2000" spc="-5" dirty="0">
                <a:latin typeface="Arial Narrow"/>
                <a:cs typeface="Arial Narrow"/>
              </a:rPr>
              <a:t>los </a:t>
            </a:r>
            <a:r>
              <a:rPr sz="2000" dirty="0">
                <a:latin typeface="Arial Narrow"/>
                <a:cs typeface="Arial Narrow"/>
              </a:rPr>
              <a:t>no</a:t>
            </a:r>
            <a:r>
              <a:rPr sz="2000" spc="35" dirty="0">
                <a:latin typeface="Arial Narrow"/>
                <a:cs typeface="Arial Narrow"/>
              </a:rPr>
              <a:t> </a:t>
            </a:r>
            <a:r>
              <a:rPr sz="2000" spc="-5" dirty="0">
                <a:latin typeface="Arial Narrow"/>
                <a:cs typeface="Arial Narrow"/>
              </a:rPr>
              <a:t>adyacentes</a:t>
            </a:r>
            <a:endParaRPr sz="2000" dirty="0">
              <a:latin typeface="Arial Narrow"/>
              <a:cs typeface="Arial Narrow"/>
            </a:endParaRPr>
          </a:p>
          <a:p>
            <a:pPr marL="527685" indent="-514984">
              <a:spcBef>
                <a:spcPts val="575"/>
              </a:spcBef>
              <a:buClr>
                <a:srgbClr val="D24717"/>
              </a:buClr>
              <a:buSzPct val="84375"/>
              <a:buAutoNum type="arabicPeriod"/>
              <a:tabLst>
                <a:tab pos="527685" algn="l"/>
                <a:tab pos="528320" algn="l"/>
              </a:tabLst>
            </a:pPr>
            <a:r>
              <a:rPr sz="3200" u="heavy" dirty="0">
                <a:solidFill>
                  <a:srgbClr val="002850"/>
                </a:solidFill>
                <a:latin typeface="Arial Narrow"/>
                <a:cs typeface="Arial Narrow"/>
              </a:rPr>
              <a:t>D </a:t>
            </a:r>
            <a:r>
              <a:rPr sz="3200" u="heavy" spc="-5" dirty="0">
                <a:solidFill>
                  <a:srgbClr val="002850"/>
                </a:solidFill>
                <a:latin typeface="Arial Narrow"/>
                <a:cs typeface="Arial Narrow"/>
              </a:rPr>
              <a:t>va ser mejorado</a:t>
            </a:r>
            <a:r>
              <a:rPr sz="3200" u="heavy" spc="-15" dirty="0">
                <a:solidFill>
                  <a:srgbClr val="002850"/>
                </a:solidFill>
                <a:latin typeface="Arial Narrow"/>
                <a:cs typeface="Arial Narrow"/>
              </a:rPr>
              <a:t> </a:t>
            </a:r>
            <a:r>
              <a:rPr sz="3200" u="heavy" spc="-5" dirty="0">
                <a:solidFill>
                  <a:srgbClr val="002850"/>
                </a:solidFill>
                <a:latin typeface="Arial Narrow"/>
                <a:cs typeface="Arial Narrow"/>
              </a:rPr>
              <a:t>sucesivamente</a:t>
            </a:r>
            <a:endParaRPr sz="3200" dirty="0">
              <a:latin typeface="Arial Narrow"/>
              <a:cs typeface="Arial Narrow"/>
            </a:endParaRPr>
          </a:p>
          <a:p>
            <a:pPr marL="332105">
              <a:spcBef>
                <a:spcPts val="415"/>
              </a:spcBef>
            </a:pPr>
            <a:r>
              <a:rPr sz="2000" spc="10" dirty="0">
                <a:solidFill>
                  <a:srgbClr val="9B2C1F"/>
                </a:solidFill>
                <a:latin typeface="Wingdings"/>
                <a:cs typeface="Wingdings"/>
              </a:rPr>
              <a:t></a:t>
            </a:r>
            <a:r>
              <a:rPr sz="2400" spc="10" dirty="0">
                <a:latin typeface="Arial Narrow"/>
                <a:cs typeface="Arial Narrow"/>
              </a:rPr>
              <a:t>Escogiendo </a:t>
            </a:r>
            <a:r>
              <a:rPr sz="2400" spc="-5" dirty="0">
                <a:latin typeface="Arial Narrow"/>
                <a:cs typeface="Arial Narrow"/>
              </a:rPr>
              <a:t>el vértice </a:t>
            </a:r>
            <a:r>
              <a:rPr sz="2400" dirty="0">
                <a:latin typeface="Arial Narrow"/>
                <a:cs typeface="Arial Narrow"/>
              </a:rPr>
              <a:t>Vk </a:t>
            </a:r>
            <a:r>
              <a:rPr sz="2400" spc="-5" dirty="0">
                <a:latin typeface="Arial Narrow"/>
                <a:cs typeface="Arial Narrow"/>
              </a:rPr>
              <a:t>no </a:t>
            </a:r>
            <a:r>
              <a:rPr sz="2400" spc="-10" dirty="0">
                <a:latin typeface="Arial Narrow"/>
                <a:cs typeface="Arial Narrow"/>
              </a:rPr>
              <a:t>elegido</a:t>
            </a:r>
            <a:r>
              <a:rPr sz="2400" spc="100" dirty="0">
                <a:latin typeface="Arial Narrow"/>
                <a:cs typeface="Arial Narrow"/>
              </a:rPr>
              <a:t> </a:t>
            </a:r>
            <a:r>
              <a:rPr sz="2400" spc="-5" dirty="0">
                <a:latin typeface="Arial Narrow"/>
                <a:cs typeface="Arial Narrow"/>
              </a:rPr>
              <a:t>antes</a:t>
            </a:r>
            <a:endParaRPr sz="2400" dirty="0">
              <a:latin typeface="Arial Narrow"/>
              <a:cs typeface="Arial Narrow"/>
            </a:endParaRPr>
          </a:p>
          <a:p>
            <a:pPr marL="835660" lvl="1" indent="-228600">
              <a:spcBef>
                <a:spcPts val="405"/>
              </a:spcBef>
              <a:buClr>
                <a:srgbClr val="E6B0AB"/>
              </a:buClr>
              <a:buSzPct val="85000"/>
              <a:buFont typeface="Wingdings"/>
              <a:buChar char=""/>
              <a:tabLst>
                <a:tab pos="836294" algn="l"/>
              </a:tabLst>
            </a:pPr>
            <a:r>
              <a:rPr sz="2000" spc="-5" dirty="0">
                <a:latin typeface="Arial Narrow"/>
                <a:cs typeface="Arial Narrow"/>
              </a:rPr>
              <a:t>Que tenga la </a:t>
            </a:r>
            <a:r>
              <a:rPr sz="2000" spc="-10" dirty="0">
                <a:latin typeface="Arial Narrow"/>
                <a:cs typeface="Arial Narrow"/>
              </a:rPr>
              <a:t>distancia </a:t>
            </a:r>
            <a:r>
              <a:rPr sz="2000" spc="-5" dirty="0">
                <a:latin typeface="Arial Narrow"/>
                <a:cs typeface="Arial Narrow"/>
              </a:rPr>
              <a:t>mas corta V0,</a:t>
            </a:r>
            <a:r>
              <a:rPr sz="2000" spc="-25" dirty="0">
                <a:latin typeface="Arial Narrow"/>
                <a:cs typeface="Arial Narrow"/>
              </a:rPr>
              <a:t> </a:t>
            </a:r>
            <a:r>
              <a:rPr sz="2000" spc="-5" dirty="0">
                <a:latin typeface="Arial Narrow"/>
                <a:cs typeface="Arial Narrow"/>
              </a:rPr>
              <a:t>Vk</a:t>
            </a:r>
            <a:endParaRPr sz="2000" dirty="0">
              <a:latin typeface="Arial Narrow"/>
              <a:cs typeface="Arial Narrow"/>
            </a:endParaRPr>
          </a:p>
          <a:p>
            <a:pPr marL="332105">
              <a:spcBef>
                <a:spcPts val="385"/>
              </a:spcBef>
            </a:pPr>
            <a:r>
              <a:rPr sz="2000" spc="15" dirty="0">
                <a:solidFill>
                  <a:srgbClr val="9B2C1F"/>
                </a:solidFill>
                <a:latin typeface="Wingdings"/>
                <a:cs typeface="Wingdings"/>
              </a:rPr>
              <a:t></a:t>
            </a:r>
            <a:r>
              <a:rPr sz="2400" spc="15" dirty="0">
                <a:latin typeface="Arial Narrow"/>
                <a:cs typeface="Arial Narrow"/>
              </a:rPr>
              <a:t>Probamos </a:t>
            </a:r>
            <a:r>
              <a:rPr sz="2400" spc="-5" dirty="0">
                <a:latin typeface="Arial Narrow"/>
                <a:cs typeface="Arial Narrow"/>
              </a:rPr>
              <a:t>si pasando por</a:t>
            </a:r>
            <a:r>
              <a:rPr sz="2400" dirty="0">
                <a:latin typeface="Arial Narrow"/>
                <a:cs typeface="Arial Narrow"/>
              </a:rPr>
              <a:t> Vk</a:t>
            </a:r>
          </a:p>
          <a:p>
            <a:pPr marL="835660" lvl="1" indent="-228600">
              <a:spcBef>
                <a:spcPts val="409"/>
              </a:spcBef>
              <a:buClr>
                <a:srgbClr val="E6B0AB"/>
              </a:buClr>
              <a:buSzPct val="85000"/>
              <a:buFont typeface="Wingdings"/>
              <a:buChar char=""/>
              <a:tabLst>
                <a:tab pos="836294" algn="l"/>
              </a:tabLst>
            </a:pPr>
            <a:r>
              <a:rPr sz="2000" dirty="0">
                <a:latin typeface="Arial Narrow"/>
                <a:cs typeface="Arial Narrow"/>
              </a:rPr>
              <a:t>Se </a:t>
            </a:r>
            <a:r>
              <a:rPr sz="2000" spc="-5" dirty="0">
                <a:latin typeface="Arial Narrow"/>
                <a:cs typeface="Arial Narrow"/>
              </a:rPr>
              <a:t>puede obtener </a:t>
            </a:r>
            <a:r>
              <a:rPr sz="2000" spc="-10" dirty="0">
                <a:latin typeface="Arial Narrow"/>
                <a:cs typeface="Arial Narrow"/>
              </a:rPr>
              <a:t>distancias </a:t>
            </a:r>
            <a:r>
              <a:rPr sz="2000" spc="-5" dirty="0">
                <a:latin typeface="Arial Narrow"/>
                <a:cs typeface="Arial Narrow"/>
              </a:rPr>
              <a:t>mas cortas de </a:t>
            </a:r>
            <a:r>
              <a:rPr sz="2000" spc="-10" dirty="0">
                <a:latin typeface="Arial Narrow"/>
                <a:cs typeface="Arial Narrow"/>
              </a:rPr>
              <a:t>las </a:t>
            </a:r>
            <a:r>
              <a:rPr sz="2000" spc="-5" dirty="0">
                <a:latin typeface="Arial Narrow"/>
                <a:cs typeface="Arial Narrow"/>
              </a:rPr>
              <a:t>que</a:t>
            </a:r>
            <a:r>
              <a:rPr sz="2000" spc="50" dirty="0">
                <a:latin typeface="Arial Narrow"/>
                <a:cs typeface="Arial Narrow"/>
              </a:rPr>
              <a:t> </a:t>
            </a:r>
            <a:r>
              <a:rPr sz="2000" spc="-5" dirty="0">
                <a:latin typeface="Arial Narrow"/>
                <a:cs typeface="Arial Narrow"/>
              </a:rPr>
              <a:t>tenemos</a:t>
            </a:r>
            <a:endParaRPr sz="2000" dirty="0">
              <a:latin typeface="Arial Narrow"/>
              <a:cs typeface="Arial Narrow"/>
            </a:endParaRPr>
          </a:p>
          <a:p>
            <a:pPr marL="835660" lvl="1" indent="-228600">
              <a:spcBef>
                <a:spcPts val="395"/>
              </a:spcBef>
              <a:buClr>
                <a:srgbClr val="E6B0AB"/>
              </a:buClr>
              <a:buSzPct val="85000"/>
              <a:buFont typeface="Wingdings"/>
              <a:buChar char=""/>
              <a:tabLst>
                <a:tab pos="836294" algn="l"/>
              </a:tabLst>
            </a:pPr>
            <a:r>
              <a:rPr sz="2000" spc="-5" dirty="0">
                <a:latin typeface="Arial Narrow"/>
                <a:cs typeface="Arial Narrow"/>
              </a:rPr>
              <a:t>Para cada Vértice restante del</a:t>
            </a:r>
            <a:r>
              <a:rPr sz="2000" spc="-35" dirty="0">
                <a:latin typeface="Arial Narrow"/>
                <a:cs typeface="Arial Narrow"/>
              </a:rPr>
              <a:t> </a:t>
            </a:r>
            <a:r>
              <a:rPr sz="2000" spc="-5" dirty="0">
                <a:latin typeface="Arial Narrow"/>
                <a:cs typeface="Arial Narrow"/>
              </a:rPr>
              <a:t>grafo</a:t>
            </a:r>
            <a:endParaRPr sz="2000" dirty="0">
              <a:latin typeface="Arial Narrow"/>
              <a:cs typeface="Arial Narrow"/>
            </a:endParaRPr>
          </a:p>
        </p:txBody>
      </p:sp>
    </p:spTree>
    <p:extLst>
      <p:ext uri="{BB962C8B-B14F-4D97-AF65-F5344CB8AC3E}">
        <p14:creationId xmlns:p14="http://schemas.microsoft.com/office/powerpoint/2010/main" val="98910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1983740" y="1024383"/>
            <a:ext cx="5256530" cy="567055"/>
          </a:xfrm>
          <a:prstGeom prst="rect">
            <a:avLst/>
          </a:prstGeom>
        </p:spPr>
        <p:txBody>
          <a:bodyPr vert="horz" wrap="square" lIns="0" tIns="0" rIns="0" bIns="0" rtlCol="0">
            <a:spAutoFit/>
          </a:bodyPr>
          <a:lstStyle/>
          <a:p>
            <a:pPr marL="12700"/>
            <a:r>
              <a:rPr sz="3600" dirty="0">
                <a:solidFill>
                  <a:srgbClr val="F65F46"/>
                </a:solidFill>
                <a:latin typeface="Arial"/>
                <a:cs typeface="Arial"/>
              </a:rPr>
              <a:t>EJEMPLO </a:t>
            </a:r>
            <a:r>
              <a:rPr sz="3600" spc="-5" dirty="0">
                <a:solidFill>
                  <a:srgbClr val="F65F46"/>
                </a:solidFill>
                <a:latin typeface="Arial"/>
                <a:cs typeface="Arial"/>
              </a:rPr>
              <a:t>DE</a:t>
            </a:r>
            <a:r>
              <a:rPr sz="3600" spc="-120" dirty="0">
                <a:solidFill>
                  <a:srgbClr val="F65F46"/>
                </a:solidFill>
                <a:latin typeface="Arial"/>
                <a:cs typeface="Arial"/>
              </a:rPr>
              <a:t> </a:t>
            </a:r>
            <a:r>
              <a:rPr sz="3600" dirty="0">
                <a:solidFill>
                  <a:srgbClr val="F65F46"/>
                </a:solidFill>
                <a:latin typeface="Arial"/>
                <a:cs typeface="Arial"/>
              </a:rPr>
              <a:t>DIJKSTRA</a:t>
            </a:r>
            <a:endParaRPr sz="3600">
              <a:latin typeface="Arial"/>
              <a:cs typeface="Arial"/>
            </a:endParaRPr>
          </a:p>
        </p:txBody>
      </p:sp>
      <p:sp>
        <p:nvSpPr>
          <p:cNvPr id="3" name="object 3"/>
          <p:cNvSpPr/>
          <p:nvPr/>
        </p:nvSpPr>
        <p:spPr>
          <a:xfrm>
            <a:off x="2640013" y="2708276"/>
            <a:ext cx="287655" cy="287655"/>
          </a:xfrm>
          <a:custGeom>
            <a:avLst/>
            <a:gdLst/>
            <a:ahLst/>
            <a:cxnLst/>
            <a:rect l="l" t="t" r="r" b="b"/>
            <a:pathLst>
              <a:path w="287655" h="287655">
                <a:moveTo>
                  <a:pt x="143675" y="0"/>
                </a:moveTo>
                <a:lnTo>
                  <a:pt x="98262" y="7318"/>
                </a:lnTo>
                <a:lnTo>
                  <a:pt x="58822" y="27700"/>
                </a:lnTo>
                <a:lnTo>
                  <a:pt x="27720" y="58786"/>
                </a:lnTo>
                <a:lnTo>
                  <a:pt x="7324" y="98218"/>
                </a:lnTo>
                <a:lnTo>
                  <a:pt x="0" y="143637"/>
                </a:lnTo>
                <a:lnTo>
                  <a:pt x="7324" y="189068"/>
                </a:lnTo>
                <a:lnTo>
                  <a:pt x="27720" y="228531"/>
                </a:lnTo>
                <a:lnTo>
                  <a:pt x="58822" y="259656"/>
                </a:lnTo>
                <a:lnTo>
                  <a:pt x="98262" y="280069"/>
                </a:lnTo>
                <a:lnTo>
                  <a:pt x="143675" y="287400"/>
                </a:lnTo>
                <a:lnTo>
                  <a:pt x="189105" y="280069"/>
                </a:lnTo>
                <a:lnTo>
                  <a:pt x="228545" y="259656"/>
                </a:lnTo>
                <a:lnTo>
                  <a:pt x="259635" y="228531"/>
                </a:lnTo>
                <a:lnTo>
                  <a:pt x="280019" y="189068"/>
                </a:lnTo>
                <a:lnTo>
                  <a:pt x="287337" y="143637"/>
                </a:lnTo>
                <a:lnTo>
                  <a:pt x="280019" y="98218"/>
                </a:lnTo>
                <a:lnTo>
                  <a:pt x="259635" y="58786"/>
                </a:lnTo>
                <a:lnTo>
                  <a:pt x="228545" y="27700"/>
                </a:lnTo>
                <a:lnTo>
                  <a:pt x="189105" y="7318"/>
                </a:lnTo>
                <a:lnTo>
                  <a:pt x="143675" y="0"/>
                </a:lnTo>
                <a:close/>
              </a:path>
            </a:pathLst>
          </a:custGeom>
          <a:solidFill>
            <a:srgbClr val="FFE7E7"/>
          </a:solidFill>
        </p:spPr>
        <p:txBody>
          <a:bodyPr wrap="square" lIns="0" tIns="0" rIns="0" bIns="0" rtlCol="0"/>
          <a:lstStyle/>
          <a:p>
            <a:endParaRPr/>
          </a:p>
        </p:txBody>
      </p:sp>
      <p:sp>
        <p:nvSpPr>
          <p:cNvPr id="4" name="object 4"/>
          <p:cNvSpPr/>
          <p:nvPr/>
        </p:nvSpPr>
        <p:spPr>
          <a:xfrm>
            <a:off x="2640013" y="2708276"/>
            <a:ext cx="287655" cy="287655"/>
          </a:xfrm>
          <a:custGeom>
            <a:avLst/>
            <a:gdLst/>
            <a:ahLst/>
            <a:cxnLst/>
            <a:rect l="l" t="t" r="r" b="b"/>
            <a:pathLst>
              <a:path w="287655" h="287655">
                <a:moveTo>
                  <a:pt x="0" y="143637"/>
                </a:moveTo>
                <a:lnTo>
                  <a:pt x="7324" y="98218"/>
                </a:lnTo>
                <a:lnTo>
                  <a:pt x="27720" y="58786"/>
                </a:lnTo>
                <a:lnTo>
                  <a:pt x="58822" y="27700"/>
                </a:lnTo>
                <a:lnTo>
                  <a:pt x="98262" y="7318"/>
                </a:lnTo>
                <a:lnTo>
                  <a:pt x="143675" y="0"/>
                </a:lnTo>
                <a:lnTo>
                  <a:pt x="189105" y="7318"/>
                </a:lnTo>
                <a:lnTo>
                  <a:pt x="228545" y="27700"/>
                </a:lnTo>
                <a:lnTo>
                  <a:pt x="259635" y="58786"/>
                </a:lnTo>
                <a:lnTo>
                  <a:pt x="280019" y="98218"/>
                </a:lnTo>
                <a:lnTo>
                  <a:pt x="287337" y="143637"/>
                </a:lnTo>
                <a:lnTo>
                  <a:pt x="280019" y="189068"/>
                </a:lnTo>
                <a:lnTo>
                  <a:pt x="259635" y="228531"/>
                </a:lnTo>
                <a:lnTo>
                  <a:pt x="228545" y="259656"/>
                </a:lnTo>
                <a:lnTo>
                  <a:pt x="189105" y="280069"/>
                </a:lnTo>
                <a:lnTo>
                  <a:pt x="143675" y="287400"/>
                </a:lnTo>
                <a:lnTo>
                  <a:pt x="98262" y="280069"/>
                </a:lnTo>
                <a:lnTo>
                  <a:pt x="58822" y="259656"/>
                </a:lnTo>
                <a:lnTo>
                  <a:pt x="27720" y="228531"/>
                </a:lnTo>
                <a:lnTo>
                  <a:pt x="7324" y="189068"/>
                </a:lnTo>
                <a:lnTo>
                  <a:pt x="0" y="143637"/>
                </a:lnTo>
                <a:close/>
              </a:path>
            </a:pathLst>
          </a:custGeom>
          <a:ln w="12700">
            <a:solidFill>
              <a:srgbClr val="000000"/>
            </a:solidFill>
          </a:ln>
        </p:spPr>
        <p:txBody>
          <a:bodyPr wrap="square" lIns="0" tIns="0" rIns="0" bIns="0" rtlCol="0"/>
          <a:lstStyle/>
          <a:p>
            <a:endParaRPr/>
          </a:p>
        </p:txBody>
      </p:sp>
      <p:sp>
        <p:nvSpPr>
          <p:cNvPr id="5" name="object 5"/>
          <p:cNvSpPr txBox="1"/>
          <p:nvPr/>
        </p:nvSpPr>
        <p:spPr>
          <a:xfrm>
            <a:off x="2683865" y="2759709"/>
            <a:ext cx="200660" cy="184666"/>
          </a:xfrm>
          <a:prstGeom prst="rect">
            <a:avLst/>
          </a:prstGeom>
        </p:spPr>
        <p:txBody>
          <a:bodyPr vert="horz" wrap="square" lIns="0" tIns="0" rIns="0" bIns="0" rtlCol="0">
            <a:spAutoFit/>
          </a:bodyPr>
          <a:lstStyle/>
          <a:p>
            <a:pPr marL="12700"/>
            <a:r>
              <a:rPr sz="1200" dirty="0">
                <a:latin typeface="Tahoma"/>
                <a:cs typeface="Tahoma"/>
              </a:rPr>
              <a:t>V2</a:t>
            </a:r>
            <a:endParaRPr sz="1200">
              <a:latin typeface="Tahoma"/>
              <a:cs typeface="Tahoma"/>
            </a:endParaRPr>
          </a:p>
        </p:txBody>
      </p:sp>
      <p:sp>
        <p:nvSpPr>
          <p:cNvPr id="6" name="object 6"/>
          <p:cNvSpPr/>
          <p:nvPr/>
        </p:nvSpPr>
        <p:spPr>
          <a:xfrm>
            <a:off x="4295776" y="2708276"/>
            <a:ext cx="287655" cy="287655"/>
          </a:xfrm>
          <a:custGeom>
            <a:avLst/>
            <a:gdLst/>
            <a:ahLst/>
            <a:cxnLst/>
            <a:rect l="l" t="t" r="r" b="b"/>
            <a:pathLst>
              <a:path w="287655" h="287655">
                <a:moveTo>
                  <a:pt x="143637" y="0"/>
                </a:moveTo>
                <a:lnTo>
                  <a:pt x="98218" y="7318"/>
                </a:lnTo>
                <a:lnTo>
                  <a:pt x="58786" y="27700"/>
                </a:lnTo>
                <a:lnTo>
                  <a:pt x="27700" y="58786"/>
                </a:lnTo>
                <a:lnTo>
                  <a:pt x="7318" y="98218"/>
                </a:lnTo>
                <a:lnTo>
                  <a:pt x="0" y="143637"/>
                </a:lnTo>
                <a:lnTo>
                  <a:pt x="7318" y="189068"/>
                </a:lnTo>
                <a:lnTo>
                  <a:pt x="27700" y="228531"/>
                </a:lnTo>
                <a:lnTo>
                  <a:pt x="58786" y="259656"/>
                </a:lnTo>
                <a:lnTo>
                  <a:pt x="98218" y="280069"/>
                </a:lnTo>
                <a:lnTo>
                  <a:pt x="143637" y="287400"/>
                </a:lnTo>
                <a:lnTo>
                  <a:pt x="189068" y="280069"/>
                </a:lnTo>
                <a:lnTo>
                  <a:pt x="228531" y="259656"/>
                </a:lnTo>
                <a:lnTo>
                  <a:pt x="259656" y="228531"/>
                </a:lnTo>
                <a:lnTo>
                  <a:pt x="280069" y="189068"/>
                </a:lnTo>
                <a:lnTo>
                  <a:pt x="287400" y="143637"/>
                </a:lnTo>
                <a:lnTo>
                  <a:pt x="280069" y="98218"/>
                </a:lnTo>
                <a:lnTo>
                  <a:pt x="259656" y="58786"/>
                </a:lnTo>
                <a:lnTo>
                  <a:pt x="228531" y="27700"/>
                </a:lnTo>
                <a:lnTo>
                  <a:pt x="189068" y="7318"/>
                </a:lnTo>
                <a:lnTo>
                  <a:pt x="143637" y="0"/>
                </a:lnTo>
                <a:close/>
              </a:path>
            </a:pathLst>
          </a:custGeom>
          <a:solidFill>
            <a:srgbClr val="FFE7E7"/>
          </a:solidFill>
        </p:spPr>
        <p:txBody>
          <a:bodyPr wrap="square" lIns="0" tIns="0" rIns="0" bIns="0" rtlCol="0"/>
          <a:lstStyle/>
          <a:p>
            <a:endParaRPr/>
          </a:p>
        </p:txBody>
      </p:sp>
      <p:sp>
        <p:nvSpPr>
          <p:cNvPr id="7" name="object 7"/>
          <p:cNvSpPr/>
          <p:nvPr/>
        </p:nvSpPr>
        <p:spPr>
          <a:xfrm>
            <a:off x="4295776" y="2708276"/>
            <a:ext cx="287655" cy="287655"/>
          </a:xfrm>
          <a:custGeom>
            <a:avLst/>
            <a:gdLst/>
            <a:ahLst/>
            <a:cxnLst/>
            <a:rect l="l" t="t" r="r" b="b"/>
            <a:pathLst>
              <a:path w="287655" h="287655">
                <a:moveTo>
                  <a:pt x="0" y="143637"/>
                </a:moveTo>
                <a:lnTo>
                  <a:pt x="7318" y="98218"/>
                </a:lnTo>
                <a:lnTo>
                  <a:pt x="27700" y="58786"/>
                </a:lnTo>
                <a:lnTo>
                  <a:pt x="58786" y="27700"/>
                </a:lnTo>
                <a:lnTo>
                  <a:pt x="98218" y="7318"/>
                </a:lnTo>
                <a:lnTo>
                  <a:pt x="143637" y="0"/>
                </a:lnTo>
                <a:lnTo>
                  <a:pt x="189068" y="7318"/>
                </a:lnTo>
                <a:lnTo>
                  <a:pt x="228531" y="27700"/>
                </a:lnTo>
                <a:lnTo>
                  <a:pt x="259656" y="58786"/>
                </a:lnTo>
                <a:lnTo>
                  <a:pt x="280069" y="98218"/>
                </a:lnTo>
                <a:lnTo>
                  <a:pt x="287400" y="143637"/>
                </a:lnTo>
                <a:lnTo>
                  <a:pt x="280069" y="189068"/>
                </a:lnTo>
                <a:lnTo>
                  <a:pt x="259656" y="228531"/>
                </a:lnTo>
                <a:lnTo>
                  <a:pt x="228531" y="259656"/>
                </a:lnTo>
                <a:lnTo>
                  <a:pt x="189068" y="280069"/>
                </a:lnTo>
                <a:lnTo>
                  <a:pt x="143637" y="287400"/>
                </a:lnTo>
                <a:lnTo>
                  <a:pt x="98218" y="280069"/>
                </a:lnTo>
                <a:lnTo>
                  <a:pt x="58786" y="259656"/>
                </a:lnTo>
                <a:lnTo>
                  <a:pt x="27700" y="228531"/>
                </a:lnTo>
                <a:lnTo>
                  <a:pt x="7318" y="189068"/>
                </a:lnTo>
                <a:lnTo>
                  <a:pt x="0" y="143637"/>
                </a:lnTo>
                <a:close/>
              </a:path>
            </a:pathLst>
          </a:custGeom>
          <a:ln w="12700">
            <a:solidFill>
              <a:srgbClr val="000000"/>
            </a:solidFill>
          </a:ln>
        </p:spPr>
        <p:txBody>
          <a:bodyPr wrap="square" lIns="0" tIns="0" rIns="0" bIns="0" rtlCol="0"/>
          <a:lstStyle/>
          <a:p>
            <a:endParaRPr/>
          </a:p>
        </p:txBody>
      </p:sp>
      <p:sp>
        <p:nvSpPr>
          <p:cNvPr id="8" name="object 8"/>
          <p:cNvSpPr txBox="1"/>
          <p:nvPr/>
        </p:nvSpPr>
        <p:spPr>
          <a:xfrm>
            <a:off x="4339844" y="2759709"/>
            <a:ext cx="200660" cy="184666"/>
          </a:xfrm>
          <a:prstGeom prst="rect">
            <a:avLst/>
          </a:prstGeom>
        </p:spPr>
        <p:txBody>
          <a:bodyPr vert="horz" wrap="square" lIns="0" tIns="0" rIns="0" bIns="0" rtlCol="0">
            <a:spAutoFit/>
          </a:bodyPr>
          <a:lstStyle/>
          <a:p>
            <a:pPr marL="12700"/>
            <a:r>
              <a:rPr sz="1200" dirty="0">
                <a:latin typeface="Tahoma"/>
                <a:cs typeface="Tahoma"/>
              </a:rPr>
              <a:t>V5</a:t>
            </a:r>
            <a:endParaRPr sz="1200">
              <a:latin typeface="Tahoma"/>
              <a:cs typeface="Tahoma"/>
            </a:endParaRPr>
          </a:p>
        </p:txBody>
      </p:sp>
      <p:sp>
        <p:nvSpPr>
          <p:cNvPr id="9" name="object 9"/>
          <p:cNvSpPr/>
          <p:nvPr/>
        </p:nvSpPr>
        <p:spPr>
          <a:xfrm>
            <a:off x="1992313" y="3500502"/>
            <a:ext cx="287655" cy="287655"/>
          </a:xfrm>
          <a:custGeom>
            <a:avLst/>
            <a:gdLst/>
            <a:ahLst/>
            <a:cxnLst/>
            <a:rect l="l" t="t" r="r" b="b"/>
            <a:pathLst>
              <a:path w="287655" h="287654">
                <a:moveTo>
                  <a:pt x="143675" y="0"/>
                </a:moveTo>
                <a:lnTo>
                  <a:pt x="98262" y="7318"/>
                </a:lnTo>
                <a:lnTo>
                  <a:pt x="58822" y="27700"/>
                </a:lnTo>
                <a:lnTo>
                  <a:pt x="27720" y="58786"/>
                </a:lnTo>
                <a:lnTo>
                  <a:pt x="7324" y="98218"/>
                </a:lnTo>
                <a:lnTo>
                  <a:pt x="0" y="143637"/>
                </a:lnTo>
                <a:lnTo>
                  <a:pt x="7324" y="189055"/>
                </a:lnTo>
                <a:lnTo>
                  <a:pt x="27720" y="228487"/>
                </a:lnTo>
                <a:lnTo>
                  <a:pt x="58822" y="259573"/>
                </a:lnTo>
                <a:lnTo>
                  <a:pt x="98262" y="279955"/>
                </a:lnTo>
                <a:lnTo>
                  <a:pt x="143675" y="287274"/>
                </a:lnTo>
                <a:lnTo>
                  <a:pt x="189081" y="279955"/>
                </a:lnTo>
                <a:lnTo>
                  <a:pt x="228517" y="259573"/>
                </a:lnTo>
                <a:lnTo>
                  <a:pt x="259617" y="228487"/>
                </a:lnTo>
                <a:lnTo>
                  <a:pt x="280012" y="189055"/>
                </a:lnTo>
                <a:lnTo>
                  <a:pt x="287337" y="143637"/>
                </a:lnTo>
                <a:lnTo>
                  <a:pt x="280012" y="98218"/>
                </a:lnTo>
                <a:lnTo>
                  <a:pt x="259617" y="58786"/>
                </a:lnTo>
                <a:lnTo>
                  <a:pt x="228517" y="27700"/>
                </a:lnTo>
                <a:lnTo>
                  <a:pt x="189081" y="7318"/>
                </a:lnTo>
                <a:lnTo>
                  <a:pt x="143675" y="0"/>
                </a:lnTo>
                <a:close/>
              </a:path>
            </a:pathLst>
          </a:custGeom>
          <a:solidFill>
            <a:srgbClr val="FFE7E7"/>
          </a:solidFill>
        </p:spPr>
        <p:txBody>
          <a:bodyPr wrap="square" lIns="0" tIns="0" rIns="0" bIns="0" rtlCol="0"/>
          <a:lstStyle/>
          <a:p>
            <a:endParaRPr/>
          </a:p>
        </p:txBody>
      </p:sp>
      <p:sp>
        <p:nvSpPr>
          <p:cNvPr id="10" name="object 10"/>
          <p:cNvSpPr/>
          <p:nvPr/>
        </p:nvSpPr>
        <p:spPr>
          <a:xfrm>
            <a:off x="1992313" y="3500502"/>
            <a:ext cx="287655" cy="287655"/>
          </a:xfrm>
          <a:custGeom>
            <a:avLst/>
            <a:gdLst/>
            <a:ahLst/>
            <a:cxnLst/>
            <a:rect l="l" t="t" r="r" b="b"/>
            <a:pathLst>
              <a:path w="287655" h="287654">
                <a:moveTo>
                  <a:pt x="0" y="143637"/>
                </a:moveTo>
                <a:lnTo>
                  <a:pt x="7324" y="98218"/>
                </a:lnTo>
                <a:lnTo>
                  <a:pt x="27720" y="58786"/>
                </a:lnTo>
                <a:lnTo>
                  <a:pt x="58822" y="27700"/>
                </a:lnTo>
                <a:lnTo>
                  <a:pt x="98262" y="7318"/>
                </a:lnTo>
                <a:lnTo>
                  <a:pt x="143675" y="0"/>
                </a:lnTo>
                <a:lnTo>
                  <a:pt x="189081" y="7318"/>
                </a:lnTo>
                <a:lnTo>
                  <a:pt x="228517" y="27700"/>
                </a:lnTo>
                <a:lnTo>
                  <a:pt x="259617" y="58786"/>
                </a:lnTo>
                <a:lnTo>
                  <a:pt x="280012" y="98218"/>
                </a:lnTo>
                <a:lnTo>
                  <a:pt x="287337" y="143637"/>
                </a:lnTo>
                <a:lnTo>
                  <a:pt x="280012" y="189055"/>
                </a:lnTo>
                <a:lnTo>
                  <a:pt x="259617" y="228487"/>
                </a:lnTo>
                <a:lnTo>
                  <a:pt x="228517" y="259573"/>
                </a:lnTo>
                <a:lnTo>
                  <a:pt x="189081" y="279955"/>
                </a:lnTo>
                <a:lnTo>
                  <a:pt x="143675" y="287274"/>
                </a:lnTo>
                <a:lnTo>
                  <a:pt x="98262" y="279955"/>
                </a:lnTo>
                <a:lnTo>
                  <a:pt x="58822" y="259573"/>
                </a:lnTo>
                <a:lnTo>
                  <a:pt x="27720" y="228487"/>
                </a:lnTo>
                <a:lnTo>
                  <a:pt x="7324" y="189055"/>
                </a:lnTo>
                <a:lnTo>
                  <a:pt x="0" y="143637"/>
                </a:lnTo>
                <a:close/>
              </a:path>
            </a:pathLst>
          </a:custGeom>
          <a:ln w="12700">
            <a:solidFill>
              <a:srgbClr val="000000"/>
            </a:solidFill>
          </a:ln>
        </p:spPr>
        <p:txBody>
          <a:bodyPr wrap="square" lIns="0" tIns="0" rIns="0" bIns="0" rtlCol="0"/>
          <a:lstStyle/>
          <a:p>
            <a:endParaRPr/>
          </a:p>
        </p:txBody>
      </p:sp>
      <p:sp>
        <p:nvSpPr>
          <p:cNvPr id="11" name="object 11"/>
          <p:cNvSpPr txBox="1"/>
          <p:nvPr/>
        </p:nvSpPr>
        <p:spPr>
          <a:xfrm>
            <a:off x="2036165" y="3551808"/>
            <a:ext cx="200660" cy="184666"/>
          </a:xfrm>
          <a:prstGeom prst="rect">
            <a:avLst/>
          </a:prstGeom>
        </p:spPr>
        <p:txBody>
          <a:bodyPr vert="horz" wrap="square" lIns="0" tIns="0" rIns="0" bIns="0" rtlCol="0">
            <a:spAutoFit/>
          </a:bodyPr>
          <a:lstStyle/>
          <a:p>
            <a:pPr marL="12700"/>
            <a:r>
              <a:rPr sz="1200" dirty="0">
                <a:latin typeface="Tahoma"/>
                <a:cs typeface="Tahoma"/>
              </a:rPr>
              <a:t>V1</a:t>
            </a:r>
            <a:endParaRPr sz="1200">
              <a:latin typeface="Tahoma"/>
              <a:cs typeface="Tahoma"/>
            </a:endParaRPr>
          </a:p>
        </p:txBody>
      </p:sp>
      <p:sp>
        <p:nvSpPr>
          <p:cNvPr id="12" name="object 12"/>
          <p:cNvSpPr/>
          <p:nvPr/>
        </p:nvSpPr>
        <p:spPr>
          <a:xfrm>
            <a:off x="2782888" y="4076701"/>
            <a:ext cx="287655" cy="287655"/>
          </a:xfrm>
          <a:custGeom>
            <a:avLst/>
            <a:gdLst/>
            <a:ahLst/>
            <a:cxnLst/>
            <a:rect l="l" t="t" r="r" b="b"/>
            <a:pathLst>
              <a:path w="287655" h="287654">
                <a:moveTo>
                  <a:pt x="143700" y="0"/>
                </a:moveTo>
                <a:lnTo>
                  <a:pt x="98275" y="7318"/>
                </a:lnTo>
                <a:lnTo>
                  <a:pt x="58827" y="27700"/>
                </a:lnTo>
                <a:lnTo>
                  <a:pt x="27722" y="58786"/>
                </a:lnTo>
                <a:lnTo>
                  <a:pt x="7324" y="98218"/>
                </a:lnTo>
                <a:lnTo>
                  <a:pt x="0" y="143637"/>
                </a:lnTo>
                <a:lnTo>
                  <a:pt x="7324" y="189068"/>
                </a:lnTo>
                <a:lnTo>
                  <a:pt x="27722" y="228531"/>
                </a:lnTo>
                <a:lnTo>
                  <a:pt x="58827" y="259656"/>
                </a:lnTo>
                <a:lnTo>
                  <a:pt x="98275" y="280069"/>
                </a:lnTo>
                <a:lnTo>
                  <a:pt x="143700" y="287400"/>
                </a:lnTo>
                <a:lnTo>
                  <a:pt x="189118" y="280069"/>
                </a:lnTo>
                <a:lnTo>
                  <a:pt x="228550" y="259656"/>
                </a:lnTo>
                <a:lnTo>
                  <a:pt x="259637" y="228531"/>
                </a:lnTo>
                <a:lnTo>
                  <a:pt x="280019" y="189068"/>
                </a:lnTo>
                <a:lnTo>
                  <a:pt x="287337" y="143637"/>
                </a:lnTo>
                <a:lnTo>
                  <a:pt x="280019" y="98218"/>
                </a:lnTo>
                <a:lnTo>
                  <a:pt x="259637" y="58786"/>
                </a:lnTo>
                <a:lnTo>
                  <a:pt x="228550" y="27700"/>
                </a:lnTo>
                <a:lnTo>
                  <a:pt x="189118" y="7318"/>
                </a:lnTo>
                <a:lnTo>
                  <a:pt x="143700" y="0"/>
                </a:lnTo>
                <a:close/>
              </a:path>
            </a:pathLst>
          </a:custGeom>
          <a:solidFill>
            <a:srgbClr val="FFE7E7"/>
          </a:solidFill>
        </p:spPr>
        <p:txBody>
          <a:bodyPr wrap="square" lIns="0" tIns="0" rIns="0" bIns="0" rtlCol="0"/>
          <a:lstStyle/>
          <a:p>
            <a:endParaRPr/>
          </a:p>
        </p:txBody>
      </p:sp>
      <p:sp>
        <p:nvSpPr>
          <p:cNvPr id="13" name="object 13"/>
          <p:cNvSpPr/>
          <p:nvPr/>
        </p:nvSpPr>
        <p:spPr>
          <a:xfrm>
            <a:off x="2782888" y="4076701"/>
            <a:ext cx="287655" cy="287655"/>
          </a:xfrm>
          <a:custGeom>
            <a:avLst/>
            <a:gdLst/>
            <a:ahLst/>
            <a:cxnLst/>
            <a:rect l="l" t="t" r="r" b="b"/>
            <a:pathLst>
              <a:path w="287655" h="287654">
                <a:moveTo>
                  <a:pt x="0" y="143637"/>
                </a:moveTo>
                <a:lnTo>
                  <a:pt x="7324" y="98218"/>
                </a:lnTo>
                <a:lnTo>
                  <a:pt x="27722" y="58786"/>
                </a:lnTo>
                <a:lnTo>
                  <a:pt x="58827" y="27700"/>
                </a:lnTo>
                <a:lnTo>
                  <a:pt x="98275" y="7318"/>
                </a:lnTo>
                <a:lnTo>
                  <a:pt x="143700" y="0"/>
                </a:lnTo>
                <a:lnTo>
                  <a:pt x="189118" y="7318"/>
                </a:lnTo>
                <a:lnTo>
                  <a:pt x="228550" y="27700"/>
                </a:lnTo>
                <a:lnTo>
                  <a:pt x="259637" y="58786"/>
                </a:lnTo>
                <a:lnTo>
                  <a:pt x="280019" y="98218"/>
                </a:lnTo>
                <a:lnTo>
                  <a:pt x="287337" y="143637"/>
                </a:lnTo>
                <a:lnTo>
                  <a:pt x="280019" y="189068"/>
                </a:lnTo>
                <a:lnTo>
                  <a:pt x="259637" y="228531"/>
                </a:lnTo>
                <a:lnTo>
                  <a:pt x="228550" y="259656"/>
                </a:lnTo>
                <a:lnTo>
                  <a:pt x="189118" y="280069"/>
                </a:lnTo>
                <a:lnTo>
                  <a:pt x="143700" y="287400"/>
                </a:lnTo>
                <a:lnTo>
                  <a:pt x="98275" y="280069"/>
                </a:lnTo>
                <a:lnTo>
                  <a:pt x="58827" y="259656"/>
                </a:lnTo>
                <a:lnTo>
                  <a:pt x="27722" y="228531"/>
                </a:lnTo>
                <a:lnTo>
                  <a:pt x="7324" y="189068"/>
                </a:lnTo>
                <a:lnTo>
                  <a:pt x="0" y="143637"/>
                </a:lnTo>
                <a:close/>
              </a:path>
            </a:pathLst>
          </a:custGeom>
          <a:ln w="12700">
            <a:solidFill>
              <a:srgbClr val="000000"/>
            </a:solidFill>
          </a:ln>
        </p:spPr>
        <p:txBody>
          <a:bodyPr wrap="square" lIns="0" tIns="0" rIns="0" bIns="0" rtlCol="0"/>
          <a:lstStyle/>
          <a:p>
            <a:endParaRPr/>
          </a:p>
        </p:txBody>
      </p:sp>
      <p:sp>
        <p:nvSpPr>
          <p:cNvPr id="14" name="object 14"/>
          <p:cNvSpPr txBox="1"/>
          <p:nvPr/>
        </p:nvSpPr>
        <p:spPr>
          <a:xfrm>
            <a:off x="2826766" y="4128261"/>
            <a:ext cx="200660" cy="184666"/>
          </a:xfrm>
          <a:prstGeom prst="rect">
            <a:avLst/>
          </a:prstGeom>
        </p:spPr>
        <p:txBody>
          <a:bodyPr vert="horz" wrap="square" lIns="0" tIns="0" rIns="0" bIns="0" rtlCol="0">
            <a:spAutoFit/>
          </a:bodyPr>
          <a:lstStyle/>
          <a:p>
            <a:pPr marL="12700"/>
            <a:r>
              <a:rPr sz="1200" dirty="0">
                <a:latin typeface="Tahoma"/>
                <a:cs typeface="Tahoma"/>
              </a:rPr>
              <a:t>V3</a:t>
            </a:r>
            <a:endParaRPr sz="1200">
              <a:latin typeface="Tahoma"/>
              <a:cs typeface="Tahoma"/>
            </a:endParaRPr>
          </a:p>
        </p:txBody>
      </p:sp>
      <p:sp>
        <p:nvSpPr>
          <p:cNvPr id="15" name="object 15"/>
          <p:cNvSpPr/>
          <p:nvPr/>
        </p:nvSpPr>
        <p:spPr>
          <a:xfrm>
            <a:off x="4440302" y="4005327"/>
            <a:ext cx="287655" cy="287655"/>
          </a:xfrm>
          <a:custGeom>
            <a:avLst/>
            <a:gdLst/>
            <a:ahLst/>
            <a:cxnLst/>
            <a:rect l="l" t="t" r="r" b="b"/>
            <a:pathLst>
              <a:path w="287655" h="287654">
                <a:moveTo>
                  <a:pt x="143637" y="0"/>
                </a:moveTo>
                <a:lnTo>
                  <a:pt x="98218" y="7269"/>
                </a:lnTo>
                <a:lnTo>
                  <a:pt x="58786" y="27645"/>
                </a:lnTo>
                <a:lnTo>
                  <a:pt x="27681" y="58786"/>
                </a:lnTo>
                <a:lnTo>
                  <a:pt x="7316" y="98218"/>
                </a:lnTo>
                <a:lnTo>
                  <a:pt x="0" y="143637"/>
                </a:lnTo>
                <a:lnTo>
                  <a:pt x="7318" y="189055"/>
                </a:lnTo>
                <a:lnTo>
                  <a:pt x="27700" y="228487"/>
                </a:lnTo>
                <a:lnTo>
                  <a:pt x="58786" y="259573"/>
                </a:lnTo>
                <a:lnTo>
                  <a:pt x="98218" y="279955"/>
                </a:lnTo>
                <a:lnTo>
                  <a:pt x="143637" y="287274"/>
                </a:lnTo>
                <a:lnTo>
                  <a:pt x="189055" y="279955"/>
                </a:lnTo>
                <a:lnTo>
                  <a:pt x="228487" y="259573"/>
                </a:lnTo>
                <a:lnTo>
                  <a:pt x="259573" y="228487"/>
                </a:lnTo>
                <a:lnTo>
                  <a:pt x="279955" y="189055"/>
                </a:lnTo>
                <a:lnTo>
                  <a:pt x="287274" y="143637"/>
                </a:lnTo>
                <a:lnTo>
                  <a:pt x="279949" y="98206"/>
                </a:lnTo>
                <a:lnTo>
                  <a:pt x="259573" y="58786"/>
                </a:lnTo>
                <a:lnTo>
                  <a:pt x="228487" y="27700"/>
                </a:lnTo>
                <a:lnTo>
                  <a:pt x="189055" y="7318"/>
                </a:lnTo>
                <a:lnTo>
                  <a:pt x="143637" y="0"/>
                </a:lnTo>
                <a:close/>
              </a:path>
            </a:pathLst>
          </a:custGeom>
          <a:solidFill>
            <a:srgbClr val="FFE7E7"/>
          </a:solidFill>
        </p:spPr>
        <p:txBody>
          <a:bodyPr wrap="square" lIns="0" tIns="0" rIns="0" bIns="0" rtlCol="0"/>
          <a:lstStyle/>
          <a:p>
            <a:endParaRPr/>
          </a:p>
        </p:txBody>
      </p:sp>
      <p:sp>
        <p:nvSpPr>
          <p:cNvPr id="16" name="object 16"/>
          <p:cNvSpPr/>
          <p:nvPr/>
        </p:nvSpPr>
        <p:spPr>
          <a:xfrm>
            <a:off x="4440302" y="4005327"/>
            <a:ext cx="287655" cy="287655"/>
          </a:xfrm>
          <a:custGeom>
            <a:avLst/>
            <a:gdLst/>
            <a:ahLst/>
            <a:cxnLst/>
            <a:rect l="l" t="t" r="r" b="b"/>
            <a:pathLst>
              <a:path w="287655" h="287654">
                <a:moveTo>
                  <a:pt x="0" y="143637"/>
                </a:moveTo>
                <a:lnTo>
                  <a:pt x="7318" y="98206"/>
                </a:lnTo>
                <a:lnTo>
                  <a:pt x="27700" y="58750"/>
                </a:lnTo>
                <a:lnTo>
                  <a:pt x="58786" y="27645"/>
                </a:lnTo>
                <a:lnTo>
                  <a:pt x="98218" y="7269"/>
                </a:lnTo>
                <a:lnTo>
                  <a:pt x="143637" y="0"/>
                </a:lnTo>
                <a:lnTo>
                  <a:pt x="189055" y="7318"/>
                </a:lnTo>
                <a:lnTo>
                  <a:pt x="228487" y="27700"/>
                </a:lnTo>
                <a:lnTo>
                  <a:pt x="259573" y="58786"/>
                </a:lnTo>
                <a:lnTo>
                  <a:pt x="279955" y="98218"/>
                </a:lnTo>
                <a:lnTo>
                  <a:pt x="287274" y="143637"/>
                </a:lnTo>
                <a:lnTo>
                  <a:pt x="279955" y="189055"/>
                </a:lnTo>
                <a:lnTo>
                  <a:pt x="259573" y="228487"/>
                </a:lnTo>
                <a:lnTo>
                  <a:pt x="228487" y="259573"/>
                </a:lnTo>
                <a:lnTo>
                  <a:pt x="189055" y="279955"/>
                </a:lnTo>
                <a:lnTo>
                  <a:pt x="143637" y="287274"/>
                </a:lnTo>
                <a:lnTo>
                  <a:pt x="98218" y="279955"/>
                </a:lnTo>
                <a:lnTo>
                  <a:pt x="58786" y="259573"/>
                </a:lnTo>
                <a:lnTo>
                  <a:pt x="27700" y="228487"/>
                </a:lnTo>
                <a:lnTo>
                  <a:pt x="7318" y="189055"/>
                </a:lnTo>
                <a:lnTo>
                  <a:pt x="0" y="143637"/>
                </a:lnTo>
                <a:close/>
              </a:path>
            </a:pathLst>
          </a:custGeom>
          <a:ln w="12700">
            <a:solidFill>
              <a:srgbClr val="000000"/>
            </a:solidFill>
          </a:ln>
        </p:spPr>
        <p:txBody>
          <a:bodyPr wrap="square" lIns="0" tIns="0" rIns="0" bIns="0" rtlCol="0"/>
          <a:lstStyle/>
          <a:p>
            <a:endParaRPr/>
          </a:p>
        </p:txBody>
      </p:sp>
      <p:sp>
        <p:nvSpPr>
          <p:cNvPr id="17" name="object 17"/>
          <p:cNvSpPr txBox="1"/>
          <p:nvPr/>
        </p:nvSpPr>
        <p:spPr>
          <a:xfrm>
            <a:off x="4484370" y="4056888"/>
            <a:ext cx="200660" cy="184666"/>
          </a:xfrm>
          <a:prstGeom prst="rect">
            <a:avLst/>
          </a:prstGeom>
        </p:spPr>
        <p:txBody>
          <a:bodyPr vert="horz" wrap="square" lIns="0" tIns="0" rIns="0" bIns="0" rtlCol="0">
            <a:spAutoFit/>
          </a:bodyPr>
          <a:lstStyle/>
          <a:p>
            <a:pPr marL="12700"/>
            <a:r>
              <a:rPr sz="1200" dirty="0">
                <a:latin typeface="Tahoma"/>
                <a:cs typeface="Tahoma"/>
              </a:rPr>
              <a:t>V4</a:t>
            </a:r>
            <a:endParaRPr sz="1200">
              <a:latin typeface="Tahoma"/>
              <a:cs typeface="Tahoma"/>
            </a:endParaRPr>
          </a:p>
        </p:txBody>
      </p:sp>
      <p:sp>
        <p:nvSpPr>
          <p:cNvPr id="18" name="object 18"/>
          <p:cNvSpPr/>
          <p:nvPr/>
        </p:nvSpPr>
        <p:spPr>
          <a:xfrm>
            <a:off x="5303902" y="3368676"/>
            <a:ext cx="287655" cy="287655"/>
          </a:xfrm>
          <a:custGeom>
            <a:avLst/>
            <a:gdLst/>
            <a:ahLst/>
            <a:cxnLst/>
            <a:rect l="l" t="t" r="r" b="b"/>
            <a:pathLst>
              <a:path w="287654" h="287654">
                <a:moveTo>
                  <a:pt x="143637" y="0"/>
                </a:moveTo>
                <a:lnTo>
                  <a:pt x="98218" y="7318"/>
                </a:lnTo>
                <a:lnTo>
                  <a:pt x="58786" y="27700"/>
                </a:lnTo>
                <a:lnTo>
                  <a:pt x="27700" y="58786"/>
                </a:lnTo>
                <a:lnTo>
                  <a:pt x="7318" y="98218"/>
                </a:lnTo>
                <a:lnTo>
                  <a:pt x="0" y="143637"/>
                </a:lnTo>
                <a:lnTo>
                  <a:pt x="7318" y="189068"/>
                </a:lnTo>
                <a:lnTo>
                  <a:pt x="27700" y="228531"/>
                </a:lnTo>
                <a:lnTo>
                  <a:pt x="58786" y="259656"/>
                </a:lnTo>
                <a:lnTo>
                  <a:pt x="98218" y="280069"/>
                </a:lnTo>
                <a:lnTo>
                  <a:pt x="143637" y="287400"/>
                </a:lnTo>
                <a:lnTo>
                  <a:pt x="189055" y="280069"/>
                </a:lnTo>
                <a:lnTo>
                  <a:pt x="228487" y="259656"/>
                </a:lnTo>
                <a:lnTo>
                  <a:pt x="259573" y="228531"/>
                </a:lnTo>
                <a:lnTo>
                  <a:pt x="279955" y="189068"/>
                </a:lnTo>
                <a:lnTo>
                  <a:pt x="287274" y="143637"/>
                </a:lnTo>
                <a:lnTo>
                  <a:pt x="279955" y="98218"/>
                </a:lnTo>
                <a:lnTo>
                  <a:pt x="259573" y="58786"/>
                </a:lnTo>
                <a:lnTo>
                  <a:pt x="228487" y="27700"/>
                </a:lnTo>
                <a:lnTo>
                  <a:pt x="189055" y="7318"/>
                </a:lnTo>
                <a:lnTo>
                  <a:pt x="143637" y="0"/>
                </a:lnTo>
                <a:close/>
              </a:path>
            </a:pathLst>
          </a:custGeom>
          <a:solidFill>
            <a:srgbClr val="FFE7E7"/>
          </a:solidFill>
        </p:spPr>
        <p:txBody>
          <a:bodyPr wrap="square" lIns="0" tIns="0" rIns="0" bIns="0" rtlCol="0"/>
          <a:lstStyle/>
          <a:p>
            <a:endParaRPr/>
          </a:p>
        </p:txBody>
      </p:sp>
      <p:sp>
        <p:nvSpPr>
          <p:cNvPr id="19" name="object 19"/>
          <p:cNvSpPr/>
          <p:nvPr/>
        </p:nvSpPr>
        <p:spPr>
          <a:xfrm>
            <a:off x="5303902" y="3368676"/>
            <a:ext cx="287655" cy="287655"/>
          </a:xfrm>
          <a:custGeom>
            <a:avLst/>
            <a:gdLst/>
            <a:ahLst/>
            <a:cxnLst/>
            <a:rect l="l" t="t" r="r" b="b"/>
            <a:pathLst>
              <a:path w="287654" h="287654">
                <a:moveTo>
                  <a:pt x="0" y="143637"/>
                </a:moveTo>
                <a:lnTo>
                  <a:pt x="7318" y="98218"/>
                </a:lnTo>
                <a:lnTo>
                  <a:pt x="27700" y="58786"/>
                </a:lnTo>
                <a:lnTo>
                  <a:pt x="58786" y="27700"/>
                </a:lnTo>
                <a:lnTo>
                  <a:pt x="98218" y="7318"/>
                </a:lnTo>
                <a:lnTo>
                  <a:pt x="143637" y="0"/>
                </a:lnTo>
                <a:lnTo>
                  <a:pt x="189055" y="7318"/>
                </a:lnTo>
                <a:lnTo>
                  <a:pt x="228487" y="27700"/>
                </a:lnTo>
                <a:lnTo>
                  <a:pt x="259573" y="58786"/>
                </a:lnTo>
                <a:lnTo>
                  <a:pt x="279955" y="98218"/>
                </a:lnTo>
                <a:lnTo>
                  <a:pt x="287274" y="143637"/>
                </a:lnTo>
                <a:lnTo>
                  <a:pt x="279955" y="189068"/>
                </a:lnTo>
                <a:lnTo>
                  <a:pt x="259573" y="228531"/>
                </a:lnTo>
                <a:lnTo>
                  <a:pt x="228487" y="259656"/>
                </a:lnTo>
                <a:lnTo>
                  <a:pt x="189055" y="280069"/>
                </a:lnTo>
                <a:lnTo>
                  <a:pt x="143637" y="287400"/>
                </a:lnTo>
                <a:lnTo>
                  <a:pt x="98218" y="280069"/>
                </a:lnTo>
                <a:lnTo>
                  <a:pt x="58786" y="259656"/>
                </a:lnTo>
                <a:lnTo>
                  <a:pt x="27700" y="228531"/>
                </a:lnTo>
                <a:lnTo>
                  <a:pt x="7318" y="189068"/>
                </a:lnTo>
                <a:lnTo>
                  <a:pt x="0" y="143637"/>
                </a:lnTo>
                <a:close/>
              </a:path>
            </a:pathLst>
          </a:custGeom>
          <a:ln w="12700">
            <a:solidFill>
              <a:srgbClr val="000000"/>
            </a:solidFill>
          </a:ln>
        </p:spPr>
        <p:txBody>
          <a:bodyPr wrap="square" lIns="0" tIns="0" rIns="0" bIns="0" rtlCol="0"/>
          <a:lstStyle/>
          <a:p>
            <a:endParaRPr/>
          </a:p>
        </p:txBody>
      </p:sp>
      <p:sp>
        <p:nvSpPr>
          <p:cNvPr id="20" name="object 20"/>
          <p:cNvSpPr txBox="1"/>
          <p:nvPr/>
        </p:nvSpPr>
        <p:spPr>
          <a:xfrm>
            <a:off x="5348096" y="3420109"/>
            <a:ext cx="200660" cy="184666"/>
          </a:xfrm>
          <a:prstGeom prst="rect">
            <a:avLst/>
          </a:prstGeom>
        </p:spPr>
        <p:txBody>
          <a:bodyPr vert="horz" wrap="square" lIns="0" tIns="0" rIns="0" bIns="0" rtlCol="0">
            <a:spAutoFit/>
          </a:bodyPr>
          <a:lstStyle/>
          <a:p>
            <a:pPr marL="12700"/>
            <a:r>
              <a:rPr sz="1200" dirty="0">
                <a:latin typeface="Tahoma"/>
                <a:cs typeface="Tahoma"/>
              </a:rPr>
              <a:t>V6</a:t>
            </a:r>
            <a:endParaRPr sz="1200">
              <a:latin typeface="Tahoma"/>
              <a:cs typeface="Tahoma"/>
            </a:endParaRPr>
          </a:p>
        </p:txBody>
      </p:sp>
      <p:sp>
        <p:nvSpPr>
          <p:cNvPr id="21" name="object 21"/>
          <p:cNvSpPr/>
          <p:nvPr/>
        </p:nvSpPr>
        <p:spPr>
          <a:xfrm>
            <a:off x="2231720" y="2952750"/>
            <a:ext cx="451484" cy="594360"/>
          </a:xfrm>
          <a:custGeom>
            <a:avLst/>
            <a:gdLst/>
            <a:ahLst/>
            <a:cxnLst/>
            <a:rect l="l" t="t" r="r" b="b"/>
            <a:pathLst>
              <a:path w="451484" h="594360">
                <a:moveTo>
                  <a:pt x="400153" y="56998"/>
                </a:moveTo>
                <a:lnTo>
                  <a:pt x="0" y="586739"/>
                </a:lnTo>
                <a:lnTo>
                  <a:pt x="10134" y="594360"/>
                </a:lnTo>
                <a:lnTo>
                  <a:pt x="410267" y="64645"/>
                </a:lnTo>
                <a:lnTo>
                  <a:pt x="400153" y="56998"/>
                </a:lnTo>
                <a:close/>
              </a:path>
              <a:path w="451484" h="594360">
                <a:moveTo>
                  <a:pt x="442470" y="46862"/>
                </a:moveTo>
                <a:lnTo>
                  <a:pt x="407809" y="46862"/>
                </a:lnTo>
                <a:lnTo>
                  <a:pt x="417944" y="54483"/>
                </a:lnTo>
                <a:lnTo>
                  <a:pt x="410267" y="64645"/>
                </a:lnTo>
                <a:lnTo>
                  <a:pt x="435622" y="83820"/>
                </a:lnTo>
                <a:lnTo>
                  <a:pt x="442470" y="46862"/>
                </a:lnTo>
                <a:close/>
              </a:path>
              <a:path w="451484" h="594360">
                <a:moveTo>
                  <a:pt x="407809" y="46862"/>
                </a:moveTo>
                <a:lnTo>
                  <a:pt x="400153" y="56998"/>
                </a:lnTo>
                <a:lnTo>
                  <a:pt x="410267" y="64645"/>
                </a:lnTo>
                <a:lnTo>
                  <a:pt x="417944" y="54483"/>
                </a:lnTo>
                <a:lnTo>
                  <a:pt x="407809" y="46862"/>
                </a:lnTo>
                <a:close/>
              </a:path>
              <a:path w="451484" h="594360">
                <a:moveTo>
                  <a:pt x="451154" y="0"/>
                </a:moveTo>
                <a:lnTo>
                  <a:pt x="374827" y="37846"/>
                </a:lnTo>
                <a:lnTo>
                  <a:pt x="400153" y="56998"/>
                </a:lnTo>
                <a:lnTo>
                  <a:pt x="407809" y="46862"/>
                </a:lnTo>
                <a:lnTo>
                  <a:pt x="442470" y="46862"/>
                </a:lnTo>
                <a:lnTo>
                  <a:pt x="451154" y="0"/>
                </a:lnTo>
                <a:close/>
              </a:path>
            </a:pathLst>
          </a:custGeom>
          <a:solidFill>
            <a:srgbClr val="000000"/>
          </a:solidFill>
        </p:spPr>
        <p:txBody>
          <a:bodyPr wrap="square" lIns="0" tIns="0" rIns="0" bIns="0" rtlCol="0"/>
          <a:lstStyle/>
          <a:p>
            <a:endParaRPr/>
          </a:p>
        </p:txBody>
      </p:sp>
      <p:sp>
        <p:nvSpPr>
          <p:cNvPr id="22" name="object 22"/>
          <p:cNvSpPr/>
          <p:nvPr/>
        </p:nvSpPr>
        <p:spPr>
          <a:xfrm>
            <a:off x="2232610" y="3740150"/>
            <a:ext cx="550545" cy="481330"/>
          </a:xfrm>
          <a:custGeom>
            <a:avLst/>
            <a:gdLst/>
            <a:ahLst/>
            <a:cxnLst/>
            <a:rect l="l" t="t" r="r" b="b"/>
            <a:pathLst>
              <a:path w="550544" h="481329">
                <a:moveTo>
                  <a:pt x="488637" y="435737"/>
                </a:moveTo>
                <a:lnTo>
                  <a:pt x="467804" y="459613"/>
                </a:lnTo>
                <a:lnTo>
                  <a:pt x="550278" y="480949"/>
                </a:lnTo>
                <a:lnTo>
                  <a:pt x="535130" y="444119"/>
                </a:lnTo>
                <a:lnTo>
                  <a:pt x="498246" y="444119"/>
                </a:lnTo>
                <a:lnTo>
                  <a:pt x="488637" y="435737"/>
                </a:lnTo>
                <a:close/>
              </a:path>
              <a:path w="550544" h="481329">
                <a:moveTo>
                  <a:pt x="497024" y="426125"/>
                </a:moveTo>
                <a:lnTo>
                  <a:pt x="488637" y="435737"/>
                </a:lnTo>
                <a:lnTo>
                  <a:pt x="498246" y="444119"/>
                </a:lnTo>
                <a:lnTo>
                  <a:pt x="506590" y="434467"/>
                </a:lnTo>
                <a:lnTo>
                  <a:pt x="497024" y="426125"/>
                </a:lnTo>
                <a:close/>
              </a:path>
              <a:path w="550544" h="481329">
                <a:moveTo>
                  <a:pt x="517893" y="402208"/>
                </a:moveTo>
                <a:lnTo>
                  <a:pt x="497024" y="426125"/>
                </a:lnTo>
                <a:lnTo>
                  <a:pt x="506590" y="434467"/>
                </a:lnTo>
                <a:lnTo>
                  <a:pt x="498246" y="444119"/>
                </a:lnTo>
                <a:lnTo>
                  <a:pt x="535130" y="444119"/>
                </a:lnTo>
                <a:lnTo>
                  <a:pt x="517893" y="402208"/>
                </a:lnTo>
                <a:close/>
              </a:path>
              <a:path w="550544" h="481329">
                <a:moveTo>
                  <a:pt x="8356" y="0"/>
                </a:moveTo>
                <a:lnTo>
                  <a:pt x="0" y="9525"/>
                </a:lnTo>
                <a:lnTo>
                  <a:pt x="488637" y="435737"/>
                </a:lnTo>
                <a:lnTo>
                  <a:pt x="497024" y="426125"/>
                </a:lnTo>
                <a:lnTo>
                  <a:pt x="8356" y="0"/>
                </a:lnTo>
                <a:close/>
              </a:path>
            </a:pathLst>
          </a:custGeom>
          <a:solidFill>
            <a:srgbClr val="000000"/>
          </a:solidFill>
        </p:spPr>
        <p:txBody>
          <a:bodyPr wrap="square" lIns="0" tIns="0" rIns="0" bIns="0" rtlCol="0"/>
          <a:lstStyle/>
          <a:p>
            <a:endParaRPr/>
          </a:p>
        </p:txBody>
      </p:sp>
      <p:sp>
        <p:nvSpPr>
          <p:cNvPr id="23" name="object 23"/>
          <p:cNvSpPr/>
          <p:nvPr/>
        </p:nvSpPr>
        <p:spPr>
          <a:xfrm>
            <a:off x="2277630" y="2940939"/>
            <a:ext cx="2061210" cy="709930"/>
          </a:xfrm>
          <a:custGeom>
            <a:avLst/>
            <a:gdLst/>
            <a:ahLst/>
            <a:cxnLst/>
            <a:rect l="l" t="t" r="r" b="b"/>
            <a:pathLst>
              <a:path w="2061210" h="709929">
                <a:moveTo>
                  <a:pt x="1986722" y="30108"/>
                </a:moveTo>
                <a:lnTo>
                  <a:pt x="0" y="697992"/>
                </a:lnTo>
                <a:lnTo>
                  <a:pt x="4038" y="709930"/>
                </a:lnTo>
                <a:lnTo>
                  <a:pt x="1990773" y="42177"/>
                </a:lnTo>
                <a:lnTo>
                  <a:pt x="1986722" y="30108"/>
                </a:lnTo>
                <a:close/>
              </a:path>
              <a:path w="2061210" h="709929">
                <a:moveTo>
                  <a:pt x="2046808" y="26035"/>
                </a:moveTo>
                <a:lnTo>
                  <a:pt x="1998840" y="26035"/>
                </a:lnTo>
                <a:lnTo>
                  <a:pt x="2002904" y="38100"/>
                </a:lnTo>
                <a:lnTo>
                  <a:pt x="1990773" y="42177"/>
                </a:lnTo>
                <a:lnTo>
                  <a:pt x="2000872" y="72262"/>
                </a:lnTo>
                <a:lnTo>
                  <a:pt x="2046808" y="26035"/>
                </a:lnTo>
                <a:close/>
              </a:path>
              <a:path w="2061210" h="709929">
                <a:moveTo>
                  <a:pt x="1998840" y="26035"/>
                </a:moveTo>
                <a:lnTo>
                  <a:pt x="1986722" y="30108"/>
                </a:lnTo>
                <a:lnTo>
                  <a:pt x="1990773" y="42177"/>
                </a:lnTo>
                <a:lnTo>
                  <a:pt x="2002904" y="38100"/>
                </a:lnTo>
                <a:lnTo>
                  <a:pt x="1998840" y="26035"/>
                </a:lnTo>
                <a:close/>
              </a:path>
              <a:path w="2061210" h="709929">
                <a:moveTo>
                  <a:pt x="1976615" y="0"/>
                </a:moveTo>
                <a:lnTo>
                  <a:pt x="1986722" y="30108"/>
                </a:lnTo>
                <a:lnTo>
                  <a:pt x="1998840" y="26035"/>
                </a:lnTo>
                <a:lnTo>
                  <a:pt x="2046808" y="26035"/>
                </a:lnTo>
                <a:lnTo>
                  <a:pt x="2060943" y="11811"/>
                </a:lnTo>
                <a:lnTo>
                  <a:pt x="1976615" y="0"/>
                </a:lnTo>
                <a:close/>
              </a:path>
            </a:pathLst>
          </a:custGeom>
          <a:solidFill>
            <a:srgbClr val="000000"/>
          </a:solidFill>
        </p:spPr>
        <p:txBody>
          <a:bodyPr wrap="square" lIns="0" tIns="0" rIns="0" bIns="0" rtlCol="0"/>
          <a:lstStyle/>
          <a:p>
            <a:endParaRPr/>
          </a:p>
        </p:txBody>
      </p:sp>
      <p:sp>
        <p:nvSpPr>
          <p:cNvPr id="24" name="object 24"/>
          <p:cNvSpPr/>
          <p:nvPr/>
        </p:nvSpPr>
        <p:spPr>
          <a:xfrm>
            <a:off x="2884042" y="2744851"/>
            <a:ext cx="1412240" cy="140970"/>
          </a:xfrm>
          <a:custGeom>
            <a:avLst/>
            <a:gdLst/>
            <a:ahLst/>
            <a:cxnLst/>
            <a:rect l="l" t="t" r="r" b="b"/>
            <a:pathLst>
              <a:path w="1412239" h="140969">
                <a:moveTo>
                  <a:pt x="1338452" y="64388"/>
                </a:moveTo>
                <a:lnTo>
                  <a:pt x="1336175" y="96114"/>
                </a:lnTo>
                <a:lnTo>
                  <a:pt x="1348867" y="97027"/>
                </a:lnTo>
                <a:lnTo>
                  <a:pt x="1347977" y="109600"/>
                </a:lnTo>
                <a:lnTo>
                  <a:pt x="1335207" y="109600"/>
                </a:lnTo>
                <a:lnTo>
                  <a:pt x="1332992" y="140462"/>
                </a:lnTo>
                <a:lnTo>
                  <a:pt x="1407442" y="109600"/>
                </a:lnTo>
                <a:lnTo>
                  <a:pt x="1347977" y="109600"/>
                </a:lnTo>
                <a:lnTo>
                  <a:pt x="1335273" y="108686"/>
                </a:lnTo>
                <a:lnTo>
                  <a:pt x="1409648" y="108686"/>
                </a:lnTo>
                <a:lnTo>
                  <a:pt x="1411732" y="107823"/>
                </a:lnTo>
                <a:lnTo>
                  <a:pt x="1338452" y="64388"/>
                </a:lnTo>
                <a:close/>
              </a:path>
              <a:path w="1412239" h="140969">
                <a:moveTo>
                  <a:pt x="1336175" y="96114"/>
                </a:moveTo>
                <a:lnTo>
                  <a:pt x="1335273" y="108686"/>
                </a:lnTo>
                <a:lnTo>
                  <a:pt x="1347977" y="109600"/>
                </a:lnTo>
                <a:lnTo>
                  <a:pt x="1348867" y="97027"/>
                </a:lnTo>
                <a:lnTo>
                  <a:pt x="1336175" y="96114"/>
                </a:lnTo>
                <a:close/>
              </a:path>
              <a:path w="1412239" h="140969">
                <a:moveTo>
                  <a:pt x="888" y="0"/>
                </a:moveTo>
                <a:lnTo>
                  <a:pt x="0" y="12573"/>
                </a:lnTo>
                <a:lnTo>
                  <a:pt x="1335273" y="108686"/>
                </a:lnTo>
                <a:lnTo>
                  <a:pt x="1336175" y="96114"/>
                </a:lnTo>
                <a:lnTo>
                  <a:pt x="888" y="0"/>
                </a:lnTo>
                <a:close/>
              </a:path>
            </a:pathLst>
          </a:custGeom>
          <a:solidFill>
            <a:srgbClr val="000000"/>
          </a:solidFill>
        </p:spPr>
        <p:txBody>
          <a:bodyPr wrap="square" lIns="0" tIns="0" rIns="0" bIns="0" rtlCol="0"/>
          <a:lstStyle/>
          <a:p>
            <a:endParaRPr/>
          </a:p>
        </p:txBody>
      </p:sp>
      <p:sp>
        <p:nvSpPr>
          <p:cNvPr id="25" name="object 25"/>
          <p:cNvSpPr/>
          <p:nvPr/>
        </p:nvSpPr>
        <p:spPr>
          <a:xfrm>
            <a:off x="3066033" y="2995548"/>
            <a:ext cx="1374140" cy="1230630"/>
          </a:xfrm>
          <a:custGeom>
            <a:avLst/>
            <a:gdLst/>
            <a:ahLst/>
            <a:cxnLst/>
            <a:rect l="l" t="t" r="r" b="b"/>
            <a:pathLst>
              <a:path w="1374139" h="1230629">
                <a:moveTo>
                  <a:pt x="1313209" y="46212"/>
                </a:moveTo>
                <a:lnTo>
                  <a:pt x="0" y="1220851"/>
                </a:lnTo>
                <a:lnTo>
                  <a:pt x="8381" y="1230376"/>
                </a:lnTo>
                <a:lnTo>
                  <a:pt x="1321607" y="55597"/>
                </a:lnTo>
                <a:lnTo>
                  <a:pt x="1313209" y="46212"/>
                </a:lnTo>
                <a:close/>
              </a:path>
              <a:path w="1374139" h="1230629">
                <a:moveTo>
                  <a:pt x="1359209" y="37718"/>
                </a:moveTo>
                <a:lnTo>
                  <a:pt x="1322705" y="37718"/>
                </a:lnTo>
                <a:lnTo>
                  <a:pt x="1331086" y="47116"/>
                </a:lnTo>
                <a:lnTo>
                  <a:pt x="1321607" y="55597"/>
                </a:lnTo>
                <a:lnTo>
                  <a:pt x="1342771" y="79248"/>
                </a:lnTo>
                <a:lnTo>
                  <a:pt x="1359209" y="37718"/>
                </a:lnTo>
                <a:close/>
              </a:path>
              <a:path w="1374139" h="1230629">
                <a:moveTo>
                  <a:pt x="1322705" y="37718"/>
                </a:moveTo>
                <a:lnTo>
                  <a:pt x="1313209" y="46212"/>
                </a:lnTo>
                <a:lnTo>
                  <a:pt x="1321607" y="55597"/>
                </a:lnTo>
                <a:lnTo>
                  <a:pt x="1331086" y="47116"/>
                </a:lnTo>
                <a:lnTo>
                  <a:pt x="1322705" y="37718"/>
                </a:lnTo>
                <a:close/>
              </a:path>
              <a:path w="1374139" h="1230629">
                <a:moveTo>
                  <a:pt x="1374140" y="0"/>
                </a:moveTo>
                <a:lnTo>
                  <a:pt x="1291971" y="22478"/>
                </a:lnTo>
                <a:lnTo>
                  <a:pt x="1313209" y="46212"/>
                </a:lnTo>
                <a:lnTo>
                  <a:pt x="1322705" y="37718"/>
                </a:lnTo>
                <a:lnTo>
                  <a:pt x="1359209" y="37718"/>
                </a:lnTo>
                <a:lnTo>
                  <a:pt x="1374140" y="0"/>
                </a:lnTo>
                <a:close/>
              </a:path>
            </a:pathLst>
          </a:custGeom>
          <a:solidFill>
            <a:srgbClr val="000000"/>
          </a:solidFill>
        </p:spPr>
        <p:txBody>
          <a:bodyPr wrap="square" lIns="0" tIns="0" rIns="0" bIns="0" rtlCol="0"/>
          <a:lstStyle/>
          <a:p>
            <a:endParaRPr/>
          </a:p>
        </p:txBody>
      </p:sp>
      <p:sp>
        <p:nvSpPr>
          <p:cNvPr id="26" name="object 26"/>
          <p:cNvSpPr/>
          <p:nvPr/>
        </p:nvSpPr>
        <p:spPr>
          <a:xfrm>
            <a:off x="4433951" y="2994661"/>
            <a:ext cx="177800" cy="1010919"/>
          </a:xfrm>
          <a:custGeom>
            <a:avLst/>
            <a:gdLst/>
            <a:ahLst/>
            <a:cxnLst/>
            <a:rect l="l" t="t" r="r" b="b"/>
            <a:pathLst>
              <a:path w="177800" h="1010920">
                <a:moveTo>
                  <a:pt x="133701" y="936059"/>
                </a:moveTo>
                <a:lnTo>
                  <a:pt x="102235" y="940562"/>
                </a:lnTo>
                <a:lnTo>
                  <a:pt x="150749" y="1010538"/>
                </a:lnTo>
                <a:lnTo>
                  <a:pt x="171365" y="948689"/>
                </a:lnTo>
                <a:lnTo>
                  <a:pt x="135509" y="948689"/>
                </a:lnTo>
                <a:lnTo>
                  <a:pt x="133701" y="936059"/>
                </a:lnTo>
                <a:close/>
              </a:path>
              <a:path w="177800" h="1010920">
                <a:moveTo>
                  <a:pt x="146289" y="934257"/>
                </a:moveTo>
                <a:lnTo>
                  <a:pt x="133701" y="936059"/>
                </a:lnTo>
                <a:lnTo>
                  <a:pt x="135509" y="948689"/>
                </a:lnTo>
                <a:lnTo>
                  <a:pt x="148081" y="946784"/>
                </a:lnTo>
                <a:lnTo>
                  <a:pt x="146289" y="934257"/>
                </a:lnTo>
                <a:close/>
              </a:path>
              <a:path w="177800" h="1010920">
                <a:moveTo>
                  <a:pt x="177673" y="929766"/>
                </a:moveTo>
                <a:lnTo>
                  <a:pt x="146289" y="934257"/>
                </a:lnTo>
                <a:lnTo>
                  <a:pt x="148081" y="946784"/>
                </a:lnTo>
                <a:lnTo>
                  <a:pt x="135509" y="948689"/>
                </a:lnTo>
                <a:lnTo>
                  <a:pt x="171365" y="948689"/>
                </a:lnTo>
                <a:lnTo>
                  <a:pt x="177673" y="929766"/>
                </a:lnTo>
                <a:close/>
              </a:path>
              <a:path w="177800" h="1010920">
                <a:moveTo>
                  <a:pt x="12573" y="0"/>
                </a:moveTo>
                <a:lnTo>
                  <a:pt x="0" y="1904"/>
                </a:lnTo>
                <a:lnTo>
                  <a:pt x="133701" y="936059"/>
                </a:lnTo>
                <a:lnTo>
                  <a:pt x="146289" y="934257"/>
                </a:lnTo>
                <a:lnTo>
                  <a:pt x="12573" y="0"/>
                </a:lnTo>
                <a:close/>
              </a:path>
            </a:pathLst>
          </a:custGeom>
          <a:solidFill>
            <a:srgbClr val="000000"/>
          </a:solidFill>
        </p:spPr>
        <p:txBody>
          <a:bodyPr wrap="square" lIns="0" tIns="0" rIns="0" bIns="0" rtlCol="0"/>
          <a:lstStyle/>
          <a:p>
            <a:endParaRPr/>
          </a:p>
        </p:txBody>
      </p:sp>
      <p:sp>
        <p:nvSpPr>
          <p:cNvPr id="27" name="object 27"/>
          <p:cNvSpPr/>
          <p:nvPr/>
        </p:nvSpPr>
        <p:spPr>
          <a:xfrm>
            <a:off x="4537076" y="2947289"/>
            <a:ext cx="809625" cy="464184"/>
          </a:xfrm>
          <a:custGeom>
            <a:avLst/>
            <a:gdLst/>
            <a:ahLst/>
            <a:cxnLst/>
            <a:rect l="l" t="t" r="r" b="b"/>
            <a:pathLst>
              <a:path w="809625" h="464185">
                <a:moveTo>
                  <a:pt x="740259" y="432103"/>
                </a:moveTo>
                <a:lnTo>
                  <a:pt x="724535" y="459739"/>
                </a:lnTo>
                <a:lnTo>
                  <a:pt x="809625" y="464185"/>
                </a:lnTo>
                <a:lnTo>
                  <a:pt x="792360" y="438403"/>
                </a:lnTo>
                <a:lnTo>
                  <a:pt x="751332" y="438403"/>
                </a:lnTo>
                <a:lnTo>
                  <a:pt x="740259" y="432103"/>
                </a:lnTo>
                <a:close/>
              </a:path>
              <a:path w="809625" h="464185">
                <a:moveTo>
                  <a:pt x="746529" y="421082"/>
                </a:moveTo>
                <a:lnTo>
                  <a:pt x="740259" y="432103"/>
                </a:lnTo>
                <a:lnTo>
                  <a:pt x="751332" y="438403"/>
                </a:lnTo>
                <a:lnTo>
                  <a:pt x="757554" y="427355"/>
                </a:lnTo>
                <a:lnTo>
                  <a:pt x="746529" y="421082"/>
                </a:lnTo>
                <a:close/>
              </a:path>
              <a:path w="809625" h="464185">
                <a:moveTo>
                  <a:pt x="762253" y="393446"/>
                </a:moveTo>
                <a:lnTo>
                  <a:pt x="746529" y="421082"/>
                </a:lnTo>
                <a:lnTo>
                  <a:pt x="757554" y="427355"/>
                </a:lnTo>
                <a:lnTo>
                  <a:pt x="751332" y="438403"/>
                </a:lnTo>
                <a:lnTo>
                  <a:pt x="792360" y="438403"/>
                </a:lnTo>
                <a:lnTo>
                  <a:pt x="762253" y="393446"/>
                </a:lnTo>
                <a:close/>
              </a:path>
              <a:path w="809625" h="464185">
                <a:moveTo>
                  <a:pt x="6350" y="0"/>
                </a:moveTo>
                <a:lnTo>
                  <a:pt x="0" y="10922"/>
                </a:lnTo>
                <a:lnTo>
                  <a:pt x="740259" y="432103"/>
                </a:lnTo>
                <a:lnTo>
                  <a:pt x="746529" y="421082"/>
                </a:lnTo>
                <a:lnTo>
                  <a:pt x="6350" y="0"/>
                </a:lnTo>
                <a:close/>
              </a:path>
            </a:pathLst>
          </a:custGeom>
          <a:solidFill>
            <a:srgbClr val="000000"/>
          </a:solidFill>
        </p:spPr>
        <p:txBody>
          <a:bodyPr wrap="square" lIns="0" tIns="0" rIns="0" bIns="0" rtlCol="0"/>
          <a:lstStyle/>
          <a:p>
            <a:endParaRPr/>
          </a:p>
        </p:txBody>
      </p:sp>
      <p:sp>
        <p:nvSpPr>
          <p:cNvPr id="28" name="object 28"/>
          <p:cNvSpPr/>
          <p:nvPr/>
        </p:nvSpPr>
        <p:spPr>
          <a:xfrm>
            <a:off x="4727575" y="3608324"/>
            <a:ext cx="623570" cy="541655"/>
          </a:xfrm>
          <a:custGeom>
            <a:avLst/>
            <a:gdLst/>
            <a:ahLst/>
            <a:cxnLst/>
            <a:rect l="l" t="t" r="r" b="b"/>
            <a:pathLst>
              <a:path w="623570" h="541654">
                <a:moveTo>
                  <a:pt x="32638" y="462661"/>
                </a:moveTo>
                <a:lnTo>
                  <a:pt x="0" y="541401"/>
                </a:lnTo>
                <a:lnTo>
                  <a:pt x="82550" y="520319"/>
                </a:lnTo>
                <a:lnTo>
                  <a:pt x="68917" y="504570"/>
                </a:lnTo>
                <a:lnTo>
                  <a:pt x="52197" y="504570"/>
                </a:lnTo>
                <a:lnTo>
                  <a:pt x="43814" y="495045"/>
                </a:lnTo>
                <a:lnTo>
                  <a:pt x="53446" y="486697"/>
                </a:lnTo>
                <a:lnTo>
                  <a:pt x="32638" y="462661"/>
                </a:lnTo>
                <a:close/>
              </a:path>
              <a:path w="623570" h="541654">
                <a:moveTo>
                  <a:pt x="53446" y="486697"/>
                </a:moveTo>
                <a:lnTo>
                  <a:pt x="43814" y="495045"/>
                </a:lnTo>
                <a:lnTo>
                  <a:pt x="52197" y="504570"/>
                </a:lnTo>
                <a:lnTo>
                  <a:pt x="61751" y="496291"/>
                </a:lnTo>
                <a:lnTo>
                  <a:pt x="53446" y="486697"/>
                </a:lnTo>
                <a:close/>
              </a:path>
              <a:path w="623570" h="541654">
                <a:moveTo>
                  <a:pt x="61751" y="496291"/>
                </a:moveTo>
                <a:lnTo>
                  <a:pt x="52197" y="504570"/>
                </a:lnTo>
                <a:lnTo>
                  <a:pt x="68917" y="504570"/>
                </a:lnTo>
                <a:lnTo>
                  <a:pt x="61751" y="496291"/>
                </a:lnTo>
                <a:close/>
              </a:path>
              <a:path w="623570" h="541654">
                <a:moveTo>
                  <a:pt x="614934" y="0"/>
                </a:moveTo>
                <a:lnTo>
                  <a:pt x="53446" y="486697"/>
                </a:lnTo>
                <a:lnTo>
                  <a:pt x="61751" y="496291"/>
                </a:lnTo>
                <a:lnTo>
                  <a:pt x="623315" y="9651"/>
                </a:lnTo>
                <a:lnTo>
                  <a:pt x="614934" y="0"/>
                </a:lnTo>
                <a:close/>
              </a:path>
            </a:pathLst>
          </a:custGeom>
          <a:solidFill>
            <a:srgbClr val="000000"/>
          </a:solidFill>
        </p:spPr>
        <p:txBody>
          <a:bodyPr wrap="square" lIns="0" tIns="0" rIns="0" bIns="0" rtlCol="0"/>
          <a:lstStyle/>
          <a:p>
            <a:endParaRPr/>
          </a:p>
        </p:txBody>
      </p:sp>
      <p:sp>
        <p:nvSpPr>
          <p:cNvPr id="29" name="object 29"/>
          <p:cNvSpPr txBox="1"/>
          <p:nvPr/>
        </p:nvSpPr>
        <p:spPr>
          <a:xfrm>
            <a:off x="2071218" y="2826131"/>
            <a:ext cx="150495" cy="276999"/>
          </a:xfrm>
          <a:prstGeom prst="rect">
            <a:avLst/>
          </a:prstGeom>
        </p:spPr>
        <p:txBody>
          <a:bodyPr vert="horz" wrap="square" lIns="0" tIns="0" rIns="0" bIns="0" rtlCol="0">
            <a:spAutoFit/>
          </a:bodyPr>
          <a:lstStyle/>
          <a:p>
            <a:pPr marL="12700"/>
            <a:r>
              <a:rPr dirty="0">
                <a:latin typeface="Tahoma"/>
                <a:cs typeface="Tahoma"/>
              </a:rPr>
              <a:t>3</a:t>
            </a:r>
            <a:endParaRPr>
              <a:latin typeface="Tahoma"/>
              <a:cs typeface="Tahoma"/>
            </a:endParaRPr>
          </a:p>
        </p:txBody>
      </p:sp>
      <p:sp>
        <p:nvSpPr>
          <p:cNvPr id="30" name="object 30"/>
          <p:cNvSpPr txBox="1"/>
          <p:nvPr/>
        </p:nvSpPr>
        <p:spPr>
          <a:xfrm>
            <a:off x="3006345" y="3113533"/>
            <a:ext cx="150495" cy="276999"/>
          </a:xfrm>
          <a:prstGeom prst="rect">
            <a:avLst/>
          </a:prstGeom>
        </p:spPr>
        <p:txBody>
          <a:bodyPr vert="horz" wrap="square" lIns="0" tIns="0" rIns="0" bIns="0" rtlCol="0">
            <a:spAutoFit/>
          </a:bodyPr>
          <a:lstStyle/>
          <a:p>
            <a:pPr marL="12700"/>
            <a:r>
              <a:rPr dirty="0">
                <a:latin typeface="Tahoma"/>
                <a:cs typeface="Tahoma"/>
              </a:rPr>
              <a:t>8</a:t>
            </a:r>
            <a:endParaRPr>
              <a:latin typeface="Tahoma"/>
              <a:cs typeface="Tahoma"/>
            </a:endParaRPr>
          </a:p>
        </p:txBody>
      </p:sp>
      <p:sp>
        <p:nvSpPr>
          <p:cNvPr id="31" name="object 31"/>
          <p:cNvSpPr txBox="1"/>
          <p:nvPr/>
        </p:nvSpPr>
        <p:spPr>
          <a:xfrm>
            <a:off x="3438271" y="2537206"/>
            <a:ext cx="150495" cy="276999"/>
          </a:xfrm>
          <a:prstGeom prst="rect">
            <a:avLst/>
          </a:prstGeom>
        </p:spPr>
        <p:txBody>
          <a:bodyPr vert="horz" wrap="square" lIns="0" tIns="0" rIns="0" bIns="0" rtlCol="0">
            <a:spAutoFit/>
          </a:bodyPr>
          <a:lstStyle/>
          <a:p>
            <a:pPr marL="12700"/>
            <a:r>
              <a:rPr dirty="0">
                <a:latin typeface="Tahoma"/>
                <a:cs typeface="Tahoma"/>
              </a:rPr>
              <a:t>5</a:t>
            </a:r>
            <a:endParaRPr>
              <a:latin typeface="Tahoma"/>
              <a:cs typeface="Tahoma"/>
            </a:endParaRPr>
          </a:p>
        </p:txBody>
      </p:sp>
      <p:sp>
        <p:nvSpPr>
          <p:cNvPr id="32" name="object 32"/>
          <p:cNvSpPr txBox="1"/>
          <p:nvPr/>
        </p:nvSpPr>
        <p:spPr>
          <a:xfrm>
            <a:off x="3582671" y="3834384"/>
            <a:ext cx="150495" cy="276999"/>
          </a:xfrm>
          <a:prstGeom prst="rect">
            <a:avLst/>
          </a:prstGeom>
        </p:spPr>
        <p:txBody>
          <a:bodyPr vert="horz" wrap="square" lIns="0" tIns="0" rIns="0" bIns="0" rtlCol="0">
            <a:spAutoFit/>
          </a:bodyPr>
          <a:lstStyle/>
          <a:p>
            <a:pPr marL="12700"/>
            <a:r>
              <a:rPr dirty="0">
                <a:latin typeface="Tahoma"/>
                <a:cs typeface="Tahoma"/>
              </a:rPr>
              <a:t>3</a:t>
            </a:r>
            <a:endParaRPr>
              <a:latin typeface="Tahoma"/>
              <a:cs typeface="Tahoma"/>
            </a:endParaRPr>
          </a:p>
        </p:txBody>
      </p:sp>
      <p:sp>
        <p:nvSpPr>
          <p:cNvPr id="33" name="object 33"/>
          <p:cNvSpPr txBox="1"/>
          <p:nvPr/>
        </p:nvSpPr>
        <p:spPr>
          <a:xfrm>
            <a:off x="2214169" y="3978910"/>
            <a:ext cx="150495" cy="276999"/>
          </a:xfrm>
          <a:prstGeom prst="rect">
            <a:avLst/>
          </a:prstGeom>
        </p:spPr>
        <p:txBody>
          <a:bodyPr vert="horz" wrap="square" lIns="0" tIns="0" rIns="0" bIns="0" rtlCol="0">
            <a:spAutoFit/>
          </a:bodyPr>
          <a:lstStyle/>
          <a:p>
            <a:pPr marL="12700"/>
            <a:r>
              <a:rPr dirty="0">
                <a:latin typeface="Tahoma"/>
                <a:cs typeface="Tahoma"/>
              </a:rPr>
              <a:t>4</a:t>
            </a:r>
            <a:endParaRPr>
              <a:latin typeface="Tahoma"/>
              <a:cs typeface="Tahoma"/>
            </a:endParaRPr>
          </a:p>
        </p:txBody>
      </p:sp>
      <p:sp>
        <p:nvSpPr>
          <p:cNvPr id="34" name="object 34"/>
          <p:cNvSpPr txBox="1"/>
          <p:nvPr/>
        </p:nvSpPr>
        <p:spPr>
          <a:xfrm>
            <a:off x="4230371" y="3545459"/>
            <a:ext cx="150495" cy="276999"/>
          </a:xfrm>
          <a:prstGeom prst="rect">
            <a:avLst/>
          </a:prstGeom>
        </p:spPr>
        <p:txBody>
          <a:bodyPr vert="horz" wrap="square" lIns="0" tIns="0" rIns="0" bIns="0" rtlCol="0">
            <a:spAutoFit/>
          </a:bodyPr>
          <a:lstStyle/>
          <a:p>
            <a:pPr marL="12700"/>
            <a:r>
              <a:rPr dirty="0">
                <a:latin typeface="Tahoma"/>
                <a:cs typeface="Tahoma"/>
              </a:rPr>
              <a:t>7</a:t>
            </a:r>
            <a:endParaRPr>
              <a:latin typeface="Tahoma"/>
              <a:cs typeface="Tahoma"/>
            </a:endParaRPr>
          </a:p>
        </p:txBody>
      </p:sp>
      <p:sp>
        <p:nvSpPr>
          <p:cNvPr id="35" name="object 35"/>
          <p:cNvSpPr txBox="1"/>
          <p:nvPr/>
        </p:nvSpPr>
        <p:spPr>
          <a:xfrm>
            <a:off x="5022597" y="2969006"/>
            <a:ext cx="150495" cy="276999"/>
          </a:xfrm>
          <a:prstGeom prst="rect">
            <a:avLst/>
          </a:prstGeom>
        </p:spPr>
        <p:txBody>
          <a:bodyPr vert="horz" wrap="square" lIns="0" tIns="0" rIns="0" bIns="0" rtlCol="0">
            <a:spAutoFit/>
          </a:bodyPr>
          <a:lstStyle/>
          <a:p>
            <a:pPr marL="12700"/>
            <a:r>
              <a:rPr dirty="0">
                <a:latin typeface="Tahoma"/>
                <a:cs typeface="Tahoma"/>
              </a:rPr>
              <a:t>3</a:t>
            </a:r>
            <a:endParaRPr>
              <a:latin typeface="Tahoma"/>
              <a:cs typeface="Tahoma"/>
            </a:endParaRPr>
          </a:p>
        </p:txBody>
      </p:sp>
      <p:sp>
        <p:nvSpPr>
          <p:cNvPr id="36" name="object 36"/>
          <p:cNvSpPr txBox="1"/>
          <p:nvPr/>
        </p:nvSpPr>
        <p:spPr>
          <a:xfrm>
            <a:off x="5022597" y="3970909"/>
            <a:ext cx="150495" cy="276999"/>
          </a:xfrm>
          <a:prstGeom prst="rect">
            <a:avLst/>
          </a:prstGeom>
        </p:spPr>
        <p:txBody>
          <a:bodyPr vert="horz" wrap="square" lIns="0" tIns="0" rIns="0" bIns="0" rtlCol="0">
            <a:spAutoFit/>
          </a:bodyPr>
          <a:lstStyle/>
          <a:p>
            <a:pPr marL="12700"/>
            <a:r>
              <a:rPr dirty="0">
                <a:latin typeface="Tahoma"/>
                <a:cs typeface="Tahoma"/>
              </a:rPr>
              <a:t>2</a:t>
            </a:r>
            <a:endParaRPr>
              <a:latin typeface="Tahoma"/>
              <a:cs typeface="Tahoma"/>
            </a:endParaRPr>
          </a:p>
        </p:txBody>
      </p:sp>
      <p:sp>
        <p:nvSpPr>
          <p:cNvPr id="37" name="object 37"/>
          <p:cNvSpPr txBox="1"/>
          <p:nvPr/>
        </p:nvSpPr>
        <p:spPr>
          <a:xfrm>
            <a:off x="10221504" y="2045461"/>
            <a:ext cx="93980" cy="215444"/>
          </a:xfrm>
          <a:prstGeom prst="rect">
            <a:avLst/>
          </a:prstGeom>
        </p:spPr>
        <p:txBody>
          <a:bodyPr vert="horz" wrap="square" lIns="0" tIns="0" rIns="0" bIns="0" rtlCol="0">
            <a:spAutoFit/>
          </a:bodyPr>
          <a:lstStyle/>
          <a:p>
            <a:pPr marL="12700"/>
            <a:r>
              <a:rPr sz="1400" spc="-5" dirty="0">
                <a:solidFill>
                  <a:srgbClr val="FF7E3E"/>
                </a:solidFill>
                <a:latin typeface="Tahoma"/>
                <a:cs typeface="Tahoma"/>
              </a:rPr>
              <a:t>]</a:t>
            </a:r>
            <a:endParaRPr sz="1400">
              <a:latin typeface="Tahoma"/>
              <a:cs typeface="Tahoma"/>
            </a:endParaRPr>
          </a:p>
        </p:txBody>
      </p:sp>
      <p:sp>
        <p:nvSpPr>
          <p:cNvPr id="38" name="object 38"/>
          <p:cNvSpPr txBox="1"/>
          <p:nvPr/>
        </p:nvSpPr>
        <p:spPr>
          <a:xfrm>
            <a:off x="7813928" y="1673859"/>
            <a:ext cx="2462530" cy="215444"/>
          </a:xfrm>
          <a:prstGeom prst="rect">
            <a:avLst/>
          </a:prstGeom>
        </p:spPr>
        <p:txBody>
          <a:bodyPr vert="horz" wrap="square" lIns="0" tIns="0" rIns="0" bIns="0" rtlCol="0">
            <a:spAutoFit/>
          </a:bodyPr>
          <a:lstStyle/>
          <a:p>
            <a:pPr marL="12700">
              <a:tabLst>
                <a:tab pos="444500" algn="l"/>
                <a:tab pos="876300" algn="l"/>
                <a:tab pos="1308100" algn="l"/>
                <a:tab pos="1739900" algn="l"/>
                <a:tab pos="2244725" algn="l"/>
              </a:tabLst>
            </a:pPr>
            <a:r>
              <a:rPr sz="1400" dirty="0">
                <a:solidFill>
                  <a:srgbClr val="95A9A9"/>
                </a:solidFill>
                <a:latin typeface="Tahoma"/>
                <a:cs typeface="Tahoma"/>
              </a:rPr>
              <a:t>V1	V2	V3	V4	V5	V6</a:t>
            </a:r>
            <a:endParaRPr sz="1400">
              <a:latin typeface="Tahoma"/>
              <a:cs typeface="Tahoma"/>
            </a:endParaRPr>
          </a:p>
        </p:txBody>
      </p:sp>
      <p:sp>
        <p:nvSpPr>
          <p:cNvPr id="39" name="object 39"/>
          <p:cNvSpPr txBox="1"/>
          <p:nvPr/>
        </p:nvSpPr>
        <p:spPr>
          <a:xfrm>
            <a:off x="1992312" y="2132012"/>
            <a:ext cx="1943100" cy="312906"/>
          </a:xfrm>
          <a:prstGeom prst="rect">
            <a:avLst/>
          </a:prstGeom>
          <a:solidFill>
            <a:srgbClr val="FFFF99"/>
          </a:solidFill>
          <a:ln w="12700">
            <a:solidFill>
              <a:srgbClr val="000000"/>
            </a:solidFill>
          </a:ln>
        </p:spPr>
        <p:txBody>
          <a:bodyPr vert="horz" wrap="square" lIns="0" tIns="35560" rIns="0" bIns="0" rtlCol="0">
            <a:spAutoFit/>
          </a:bodyPr>
          <a:lstStyle/>
          <a:p>
            <a:pPr marL="119380">
              <a:spcBef>
                <a:spcPts val="280"/>
              </a:spcBef>
            </a:pPr>
            <a:r>
              <a:rPr spc="-5" dirty="0">
                <a:latin typeface="Tahoma"/>
                <a:cs typeface="Tahoma"/>
              </a:rPr>
              <a:t>De </a:t>
            </a:r>
            <a:r>
              <a:rPr dirty="0">
                <a:latin typeface="Tahoma"/>
                <a:cs typeface="Tahoma"/>
              </a:rPr>
              <a:t>V1 AL</a:t>
            </a:r>
            <a:r>
              <a:rPr spc="-95" dirty="0">
                <a:latin typeface="Tahoma"/>
                <a:cs typeface="Tahoma"/>
              </a:rPr>
              <a:t> </a:t>
            </a:r>
            <a:r>
              <a:rPr spc="-10" dirty="0">
                <a:latin typeface="Tahoma"/>
                <a:cs typeface="Tahoma"/>
              </a:rPr>
              <a:t>RESTO</a:t>
            </a:r>
            <a:endParaRPr>
              <a:latin typeface="Tahoma"/>
              <a:cs typeface="Tahoma"/>
            </a:endParaRPr>
          </a:p>
        </p:txBody>
      </p:sp>
      <p:sp>
        <p:nvSpPr>
          <p:cNvPr id="40" name="object 40"/>
          <p:cNvSpPr txBox="1"/>
          <p:nvPr/>
        </p:nvSpPr>
        <p:spPr>
          <a:xfrm>
            <a:off x="6888226" y="2549553"/>
            <a:ext cx="3384550" cy="245110"/>
          </a:xfrm>
          <a:prstGeom prst="rect">
            <a:avLst/>
          </a:prstGeom>
        </p:spPr>
        <p:txBody>
          <a:bodyPr vert="horz" wrap="square" lIns="0" tIns="0" rIns="0" bIns="0" rtlCol="0">
            <a:spAutoFit/>
          </a:bodyPr>
          <a:lstStyle/>
          <a:p>
            <a:pPr marL="163195">
              <a:lnSpc>
                <a:spcPts val="1914"/>
              </a:lnSpc>
              <a:tabLst>
                <a:tab pos="1028700" algn="l"/>
                <a:tab pos="1387475" algn="l"/>
                <a:tab pos="1820545" algn="l"/>
                <a:tab pos="2252345" algn="l"/>
                <a:tab pos="2684780" algn="l"/>
                <a:tab pos="3117850" algn="l"/>
              </a:tabLst>
            </a:pPr>
            <a:r>
              <a:rPr sz="1600" spc="-5" dirty="0">
                <a:latin typeface="Tahoma"/>
                <a:cs typeface="Tahoma"/>
              </a:rPr>
              <a:t>V1	0	3	4	∞	8	∞</a:t>
            </a:r>
            <a:endParaRPr sz="1600">
              <a:latin typeface="Tahoma"/>
              <a:cs typeface="Tahoma"/>
            </a:endParaRPr>
          </a:p>
        </p:txBody>
      </p:sp>
      <p:sp>
        <p:nvSpPr>
          <p:cNvPr id="41" name="object 41"/>
          <p:cNvSpPr txBox="1"/>
          <p:nvPr/>
        </p:nvSpPr>
        <p:spPr>
          <a:xfrm>
            <a:off x="1919288" y="4581462"/>
            <a:ext cx="4752975" cy="335989"/>
          </a:xfrm>
          <a:prstGeom prst="rect">
            <a:avLst/>
          </a:prstGeom>
          <a:solidFill>
            <a:srgbClr val="CCFFFF"/>
          </a:solidFill>
          <a:ln w="12700">
            <a:solidFill>
              <a:srgbClr val="0000FF"/>
            </a:solidFill>
          </a:ln>
        </p:spPr>
        <p:txBody>
          <a:bodyPr vert="horz" wrap="square" lIns="0" tIns="88900" rIns="0" bIns="0" rtlCol="0">
            <a:spAutoFit/>
          </a:bodyPr>
          <a:lstStyle/>
          <a:p>
            <a:pPr marL="85090">
              <a:spcBef>
                <a:spcPts val="700"/>
              </a:spcBef>
            </a:pPr>
            <a:r>
              <a:rPr sz="1600" spc="-5" dirty="0">
                <a:latin typeface="Tahoma"/>
                <a:cs typeface="Tahoma"/>
              </a:rPr>
              <a:t>1. </a:t>
            </a:r>
            <a:r>
              <a:rPr sz="1600" spc="-10" dirty="0">
                <a:latin typeface="Tahoma"/>
                <a:cs typeface="Tahoma"/>
              </a:rPr>
              <a:t>D[] </a:t>
            </a:r>
            <a:r>
              <a:rPr sz="1600" spc="-5" dirty="0">
                <a:latin typeface="Tahoma"/>
                <a:cs typeface="Tahoma"/>
              </a:rPr>
              <a:t>se </a:t>
            </a:r>
            <a:r>
              <a:rPr sz="1600" spc="-10" dirty="0">
                <a:latin typeface="Tahoma"/>
                <a:cs typeface="Tahoma"/>
              </a:rPr>
              <a:t>inicializa con </a:t>
            </a:r>
            <a:r>
              <a:rPr sz="1600" spc="-125" dirty="0">
                <a:latin typeface="Tahoma"/>
                <a:cs typeface="Tahoma"/>
              </a:rPr>
              <a:t>F.P. </a:t>
            </a:r>
            <a:r>
              <a:rPr sz="1600" spc="-5" dirty="0">
                <a:latin typeface="Tahoma"/>
                <a:cs typeface="Tahoma"/>
              </a:rPr>
              <a:t>de </a:t>
            </a:r>
            <a:r>
              <a:rPr sz="1600" spc="-10" dirty="0">
                <a:latin typeface="Tahoma"/>
                <a:cs typeface="Tahoma"/>
              </a:rPr>
              <a:t>adyacentes </a:t>
            </a:r>
            <a:r>
              <a:rPr sz="1600" spc="-5" dirty="0">
                <a:latin typeface="Tahoma"/>
                <a:cs typeface="Tahoma"/>
              </a:rPr>
              <a:t>al</a:t>
            </a:r>
            <a:r>
              <a:rPr sz="1600" spc="305" dirty="0">
                <a:latin typeface="Tahoma"/>
                <a:cs typeface="Tahoma"/>
              </a:rPr>
              <a:t> </a:t>
            </a:r>
            <a:r>
              <a:rPr sz="1600" spc="-10" dirty="0">
                <a:latin typeface="Tahoma"/>
                <a:cs typeface="Tahoma"/>
              </a:rPr>
              <a:t>origen</a:t>
            </a:r>
            <a:endParaRPr sz="1600">
              <a:latin typeface="Tahoma"/>
              <a:cs typeface="Tahoma"/>
            </a:endParaRPr>
          </a:p>
        </p:txBody>
      </p:sp>
      <p:sp>
        <p:nvSpPr>
          <p:cNvPr id="42" name="object 42"/>
          <p:cNvSpPr/>
          <p:nvPr/>
        </p:nvSpPr>
        <p:spPr>
          <a:xfrm>
            <a:off x="1919287" y="5157787"/>
            <a:ext cx="4824730" cy="628650"/>
          </a:xfrm>
          <a:custGeom>
            <a:avLst/>
            <a:gdLst/>
            <a:ahLst/>
            <a:cxnLst/>
            <a:rect l="l" t="t" r="r" b="b"/>
            <a:pathLst>
              <a:path w="4824730" h="628650">
                <a:moveTo>
                  <a:pt x="0" y="628650"/>
                </a:moveTo>
                <a:lnTo>
                  <a:pt x="4824349" y="628650"/>
                </a:lnTo>
                <a:lnTo>
                  <a:pt x="4824349" y="0"/>
                </a:lnTo>
                <a:lnTo>
                  <a:pt x="0" y="0"/>
                </a:lnTo>
                <a:lnTo>
                  <a:pt x="0" y="628650"/>
                </a:lnTo>
                <a:close/>
              </a:path>
            </a:pathLst>
          </a:custGeom>
          <a:solidFill>
            <a:srgbClr val="CCFFCC"/>
          </a:solidFill>
        </p:spPr>
        <p:txBody>
          <a:bodyPr wrap="square" lIns="0" tIns="0" rIns="0" bIns="0" rtlCol="0"/>
          <a:lstStyle/>
          <a:p>
            <a:endParaRPr/>
          </a:p>
        </p:txBody>
      </p:sp>
      <p:sp>
        <p:nvSpPr>
          <p:cNvPr id="43" name="object 43"/>
          <p:cNvSpPr/>
          <p:nvPr/>
        </p:nvSpPr>
        <p:spPr>
          <a:xfrm>
            <a:off x="1919287" y="5157787"/>
            <a:ext cx="4824730" cy="628650"/>
          </a:xfrm>
          <a:custGeom>
            <a:avLst/>
            <a:gdLst/>
            <a:ahLst/>
            <a:cxnLst/>
            <a:rect l="l" t="t" r="r" b="b"/>
            <a:pathLst>
              <a:path w="4824730" h="628650">
                <a:moveTo>
                  <a:pt x="0" y="628650"/>
                </a:moveTo>
                <a:lnTo>
                  <a:pt x="4824349" y="628650"/>
                </a:lnTo>
                <a:lnTo>
                  <a:pt x="4824349" y="0"/>
                </a:lnTo>
                <a:lnTo>
                  <a:pt x="0" y="0"/>
                </a:lnTo>
                <a:lnTo>
                  <a:pt x="0" y="628650"/>
                </a:lnTo>
                <a:close/>
              </a:path>
            </a:pathLst>
          </a:custGeom>
          <a:ln w="12700">
            <a:solidFill>
              <a:srgbClr val="339966"/>
            </a:solidFill>
          </a:ln>
        </p:spPr>
        <p:txBody>
          <a:bodyPr wrap="square" lIns="0" tIns="0" rIns="0" bIns="0" rtlCol="0"/>
          <a:lstStyle/>
          <a:p>
            <a:endParaRPr/>
          </a:p>
        </p:txBody>
      </p:sp>
      <p:sp>
        <p:nvSpPr>
          <p:cNvPr id="44" name="object 44"/>
          <p:cNvSpPr txBox="1"/>
          <p:nvPr/>
        </p:nvSpPr>
        <p:spPr>
          <a:xfrm>
            <a:off x="1998065" y="5107051"/>
            <a:ext cx="4420870" cy="745490"/>
          </a:xfrm>
          <a:prstGeom prst="rect">
            <a:avLst/>
          </a:prstGeom>
        </p:spPr>
        <p:txBody>
          <a:bodyPr vert="horz" wrap="square" lIns="0" tIns="0" rIns="0" bIns="0" rtlCol="0">
            <a:spAutoFit/>
          </a:bodyPr>
          <a:lstStyle/>
          <a:p>
            <a:pPr marL="12700"/>
            <a:r>
              <a:rPr sz="1600" spc="-5" dirty="0">
                <a:latin typeface="Tahoma"/>
                <a:cs typeface="Tahoma"/>
              </a:rPr>
              <a:t>2. Escoger </a:t>
            </a:r>
            <a:r>
              <a:rPr sz="1600" spc="-10" dirty="0">
                <a:latin typeface="Tahoma"/>
                <a:cs typeface="Tahoma"/>
              </a:rPr>
              <a:t>vértice Vk </a:t>
            </a:r>
            <a:r>
              <a:rPr sz="1600" spc="-5" dirty="0">
                <a:latin typeface="Tahoma"/>
                <a:cs typeface="Tahoma"/>
              </a:rPr>
              <a:t>que no </a:t>
            </a:r>
            <a:r>
              <a:rPr sz="1600" spc="-15" dirty="0">
                <a:latin typeface="Tahoma"/>
                <a:cs typeface="Tahoma"/>
              </a:rPr>
              <a:t>haya</a:t>
            </a:r>
            <a:r>
              <a:rPr sz="1600" spc="45" dirty="0">
                <a:latin typeface="Tahoma"/>
                <a:cs typeface="Tahoma"/>
              </a:rPr>
              <a:t> </a:t>
            </a:r>
            <a:r>
              <a:rPr sz="1600" spc="-5" dirty="0">
                <a:latin typeface="Tahoma"/>
                <a:cs typeface="Tahoma"/>
              </a:rPr>
              <a:t>sido</a:t>
            </a:r>
            <a:endParaRPr sz="1600">
              <a:latin typeface="Tahoma"/>
              <a:cs typeface="Tahoma"/>
            </a:endParaRPr>
          </a:p>
          <a:p>
            <a:pPr marL="12700" marR="5080"/>
            <a:r>
              <a:rPr sz="1600" spc="-10" dirty="0">
                <a:latin typeface="Tahoma"/>
                <a:cs typeface="Tahoma"/>
              </a:rPr>
              <a:t>escogido, con </a:t>
            </a:r>
            <a:r>
              <a:rPr sz="1600" spc="-5" dirty="0">
                <a:latin typeface="Tahoma"/>
                <a:cs typeface="Tahoma"/>
              </a:rPr>
              <a:t>la menor distancia del </a:t>
            </a:r>
            <a:r>
              <a:rPr sz="1600" spc="-20" dirty="0">
                <a:latin typeface="Tahoma"/>
                <a:cs typeface="Tahoma"/>
              </a:rPr>
              <a:t>Vevaluado </a:t>
            </a:r>
            <a:r>
              <a:rPr sz="1600" spc="-5" dirty="0">
                <a:latin typeface="Tahoma"/>
                <a:cs typeface="Tahoma"/>
              </a:rPr>
              <a:t>a  </a:t>
            </a:r>
            <a:r>
              <a:rPr sz="1600" spc="-10" dirty="0">
                <a:latin typeface="Tahoma"/>
                <a:cs typeface="Tahoma"/>
              </a:rPr>
              <a:t>Vk</a:t>
            </a:r>
            <a:endParaRPr sz="1600">
              <a:latin typeface="Tahoma"/>
              <a:cs typeface="Tahoma"/>
            </a:endParaRPr>
          </a:p>
        </p:txBody>
      </p:sp>
      <p:sp>
        <p:nvSpPr>
          <p:cNvPr id="45" name="object 45"/>
          <p:cNvSpPr/>
          <p:nvPr/>
        </p:nvSpPr>
        <p:spPr>
          <a:xfrm>
            <a:off x="1919287" y="5949950"/>
            <a:ext cx="4824730" cy="647700"/>
          </a:xfrm>
          <a:custGeom>
            <a:avLst/>
            <a:gdLst/>
            <a:ahLst/>
            <a:cxnLst/>
            <a:rect l="l" t="t" r="r" b="b"/>
            <a:pathLst>
              <a:path w="4824730" h="647700">
                <a:moveTo>
                  <a:pt x="0" y="647700"/>
                </a:moveTo>
                <a:lnTo>
                  <a:pt x="4824349" y="647700"/>
                </a:lnTo>
                <a:lnTo>
                  <a:pt x="4824349" y="0"/>
                </a:lnTo>
                <a:lnTo>
                  <a:pt x="0" y="0"/>
                </a:lnTo>
                <a:lnTo>
                  <a:pt x="0" y="647700"/>
                </a:lnTo>
                <a:close/>
              </a:path>
            </a:pathLst>
          </a:custGeom>
          <a:solidFill>
            <a:srgbClr val="FFF3C1"/>
          </a:solidFill>
        </p:spPr>
        <p:txBody>
          <a:bodyPr wrap="square" lIns="0" tIns="0" rIns="0" bIns="0" rtlCol="0"/>
          <a:lstStyle/>
          <a:p>
            <a:endParaRPr/>
          </a:p>
        </p:txBody>
      </p:sp>
      <p:sp>
        <p:nvSpPr>
          <p:cNvPr id="46" name="object 46"/>
          <p:cNvSpPr/>
          <p:nvPr/>
        </p:nvSpPr>
        <p:spPr>
          <a:xfrm>
            <a:off x="1919287" y="5949950"/>
            <a:ext cx="4824730" cy="647700"/>
          </a:xfrm>
          <a:custGeom>
            <a:avLst/>
            <a:gdLst/>
            <a:ahLst/>
            <a:cxnLst/>
            <a:rect l="l" t="t" r="r" b="b"/>
            <a:pathLst>
              <a:path w="4824730" h="647700">
                <a:moveTo>
                  <a:pt x="0" y="647700"/>
                </a:moveTo>
                <a:lnTo>
                  <a:pt x="4824349" y="647700"/>
                </a:lnTo>
                <a:lnTo>
                  <a:pt x="4824349" y="0"/>
                </a:lnTo>
                <a:lnTo>
                  <a:pt x="0" y="0"/>
                </a:lnTo>
                <a:lnTo>
                  <a:pt x="0" y="647700"/>
                </a:lnTo>
                <a:close/>
              </a:path>
            </a:pathLst>
          </a:custGeom>
          <a:ln w="12700">
            <a:solidFill>
              <a:srgbClr val="FF9900"/>
            </a:solidFill>
          </a:ln>
        </p:spPr>
        <p:txBody>
          <a:bodyPr wrap="square" lIns="0" tIns="0" rIns="0" bIns="0" rtlCol="0"/>
          <a:lstStyle/>
          <a:p>
            <a:endParaRPr/>
          </a:p>
        </p:txBody>
      </p:sp>
      <p:sp>
        <p:nvSpPr>
          <p:cNvPr id="47" name="object 47"/>
          <p:cNvSpPr txBox="1"/>
          <p:nvPr/>
        </p:nvSpPr>
        <p:spPr>
          <a:xfrm>
            <a:off x="1919287" y="6030570"/>
            <a:ext cx="4824730" cy="492443"/>
          </a:xfrm>
          <a:prstGeom prst="rect">
            <a:avLst/>
          </a:prstGeom>
        </p:spPr>
        <p:txBody>
          <a:bodyPr vert="horz" wrap="square" lIns="0" tIns="0" rIns="0" bIns="0" rtlCol="0">
            <a:spAutoFit/>
          </a:bodyPr>
          <a:lstStyle/>
          <a:p>
            <a:pPr marL="91440"/>
            <a:r>
              <a:rPr sz="1600" spc="-5" dirty="0">
                <a:latin typeface="Tahoma"/>
                <a:cs typeface="Tahoma"/>
              </a:rPr>
              <a:t>3. </a:t>
            </a:r>
            <a:r>
              <a:rPr sz="1600" spc="-10" dirty="0">
                <a:latin typeface="Tahoma"/>
                <a:cs typeface="Tahoma"/>
              </a:rPr>
              <a:t>Revisar </a:t>
            </a:r>
            <a:r>
              <a:rPr sz="1600" spc="-5" dirty="0">
                <a:latin typeface="Tahoma"/>
                <a:cs typeface="Tahoma"/>
              </a:rPr>
              <a:t>si alguna </a:t>
            </a:r>
            <a:r>
              <a:rPr sz="1600" spc="-10" dirty="0">
                <a:latin typeface="Tahoma"/>
                <a:cs typeface="Tahoma"/>
              </a:rPr>
              <a:t>distancia </a:t>
            </a:r>
            <a:r>
              <a:rPr sz="1600" spc="-5" dirty="0">
                <a:latin typeface="Tahoma"/>
                <a:cs typeface="Tahoma"/>
              </a:rPr>
              <a:t>puede </a:t>
            </a:r>
            <a:r>
              <a:rPr sz="1600" spc="-10" dirty="0">
                <a:latin typeface="Tahoma"/>
                <a:cs typeface="Tahoma"/>
              </a:rPr>
              <a:t>ser</a:t>
            </a:r>
            <a:r>
              <a:rPr sz="1600" spc="55" dirty="0">
                <a:latin typeface="Tahoma"/>
                <a:cs typeface="Tahoma"/>
              </a:rPr>
              <a:t> </a:t>
            </a:r>
            <a:r>
              <a:rPr sz="1600" spc="-10" dirty="0">
                <a:latin typeface="Tahoma"/>
                <a:cs typeface="Tahoma"/>
              </a:rPr>
              <a:t>mejorada</a:t>
            </a:r>
            <a:endParaRPr sz="1600">
              <a:latin typeface="Tahoma"/>
              <a:cs typeface="Tahoma"/>
            </a:endParaRPr>
          </a:p>
          <a:p>
            <a:pPr marL="91440"/>
            <a:r>
              <a:rPr sz="1600" spc="-5" dirty="0">
                <a:latin typeface="Tahoma"/>
                <a:cs typeface="Tahoma"/>
              </a:rPr>
              <a:t>pasando por </a:t>
            </a:r>
            <a:r>
              <a:rPr sz="1600" spc="-20" dirty="0">
                <a:latin typeface="Tahoma"/>
                <a:cs typeface="Tahoma"/>
              </a:rPr>
              <a:t>Vevaluado </a:t>
            </a:r>
            <a:r>
              <a:rPr sz="1600" spc="-5" dirty="0">
                <a:latin typeface="Tahoma"/>
                <a:cs typeface="Tahoma"/>
              </a:rPr>
              <a:t>desde</a:t>
            </a:r>
            <a:r>
              <a:rPr sz="1600" spc="20" dirty="0">
                <a:latin typeface="Tahoma"/>
                <a:cs typeface="Tahoma"/>
              </a:rPr>
              <a:t> </a:t>
            </a:r>
            <a:r>
              <a:rPr sz="1600" spc="-10" dirty="0">
                <a:latin typeface="Tahoma"/>
                <a:cs typeface="Tahoma"/>
              </a:rPr>
              <a:t>V1</a:t>
            </a:r>
            <a:endParaRPr sz="1600">
              <a:latin typeface="Tahoma"/>
              <a:cs typeface="Tahoma"/>
            </a:endParaRPr>
          </a:p>
        </p:txBody>
      </p:sp>
      <p:sp>
        <p:nvSpPr>
          <p:cNvPr id="48" name="object 48"/>
          <p:cNvSpPr/>
          <p:nvPr/>
        </p:nvSpPr>
        <p:spPr>
          <a:xfrm>
            <a:off x="5662677" y="447675"/>
            <a:ext cx="3883025" cy="2602230"/>
          </a:xfrm>
          <a:custGeom>
            <a:avLst/>
            <a:gdLst/>
            <a:ahLst/>
            <a:cxnLst/>
            <a:rect l="l" t="t" r="r" b="b"/>
            <a:pathLst>
              <a:path w="3883025" h="2602230">
                <a:moveTo>
                  <a:pt x="0" y="0"/>
                </a:moveTo>
                <a:lnTo>
                  <a:pt x="3882898" y="2601976"/>
                </a:lnTo>
              </a:path>
            </a:pathLst>
          </a:custGeom>
          <a:ln w="12700">
            <a:solidFill>
              <a:srgbClr val="000000"/>
            </a:solidFill>
          </a:ln>
        </p:spPr>
        <p:txBody>
          <a:bodyPr wrap="square" lIns="0" tIns="0" rIns="0" bIns="0" rtlCol="0"/>
          <a:lstStyle/>
          <a:p>
            <a:endParaRPr/>
          </a:p>
        </p:txBody>
      </p:sp>
      <p:sp>
        <p:nvSpPr>
          <p:cNvPr id="49" name="object 49"/>
          <p:cNvSpPr txBox="1"/>
          <p:nvPr/>
        </p:nvSpPr>
        <p:spPr>
          <a:xfrm>
            <a:off x="2782888" y="333376"/>
            <a:ext cx="2803525" cy="469359"/>
          </a:xfrm>
          <a:prstGeom prst="rect">
            <a:avLst/>
          </a:prstGeom>
          <a:solidFill>
            <a:srgbClr val="FFE7E7"/>
          </a:solidFill>
          <a:ln w="12700">
            <a:solidFill>
              <a:srgbClr val="000000"/>
            </a:solidFill>
          </a:ln>
        </p:spPr>
        <p:txBody>
          <a:bodyPr vert="horz" wrap="square" lIns="0" tIns="38100" rIns="0" bIns="0" rtlCol="0">
            <a:spAutoFit/>
          </a:bodyPr>
          <a:lstStyle/>
          <a:p>
            <a:pPr marL="309880" marR="111760" indent="-190500">
              <a:spcBef>
                <a:spcPts val="300"/>
              </a:spcBef>
            </a:pPr>
            <a:r>
              <a:rPr sz="1400" spc="-10" dirty="0">
                <a:latin typeface="Tahoma"/>
                <a:cs typeface="Tahoma"/>
              </a:rPr>
              <a:t>Pasando </a:t>
            </a:r>
            <a:r>
              <a:rPr sz="1400" dirty="0">
                <a:latin typeface="Tahoma"/>
                <a:cs typeface="Tahoma"/>
              </a:rPr>
              <a:t>por V2, </a:t>
            </a:r>
            <a:r>
              <a:rPr sz="1400" spc="-5" dirty="0">
                <a:latin typeface="Tahoma"/>
                <a:cs typeface="Tahoma"/>
              </a:rPr>
              <a:t>Distancia </a:t>
            </a:r>
            <a:r>
              <a:rPr sz="1400" dirty="0">
                <a:latin typeface="Tahoma"/>
                <a:cs typeface="Tahoma"/>
              </a:rPr>
              <a:t>de V1  a V5 </a:t>
            </a:r>
            <a:r>
              <a:rPr sz="1400" spc="-5" dirty="0">
                <a:latin typeface="Tahoma"/>
                <a:cs typeface="Tahoma"/>
              </a:rPr>
              <a:t>seria </a:t>
            </a:r>
            <a:r>
              <a:rPr sz="1400" dirty="0">
                <a:latin typeface="Tahoma"/>
                <a:cs typeface="Tahoma"/>
              </a:rPr>
              <a:t>8, no </a:t>
            </a:r>
            <a:r>
              <a:rPr sz="1400" spc="-10" dirty="0">
                <a:latin typeface="Tahoma"/>
                <a:cs typeface="Tahoma"/>
              </a:rPr>
              <a:t>hay</a:t>
            </a:r>
            <a:r>
              <a:rPr sz="1400" spc="-85" dirty="0">
                <a:latin typeface="Tahoma"/>
                <a:cs typeface="Tahoma"/>
              </a:rPr>
              <a:t> </a:t>
            </a:r>
            <a:r>
              <a:rPr sz="1400" spc="-5" dirty="0">
                <a:latin typeface="Tahoma"/>
                <a:cs typeface="Tahoma"/>
              </a:rPr>
              <a:t>mejora</a:t>
            </a:r>
            <a:endParaRPr sz="1400">
              <a:latin typeface="Tahoma"/>
              <a:cs typeface="Tahoma"/>
            </a:endParaRPr>
          </a:p>
        </p:txBody>
      </p:sp>
      <p:sp>
        <p:nvSpPr>
          <p:cNvPr id="50" name="object 50"/>
          <p:cNvSpPr txBox="1"/>
          <p:nvPr/>
        </p:nvSpPr>
        <p:spPr>
          <a:xfrm>
            <a:off x="6888226" y="2884529"/>
            <a:ext cx="3384550" cy="246221"/>
          </a:xfrm>
          <a:prstGeom prst="rect">
            <a:avLst/>
          </a:prstGeom>
        </p:spPr>
        <p:txBody>
          <a:bodyPr vert="horz" wrap="square" lIns="0" tIns="0" rIns="0" bIns="0" rtlCol="0">
            <a:spAutoFit/>
          </a:bodyPr>
          <a:lstStyle/>
          <a:p>
            <a:pPr marL="163195">
              <a:tabLst>
                <a:tab pos="1028700" algn="l"/>
                <a:tab pos="1387475" algn="l"/>
                <a:tab pos="1820545" algn="l"/>
                <a:tab pos="2252345" algn="l"/>
                <a:tab pos="2684780" algn="l"/>
                <a:tab pos="3117850" algn="l"/>
              </a:tabLst>
            </a:pPr>
            <a:r>
              <a:rPr sz="2400" spc="-7" baseline="-5208" dirty="0">
                <a:latin typeface="Tahoma"/>
                <a:cs typeface="Tahoma"/>
              </a:rPr>
              <a:t>V2	</a:t>
            </a:r>
            <a:r>
              <a:rPr sz="1600" spc="-5" dirty="0">
                <a:latin typeface="Tahoma"/>
                <a:cs typeface="Tahoma"/>
              </a:rPr>
              <a:t>0	3	4	∞	8	∞</a:t>
            </a:r>
            <a:endParaRPr sz="1600">
              <a:latin typeface="Tahoma"/>
              <a:cs typeface="Tahoma"/>
            </a:endParaRPr>
          </a:p>
        </p:txBody>
      </p:sp>
      <p:sp>
        <p:nvSpPr>
          <p:cNvPr id="51" name="object 51"/>
          <p:cNvSpPr/>
          <p:nvPr/>
        </p:nvSpPr>
        <p:spPr>
          <a:xfrm>
            <a:off x="6724651" y="5096891"/>
            <a:ext cx="636905" cy="1598295"/>
          </a:xfrm>
          <a:custGeom>
            <a:avLst/>
            <a:gdLst/>
            <a:ahLst/>
            <a:cxnLst/>
            <a:rect l="l" t="t" r="r" b="b"/>
            <a:pathLst>
              <a:path w="636904" h="1598295">
                <a:moveTo>
                  <a:pt x="97662" y="1495082"/>
                </a:moveTo>
                <a:lnTo>
                  <a:pt x="92837" y="1506880"/>
                </a:lnTo>
                <a:lnTo>
                  <a:pt x="100964" y="1510118"/>
                </a:lnTo>
                <a:lnTo>
                  <a:pt x="110616" y="1514322"/>
                </a:lnTo>
                <a:lnTo>
                  <a:pt x="121920" y="1519427"/>
                </a:lnTo>
                <a:lnTo>
                  <a:pt x="148336" y="1531785"/>
                </a:lnTo>
                <a:lnTo>
                  <a:pt x="178942" y="1545729"/>
                </a:lnTo>
                <a:lnTo>
                  <a:pt x="228473" y="1566481"/>
                </a:lnTo>
                <a:lnTo>
                  <a:pt x="278384" y="1583093"/>
                </a:lnTo>
                <a:lnTo>
                  <a:pt x="323341" y="1590751"/>
                </a:lnTo>
                <a:lnTo>
                  <a:pt x="336676" y="1591513"/>
                </a:lnTo>
                <a:lnTo>
                  <a:pt x="349503" y="1592745"/>
                </a:lnTo>
                <a:lnTo>
                  <a:pt x="375158" y="1595767"/>
                </a:lnTo>
                <a:lnTo>
                  <a:pt x="388112" y="1597113"/>
                </a:lnTo>
                <a:lnTo>
                  <a:pt x="401065" y="1597901"/>
                </a:lnTo>
                <a:lnTo>
                  <a:pt x="414020" y="1597812"/>
                </a:lnTo>
                <a:lnTo>
                  <a:pt x="426720" y="1596847"/>
                </a:lnTo>
                <a:lnTo>
                  <a:pt x="439547" y="1594357"/>
                </a:lnTo>
                <a:lnTo>
                  <a:pt x="452120" y="1590370"/>
                </a:lnTo>
                <a:lnTo>
                  <a:pt x="462867" y="1585226"/>
                </a:lnTo>
                <a:lnTo>
                  <a:pt x="401827" y="1585226"/>
                </a:lnTo>
                <a:lnTo>
                  <a:pt x="389509" y="1584477"/>
                </a:lnTo>
                <a:lnTo>
                  <a:pt x="376682" y="1583156"/>
                </a:lnTo>
                <a:lnTo>
                  <a:pt x="350647" y="1580095"/>
                </a:lnTo>
                <a:lnTo>
                  <a:pt x="337312" y="1578838"/>
                </a:lnTo>
                <a:lnTo>
                  <a:pt x="297052" y="1574533"/>
                </a:lnTo>
                <a:lnTo>
                  <a:pt x="249809" y="1560842"/>
                </a:lnTo>
                <a:lnTo>
                  <a:pt x="200151" y="1541170"/>
                </a:lnTo>
                <a:lnTo>
                  <a:pt x="127126" y="1507870"/>
                </a:lnTo>
                <a:lnTo>
                  <a:pt x="115697" y="1502689"/>
                </a:lnTo>
                <a:lnTo>
                  <a:pt x="105663" y="1498320"/>
                </a:lnTo>
                <a:lnTo>
                  <a:pt x="97662" y="1495082"/>
                </a:lnTo>
                <a:close/>
              </a:path>
              <a:path w="636904" h="1598295">
                <a:moveTo>
                  <a:pt x="386458" y="12699"/>
                </a:moveTo>
                <a:lnTo>
                  <a:pt x="317753" y="12699"/>
                </a:lnTo>
                <a:lnTo>
                  <a:pt x="330835" y="13080"/>
                </a:lnTo>
                <a:lnTo>
                  <a:pt x="343662" y="14096"/>
                </a:lnTo>
                <a:lnTo>
                  <a:pt x="380619" y="24002"/>
                </a:lnTo>
                <a:lnTo>
                  <a:pt x="414782" y="45846"/>
                </a:lnTo>
                <a:lnTo>
                  <a:pt x="447548" y="80263"/>
                </a:lnTo>
                <a:lnTo>
                  <a:pt x="479245" y="124967"/>
                </a:lnTo>
                <a:lnTo>
                  <a:pt x="499237" y="160400"/>
                </a:lnTo>
                <a:lnTo>
                  <a:pt x="518033" y="200532"/>
                </a:lnTo>
                <a:lnTo>
                  <a:pt x="535432" y="245236"/>
                </a:lnTo>
                <a:lnTo>
                  <a:pt x="551307" y="294512"/>
                </a:lnTo>
                <a:lnTo>
                  <a:pt x="565276" y="348360"/>
                </a:lnTo>
                <a:lnTo>
                  <a:pt x="578103" y="409193"/>
                </a:lnTo>
                <a:lnTo>
                  <a:pt x="590296" y="477646"/>
                </a:lnTo>
                <a:lnTo>
                  <a:pt x="601090" y="551853"/>
                </a:lnTo>
                <a:lnTo>
                  <a:pt x="606044" y="590613"/>
                </a:lnTo>
                <a:lnTo>
                  <a:pt x="610362" y="630059"/>
                </a:lnTo>
                <a:lnTo>
                  <a:pt x="614299" y="670064"/>
                </a:lnTo>
                <a:lnTo>
                  <a:pt x="617601" y="710349"/>
                </a:lnTo>
                <a:lnTo>
                  <a:pt x="620267" y="750633"/>
                </a:lnTo>
                <a:lnTo>
                  <a:pt x="622300" y="790701"/>
                </a:lnTo>
                <a:lnTo>
                  <a:pt x="623570" y="830402"/>
                </a:lnTo>
                <a:lnTo>
                  <a:pt x="623950" y="869530"/>
                </a:lnTo>
                <a:lnTo>
                  <a:pt x="623697" y="907529"/>
                </a:lnTo>
                <a:lnTo>
                  <a:pt x="620013" y="981722"/>
                </a:lnTo>
                <a:lnTo>
                  <a:pt x="616838" y="1020254"/>
                </a:lnTo>
                <a:lnTo>
                  <a:pt x="612648" y="1059853"/>
                </a:lnTo>
                <a:lnTo>
                  <a:pt x="607567" y="1100239"/>
                </a:lnTo>
                <a:lnTo>
                  <a:pt x="601852" y="1140891"/>
                </a:lnTo>
                <a:lnTo>
                  <a:pt x="595376" y="1181569"/>
                </a:lnTo>
                <a:lnTo>
                  <a:pt x="588390" y="1221943"/>
                </a:lnTo>
                <a:lnTo>
                  <a:pt x="580771" y="1261554"/>
                </a:lnTo>
                <a:lnTo>
                  <a:pt x="572770" y="1300200"/>
                </a:lnTo>
                <a:lnTo>
                  <a:pt x="564134" y="1337525"/>
                </a:lnTo>
                <a:lnTo>
                  <a:pt x="550799" y="1390027"/>
                </a:lnTo>
                <a:lnTo>
                  <a:pt x="532257" y="1451851"/>
                </a:lnTo>
                <a:lnTo>
                  <a:pt x="518033" y="1490611"/>
                </a:lnTo>
                <a:lnTo>
                  <a:pt x="499237" y="1529880"/>
                </a:lnTo>
                <a:lnTo>
                  <a:pt x="474345" y="1561515"/>
                </a:lnTo>
                <a:lnTo>
                  <a:pt x="437134" y="1581899"/>
                </a:lnTo>
                <a:lnTo>
                  <a:pt x="401827" y="1585226"/>
                </a:lnTo>
                <a:lnTo>
                  <a:pt x="462867" y="1585226"/>
                </a:lnTo>
                <a:lnTo>
                  <a:pt x="493902" y="1559432"/>
                </a:lnTo>
                <a:lnTo>
                  <a:pt x="514985" y="1527581"/>
                </a:lnTo>
                <a:lnTo>
                  <a:pt x="534670" y="1483118"/>
                </a:lnTo>
                <a:lnTo>
                  <a:pt x="549021" y="1441284"/>
                </a:lnTo>
                <a:lnTo>
                  <a:pt x="567689" y="1376324"/>
                </a:lnTo>
                <a:lnTo>
                  <a:pt x="585088" y="1303032"/>
                </a:lnTo>
                <a:lnTo>
                  <a:pt x="593216" y="1264157"/>
                </a:lnTo>
                <a:lnTo>
                  <a:pt x="600837" y="1224330"/>
                </a:lnTo>
                <a:lnTo>
                  <a:pt x="607949" y="1183741"/>
                </a:lnTo>
                <a:lnTo>
                  <a:pt x="614426" y="1142885"/>
                </a:lnTo>
                <a:lnTo>
                  <a:pt x="620140" y="1102004"/>
                </a:lnTo>
                <a:lnTo>
                  <a:pt x="625221" y="1061427"/>
                </a:lnTo>
                <a:lnTo>
                  <a:pt x="629412" y="1021587"/>
                </a:lnTo>
                <a:lnTo>
                  <a:pt x="632713" y="982776"/>
                </a:lnTo>
                <a:lnTo>
                  <a:pt x="636274" y="907529"/>
                </a:lnTo>
                <a:lnTo>
                  <a:pt x="636649" y="869403"/>
                </a:lnTo>
                <a:lnTo>
                  <a:pt x="636270" y="830249"/>
                </a:lnTo>
                <a:lnTo>
                  <a:pt x="635000" y="790308"/>
                </a:lnTo>
                <a:lnTo>
                  <a:pt x="632967" y="749998"/>
                </a:lnTo>
                <a:lnTo>
                  <a:pt x="630301" y="709510"/>
                </a:lnTo>
                <a:lnTo>
                  <a:pt x="626999" y="669023"/>
                </a:lnTo>
                <a:lnTo>
                  <a:pt x="623062" y="628827"/>
                </a:lnTo>
                <a:lnTo>
                  <a:pt x="618616" y="589216"/>
                </a:lnTo>
                <a:lnTo>
                  <a:pt x="613663" y="550252"/>
                </a:lnTo>
                <a:lnTo>
                  <a:pt x="608457" y="512368"/>
                </a:lnTo>
                <a:lnTo>
                  <a:pt x="596773" y="440435"/>
                </a:lnTo>
                <a:lnTo>
                  <a:pt x="584200" y="375157"/>
                </a:lnTo>
                <a:lnTo>
                  <a:pt x="570864" y="317880"/>
                </a:lnTo>
                <a:lnTo>
                  <a:pt x="555751" y="265683"/>
                </a:lnTo>
                <a:lnTo>
                  <a:pt x="538734" y="217804"/>
                </a:lnTo>
                <a:lnTo>
                  <a:pt x="520319" y="174751"/>
                </a:lnTo>
                <a:lnTo>
                  <a:pt x="500507" y="136143"/>
                </a:lnTo>
                <a:lnTo>
                  <a:pt x="479551" y="101980"/>
                </a:lnTo>
                <a:lnTo>
                  <a:pt x="446404" y="59308"/>
                </a:lnTo>
                <a:lnTo>
                  <a:pt x="411479" y="27050"/>
                </a:lnTo>
                <a:lnTo>
                  <a:pt x="399034" y="19049"/>
                </a:lnTo>
                <a:lnTo>
                  <a:pt x="386458" y="12699"/>
                </a:lnTo>
                <a:close/>
              </a:path>
              <a:path w="636904" h="1598295">
                <a:moveTo>
                  <a:pt x="62229" y="38734"/>
                </a:moveTo>
                <a:lnTo>
                  <a:pt x="0" y="166369"/>
                </a:lnTo>
                <a:lnTo>
                  <a:pt x="139446" y="139572"/>
                </a:lnTo>
                <a:lnTo>
                  <a:pt x="80456" y="124967"/>
                </a:lnTo>
                <a:lnTo>
                  <a:pt x="64388" y="124967"/>
                </a:lnTo>
                <a:lnTo>
                  <a:pt x="56641" y="115061"/>
                </a:lnTo>
                <a:lnTo>
                  <a:pt x="60629" y="111888"/>
                </a:lnTo>
                <a:lnTo>
                  <a:pt x="62229" y="38734"/>
                </a:lnTo>
                <a:close/>
              </a:path>
              <a:path w="636904" h="1598295">
                <a:moveTo>
                  <a:pt x="60530" y="120034"/>
                </a:moveTo>
                <a:lnTo>
                  <a:pt x="64388" y="124967"/>
                </a:lnTo>
                <a:lnTo>
                  <a:pt x="68277" y="121952"/>
                </a:lnTo>
                <a:lnTo>
                  <a:pt x="60530" y="120034"/>
                </a:lnTo>
                <a:close/>
              </a:path>
              <a:path w="636904" h="1598295">
                <a:moveTo>
                  <a:pt x="68277" y="121952"/>
                </a:moveTo>
                <a:lnTo>
                  <a:pt x="64388" y="124967"/>
                </a:lnTo>
                <a:lnTo>
                  <a:pt x="80456" y="124967"/>
                </a:lnTo>
                <a:lnTo>
                  <a:pt x="68277" y="121952"/>
                </a:lnTo>
                <a:close/>
              </a:path>
              <a:path w="636904" h="1598295">
                <a:moveTo>
                  <a:pt x="318135" y="0"/>
                </a:moveTo>
                <a:lnTo>
                  <a:pt x="276098" y="4190"/>
                </a:lnTo>
                <a:lnTo>
                  <a:pt x="234696" y="13461"/>
                </a:lnTo>
                <a:lnTo>
                  <a:pt x="194055" y="25907"/>
                </a:lnTo>
                <a:lnTo>
                  <a:pt x="150240" y="48259"/>
                </a:lnTo>
                <a:lnTo>
                  <a:pt x="90932" y="88645"/>
                </a:lnTo>
                <a:lnTo>
                  <a:pt x="60629" y="111888"/>
                </a:lnTo>
                <a:lnTo>
                  <a:pt x="60530" y="120034"/>
                </a:lnTo>
                <a:lnTo>
                  <a:pt x="68277" y="121952"/>
                </a:lnTo>
                <a:lnTo>
                  <a:pt x="70882" y="119936"/>
                </a:lnTo>
                <a:lnTo>
                  <a:pt x="98425" y="98932"/>
                </a:lnTo>
                <a:lnTo>
                  <a:pt x="141986" y="68325"/>
                </a:lnTo>
                <a:lnTo>
                  <a:pt x="184785" y="43814"/>
                </a:lnTo>
                <a:lnTo>
                  <a:pt x="237616" y="25780"/>
                </a:lnTo>
                <a:lnTo>
                  <a:pt x="277875" y="16763"/>
                </a:lnTo>
                <a:lnTo>
                  <a:pt x="317753" y="12699"/>
                </a:lnTo>
                <a:lnTo>
                  <a:pt x="386458" y="12699"/>
                </a:lnTo>
                <a:lnTo>
                  <a:pt x="386207" y="12572"/>
                </a:lnTo>
                <a:lnTo>
                  <a:pt x="372872" y="7746"/>
                </a:lnTo>
                <a:lnTo>
                  <a:pt x="359537" y="4063"/>
                </a:lnTo>
                <a:lnTo>
                  <a:pt x="345821" y="1523"/>
                </a:lnTo>
                <a:lnTo>
                  <a:pt x="331977" y="380"/>
                </a:lnTo>
                <a:lnTo>
                  <a:pt x="318135" y="0"/>
                </a:lnTo>
                <a:close/>
              </a:path>
              <a:path w="636904" h="1598295">
                <a:moveTo>
                  <a:pt x="60629" y="111888"/>
                </a:moveTo>
                <a:lnTo>
                  <a:pt x="56641" y="115061"/>
                </a:lnTo>
                <a:lnTo>
                  <a:pt x="60453" y="119936"/>
                </a:lnTo>
                <a:lnTo>
                  <a:pt x="60629" y="111888"/>
                </a:lnTo>
                <a:close/>
              </a:path>
            </a:pathLst>
          </a:custGeom>
          <a:solidFill>
            <a:srgbClr val="0000FF"/>
          </a:solidFill>
        </p:spPr>
        <p:txBody>
          <a:bodyPr wrap="square" lIns="0" tIns="0" rIns="0" bIns="0" rtlCol="0"/>
          <a:lstStyle/>
          <a:p>
            <a:endParaRPr/>
          </a:p>
        </p:txBody>
      </p:sp>
      <p:sp>
        <p:nvSpPr>
          <p:cNvPr id="52" name="object 52"/>
          <p:cNvSpPr txBox="1"/>
          <p:nvPr/>
        </p:nvSpPr>
        <p:spPr>
          <a:xfrm>
            <a:off x="7615554" y="5283708"/>
            <a:ext cx="2322830" cy="495934"/>
          </a:xfrm>
          <a:prstGeom prst="rect">
            <a:avLst/>
          </a:prstGeom>
        </p:spPr>
        <p:txBody>
          <a:bodyPr vert="horz" wrap="square" lIns="0" tIns="0" rIns="0" bIns="0" rtlCol="0">
            <a:spAutoFit/>
          </a:bodyPr>
          <a:lstStyle/>
          <a:p>
            <a:pPr marL="12700" marR="5080">
              <a:lnSpc>
                <a:spcPts val="1920"/>
              </a:lnSpc>
            </a:pPr>
            <a:r>
              <a:rPr sz="1650" i="1" spc="-30" dirty="0">
                <a:latin typeface="Tahoma"/>
                <a:cs typeface="Tahoma"/>
              </a:rPr>
              <a:t>Repetir hasta k se </a:t>
            </a:r>
            <a:r>
              <a:rPr sz="1650" i="1" spc="-40" dirty="0">
                <a:latin typeface="Tahoma"/>
                <a:cs typeface="Tahoma"/>
              </a:rPr>
              <a:t>hayan  </a:t>
            </a:r>
            <a:r>
              <a:rPr sz="1650" i="1" spc="-30" dirty="0">
                <a:latin typeface="Tahoma"/>
                <a:cs typeface="Tahoma"/>
              </a:rPr>
              <a:t>visitado todos </a:t>
            </a:r>
            <a:r>
              <a:rPr sz="1650" i="1" spc="-25" dirty="0">
                <a:latin typeface="Tahoma"/>
                <a:cs typeface="Tahoma"/>
              </a:rPr>
              <a:t>los</a:t>
            </a:r>
            <a:r>
              <a:rPr sz="1650" i="1" spc="35" dirty="0">
                <a:latin typeface="Tahoma"/>
                <a:cs typeface="Tahoma"/>
              </a:rPr>
              <a:t> </a:t>
            </a:r>
            <a:r>
              <a:rPr sz="1650" i="1" spc="-30" dirty="0">
                <a:latin typeface="Tahoma"/>
                <a:cs typeface="Tahoma"/>
              </a:rPr>
              <a:t>vértices</a:t>
            </a:r>
            <a:endParaRPr sz="1650">
              <a:latin typeface="Tahoma"/>
              <a:cs typeface="Tahoma"/>
            </a:endParaRPr>
          </a:p>
        </p:txBody>
      </p:sp>
      <p:sp>
        <p:nvSpPr>
          <p:cNvPr id="53" name="object 53"/>
          <p:cNvSpPr txBox="1"/>
          <p:nvPr/>
        </p:nvSpPr>
        <p:spPr>
          <a:xfrm>
            <a:off x="6888226" y="3216430"/>
            <a:ext cx="3384550" cy="243656"/>
          </a:xfrm>
          <a:prstGeom prst="rect">
            <a:avLst/>
          </a:prstGeom>
        </p:spPr>
        <p:txBody>
          <a:bodyPr vert="horz" wrap="square" lIns="0" tIns="0" rIns="0" bIns="0" rtlCol="0">
            <a:spAutoFit/>
          </a:bodyPr>
          <a:lstStyle/>
          <a:p>
            <a:pPr marL="163195">
              <a:lnSpc>
                <a:spcPts val="1914"/>
              </a:lnSpc>
              <a:tabLst>
                <a:tab pos="1028700" algn="l"/>
                <a:tab pos="1387475" algn="l"/>
                <a:tab pos="1820545" algn="l"/>
                <a:tab pos="2252345" algn="l"/>
                <a:tab pos="2684780" algn="l"/>
                <a:tab pos="3117850" algn="l"/>
              </a:tabLst>
            </a:pPr>
            <a:r>
              <a:rPr sz="2400" spc="-15" baseline="-5208" dirty="0">
                <a:latin typeface="Tahoma"/>
                <a:cs typeface="Tahoma"/>
              </a:rPr>
              <a:t>V3	</a:t>
            </a:r>
            <a:r>
              <a:rPr sz="1600" spc="-5" dirty="0">
                <a:latin typeface="Tahoma"/>
                <a:cs typeface="Tahoma"/>
              </a:rPr>
              <a:t>0	3	4	∞	</a:t>
            </a:r>
            <a:r>
              <a:rPr sz="1600" b="1" spc="-5" dirty="0">
                <a:solidFill>
                  <a:srgbClr val="CC9900"/>
                </a:solidFill>
                <a:latin typeface="Tahoma"/>
                <a:cs typeface="Tahoma"/>
              </a:rPr>
              <a:t>7	</a:t>
            </a:r>
            <a:r>
              <a:rPr sz="1600" spc="-5" dirty="0">
                <a:latin typeface="Tahoma"/>
                <a:cs typeface="Tahoma"/>
              </a:rPr>
              <a:t>∞</a:t>
            </a:r>
            <a:endParaRPr sz="1600">
              <a:latin typeface="Tahoma"/>
              <a:cs typeface="Tahoma"/>
            </a:endParaRPr>
          </a:p>
        </p:txBody>
      </p:sp>
      <p:sp>
        <p:nvSpPr>
          <p:cNvPr id="54" name="object 54"/>
          <p:cNvSpPr txBox="1"/>
          <p:nvPr/>
        </p:nvSpPr>
        <p:spPr>
          <a:xfrm>
            <a:off x="6888226" y="3538883"/>
            <a:ext cx="3384550" cy="243656"/>
          </a:xfrm>
          <a:prstGeom prst="rect">
            <a:avLst/>
          </a:prstGeom>
        </p:spPr>
        <p:txBody>
          <a:bodyPr vert="horz" wrap="square" lIns="0" tIns="0" rIns="0" bIns="0" rtlCol="0">
            <a:spAutoFit/>
          </a:bodyPr>
          <a:lstStyle/>
          <a:p>
            <a:pPr marL="163195">
              <a:lnSpc>
                <a:spcPts val="1914"/>
              </a:lnSpc>
              <a:tabLst>
                <a:tab pos="1028700" algn="l"/>
                <a:tab pos="1387475" algn="l"/>
                <a:tab pos="1820545" algn="l"/>
                <a:tab pos="2252345" algn="l"/>
                <a:tab pos="2684780" algn="l"/>
                <a:tab pos="3063875" algn="l"/>
              </a:tabLst>
            </a:pPr>
            <a:r>
              <a:rPr sz="2400" spc="-7" baseline="-5208" dirty="0">
                <a:latin typeface="Tahoma"/>
                <a:cs typeface="Tahoma"/>
              </a:rPr>
              <a:t>V5	</a:t>
            </a:r>
            <a:r>
              <a:rPr sz="1600" spc="-5" dirty="0">
                <a:latin typeface="Tahoma"/>
                <a:cs typeface="Tahoma"/>
              </a:rPr>
              <a:t>0	3	4	</a:t>
            </a:r>
            <a:r>
              <a:rPr sz="1600" b="1" spc="-5" dirty="0">
                <a:solidFill>
                  <a:srgbClr val="CC9900"/>
                </a:solidFill>
                <a:latin typeface="Tahoma"/>
                <a:cs typeface="Tahoma"/>
              </a:rPr>
              <a:t>14	</a:t>
            </a:r>
            <a:r>
              <a:rPr sz="1600" spc="-5" dirty="0">
                <a:latin typeface="Tahoma"/>
                <a:cs typeface="Tahoma"/>
              </a:rPr>
              <a:t>7	</a:t>
            </a:r>
            <a:r>
              <a:rPr sz="1600" b="1" spc="-5" dirty="0">
                <a:solidFill>
                  <a:srgbClr val="CC9900"/>
                </a:solidFill>
                <a:latin typeface="Tahoma"/>
                <a:cs typeface="Tahoma"/>
              </a:rPr>
              <a:t>10</a:t>
            </a:r>
            <a:endParaRPr sz="1600">
              <a:latin typeface="Tahoma"/>
              <a:cs typeface="Tahoma"/>
            </a:endParaRPr>
          </a:p>
        </p:txBody>
      </p:sp>
      <p:sp>
        <p:nvSpPr>
          <p:cNvPr id="55" name="object 55"/>
          <p:cNvSpPr txBox="1"/>
          <p:nvPr/>
        </p:nvSpPr>
        <p:spPr>
          <a:xfrm>
            <a:off x="6888226" y="3860800"/>
            <a:ext cx="3384550" cy="253916"/>
          </a:xfrm>
          <a:prstGeom prst="rect">
            <a:avLst/>
          </a:prstGeom>
        </p:spPr>
        <p:txBody>
          <a:bodyPr vert="horz" wrap="square" lIns="0" tIns="7620" rIns="0" bIns="0" rtlCol="0">
            <a:spAutoFit/>
          </a:bodyPr>
          <a:lstStyle/>
          <a:p>
            <a:pPr marL="163195">
              <a:spcBef>
                <a:spcPts val="60"/>
              </a:spcBef>
              <a:tabLst>
                <a:tab pos="1028700" algn="l"/>
                <a:tab pos="1387475" algn="l"/>
                <a:tab pos="1820545" algn="l"/>
                <a:tab pos="2252345" algn="l"/>
                <a:tab pos="2684780" algn="l"/>
                <a:tab pos="3117850" algn="l"/>
              </a:tabLst>
            </a:pPr>
            <a:r>
              <a:rPr sz="2400" spc="-15" baseline="-5208" dirty="0">
                <a:latin typeface="Tahoma"/>
                <a:cs typeface="Tahoma"/>
              </a:rPr>
              <a:t>V6	</a:t>
            </a:r>
            <a:r>
              <a:rPr sz="1600" spc="-5" dirty="0">
                <a:latin typeface="Tahoma"/>
                <a:cs typeface="Tahoma"/>
              </a:rPr>
              <a:t>0	3	4	</a:t>
            </a:r>
            <a:r>
              <a:rPr sz="1600" b="1" spc="-5" dirty="0">
                <a:solidFill>
                  <a:srgbClr val="CC9900"/>
                </a:solidFill>
                <a:latin typeface="Tahoma"/>
                <a:cs typeface="Tahoma"/>
              </a:rPr>
              <a:t>12	</a:t>
            </a:r>
            <a:r>
              <a:rPr sz="1600" spc="-5" dirty="0">
                <a:latin typeface="Tahoma"/>
                <a:cs typeface="Tahoma"/>
              </a:rPr>
              <a:t>7	10</a:t>
            </a:r>
            <a:endParaRPr sz="1600">
              <a:latin typeface="Tahoma"/>
              <a:cs typeface="Tahoma"/>
            </a:endParaRPr>
          </a:p>
        </p:txBody>
      </p:sp>
      <p:graphicFrame>
        <p:nvGraphicFramePr>
          <p:cNvPr id="56" name="object 56"/>
          <p:cNvGraphicFramePr>
            <a:graphicFrameLocks noGrp="1"/>
          </p:cNvGraphicFramePr>
          <p:nvPr/>
        </p:nvGraphicFramePr>
        <p:xfrm>
          <a:off x="5657850" y="1989202"/>
          <a:ext cx="4617568" cy="2874264"/>
        </p:xfrm>
        <a:graphic>
          <a:graphicData uri="http://schemas.openxmlformats.org/drawingml/2006/table">
            <a:tbl>
              <a:tblPr firstRow="1" bandRow="1">
                <a:tableStyleId>{2D5ABB26-0587-4C30-8999-92F81FD0307C}</a:tableStyleId>
              </a:tblPr>
              <a:tblGrid>
                <a:gridCol w="1099343">
                  <a:extLst>
                    <a:ext uri="{9D8B030D-6E8A-4147-A177-3AD203B41FA5}">
                      <a16:colId xmlns:a16="http://schemas.microsoft.com/office/drawing/2014/main" val="20000"/>
                    </a:ext>
                  </a:extLst>
                </a:gridCol>
                <a:gridCol w="124682">
                  <a:extLst>
                    <a:ext uri="{9D8B030D-6E8A-4147-A177-3AD203B41FA5}">
                      <a16:colId xmlns:a16="http://schemas.microsoft.com/office/drawing/2014/main" val="20001"/>
                    </a:ext>
                  </a:extLst>
                </a:gridCol>
                <a:gridCol w="846074">
                  <a:extLst>
                    <a:ext uri="{9D8B030D-6E8A-4147-A177-3AD203B41FA5}">
                      <a16:colId xmlns:a16="http://schemas.microsoft.com/office/drawing/2014/main" val="20002"/>
                    </a:ext>
                  </a:extLst>
                </a:gridCol>
                <a:gridCol w="427863">
                  <a:extLst>
                    <a:ext uri="{9D8B030D-6E8A-4147-A177-3AD203B41FA5}">
                      <a16:colId xmlns:a16="http://schemas.microsoft.com/office/drawing/2014/main" val="20003"/>
                    </a:ext>
                  </a:extLst>
                </a:gridCol>
                <a:gridCol w="423862">
                  <a:extLst>
                    <a:ext uri="{9D8B030D-6E8A-4147-A177-3AD203B41FA5}">
                      <a16:colId xmlns:a16="http://schemas.microsoft.com/office/drawing/2014/main" val="20004"/>
                    </a:ext>
                  </a:extLst>
                </a:gridCol>
                <a:gridCol w="432561">
                  <a:extLst>
                    <a:ext uri="{9D8B030D-6E8A-4147-A177-3AD203B41FA5}">
                      <a16:colId xmlns:a16="http://schemas.microsoft.com/office/drawing/2014/main" val="20005"/>
                    </a:ext>
                  </a:extLst>
                </a:gridCol>
                <a:gridCol w="442150">
                  <a:extLst>
                    <a:ext uri="{9D8B030D-6E8A-4147-A177-3AD203B41FA5}">
                      <a16:colId xmlns:a16="http://schemas.microsoft.com/office/drawing/2014/main" val="20006"/>
                    </a:ext>
                  </a:extLst>
                </a:gridCol>
                <a:gridCol w="435800">
                  <a:extLst>
                    <a:ext uri="{9D8B030D-6E8A-4147-A177-3AD203B41FA5}">
                      <a16:colId xmlns:a16="http://schemas.microsoft.com/office/drawing/2014/main" val="20007"/>
                    </a:ext>
                  </a:extLst>
                </a:gridCol>
                <a:gridCol w="385233">
                  <a:extLst>
                    <a:ext uri="{9D8B030D-6E8A-4147-A177-3AD203B41FA5}">
                      <a16:colId xmlns:a16="http://schemas.microsoft.com/office/drawing/2014/main" val="20008"/>
                    </a:ext>
                  </a:extLst>
                </a:gridCol>
              </a:tblGrid>
              <a:tr h="569849">
                <a:tc rowSpan="11">
                  <a:txBody>
                    <a:bodyPr/>
                    <a:lstStyle/>
                    <a:p>
                      <a:pPr marL="301625">
                        <a:lnSpc>
                          <a:spcPct val="100000"/>
                        </a:lnSpc>
                        <a:spcBef>
                          <a:spcPts val="765"/>
                        </a:spcBef>
                      </a:pPr>
                      <a:r>
                        <a:rPr sz="1400" dirty="0">
                          <a:solidFill>
                            <a:srgbClr val="FF7E3E"/>
                          </a:solidFill>
                          <a:latin typeface="Tahoma"/>
                          <a:cs typeface="Tahoma"/>
                        </a:rPr>
                        <a:t>E</a:t>
                      </a:r>
                      <a:r>
                        <a:rPr sz="1400" spc="-5" dirty="0">
                          <a:solidFill>
                            <a:srgbClr val="FF7E3E"/>
                          </a:solidFill>
                          <a:latin typeface="Tahoma"/>
                          <a:cs typeface="Tahoma"/>
                        </a:rPr>
                        <a:t>sco</a:t>
                      </a:r>
                      <a:r>
                        <a:rPr sz="1400" spc="5" dirty="0">
                          <a:solidFill>
                            <a:srgbClr val="FF7E3E"/>
                          </a:solidFill>
                          <a:latin typeface="Tahoma"/>
                          <a:cs typeface="Tahoma"/>
                        </a:rPr>
                        <a:t>g</a:t>
                      </a:r>
                      <a:r>
                        <a:rPr sz="1400" dirty="0">
                          <a:solidFill>
                            <a:srgbClr val="FF7E3E"/>
                          </a:solidFill>
                          <a:latin typeface="Tahoma"/>
                          <a:cs typeface="Tahoma"/>
                        </a:rPr>
                        <a:t>idos</a:t>
                      </a:r>
                      <a:endParaRPr sz="1400">
                        <a:latin typeface="Tahoma"/>
                        <a:cs typeface="Tahoma"/>
                      </a:endParaRPr>
                    </a:p>
                    <a:p>
                      <a:pPr marL="156845" marR="305435" indent="144145">
                        <a:lnSpc>
                          <a:spcPct val="185800"/>
                        </a:lnSpc>
                        <a:spcBef>
                          <a:spcPts val="530"/>
                        </a:spcBef>
                      </a:pPr>
                      <a:r>
                        <a:rPr sz="1200" dirty="0">
                          <a:latin typeface="Tahoma"/>
                          <a:cs typeface="Tahoma"/>
                        </a:rPr>
                        <a:t>V1  V1,V2</a:t>
                      </a:r>
                      <a:endParaRPr sz="1200">
                        <a:latin typeface="Tahoma"/>
                        <a:cs typeface="Tahoma"/>
                      </a:endParaRPr>
                    </a:p>
                    <a:p>
                      <a:pPr marL="50800" indent="106045">
                        <a:lnSpc>
                          <a:spcPct val="182800"/>
                        </a:lnSpc>
                        <a:spcBef>
                          <a:spcPts val="465"/>
                        </a:spcBef>
                      </a:pPr>
                      <a:r>
                        <a:rPr sz="1200" dirty="0">
                          <a:latin typeface="Tahoma"/>
                          <a:cs typeface="Tahoma"/>
                        </a:rPr>
                        <a:t>V1,V2,V3  </a:t>
                      </a:r>
                      <a:r>
                        <a:rPr sz="1200" spc="-5" dirty="0">
                          <a:latin typeface="Tahoma"/>
                          <a:cs typeface="Tahoma"/>
                        </a:rPr>
                        <a:t>V1,V2,V3,V5  </a:t>
                      </a:r>
                      <a:r>
                        <a:rPr sz="1200" dirty="0">
                          <a:latin typeface="Tahoma"/>
                          <a:cs typeface="Tahoma"/>
                        </a:rPr>
                        <a:t>V</a:t>
                      </a:r>
                      <a:r>
                        <a:rPr sz="1200" spc="5" dirty="0">
                          <a:latin typeface="Tahoma"/>
                          <a:cs typeface="Tahoma"/>
                        </a:rPr>
                        <a:t>1</a:t>
                      </a:r>
                      <a:r>
                        <a:rPr sz="1200" spc="-5" dirty="0">
                          <a:latin typeface="Tahoma"/>
                          <a:cs typeface="Tahoma"/>
                        </a:rPr>
                        <a:t>,</a:t>
                      </a:r>
                      <a:r>
                        <a:rPr sz="1200" dirty="0">
                          <a:latin typeface="Tahoma"/>
                          <a:cs typeface="Tahoma"/>
                        </a:rPr>
                        <a:t>V</a:t>
                      </a:r>
                      <a:r>
                        <a:rPr sz="1200" spc="5" dirty="0">
                          <a:latin typeface="Tahoma"/>
                          <a:cs typeface="Tahoma"/>
                        </a:rPr>
                        <a:t>2</a:t>
                      </a:r>
                      <a:r>
                        <a:rPr sz="1200" spc="-5" dirty="0">
                          <a:latin typeface="Tahoma"/>
                          <a:cs typeface="Tahoma"/>
                        </a:rPr>
                        <a:t>,</a:t>
                      </a:r>
                      <a:r>
                        <a:rPr sz="1200" dirty="0">
                          <a:latin typeface="Tahoma"/>
                          <a:cs typeface="Tahoma"/>
                        </a:rPr>
                        <a:t>V</a:t>
                      </a:r>
                      <a:r>
                        <a:rPr sz="1200" spc="-5" dirty="0">
                          <a:latin typeface="Tahoma"/>
                          <a:cs typeface="Tahoma"/>
                        </a:rPr>
                        <a:t>3,</a:t>
                      </a:r>
                      <a:r>
                        <a:rPr sz="1200" dirty="0">
                          <a:latin typeface="Tahoma"/>
                          <a:cs typeface="Tahoma"/>
                        </a:rPr>
                        <a:t>V</a:t>
                      </a:r>
                      <a:r>
                        <a:rPr sz="1200" spc="-5" dirty="0">
                          <a:latin typeface="Tahoma"/>
                          <a:cs typeface="Tahoma"/>
                        </a:rPr>
                        <a:t>5,</a:t>
                      </a:r>
                      <a:r>
                        <a:rPr sz="1200" spc="-10" dirty="0">
                          <a:latin typeface="Tahoma"/>
                          <a:cs typeface="Tahoma"/>
                        </a:rPr>
                        <a:t>V</a:t>
                      </a:r>
                      <a:r>
                        <a:rPr sz="1200" dirty="0">
                          <a:latin typeface="Tahoma"/>
                          <a:cs typeface="Tahoma"/>
                        </a:rPr>
                        <a:t>6</a:t>
                      </a:r>
                      <a:endParaRPr sz="1200">
                        <a:latin typeface="Tahoma"/>
                        <a:cs typeface="Tahoma"/>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107950" marR="133985" indent="81915">
                        <a:lnSpc>
                          <a:spcPct val="100000"/>
                        </a:lnSpc>
                        <a:spcBef>
                          <a:spcPts val="340"/>
                        </a:spcBef>
                      </a:pPr>
                      <a:r>
                        <a:rPr sz="1400" spc="-5" dirty="0">
                          <a:solidFill>
                            <a:srgbClr val="FF7E3E"/>
                          </a:solidFill>
                          <a:latin typeface="Tahoma"/>
                          <a:cs typeface="Tahoma"/>
                        </a:rPr>
                        <a:t>Vértice  </a:t>
                      </a:r>
                      <a:r>
                        <a:rPr sz="1400" dirty="0">
                          <a:solidFill>
                            <a:srgbClr val="FF7E3E"/>
                          </a:solidFill>
                          <a:latin typeface="Tahoma"/>
                          <a:cs typeface="Tahoma"/>
                        </a:rPr>
                        <a:t>E</a:t>
                      </a:r>
                      <a:r>
                        <a:rPr sz="1400" spc="-30" dirty="0">
                          <a:solidFill>
                            <a:srgbClr val="FF7E3E"/>
                          </a:solidFill>
                          <a:latin typeface="Tahoma"/>
                          <a:cs typeface="Tahoma"/>
                        </a:rPr>
                        <a:t>v</a:t>
                      </a:r>
                      <a:r>
                        <a:rPr sz="1400" spc="-10" dirty="0">
                          <a:solidFill>
                            <a:srgbClr val="FF7E3E"/>
                          </a:solidFill>
                          <a:latin typeface="Tahoma"/>
                          <a:cs typeface="Tahoma"/>
                        </a:rPr>
                        <a:t>a</a:t>
                      </a:r>
                      <a:r>
                        <a:rPr sz="1400" dirty="0">
                          <a:solidFill>
                            <a:srgbClr val="FF7E3E"/>
                          </a:solidFill>
                          <a:latin typeface="Tahoma"/>
                          <a:cs typeface="Tahoma"/>
                        </a:rPr>
                        <a:t>lu</a:t>
                      </a:r>
                      <a:r>
                        <a:rPr sz="1400" spc="-10" dirty="0">
                          <a:solidFill>
                            <a:srgbClr val="FF7E3E"/>
                          </a:solidFill>
                          <a:latin typeface="Tahoma"/>
                          <a:cs typeface="Tahoma"/>
                        </a:rPr>
                        <a:t>a</a:t>
                      </a:r>
                      <a:r>
                        <a:rPr sz="1400" dirty="0">
                          <a:solidFill>
                            <a:srgbClr val="FF7E3E"/>
                          </a:solidFill>
                          <a:latin typeface="Tahoma"/>
                          <a:cs typeface="Tahoma"/>
                        </a:rPr>
                        <a:t>do</a:t>
                      </a:r>
                      <a:endParaRPr sz="1400">
                        <a:latin typeface="Tahoma"/>
                        <a:cs typeface="Tahoma"/>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marL="31750">
                        <a:lnSpc>
                          <a:spcPct val="100000"/>
                        </a:lnSpc>
                        <a:spcBef>
                          <a:spcPts val="340"/>
                        </a:spcBef>
                      </a:pPr>
                      <a:r>
                        <a:rPr sz="1400" spc="-5" dirty="0">
                          <a:solidFill>
                            <a:srgbClr val="FF7E3E"/>
                          </a:solidFill>
                          <a:latin typeface="Tahoma"/>
                          <a:cs typeface="Tahoma"/>
                        </a:rPr>
                        <a:t>D[0]</a:t>
                      </a:r>
                      <a:endParaRPr sz="1400">
                        <a:latin typeface="Tahoma"/>
                        <a:cs typeface="Tahoma"/>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FF"/>
                      </a:solidFill>
                      <a:prstDash val="solid"/>
                    </a:lnB>
                  </a:tcPr>
                </a:tc>
                <a:tc>
                  <a:txBody>
                    <a:bodyPr/>
                    <a:lstStyle/>
                    <a:p>
                      <a:pPr marL="43815">
                        <a:lnSpc>
                          <a:spcPct val="100000"/>
                        </a:lnSpc>
                        <a:spcBef>
                          <a:spcPts val="340"/>
                        </a:spcBef>
                      </a:pPr>
                      <a:r>
                        <a:rPr sz="1400" spc="-5" dirty="0">
                          <a:solidFill>
                            <a:srgbClr val="FF7E3E"/>
                          </a:solidFill>
                          <a:latin typeface="Tahoma"/>
                          <a:cs typeface="Tahoma"/>
                        </a:rPr>
                        <a:t>D[1]</a:t>
                      </a:r>
                      <a:endParaRPr sz="1400">
                        <a:latin typeface="Tahoma"/>
                        <a:cs typeface="Tahoma"/>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FF"/>
                      </a:solidFill>
                      <a:prstDash val="solid"/>
                    </a:lnB>
                  </a:tcPr>
                </a:tc>
                <a:tc>
                  <a:txBody>
                    <a:bodyPr/>
                    <a:lstStyle/>
                    <a:p>
                      <a:pPr marL="48260">
                        <a:lnSpc>
                          <a:spcPct val="100000"/>
                        </a:lnSpc>
                        <a:spcBef>
                          <a:spcPts val="340"/>
                        </a:spcBef>
                      </a:pPr>
                      <a:r>
                        <a:rPr sz="1400" spc="-5" dirty="0">
                          <a:solidFill>
                            <a:srgbClr val="FF7E3E"/>
                          </a:solidFill>
                          <a:latin typeface="Tahoma"/>
                          <a:cs typeface="Tahoma"/>
                        </a:rPr>
                        <a:t>D[2]</a:t>
                      </a:r>
                      <a:endParaRPr sz="1400">
                        <a:latin typeface="Tahoma"/>
                        <a:cs typeface="Tahoma"/>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FF"/>
                      </a:solidFill>
                      <a:prstDash val="solid"/>
                    </a:lnB>
                  </a:tcPr>
                </a:tc>
                <a:tc>
                  <a:txBody>
                    <a:bodyPr/>
                    <a:lstStyle/>
                    <a:p>
                      <a:pPr marL="38100">
                        <a:lnSpc>
                          <a:spcPct val="100000"/>
                        </a:lnSpc>
                        <a:spcBef>
                          <a:spcPts val="340"/>
                        </a:spcBef>
                      </a:pPr>
                      <a:r>
                        <a:rPr sz="1400" spc="-5" dirty="0">
                          <a:solidFill>
                            <a:srgbClr val="FF7E3E"/>
                          </a:solidFill>
                          <a:latin typeface="Tahoma"/>
                          <a:cs typeface="Tahoma"/>
                        </a:rPr>
                        <a:t>D[3]</a:t>
                      </a:r>
                      <a:endParaRPr sz="1400">
                        <a:latin typeface="Tahoma"/>
                        <a:cs typeface="Tahoma"/>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FF"/>
                      </a:solidFill>
                      <a:prstDash val="solid"/>
                    </a:lnB>
                  </a:tcPr>
                </a:tc>
                <a:tc>
                  <a:txBody>
                    <a:bodyPr/>
                    <a:lstStyle/>
                    <a:p>
                      <a:pPr marL="66040">
                        <a:lnSpc>
                          <a:spcPct val="100000"/>
                        </a:lnSpc>
                        <a:spcBef>
                          <a:spcPts val="340"/>
                        </a:spcBef>
                      </a:pPr>
                      <a:r>
                        <a:rPr sz="1400" spc="-5" dirty="0">
                          <a:solidFill>
                            <a:srgbClr val="FF7E3E"/>
                          </a:solidFill>
                          <a:latin typeface="Tahoma"/>
                          <a:cs typeface="Tahoma"/>
                        </a:rPr>
                        <a:t>D[4]</a:t>
                      </a:r>
                      <a:endParaRPr sz="1400">
                        <a:latin typeface="Tahoma"/>
                        <a:cs typeface="Tahoma"/>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FF"/>
                      </a:solidFill>
                      <a:prstDash val="solid"/>
                    </a:lnB>
                  </a:tcPr>
                </a:tc>
                <a:tc>
                  <a:txBody>
                    <a:bodyPr/>
                    <a:lstStyle/>
                    <a:p>
                      <a:pPr marL="44450">
                        <a:lnSpc>
                          <a:spcPct val="100000"/>
                        </a:lnSpc>
                        <a:spcBef>
                          <a:spcPts val="340"/>
                        </a:spcBef>
                      </a:pPr>
                      <a:r>
                        <a:rPr sz="1400" spc="-5" dirty="0">
                          <a:solidFill>
                            <a:srgbClr val="FF7E3E"/>
                          </a:solidFill>
                          <a:latin typeface="Tahoma"/>
                          <a:cs typeface="Tahoma"/>
                        </a:rPr>
                        <a:t>D[5</a:t>
                      </a:r>
                      <a:endParaRPr sz="1400">
                        <a:latin typeface="Tahoma"/>
                        <a:cs typeface="Tahoma"/>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FF"/>
                      </a:solidFill>
                      <a:prstDash val="solid"/>
                    </a:lnB>
                  </a:tcPr>
                </a:tc>
                <a:extLst>
                  <a:ext uri="{0D108BD9-81ED-4DB2-BD59-A6C34878D82A}">
                    <a16:rowId xmlns:a16="http://schemas.microsoft.com/office/drawing/2014/main" val="10000"/>
                  </a:ext>
                </a:extLst>
              </a:tr>
              <a:tr h="215900">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tcPr>
                </a:tc>
                <a:tc>
                  <a:txBody>
                    <a:bodyPr/>
                    <a:lstStyle/>
                    <a:p>
                      <a:endParaRPr sz="1400">
                        <a:latin typeface="Tahoma"/>
                        <a:cs typeface="Tahoma"/>
                      </a:endParaRPr>
                    </a:p>
                  </a:txBody>
                  <a:tcPr marL="0" marR="0" marT="0" marB="0">
                    <a:lnL w="12700">
                      <a:solidFill>
                        <a:srgbClr val="0000FF"/>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lnT w="12700">
                      <a:solidFill>
                        <a:srgbClr val="0000FF"/>
                      </a:solidFill>
                      <a:prstDash val="solid"/>
                    </a:lnT>
                    <a:lnB w="12700">
                      <a:solidFill>
                        <a:srgbClr val="0000FF"/>
                      </a:solidFill>
                      <a:prstDash val="solid"/>
                    </a:lnB>
                    <a:solidFill>
                      <a:srgbClr val="CCFFFF">
                        <a:alpha val="30979"/>
                      </a:srgbClr>
                    </a:solidFill>
                  </a:tcPr>
                </a:tc>
                <a:extLst>
                  <a:ext uri="{0D108BD9-81ED-4DB2-BD59-A6C34878D82A}">
                    <a16:rowId xmlns:a16="http://schemas.microsoft.com/office/drawing/2014/main" val="10001"/>
                  </a:ext>
                </a:extLst>
              </a:tr>
              <a:tr h="128524">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tcPr>
                </a:tc>
                <a:tc hMerge="1">
                  <a:txBody>
                    <a:bodyPr/>
                    <a:lstStyle/>
                    <a:p>
                      <a:endParaRPr/>
                    </a:p>
                  </a:txBody>
                  <a:tcPr marL="0" marR="0" marT="0" marB="0"/>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2"/>
                  </a:ext>
                </a:extLst>
              </a:tr>
              <a:tr h="215900">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tcPr>
                </a:tc>
                <a:tc>
                  <a:txBody>
                    <a:bodyPr/>
                    <a:lstStyle/>
                    <a:p>
                      <a:endParaRPr sz="1400">
                        <a:latin typeface="Tahoma"/>
                        <a:cs typeface="Tahoma"/>
                      </a:endParaRPr>
                    </a:p>
                  </a:txBody>
                  <a:tcPr marL="0" marR="0" marT="0" marB="0">
                    <a:lnL w="12700">
                      <a:solidFill>
                        <a:srgbClr val="0000FF"/>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lnT w="12700">
                      <a:solidFill>
                        <a:srgbClr val="0000FF"/>
                      </a:solidFill>
                      <a:prstDash val="solid"/>
                    </a:lnT>
                    <a:lnB w="12700">
                      <a:solidFill>
                        <a:srgbClr val="0000FF"/>
                      </a:solidFill>
                      <a:prstDash val="solid"/>
                    </a:lnB>
                    <a:solidFill>
                      <a:srgbClr val="CCFFFF">
                        <a:alpha val="30979"/>
                      </a:srgbClr>
                    </a:solidFill>
                  </a:tcPr>
                </a:tc>
                <a:extLst>
                  <a:ext uri="{0D108BD9-81ED-4DB2-BD59-A6C34878D82A}">
                    <a16:rowId xmlns:a16="http://schemas.microsoft.com/office/drawing/2014/main" val="10003"/>
                  </a:ext>
                </a:extLst>
              </a:tr>
              <a:tr h="115950">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tcPr>
                </a:tc>
                <a:tc hMerge="1">
                  <a:txBody>
                    <a:bodyPr/>
                    <a:lstStyle/>
                    <a:p>
                      <a:endParaRPr/>
                    </a:p>
                  </a:txBody>
                  <a:tcPr marL="0" marR="0" marT="0" marB="0"/>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4"/>
                  </a:ext>
                </a:extLst>
              </a:tr>
              <a:tr h="215900">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tcPr>
                </a:tc>
                <a:tc>
                  <a:txBody>
                    <a:bodyPr/>
                    <a:lstStyle/>
                    <a:p>
                      <a:endParaRPr sz="1400">
                        <a:latin typeface="Tahoma"/>
                        <a:cs typeface="Tahoma"/>
                      </a:endParaRPr>
                    </a:p>
                  </a:txBody>
                  <a:tcPr marL="0" marR="0" marT="0" marB="0">
                    <a:lnL w="12700">
                      <a:solidFill>
                        <a:srgbClr val="0000FF"/>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lnT w="12700">
                      <a:solidFill>
                        <a:srgbClr val="0000FF"/>
                      </a:solidFill>
                      <a:prstDash val="solid"/>
                    </a:lnT>
                    <a:lnB w="12700">
                      <a:solidFill>
                        <a:srgbClr val="0000FF"/>
                      </a:solidFill>
                      <a:prstDash val="solid"/>
                    </a:lnB>
                    <a:solidFill>
                      <a:srgbClr val="CCFFFF">
                        <a:alpha val="30979"/>
                      </a:srgbClr>
                    </a:solidFill>
                  </a:tcPr>
                </a:tc>
                <a:extLst>
                  <a:ext uri="{0D108BD9-81ED-4DB2-BD59-A6C34878D82A}">
                    <a16:rowId xmlns:a16="http://schemas.microsoft.com/office/drawing/2014/main" val="10005"/>
                  </a:ext>
                </a:extLst>
              </a:tr>
              <a:tr h="115950">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tcPr>
                </a:tc>
                <a:tc hMerge="1">
                  <a:txBody>
                    <a:bodyPr/>
                    <a:lstStyle/>
                    <a:p>
                      <a:endParaRPr/>
                    </a:p>
                  </a:txBody>
                  <a:tcPr marL="0" marR="0" marT="0" marB="0"/>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6"/>
                  </a:ext>
                </a:extLst>
              </a:tr>
              <a:tr h="215900">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tcPr>
                </a:tc>
                <a:tc>
                  <a:txBody>
                    <a:bodyPr/>
                    <a:lstStyle/>
                    <a:p>
                      <a:endParaRPr sz="1400">
                        <a:latin typeface="Tahoma"/>
                        <a:cs typeface="Tahoma"/>
                      </a:endParaRPr>
                    </a:p>
                  </a:txBody>
                  <a:tcPr marL="0" marR="0" marT="0" marB="0">
                    <a:lnL w="12700">
                      <a:solidFill>
                        <a:srgbClr val="0000FF"/>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lnT w="12700">
                      <a:solidFill>
                        <a:srgbClr val="0000FF"/>
                      </a:solidFill>
                      <a:prstDash val="solid"/>
                    </a:lnT>
                    <a:lnB w="12700">
                      <a:solidFill>
                        <a:srgbClr val="0000FF"/>
                      </a:solidFill>
                      <a:prstDash val="solid"/>
                    </a:lnB>
                    <a:solidFill>
                      <a:srgbClr val="CCFFFF">
                        <a:alpha val="30979"/>
                      </a:srgbClr>
                    </a:solidFill>
                  </a:tcPr>
                </a:tc>
                <a:extLst>
                  <a:ext uri="{0D108BD9-81ED-4DB2-BD59-A6C34878D82A}">
                    <a16:rowId xmlns:a16="http://schemas.microsoft.com/office/drawing/2014/main" val="10007"/>
                  </a:ext>
                </a:extLst>
              </a:tr>
              <a:tr h="71374">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tcPr>
                </a:tc>
                <a:tc hMerge="1">
                  <a:txBody>
                    <a:bodyPr/>
                    <a:lstStyle/>
                    <a:p>
                      <a:endParaRPr/>
                    </a:p>
                  </a:txBody>
                  <a:tcPr marL="0" marR="0" marT="0" marB="0"/>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tcPr>
                </a:tc>
                <a:extLst>
                  <a:ext uri="{0D108BD9-81ED-4DB2-BD59-A6C34878D82A}">
                    <a16:rowId xmlns:a16="http://schemas.microsoft.com/office/drawing/2014/main" val="10008"/>
                  </a:ext>
                </a:extLst>
              </a:tr>
              <a:tr h="215900">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tcPr>
                </a:tc>
                <a:tc>
                  <a:txBody>
                    <a:bodyPr/>
                    <a:lstStyle/>
                    <a:p>
                      <a:endParaRPr sz="1400">
                        <a:latin typeface="Tahoma"/>
                        <a:cs typeface="Tahoma"/>
                      </a:endParaRPr>
                    </a:p>
                  </a:txBody>
                  <a:tcPr marL="0" marR="0" marT="0" marB="0">
                    <a:lnL w="12700">
                      <a:solidFill>
                        <a:srgbClr val="0000FF"/>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FF"/>
                      </a:solidFill>
                      <a:prstDash val="solid"/>
                    </a:lnB>
                    <a:solidFill>
                      <a:srgbClr val="CCFFFF">
                        <a:alpha val="30979"/>
                      </a:srgbClr>
                    </a:solidFill>
                  </a:tcPr>
                </a:tc>
                <a:tc>
                  <a:txBody>
                    <a:bodyPr/>
                    <a:lstStyle/>
                    <a:p>
                      <a:endParaRPr sz="1400">
                        <a:latin typeface="Tahoma"/>
                        <a:cs typeface="Tahoma"/>
                      </a:endParaRPr>
                    </a:p>
                  </a:txBody>
                  <a:tcPr marL="0" marR="0" marT="0" marB="0">
                    <a:lnL w="12700">
                      <a:solidFill>
                        <a:srgbClr val="000000"/>
                      </a:solidFill>
                      <a:prstDash val="solid"/>
                    </a:lnL>
                    <a:lnR w="12700">
                      <a:solidFill>
                        <a:srgbClr val="0000FF"/>
                      </a:solidFill>
                      <a:prstDash val="solid"/>
                    </a:lnR>
                    <a:lnT w="12700">
                      <a:solidFill>
                        <a:srgbClr val="0000FF"/>
                      </a:solidFill>
                      <a:prstDash val="solid"/>
                    </a:lnT>
                    <a:lnB w="12700">
                      <a:solidFill>
                        <a:srgbClr val="0000FF"/>
                      </a:solidFill>
                      <a:prstDash val="solid"/>
                    </a:lnB>
                    <a:solidFill>
                      <a:srgbClr val="CCFFFF">
                        <a:alpha val="30979"/>
                      </a:srgbClr>
                    </a:solidFill>
                  </a:tcPr>
                </a:tc>
                <a:extLst>
                  <a:ext uri="{0D108BD9-81ED-4DB2-BD59-A6C34878D82A}">
                    <a16:rowId xmlns:a16="http://schemas.microsoft.com/office/drawing/2014/main" val="10009"/>
                  </a:ext>
                </a:extLst>
              </a:tr>
              <a:tr h="371475">
                <a:tc vMerge="1">
                  <a:txBody>
                    <a:bodyPr/>
                    <a:lstStyle/>
                    <a:p>
                      <a:endParaRPr/>
                    </a:p>
                  </a:txBody>
                  <a:tcPr marL="0" marR="0" marT="971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tc hMerge="1">
                  <a:txBody>
                    <a:bodyPr/>
                    <a:lstStyle/>
                    <a:p>
                      <a:endParaRPr/>
                    </a:p>
                  </a:txBody>
                  <a:tcPr marL="0" marR="0" marT="0" marB="0"/>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00"/>
                      </a:solidFill>
                      <a:prstDash val="solid"/>
                    </a:lnB>
                  </a:tcPr>
                </a:tc>
                <a:tc>
                  <a:txBody>
                    <a:bodyPr/>
                    <a:lstStyle/>
                    <a:p>
                      <a:endParaRPr sz="1400">
                        <a:latin typeface="Tahoma"/>
                        <a:cs typeface="Tahoma"/>
                      </a:endParaRPr>
                    </a:p>
                  </a:txBody>
                  <a:tcPr marL="0" marR="0" marT="0" marB="0">
                    <a:lnL w="12700">
                      <a:solidFill>
                        <a:srgbClr val="000000"/>
                      </a:solidFill>
                      <a:prstDash val="solid"/>
                    </a:lnL>
                    <a:lnR w="12700">
                      <a:solidFill>
                        <a:srgbClr val="000000"/>
                      </a:solidFill>
                      <a:prstDash val="solid"/>
                    </a:lnR>
                    <a:lnT w="12700">
                      <a:solidFill>
                        <a:srgbClr val="0000FF"/>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57" name="object 57"/>
          <p:cNvSpPr/>
          <p:nvPr/>
        </p:nvSpPr>
        <p:spPr>
          <a:xfrm>
            <a:off x="8977376" y="374650"/>
            <a:ext cx="773430" cy="2990850"/>
          </a:xfrm>
          <a:custGeom>
            <a:avLst/>
            <a:gdLst/>
            <a:ahLst/>
            <a:cxnLst/>
            <a:rect l="l" t="t" r="r" b="b"/>
            <a:pathLst>
              <a:path w="773429" h="2990850">
                <a:moveTo>
                  <a:pt x="0" y="0"/>
                </a:moveTo>
                <a:lnTo>
                  <a:pt x="773049" y="2990850"/>
                </a:lnTo>
              </a:path>
            </a:pathLst>
          </a:custGeom>
          <a:ln w="12700">
            <a:solidFill>
              <a:srgbClr val="000000"/>
            </a:solidFill>
          </a:ln>
        </p:spPr>
        <p:txBody>
          <a:bodyPr wrap="square" lIns="0" tIns="0" rIns="0" bIns="0" rtlCol="0"/>
          <a:lstStyle/>
          <a:p>
            <a:endParaRPr/>
          </a:p>
        </p:txBody>
      </p:sp>
      <p:sp>
        <p:nvSpPr>
          <p:cNvPr id="58" name="object 58"/>
          <p:cNvSpPr txBox="1"/>
          <p:nvPr/>
        </p:nvSpPr>
        <p:spPr>
          <a:xfrm>
            <a:off x="6888226" y="260351"/>
            <a:ext cx="2012950" cy="684803"/>
          </a:xfrm>
          <a:prstGeom prst="rect">
            <a:avLst/>
          </a:prstGeom>
          <a:solidFill>
            <a:srgbClr val="FFE7E7"/>
          </a:solidFill>
          <a:ln w="12700">
            <a:solidFill>
              <a:srgbClr val="000000"/>
            </a:solidFill>
          </a:ln>
        </p:spPr>
        <p:txBody>
          <a:bodyPr vert="horz" wrap="square" lIns="0" tIns="38100" rIns="0" bIns="0" rtlCol="0">
            <a:spAutoFit/>
          </a:bodyPr>
          <a:lstStyle/>
          <a:p>
            <a:pPr marL="1270" algn="ctr">
              <a:spcBef>
                <a:spcPts val="300"/>
              </a:spcBef>
            </a:pPr>
            <a:r>
              <a:rPr sz="1400" spc="-10" dirty="0">
                <a:latin typeface="Tahoma"/>
                <a:cs typeface="Tahoma"/>
              </a:rPr>
              <a:t>Pasando</a:t>
            </a:r>
            <a:r>
              <a:rPr sz="1400" spc="-80" dirty="0">
                <a:latin typeface="Tahoma"/>
                <a:cs typeface="Tahoma"/>
              </a:rPr>
              <a:t> </a:t>
            </a:r>
            <a:r>
              <a:rPr sz="1400" dirty="0">
                <a:latin typeface="Tahoma"/>
                <a:cs typeface="Tahoma"/>
              </a:rPr>
              <a:t>por</a:t>
            </a:r>
            <a:endParaRPr sz="1400">
              <a:latin typeface="Tahoma"/>
              <a:cs typeface="Tahoma"/>
            </a:endParaRPr>
          </a:p>
          <a:p>
            <a:pPr marL="162560" marR="153035" algn="ctr"/>
            <a:r>
              <a:rPr sz="1400" dirty="0">
                <a:latin typeface="Tahoma"/>
                <a:cs typeface="Tahoma"/>
              </a:rPr>
              <a:t>V3, </a:t>
            </a:r>
            <a:r>
              <a:rPr sz="1400" spc="-5" dirty="0">
                <a:latin typeface="Tahoma"/>
                <a:cs typeface="Tahoma"/>
              </a:rPr>
              <a:t>Distancia </a:t>
            </a:r>
            <a:r>
              <a:rPr sz="1400" dirty="0">
                <a:latin typeface="Tahoma"/>
                <a:cs typeface="Tahoma"/>
              </a:rPr>
              <a:t>de V1</a:t>
            </a:r>
            <a:r>
              <a:rPr sz="1400" spc="-75" dirty="0">
                <a:latin typeface="Tahoma"/>
                <a:cs typeface="Tahoma"/>
              </a:rPr>
              <a:t> </a:t>
            </a:r>
            <a:r>
              <a:rPr sz="1400" dirty="0">
                <a:latin typeface="Tahoma"/>
                <a:cs typeface="Tahoma"/>
              </a:rPr>
              <a:t>a  V5 </a:t>
            </a:r>
            <a:r>
              <a:rPr sz="1400" spc="-5" dirty="0">
                <a:latin typeface="Tahoma"/>
                <a:cs typeface="Tahoma"/>
              </a:rPr>
              <a:t>seria </a:t>
            </a:r>
            <a:r>
              <a:rPr sz="1400" spc="-55" dirty="0">
                <a:latin typeface="Tahoma"/>
                <a:cs typeface="Tahoma"/>
              </a:rPr>
              <a:t>7,</a:t>
            </a:r>
            <a:r>
              <a:rPr sz="1400" spc="-100" dirty="0">
                <a:latin typeface="Tahoma"/>
                <a:cs typeface="Tahoma"/>
              </a:rPr>
              <a:t> </a:t>
            </a:r>
            <a:r>
              <a:rPr sz="1400" dirty="0">
                <a:latin typeface="Tahoma"/>
                <a:cs typeface="Tahoma"/>
              </a:rPr>
              <a:t>CAMBIAR</a:t>
            </a:r>
            <a:endParaRPr sz="1400">
              <a:latin typeface="Tahoma"/>
              <a:cs typeface="Tahoma"/>
            </a:endParaRPr>
          </a:p>
        </p:txBody>
      </p:sp>
    </p:spTree>
    <p:extLst>
      <p:ext uri="{BB962C8B-B14F-4D97-AF65-F5344CB8AC3E}">
        <p14:creationId xmlns:p14="http://schemas.microsoft.com/office/powerpoint/2010/main" val="13263113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Evento principal">
  <a:themeElements>
    <a:clrScheme name="Evento principal">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Evento principal">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2.xml><?xml version="1.0" encoding="utf-8"?>
<a:theme xmlns:a="http://schemas.openxmlformats.org/drawingml/2006/main" name="1_Evento principal">
  <a:themeElements>
    <a:clrScheme name="Evento principal">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Evento principal">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docProps/app.xml><?xml version="1.0" encoding="utf-8"?>
<Properties xmlns="http://schemas.openxmlformats.org/officeDocument/2006/extended-properties" xmlns:vt="http://schemas.openxmlformats.org/officeDocument/2006/docPropsVTypes">
  <Template>Evento principal</Template>
  <TotalTime>505</TotalTime>
  <Words>2638</Words>
  <Application>Microsoft Office PowerPoint</Application>
  <PresentationFormat>Panorámica</PresentationFormat>
  <Paragraphs>449</Paragraphs>
  <Slides>36</Slides>
  <Notes>0</Notes>
  <HiddenSlides>4</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36</vt:i4>
      </vt:variant>
    </vt:vector>
  </HeadingPairs>
  <TitlesOfParts>
    <vt:vector size="46" baseType="lpstr">
      <vt:lpstr>Arial</vt:lpstr>
      <vt:lpstr>Arial Narrow</vt:lpstr>
      <vt:lpstr>HP Simplified</vt:lpstr>
      <vt:lpstr>Impact</vt:lpstr>
      <vt:lpstr>Libre Franklin</vt:lpstr>
      <vt:lpstr>Tahoma</vt:lpstr>
      <vt:lpstr>Times New Roman</vt:lpstr>
      <vt:lpstr>Wingdings</vt:lpstr>
      <vt:lpstr>Evento principal</vt:lpstr>
      <vt:lpstr>1_Evento principal</vt:lpstr>
      <vt:lpstr>Teoría de Grafos</vt:lpstr>
      <vt:lpstr>Contenido</vt:lpstr>
      <vt:lpstr>Isomorfismo de grafos</vt:lpstr>
      <vt:lpstr>CAMINOS y CICLOS</vt:lpstr>
      <vt:lpstr>Trayectorias en Grafos</vt:lpstr>
      <vt:lpstr>Trayectorias en Grafos</vt:lpstr>
      <vt:lpstr>Representación Matricial</vt:lpstr>
      <vt:lpstr>Representación de Grafos</vt:lpstr>
      <vt:lpstr>Matriz de Adyacencia [A] (grafos no  dirigidos)</vt:lpstr>
      <vt:lpstr>Matriz de Adyacencia [A]  (digrafos)</vt:lpstr>
      <vt:lpstr>Matriz de Adyacencia [A]  (Propiedades)</vt:lpstr>
      <vt:lpstr>Matriz de Incidencia [M] (grafos no  dirigidos)</vt:lpstr>
      <vt:lpstr>Matriz de Incidencia [M]  (digrafos)</vt:lpstr>
      <vt:lpstr>Matriz de Arcos [B]</vt:lpstr>
      <vt:lpstr>Matriz Distancia [D]</vt:lpstr>
      <vt:lpstr>Estructuras matriciales</vt:lpstr>
      <vt:lpstr>Ciclos de Euler y Hamilton</vt:lpstr>
      <vt:lpstr>OBJETIVOS</vt:lpstr>
      <vt:lpstr>Puentes de Königsberg</vt:lpstr>
      <vt:lpstr>Puentes de Königsberg</vt:lpstr>
      <vt:lpstr>Caminos y Ciclos de Euler</vt:lpstr>
      <vt:lpstr>Teoremas de Euler</vt:lpstr>
      <vt:lpstr>Solución de Euler</vt:lpstr>
      <vt:lpstr>Eulerizar un grafo</vt:lpstr>
      <vt:lpstr>Caminos y Ciclos de Hamilton</vt:lpstr>
      <vt:lpstr>Ciclo Hamiltoniano</vt:lpstr>
      <vt:lpstr>Grafos: Algoritmos</vt:lpstr>
      <vt:lpstr>Problema del vendedor viajero</vt:lpstr>
      <vt:lpstr>circuitos hamiltonianos considerando el costo</vt:lpstr>
      <vt:lpstr>circuitos hamiltonianos considerando el costo</vt:lpstr>
      <vt:lpstr>circuitos hamiltonianos considerando el costo</vt:lpstr>
      <vt:lpstr>Algoritmos para encontrar caminos más cortos</vt:lpstr>
      <vt:lpstr>Algoritmo de Ford</vt:lpstr>
      <vt:lpstr>Edsger Dijkstra (1930 – 2002)</vt:lpstr>
      <vt:lpstr>Algoritmo de Dikjstra: grafos conexos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Teoría de Grafos</dc:title>
  <dc:creator>Rolando E. Montero A.</dc:creator>
  <cp:lastModifiedBy>Rolando E. Montero A.</cp:lastModifiedBy>
  <cp:revision>30</cp:revision>
  <dcterms:created xsi:type="dcterms:W3CDTF">2020-07-09T09:00:48Z</dcterms:created>
  <dcterms:modified xsi:type="dcterms:W3CDTF">2022-05-28T17:02:31Z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2012-05-19T00:00:00Z</vt:filetime>
  </property>
  <property fmtid="{D5CDD505-2E9C-101B-9397-08002B2CF9AE}" pid="3" name="Creator">
    <vt:lpwstr>Microsoft® Office PowerPoint® 2007</vt:lpwstr>
  </property>
  <property fmtid="{D5CDD505-2E9C-101B-9397-08002B2CF9AE}" pid="4" name="LastSaved">
    <vt:filetime>2020-07-09T00:00:00Z</vt:filetime>
  </property>
</Properties>
</file>