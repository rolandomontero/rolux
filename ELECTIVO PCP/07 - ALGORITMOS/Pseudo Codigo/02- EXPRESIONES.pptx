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3.xml" ContentType="application/vnd.openxmlformats-officedocument.theme+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theme/theme4.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3" r:id="rId1"/>
    <p:sldMasterId id="2147483769" r:id="rId2"/>
    <p:sldMasterId id="2147483787" r:id="rId3"/>
    <p:sldMasterId id="2147483805" r:id="rId4"/>
  </p:sldMasterIdLst>
  <p:sldIdLst>
    <p:sldId id="305" r:id="rId5"/>
    <p:sldId id="306" r:id="rId6"/>
    <p:sldId id="308" r:id="rId7"/>
    <p:sldId id="309" r:id="rId8"/>
    <p:sldId id="310" r:id="rId9"/>
    <p:sldId id="312" r:id="rId10"/>
    <p:sldId id="313" r:id="rId11"/>
  </p:sldIdLst>
  <p:sldSz cx="12192000" cy="6858000"/>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7CDBC"/>
    <a:srgbClr val="EE8011"/>
    <a:srgbClr val="B24A4B"/>
    <a:srgbClr val="FFF2CC"/>
    <a:srgbClr val="1863AF"/>
    <a:srgbClr val="E5FFE5"/>
    <a:srgbClr val="5D4BCE"/>
    <a:srgbClr val="CFA561"/>
    <a:srgbClr val="CCB2FF"/>
    <a:srgbClr val="9D61C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3907" autoAdjust="0"/>
    <p:restoredTop sz="93727" autoAdjust="0"/>
  </p:normalViewPr>
  <p:slideViewPr>
    <p:cSldViewPr>
      <p:cViewPr varScale="1">
        <p:scale>
          <a:sx n="69" d="100"/>
          <a:sy n="69" d="100"/>
        </p:scale>
        <p:origin x="336" y="60"/>
      </p:cViewPr>
      <p:guideLst>
        <p:guide orient="horz" pos="1968"/>
        <p:guide pos="384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3" Type="http://schemas.openxmlformats.org/officeDocument/2006/relationships/slideMaster" Target="slideMasters/slideMaster3.xml"/><Relationship Id="rId7" Type="http://schemas.openxmlformats.org/officeDocument/2006/relationships/slide" Target="slides/slide3.xml"/><Relationship Id="rId12" Type="http://schemas.openxmlformats.org/officeDocument/2006/relationships/presProps" Target="presProps.xml"/><Relationship Id="rId2" Type="http://schemas.openxmlformats.org/officeDocument/2006/relationships/slideMaster" Target="slideMasters/slideMaster2.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slide" Target="slides/slide6.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lando E. Montero A." userId="db44b2c1daed2876" providerId="LiveId" clId="{361FB2C5-FECE-48D4-BA87-679F31C596BA}"/>
    <pc:docChg chg="undo custSel addSld delSld modSld sldOrd delSection modSection">
      <pc:chgData name="Rolando E. Montero A." userId="db44b2c1daed2876" providerId="LiveId" clId="{361FB2C5-FECE-48D4-BA87-679F31C596BA}" dt="2020-08-20T13:55:18.386" v="224" actId="404"/>
      <pc:docMkLst>
        <pc:docMk/>
      </pc:docMkLst>
      <pc:sldChg chg="modSp mod">
        <pc:chgData name="Rolando E. Montero A." userId="db44b2c1daed2876" providerId="LiveId" clId="{361FB2C5-FECE-48D4-BA87-679F31C596BA}" dt="2020-08-20T13:27:20.646" v="10" actId="20577"/>
        <pc:sldMkLst>
          <pc:docMk/>
          <pc:sldMk cId="191823659" sldId="305"/>
        </pc:sldMkLst>
        <pc:spChg chg="mod">
          <ac:chgData name="Rolando E. Montero A." userId="db44b2c1daed2876" providerId="LiveId" clId="{361FB2C5-FECE-48D4-BA87-679F31C596BA}" dt="2020-08-20T13:27:20.646" v="10" actId="20577"/>
          <ac:spMkLst>
            <pc:docMk/>
            <pc:sldMk cId="191823659" sldId="305"/>
            <ac:spMk id="5" creationId="{518F2013-4D40-4305-9C6C-77B2D54E2670}"/>
          </ac:spMkLst>
        </pc:spChg>
      </pc:sldChg>
      <pc:sldChg chg="addSp delSp modSp mod chgLayout">
        <pc:chgData name="Rolando E. Montero A." userId="db44b2c1daed2876" providerId="LiveId" clId="{361FB2C5-FECE-48D4-BA87-679F31C596BA}" dt="2020-08-20T13:51:16.199" v="205" actId="1076"/>
        <pc:sldMkLst>
          <pc:docMk/>
          <pc:sldMk cId="1154411732" sldId="308"/>
        </pc:sldMkLst>
        <pc:spChg chg="mod ord">
          <ac:chgData name="Rolando E. Montero A." userId="db44b2c1daed2876" providerId="LiveId" clId="{361FB2C5-FECE-48D4-BA87-679F31C596BA}" dt="2020-08-20T13:31:51.158" v="31" actId="700"/>
          <ac:spMkLst>
            <pc:docMk/>
            <pc:sldMk cId="1154411732" sldId="308"/>
            <ac:spMk id="2" creationId="{4BEBAD61-B030-478F-9EFC-587E811BE169}"/>
          </ac:spMkLst>
        </pc:spChg>
        <pc:spChg chg="add mod ord">
          <ac:chgData name="Rolando E. Montero A." userId="db44b2c1daed2876" providerId="LiveId" clId="{361FB2C5-FECE-48D4-BA87-679F31C596BA}" dt="2020-08-20T13:32:03.491" v="35" actId="404"/>
          <ac:spMkLst>
            <pc:docMk/>
            <pc:sldMk cId="1154411732" sldId="308"/>
            <ac:spMk id="3" creationId="{490040E4-F064-42A8-89C3-A1A1F51CB4FA}"/>
          </ac:spMkLst>
        </pc:spChg>
        <pc:grpChg chg="del">
          <ac:chgData name="Rolando E. Montero A." userId="db44b2c1daed2876" providerId="LiveId" clId="{361FB2C5-FECE-48D4-BA87-679F31C596BA}" dt="2020-08-20T13:30:27.377" v="28" actId="478"/>
          <ac:grpSpMkLst>
            <pc:docMk/>
            <pc:sldMk cId="1154411732" sldId="308"/>
            <ac:grpSpMk id="27" creationId="{57E754A6-66B7-456E-A016-12FB96832AFE}"/>
          </ac:grpSpMkLst>
        </pc:grpChg>
        <pc:graphicFrameChg chg="add del mod modGraphic">
          <ac:chgData name="Rolando E. Montero A." userId="db44b2c1daed2876" providerId="LiveId" clId="{361FB2C5-FECE-48D4-BA87-679F31C596BA}" dt="2020-08-20T13:32:57.242" v="38" actId="478"/>
          <ac:graphicFrameMkLst>
            <pc:docMk/>
            <pc:sldMk cId="1154411732" sldId="308"/>
            <ac:graphicFrameMk id="4" creationId="{6C082307-E12F-4582-98E4-8B32E107A8CB}"/>
          </ac:graphicFrameMkLst>
        </pc:graphicFrameChg>
        <pc:graphicFrameChg chg="add mod modGraphic">
          <ac:chgData name="Rolando E. Montero A." userId="db44b2c1daed2876" providerId="LiveId" clId="{361FB2C5-FECE-48D4-BA87-679F31C596BA}" dt="2020-08-20T13:40:15.651" v="100" actId="207"/>
          <ac:graphicFrameMkLst>
            <pc:docMk/>
            <pc:sldMk cId="1154411732" sldId="308"/>
            <ac:graphicFrameMk id="7" creationId="{8CEF3C75-22FB-436B-B139-04E4645D820A}"/>
          </ac:graphicFrameMkLst>
        </pc:graphicFrameChg>
        <pc:picChg chg="add mod">
          <ac:chgData name="Rolando E. Montero A." userId="db44b2c1daed2876" providerId="LiveId" clId="{361FB2C5-FECE-48D4-BA87-679F31C596BA}" dt="2020-08-20T13:41:52.610" v="110" actId="1076"/>
          <ac:picMkLst>
            <pc:docMk/>
            <pc:sldMk cId="1154411732" sldId="308"/>
            <ac:picMk id="9" creationId="{A47C1833-0876-4359-9F1B-E6DD3164F3B0}"/>
          </ac:picMkLst>
        </pc:picChg>
        <pc:picChg chg="add mod">
          <ac:chgData name="Rolando E. Montero A." userId="db44b2c1daed2876" providerId="LiveId" clId="{361FB2C5-FECE-48D4-BA87-679F31C596BA}" dt="2020-08-20T13:41:55.157" v="111" actId="1076"/>
          <ac:picMkLst>
            <pc:docMk/>
            <pc:sldMk cId="1154411732" sldId="308"/>
            <ac:picMk id="11" creationId="{554CA69F-4D55-41B9-B4B3-C97FB5BDFA48}"/>
          </ac:picMkLst>
        </pc:picChg>
        <pc:picChg chg="add mod">
          <ac:chgData name="Rolando E. Montero A." userId="db44b2c1daed2876" providerId="LiveId" clId="{361FB2C5-FECE-48D4-BA87-679F31C596BA}" dt="2020-08-20T13:51:16.199" v="205" actId="1076"/>
          <ac:picMkLst>
            <pc:docMk/>
            <pc:sldMk cId="1154411732" sldId="308"/>
            <ac:picMk id="13" creationId="{835921AD-7775-4A2D-BE0E-33AF23D37816}"/>
          </ac:picMkLst>
        </pc:picChg>
      </pc:sldChg>
      <pc:sldChg chg="addSp delSp modSp new mod modClrScheme chgLayout">
        <pc:chgData name="Rolando E. Montero A." userId="db44b2c1daed2876" providerId="LiveId" clId="{361FB2C5-FECE-48D4-BA87-679F31C596BA}" dt="2020-08-20T13:46:50.652" v="174" actId="1582"/>
        <pc:sldMkLst>
          <pc:docMk/>
          <pc:sldMk cId="2474666180" sldId="309"/>
        </pc:sldMkLst>
        <pc:spChg chg="mod ord">
          <ac:chgData name="Rolando E. Montero A." userId="db44b2c1daed2876" providerId="LiveId" clId="{361FB2C5-FECE-48D4-BA87-679F31C596BA}" dt="2020-08-20T13:46:42.293" v="173" actId="1076"/>
          <ac:spMkLst>
            <pc:docMk/>
            <pc:sldMk cId="2474666180" sldId="309"/>
            <ac:spMk id="2" creationId="{FD0527A8-85A6-44A2-8A78-C4BA4E1364E0}"/>
          </ac:spMkLst>
        </pc:spChg>
        <pc:spChg chg="mod ord">
          <ac:chgData name="Rolando E. Montero A." userId="db44b2c1daed2876" providerId="LiveId" clId="{361FB2C5-FECE-48D4-BA87-679F31C596BA}" dt="2020-08-20T13:45:58.284" v="164" actId="14100"/>
          <ac:spMkLst>
            <pc:docMk/>
            <pc:sldMk cId="2474666180" sldId="309"/>
            <ac:spMk id="3" creationId="{3B87B0A5-F419-4834-9784-E1D4934CE3AE}"/>
          </ac:spMkLst>
        </pc:spChg>
        <pc:spChg chg="add mod ord">
          <ac:chgData name="Rolando E. Montero A." userId="db44b2c1daed2876" providerId="LiveId" clId="{361FB2C5-FECE-48D4-BA87-679F31C596BA}" dt="2020-08-20T13:46:50.652" v="174" actId="1582"/>
          <ac:spMkLst>
            <pc:docMk/>
            <pc:sldMk cId="2474666180" sldId="309"/>
            <ac:spMk id="6" creationId="{14268FAE-AFC9-440C-BB59-E1E0DCFF6353}"/>
          </ac:spMkLst>
        </pc:spChg>
        <pc:picChg chg="add mod">
          <ac:chgData name="Rolando E. Montero A." userId="db44b2c1daed2876" providerId="LiveId" clId="{361FB2C5-FECE-48D4-BA87-679F31C596BA}" dt="2020-08-20T13:46:34.525" v="172" actId="1035"/>
          <ac:picMkLst>
            <pc:docMk/>
            <pc:sldMk cId="2474666180" sldId="309"/>
            <ac:picMk id="5" creationId="{5C1D8617-CC99-496D-8575-193CDEBF5CF0}"/>
          </ac:picMkLst>
        </pc:picChg>
        <pc:picChg chg="add del">
          <ac:chgData name="Rolando E. Montero A." userId="db44b2c1daed2876" providerId="LiveId" clId="{361FB2C5-FECE-48D4-BA87-679F31C596BA}" dt="2020-08-20T13:44:32.847" v="148"/>
          <ac:picMkLst>
            <pc:docMk/>
            <pc:sldMk cId="2474666180" sldId="309"/>
            <ac:picMk id="7" creationId="{57BA23F2-171D-4DA0-8605-1212768639AB}"/>
          </ac:picMkLst>
        </pc:picChg>
        <pc:picChg chg="add mod">
          <ac:chgData name="Rolando E. Montero A." userId="db44b2c1daed2876" providerId="LiveId" clId="{361FB2C5-FECE-48D4-BA87-679F31C596BA}" dt="2020-08-20T13:46:15.320" v="168" actId="14100"/>
          <ac:picMkLst>
            <pc:docMk/>
            <pc:sldMk cId="2474666180" sldId="309"/>
            <ac:picMk id="8" creationId="{7FA5A2F5-0C56-4A5F-91B4-69B0CF1287B9}"/>
          </ac:picMkLst>
        </pc:picChg>
      </pc:sldChg>
      <pc:sldChg chg="del">
        <pc:chgData name="Rolando E. Montero A." userId="db44b2c1daed2876" providerId="LiveId" clId="{361FB2C5-FECE-48D4-BA87-679F31C596BA}" dt="2020-08-20T13:31:07.820" v="30" actId="47"/>
        <pc:sldMkLst>
          <pc:docMk/>
          <pc:sldMk cId="3883758030" sldId="309"/>
        </pc:sldMkLst>
      </pc:sldChg>
      <pc:sldChg chg="addSp delSp modSp add mod">
        <pc:chgData name="Rolando E. Montero A." userId="db44b2c1daed2876" providerId="LiveId" clId="{361FB2C5-FECE-48D4-BA87-679F31C596BA}" dt="2020-08-20T13:49:32.065" v="192" actId="14100"/>
        <pc:sldMkLst>
          <pc:docMk/>
          <pc:sldMk cId="322873346" sldId="310"/>
        </pc:sldMkLst>
        <pc:spChg chg="mod">
          <ac:chgData name="Rolando E. Montero A." userId="db44b2c1daed2876" providerId="LiveId" clId="{361FB2C5-FECE-48D4-BA87-679F31C596BA}" dt="2020-08-20T13:47:09.453" v="184" actId="20577"/>
          <ac:spMkLst>
            <pc:docMk/>
            <pc:sldMk cId="322873346" sldId="310"/>
            <ac:spMk id="2" creationId="{FD0527A8-85A6-44A2-8A78-C4BA4E1364E0}"/>
          </ac:spMkLst>
        </pc:spChg>
        <pc:spChg chg="mod">
          <ac:chgData name="Rolando E. Montero A." userId="db44b2c1daed2876" providerId="LiveId" clId="{361FB2C5-FECE-48D4-BA87-679F31C596BA}" dt="2020-08-20T13:49:32.065" v="192" actId="14100"/>
          <ac:spMkLst>
            <pc:docMk/>
            <pc:sldMk cId="322873346" sldId="310"/>
            <ac:spMk id="3" creationId="{3B87B0A5-F419-4834-9784-E1D4934CE3AE}"/>
          </ac:spMkLst>
        </pc:spChg>
        <pc:picChg chg="add mod">
          <ac:chgData name="Rolando E. Montero A." userId="db44b2c1daed2876" providerId="LiveId" clId="{361FB2C5-FECE-48D4-BA87-679F31C596BA}" dt="2020-08-20T13:47:17.812" v="187" actId="1076"/>
          <ac:picMkLst>
            <pc:docMk/>
            <pc:sldMk cId="322873346" sldId="310"/>
            <ac:picMk id="4" creationId="{8840AF35-DF9F-41A6-94AE-CB6B0AB3EE10}"/>
          </ac:picMkLst>
        </pc:picChg>
        <pc:picChg chg="del">
          <ac:chgData name="Rolando E. Montero A." userId="db44b2c1daed2876" providerId="LiveId" clId="{361FB2C5-FECE-48D4-BA87-679F31C596BA}" dt="2020-08-20T13:47:13.375" v="185" actId="478"/>
          <ac:picMkLst>
            <pc:docMk/>
            <pc:sldMk cId="322873346" sldId="310"/>
            <ac:picMk id="5" creationId="{5C1D8617-CC99-496D-8575-193CDEBF5CF0}"/>
          </ac:picMkLst>
        </pc:picChg>
        <pc:picChg chg="del">
          <ac:chgData name="Rolando E. Montero A." userId="db44b2c1daed2876" providerId="LiveId" clId="{361FB2C5-FECE-48D4-BA87-679F31C596BA}" dt="2020-08-20T13:49:27.565" v="191" actId="478"/>
          <ac:picMkLst>
            <pc:docMk/>
            <pc:sldMk cId="322873346" sldId="310"/>
            <ac:picMk id="8" creationId="{7FA5A2F5-0C56-4A5F-91B4-69B0CF1287B9}"/>
          </ac:picMkLst>
        </pc:picChg>
      </pc:sldChg>
      <pc:sldChg chg="del">
        <pc:chgData name="Rolando E. Montero A." userId="db44b2c1daed2876" providerId="LiveId" clId="{361FB2C5-FECE-48D4-BA87-679F31C596BA}" dt="2020-08-20T13:31:07.820" v="30" actId="47"/>
        <pc:sldMkLst>
          <pc:docMk/>
          <pc:sldMk cId="2078886785" sldId="310"/>
        </pc:sldMkLst>
      </pc:sldChg>
      <pc:sldChg chg="new">
        <pc:chgData name="Rolando E. Montero A." userId="db44b2c1daed2876" providerId="LiveId" clId="{361FB2C5-FECE-48D4-BA87-679F31C596BA}" dt="2020-08-20T13:49:39.583" v="193" actId="680"/>
        <pc:sldMkLst>
          <pc:docMk/>
          <pc:sldMk cId="2024728830" sldId="311"/>
        </pc:sldMkLst>
      </pc:sldChg>
      <pc:sldChg chg="del">
        <pc:chgData name="Rolando E. Montero A." userId="db44b2c1daed2876" providerId="LiveId" clId="{361FB2C5-FECE-48D4-BA87-679F31C596BA}" dt="2020-08-20T13:31:07.820" v="30" actId="47"/>
        <pc:sldMkLst>
          <pc:docMk/>
          <pc:sldMk cId="3947388508" sldId="311"/>
        </pc:sldMkLst>
      </pc:sldChg>
      <pc:sldChg chg="del">
        <pc:chgData name="Rolando E. Montero A." userId="db44b2c1daed2876" providerId="LiveId" clId="{361FB2C5-FECE-48D4-BA87-679F31C596BA}" dt="2020-08-20T13:31:07.820" v="30" actId="47"/>
        <pc:sldMkLst>
          <pc:docMk/>
          <pc:sldMk cId="684440861" sldId="312"/>
        </pc:sldMkLst>
      </pc:sldChg>
      <pc:sldChg chg="addSp delSp modSp add mod">
        <pc:chgData name="Rolando E. Montero A." userId="db44b2c1daed2876" providerId="LiveId" clId="{361FB2C5-FECE-48D4-BA87-679F31C596BA}" dt="2020-08-20T13:50:47.903" v="200" actId="14100"/>
        <pc:sldMkLst>
          <pc:docMk/>
          <pc:sldMk cId="3483406884" sldId="312"/>
        </pc:sldMkLst>
        <pc:spChg chg="del">
          <ac:chgData name="Rolando E. Montero A." userId="db44b2c1daed2876" providerId="LiveId" clId="{361FB2C5-FECE-48D4-BA87-679F31C596BA}" dt="2020-08-20T13:49:46.911" v="195" actId="478"/>
          <ac:spMkLst>
            <pc:docMk/>
            <pc:sldMk cId="3483406884" sldId="312"/>
            <ac:spMk id="3" creationId="{3B87B0A5-F419-4834-9784-E1D4934CE3AE}"/>
          </ac:spMkLst>
        </pc:spChg>
        <pc:spChg chg="add del mod">
          <ac:chgData name="Rolando E. Montero A." userId="db44b2c1daed2876" providerId="LiveId" clId="{361FB2C5-FECE-48D4-BA87-679F31C596BA}" dt="2020-08-20T13:50:22.292" v="196"/>
          <ac:spMkLst>
            <pc:docMk/>
            <pc:sldMk cId="3483406884" sldId="312"/>
            <ac:spMk id="7" creationId="{BF2252C9-5A5B-49AC-9CD4-CC9FA62B7109}"/>
          </ac:spMkLst>
        </pc:spChg>
        <pc:picChg chg="add mod">
          <ac:chgData name="Rolando E. Montero A." userId="db44b2c1daed2876" providerId="LiveId" clId="{361FB2C5-FECE-48D4-BA87-679F31C596BA}" dt="2020-08-20T13:50:47.903" v="200" actId="14100"/>
          <ac:picMkLst>
            <pc:docMk/>
            <pc:sldMk cId="3483406884" sldId="312"/>
            <ac:picMk id="8" creationId="{AFFC0541-75B7-4BB4-87AE-EF20DD9AF2C0}"/>
          </ac:picMkLst>
        </pc:picChg>
      </pc:sldChg>
      <pc:sldChg chg="addSp delSp modSp add mod ord">
        <pc:chgData name="Rolando E. Montero A." userId="db44b2c1daed2876" providerId="LiveId" clId="{361FB2C5-FECE-48D4-BA87-679F31C596BA}" dt="2020-08-20T13:55:18.386" v="224" actId="404"/>
        <pc:sldMkLst>
          <pc:docMk/>
          <pc:sldMk cId="599202311" sldId="313"/>
        </pc:sldMkLst>
        <pc:spChg chg="mod">
          <ac:chgData name="Rolando E. Montero A." userId="db44b2c1daed2876" providerId="LiveId" clId="{361FB2C5-FECE-48D4-BA87-679F31C596BA}" dt="2020-08-20T13:55:18.386" v="224" actId="404"/>
          <ac:spMkLst>
            <pc:docMk/>
            <pc:sldMk cId="599202311" sldId="313"/>
            <ac:spMk id="2" creationId="{FD0527A8-85A6-44A2-8A78-C4BA4E1364E0}"/>
          </ac:spMkLst>
        </pc:spChg>
        <pc:spChg chg="mod">
          <ac:chgData name="Rolando E. Montero A." userId="db44b2c1daed2876" providerId="LiveId" clId="{361FB2C5-FECE-48D4-BA87-679F31C596BA}" dt="2020-08-20T13:55:11.716" v="223" actId="14100"/>
          <ac:spMkLst>
            <pc:docMk/>
            <pc:sldMk cId="599202311" sldId="313"/>
            <ac:spMk id="3" creationId="{3B87B0A5-F419-4834-9784-E1D4934CE3AE}"/>
          </ac:spMkLst>
        </pc:spChg>
        <pc:picChg chg="add mod">
          <ac:chgData name="Rolando E. Montero A." userId="db44b2c1daed2876" providerId="LiveId" clId="{361FB2C5-FECE-48D4-BA87-679F31C596BA}" dt="2020-08-20T13:51:27.357" v="209" actId="1076"/>
          <ac:picMkLst>
            <pc:docMk/>
            <pc:sldMk cId="599202311" sldId="313"/>
            <ac:picMk id="4" creationId="{DB4A7723-9003-410D-81F6-891123FDE1DD}"/>
          </ac:picMkLst>
        </pc:picChg>
        <pc:picChg chg="del">
          <ac:chgData name="Rolando E. Montero A." userId="db44b2c1daed2876" providerId="LiveId" clId="{361FB2C5-FECE-48D4-BA87-679F31C596BA}" dt="2020-08-20T13:51:23.245" v="207" actId="478"/>
          <ac:picMkLst>
            <pc:docMk/>
            <pc:sldMk cId="599202311" sldId="313"/>
            <ac:picMk id="5" creationId="{5C1D8617-CC99-496D-8575-193CDEBF5CF0}"/>
          </ac:picMkLst>
        </pc:picChg>
        <pc:picChg chg="del">
          <ac:chgData name="Rolando E. Montero A." userId="db44b2c1daed2876" providerId="LiveId" clId="{361FB2C5-FECE-48D4-BA87-679F31C596BA}" dt="2020-08-20T13:51:24.232" v="208" actId="478"/>
          <ac:picMkLst>
            <pc:docMk/>
            <pc:sldMk cId="599202311" sldId="313"/>
            <ac:picMk id="8" creationId="{7FA5A2F5-0C56-4A5F-91B4-69B0CF1287B9}"/>
          </ac:picMkLst>
        </pc:picChg>
        <pc:picChg chg="add mod">
          <ac:chgData name="Rolando E. Montero A." userId="db44b2c1daed2876" providerId="LiveId" clId="{361FB2C5-FECE-48D4-BA87-679F31C596BA}" dt="2020-08-20T13:55:00.315" v="220" actId="14100"/>
          <ac:picMkLst>
            <pc:docMk/>
            <pc:sldMk cId="599202311" sldId="313"/>
            <ac:picMk id="9" creationId="{7F2F3AF7-A941-4387-ADB0-6CD6C6EB3D6D}"/>
          </ac:picMkLst>
        </pc:picChg>
      </pc:sldChg>
      <pc:sldChg chg="del">
        <pc:chgData name="Rolando E. Montero A." userId="db44b2c1daed2876" providerId="LiveId" clId="{361FB2C5-FECE-48D4-BA87-679F31C596BA}" dt="2020-08-20T13:31:07.820" v="30" actId="47"/>
        <pc:sldMkLst>
          <pc:docMk/>
          <pc:sldMk cId="2814499859" sldId="313"/>
        </pc:sldMkLst>
      </pc:sldChg>
      <pc:sldChg chg="del">
        <pc:chgData name="Rolando E. Montero A." userId="db44b2c1daed2876" providerId="LiveId" clId="{361FB2C5-FECE-48D4-BA87-679F31C596BA}" dt="2020-08-20T13:31:07.820" v="30" actId="47"/>
        <pc:sldMkLst>
          <pc:docMk/>
          <pc:sldMk cId="2371477285" sldId="314"/>
        </pc:sldMkLst>
      </pc:sldChg>
      <pc:sldChg chg="del">
        <pc:chgData name="Rolando E. Montero A." userId="db44b2c1daed2876" providerId="LiveId" clId="{361FB2C5-FECE-48D4-BA87-679F31C596BA}" dt="2020-08-20T13:31:07.820" v="30" actId="47"/>
        <pc:sldMkLst>
          <pc:docMk/>
          <pc:sldMk cId="4285994453" sldId="315"/>
        </pc:sldMkLst>
      </pc:sldChg>
      <pc:sldChg chg="del">
        <pc:chgData name="Rolando E. Montero A." userId="db44b2c1daed2876" providerId="LiveId" clId="{361FB2C5-FECE-48D4-BA87-679F31C596BA}" dt="2020-08-20T13:31:07.820" v="30" actId="47"/>
        <pc:sldMkLst>
          <pc:docMk/>
          <pc:sldMk cId="2830807176" sldId="316"/>
        </pc:sldMkLst>
      </pc:sldChg>
      <pc:sldChg chg="del">
        <pc:chgData name="Rolando E. Montero A." userId="db44b2c1daed2876" providerId="LiveId" clId="{361FB2C5-FECE-48D4-BA87-679F31C596BA}" dt="2020-08-20T13:31:07.820" v="30" actId="47"/>
        <pc:sldMkLst>
          <pc:docMk/>
          <pc:sldMk cId="309541891" sldId="317"/>
        </pc:sldMkLst>
      </pc:sldChg>
      <pc:sldChg chg="del">
        <pc:chgData name="Rolando E. Montero A." userId="db44b2c1daed2876" providerId="LiveId" clId="{361FB2C5-FECE-48D4-BA87-679F31C596BA}" dt="2020-08-20T13:29:42.941" v="13" actId="47"/>
        <pc:sldMkLst>
          <pc:docMk/>
          <pc:sldMk cId="1676351416" sldId="318"/>
        </pc:sldMkLst>
      </pc:sldChg>
      <pc:sldChg chg="del">
        <pc:chgData name="Rolando E. Montero A." userId="db44b2c1daed2876" providerId="LiveId" clId="{361FB2C5-FECE-48D4-BA87-679F31C596BA}" dt="2020-08-20T13:31:07.820" v="30" actId="47"/>
        <pc:sldMkLst>
          <pc:docMk/>
          <pc:sldMk cId="1020702419" sldId="319"/>
        </pc:sldMkLst>
      </pc:sldChg>
      <pc:sldChg chg="del">
        <pc:chgData name="Rolando E. Montero A." userId="db44b2c1daed2876" providerId="LiveId" clId="{361FB2C5-FECE-48D4-BA87-679F31C596BA}" dt="2020-08-20T13:31:07.820" v="30" actId="47"/>
        <pc:sldMkLst>
          <pc:docMk/>
          <pc:sldMk cId="4064081256" sldId="320"/>
        </pc:sldMkLst>
      </pc:sldChg>
      <pc:sldChg chg="del">
        <pc:chgData name="Rolando E. Montero A." userId="db44b2c1daed2876" providerId="LiveId" clId="{361FB2C5-FECE-48D4-BA87-679F31C596BA}" dt="2020-08-20T13:31:07.820" v="30" actId="47"/>
        <pc:sldMkLst>
          <pc:docMk/>
          <pc:sldMk cId="3518375221" sldId="321"/>
        </pc:sldMkLst>
      </pc:sldChg>
      <pc:sldChg chg="del">
        <pc:chgData name="Rolando E. Montero A." userId="db44b2c1daed2876" providerId="LiveId" clId="{361FB2C5-FECE-48D4-BA87-679F31C596BA}" dt="2020-08-20T13:31:07.820" v="30" actId="47"/>
        <pc:sldMkLst>
          <pc:docMk/>
          <pc:sldMk cId="2253210213" sldId="322"/>
        </pc:sldMkLst>
      </pc:sldChg>
      <pc:sldChg chg="del">
        <pc:chgData name="Rolando E. Montero A." userId="db44b2c1daed2876" providerId="LiveId" clId="{361FB2C5-FECE-48D4-BA87-679F31C596BA}" dt="2020-08-20T13:29:46.241" v="14" actId="47"/>
        <pc:sldMkLst>
          <pc:docMk/>
          <pc:sldMk cId="1091599082" sldId="323"/>
        </pc:sldMkLst>
      </pc:sldChg>
      <pc:sldChg chg="new del">
        <pc:chgData name="Rolando E. Montero A." userId="db44b2c1daed2876" providerId="LiveId" clId="{361FB2C5-FECE-48D4-BA87-679F31C596BA}" dt="2020-08-20T13:29:41.879" v="12" actId="47"/>
        <pc:sldMkLst>
          <pc:docMk/>
          <pc:sldMk cId="839007910" sldId="324"/>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533F612-D58A-463A-BFC9-70C576E15BD2}" type="doc">
      <dgm:prSet loTypeId="urn:microsoft.com/office/officeart/2005/8/layout/vList3" loCatId="list" qsTypeId="urn:microsoft.com/office/officeart/2005/8/quickstyle/simple1" qsCatId="simple" csTypeId="urn:microsoft.com/office/officeart/2005/8/colors/accent1_2" csCatId="accent1" phldr="1"/>
      <dgm:spPr/>
    </dgm:pt>
    <dgm:pt modelId="{B28A1334-0A85-4D59-9AFF-4FEBA5A2E694}">
      <dgm:prSet phldrT="[Texto]"/>
      <dgm:spPr/>
      <dgm:t>
        <a:bodyPr/>
        <a:lstStyle/>
        <a:p>
          <a:r>
            <a:rPr lang="es-CL" dirty="0"/>
            <a:t>Operadores</a:t>
          </a:r>
        </a:p>
      </dgm:t>
    </dgm:pt>
    <dgm:pt modelId="{66F3B9D2-ED58-49BE-9C05-A74C7773B6A2}" type="parTrans" cxnId="{81488707-E36A-4496-A840-B0423BD895C8}">
      <dgm:prSet/>
      <dgm:spPr/>
      <dgm:t>
        <a:bodyPr/>
        <a:lstStyle/>
        <a:p>
          <a:endParaRPr lang="es-CL"/>
        </a:p>
      </dgm:t>
    </dgm:pt>
    <dgm:pt modelId="{9BB87A08-BD24-46D6-9574-1367C5845D4B}" type="sibTrans" cxnId="{81488707-E36A-4496-A840-B0423BD895C8}">
      <dgm:prSet/>
      <dgm:spPr/>
      <dgm:t>
        <a:bodyPr/>
        <a:lstStyle/>
        <a:p>
          <a:endParaRPr lang="es-CL"/>
        </a:p>
      </dgm:t>
    </dgm:pt>
    <dgm:pt modelId="{437C4974-E0E7-45B2-83F2-EB1BAD849920}">
      <dgm:prSet phldrT="[Texto]"/>
      <dgm:spPr/>
      <dgm:t>
        <a:bodyPr/>
        <a:lstStyle/>
        <a:p>
          <a:r>
            <a:rPr lang="es-CL" dirty="0"/>
            <a:t>Funciones</a:t>
          </a:r>
        </a:p>
      </dgm:t>
    </dgm:pt>
    <dgm:pt modelId="{511E129B-2C7E-4A5E-8A66-D61DFEB97343}" type="parTrans" cxnId="{B6962355-E746-4103-A815-7023A0A5B499}">
      <dgm:prSet/>
      <dgm:spPr/>
      <dgm:t>
        <a:bodyPr/>
        <a:lstStyle/>
        <a:p>
          <a:endParaRPr lang="es-CL"/>
        </a:p>
      </dgm:t>
    </dgm:pt>
    <dgm:pt modelId="{8C52A707-7796-4E11-BDE7-6A8301D6900D}" type="sibTrans" cxnId="{B6962355-E746-4103-A815-7023A0A5B499}">
      <dgm:prSet/>
      <dgm:spPr/>
      <dgm:t>
        <a:bodyPr/>
        <a:lstStyle/>
        <a:p>
          <a:endParaRPr lang="es-CL"/>
        </a:p>
      </dgm:t>
    </dgm:pt>
    <dgm:pt modelId="{3BE39E82-B6E9-4720-B4AB-D17A1616AC36}">
      <dgm:prSet phldrT="[Texto]"/>
      <dgm:spPr/>
      <dgm:t>
        <a:bodyPr/>
        <a:lstStyle/>
        <a:p>
          <a:r>
            <a:rPr lang="es-CL" dirty="0"/>
            <a:t>Expresiones Coloquiales</a:t>
          </a:r>
        </a:p>
      </dgm:t>
    </dgm:pt>
    <dgm:pt modelId="{E102D255-8918-4CEA-B84D-D43C8701EC53}" type="parTrans" cxnId="{D8BE9E54-801B-45D1-8474-64DDE8642EE0}">
      <dgm:prSet/>
      <dgm:spPr/>
      <dgm:t>
        <a:bodyPr/>
        <a:lstStyle/>
        <a:p>
          <a:endParaRPr lang="es-CL"/>
        </a:p>
      </dgm:t>
    </dgm:pt>
    <dgm:pt modelId="{12F7465D-CC97-469F-AAF8-FC45AE72FB54}" type="sibTrans" cxnId="{D8BE9E54-801B-45D1-8474-64DDE8642EE0}">
      <dgm:prSet/>
      <dgm:spPr/>
      <dgm:t>
        <a:bodyPr/>
        <a:lstStyle/>
        <a:p>
          <a:endParaRPr lang="es-CL"/>
        </a:p>
      </dgm:t>
    </dgm:pt>
    <dgm:pt modelId="{A7210E1C-94A5-4080-A2CA-B10524543ACF}" type="pres">
      <dgm:prSet presAssocID="{A533F612-D58A-463A-BFC9-70C576E15BD2}" presName="linearFlow" presStyleCnt="0">
        <dgm:presLayoutVars>
          <dgm:dir/>
          <dgm:resizeHandles val="exact"/>
        </dgm:presLayoutVars>
      </dgm:prSet>
      <dgm:spPr/>
    </dgm:pt>
    <dgm:pt modelId="{2C91A0F7-1D81-4F6C-A08A-208F2627B214}" type="pres">
      <dgm:prSet presAssocID="{B28A1334-0A85-4D59-9AFF-4FEBA5A2E694}" presName="composite" presStyleCnt="0"/>
      <dgm:spPr/>
    </dgm:pt>
    <dgm:pt modelId="{A15742E2-0FAA-41F3-95B7-98455792891D}" type="pres">
      <dgm:prSet presAssocID="{B28A1334-0A85-4D59-9AFF-4FEBA5A2E694}" presName="imgShp" presStyleLbl="fgImgPlace1" presStyleIdx="0" presStyleCnt="3"/>
      <dgm:spPr>
        <a:solidFill>
          <a:srgbClr val="F7CDBC"/>
        </a:solidFill>
      </dgm:spPr>
      <dgm:extLst>
        <a:ext uri="{E40237B7-FDA0-4F09-8148-C483321AD2D9}">
          <dgm14:cNvPr xmlns:dgm14="http://schemas.microsoft.com/office/drawing/2010/diagram" id="0" name="" descr="Calculadora"/>
        </a:ext>
      </dgm:extLst>
    </dgm:pt>
    <dgm:pt modelId="{AB526FBF-5088-4EF1-951C-AAD2B7805AF3}" type="pres">
      <dgm:prSet presAssocID="{B28A1334-0A85-4D59-9AFF-4FEBA5A2E694}" presName="txShp" presStyleLbl="node1" presStyleIdx="0" presStyleCnt="3">
        <dgm:presLayoutVars>
          <dgm:bulletEnabled val="1"/>
        </dgm:presLayoutVars>
      </dgm:prSet>
      <dgm:spPr/>
    </dgm:pt>
    <dgm:pt modelId="{89B32378-8088-426A-8CCB-41A2148B77B5}" type="pres">
      <dgm:prSet presAssocID="{9BB87A08-BD24-46D6-9574-1367C5845D4B}" presName="spacing" presStyleCnt="0"/>
      <dgm:spPr/>
    </dgm:pt>
    <dgm:pt modelId="{65BA466F-3EFB-4E2A-9E34-D7E4C69D73E1}" type="pres">
      <dgm:prSet presAssocID="{437C4974-E0E7-45B2-83F2-EB1BAD849920}" presName="composite" presStyleCnt="0"/>
      <dgm:spPr/>
    </dgm:pt>
    <dgm:pt modelId="{56E82B35-505B-4805-8C41-44627EB3A486}" type="pres">
      <dgm:prSet presAssocID="{437C4974-E0E7-45B2-83F2-EB1BAD849920}" presName="imgShp" presStyleLbl="fgImgPlace1" presStyleIdx="1" presStyleCnt="3"/>
      <dgm:spPr>
        <a:solidFill>
          <a:srgbClr val="F7CDBC"/>
        </a:solidFill>
      </dgm:spPr>
    </dgm:pt>
    <dgm:pt modelId="{CDC95750-D50B-4E82-9FB7-2C4239EAD52B}" type="pres">
      <dgm:prSet presAssocID="{437C4974-E0E7-45B2-83F2-EB1BAD849920}" presName="txShp" presStyleLbl="node1" presStyleIdx="1" presStyleCnt="3">
        <dgm:presLayoutVars>
          <dgm:bulletEnabled val="1"/>
        </dgm:presLayoutVars>
      </dgm:prSet>
      <dgm:spPr/>
    </dgm:pt>
    <dgm:pt modelId="{C4AEC4FB-7377-4573-BF52-095A30AA1486}" type="pres">
      <dgm:prSet presAssocID="{8C52A707-7796-4E11-BDE7-6A8301D6900D}" presName="spacing" presStyleCnt="0"/>
      <dgm:spPr/>
    </dgm:pt>
    <dgm:pt modelId="{1508937D-024F-4FF1-BCEE-EC3E3E3A7640}" type="pres">
      <dgm:prSet presAssocID="{3BE39E82-B6E9-4720-B4AB-D17A1616AC36}" presName="composite" presStyleCnt="0"/>
      <dgm:spPr/>
    </dgm:pt>
    <dgm:pt modelId="{A55C902D-D081-4302-9DD4-6394A2440F31}" type="pres">
      <dgm:prSet presAssocID="{3BE39E82-B6E9-4720-B4AB-D17A1616AC36}" presName="imgShp" presStyleLbl="fgImgPlace1" presStyleIdx="2" presStyleCnt="3"/>
      <dgm:spPr>
        <a:solidFill>
          <a:srgbClr val="F7CDBC"/>
        </a:solidFill>
      </dgm:spPr>
    </dgm:pt>
    <dgm:pt modelId="{A5EF84B8-D0C5-4F33-82D1-9216FF632C76}" type="pres">
      <dgm:prSet presAssocID="{3BE39E82-B6E9-4720-B4AB-D17A1616AC36}" presName="txShp" presStyleLbl="node1" presStyleIdx="2" presStyleCnt="3">
        <dgm:presLayoutVars>
          <dgm:bulletEnabled val="1"/>
        </dgm:presLayoutVars>
      </dgm:prSet>
      <dgm:spPr/>
    </dgm:pt>
  </dgm:ptLst>
  <dgm:cxnLst>
    <dgm:cxn modelId="{81488707-E36A-4496-A840-B0423BD895C8}" srcId="{A533F612-D58A-463A-BFC9-70C576E15BD2}" destId="{B28A1334-0A85-4D59-9AFF-4FEBA5A2E694}" srcOrd="0" destOrd="0" parTransId="{66F3B9D2-ED58-49BE-9C05-A74C7773B6A2}" sibTransId="{9BB87A08-BD24-46D6-9574-1367C5845D4B}"/>
    <dgm:cxn modelId="{1949CD1B-0B19-4E39-99FE-8A4548325123}" type="presOf" srcId="{3BE39E82-B6E9-4720-B4AB-D17A1616AC36}" destId="{A5EF84B8-D0C5-4F33-82D1-9216FF632C76}" srcOrd="0" destOrd="0" presId="urn:microsoft.com/office/officeart/2005/8/layout/vList3"/>
    <dgm:cxn modelId="{88C3FF72-5599-4785-A771-617C715C9353}" type="presOf" srcId="{437C4974-E0E7-45B2-83F2-EB1BAD849920}" destId="{CDC95750-D50B-4E82-9FB7-2C4239EAD52B}" srcOrd="0" destOrd="0" presId="urn:microsoft.com/office/officeart/2005/8/layout/vList3"/>
    <dgm:cxn modelId="{D8BE9E54-801B-45D1-8474-64DDE8642EE0}" srcId="{A533F612-D58A-463A-BFC9-70C576E15BD2}" destId="{3BE39E82-B6E9-4720-B4AB-D17A1616AC36}" srcOrd="2" destOrd="0" parTransId="{E102D255-8918-4CEA-B84D-D43C8701EC53}" sibTransId="{12F7465D-CC97-469F-AAF8-FC45AE72FB54}"/>
    <dgm:cxn modelId="{B6962355-E746-4103-A815-7023A0A5B499}" srcId="{A533F612-D58A-463A-BFC9-70C576E15BD2}" destId="{437C4974-E0E7-45B2-83F2-EB1BAD849920}" srcOrd="1" destOrd="0" parTransId="{511E129B-2C7E-4A5E-8A66-D61DFEB97343}" sibTransId="{8C52A707-7796-4E11-BDE7-6A8301D6900D}"/>
    <dgm:cxn modelId="{BC46F0D3-2E3F-4B1A-9ACB-A7B71F26670A}" type="presOf" srcId="{B28A1334-0A85-4D59-9AFF-4FEBA5A2E694}" destId="{AB526FBF-5088-4EF1-951C-AAD2B7805AF3}" srcOrd="0" destOrd="0" presId="urn:microsoft.com/office/officeart/2005/8/layout/vList3"/>
    <dgm:cxn modelId="{061DFFDD-2EE8-49AE-A9BE-87914DF837BD}" type="presOf" srcId="{A533F612-D58A-463A-BFC9-70C576E15BD2}" destId="{A7210E1C-94A5-4080-A2CA-B10524543ACF}" srcOrd="0" destOrd="0" presId="urn:microsoft.com/office/officeart/2005/8/layout/vList3"/>
    <dgm:cxn modelId="{828AAFAB-BAEE-4DEF-B2CE-F9BEF8793391}" type="presParOf" srcId="{A7210E1C-94A5-4080-A2CA-B10524543ACF}" destId="{2C91A0F7-1D81-4F6C-A08A-208F2627B214}" srcOrd="0" destOrd="0" presId="urn:microsoft.com/office/officeart/2005/8/layout/vList3"/>
    <dgm:cxn modelId="{3B9936A2-8C17-4255-BCAF-A9C7BBB3FC8F}" type="presParOf" srcId="{2C91A0F7-1D81-4F6C-A08A-208F2627B214}" destId="{A15742E2-0FAA-41F3-95B7-98455792891D}" srcOrd="0" destOrd="0" presId="urn:microsoft.com/office/officeart/2005/8/layout/vList3"/>
    <dgm:cxn modelId="{303632D5-27AE-47DD-BA7D-1AA5894D4340}" type="presParOf" srcId="{2C91A0F7-1D81-4F6C-A08A-208F2627B214}" destId="{AB526FBF-5088-4EF1-951C-AAD2B7805AF3}" srcOrd="1" destOrd="0" presId="urn:microsoft.com/office/officeart/2005/8/layout/vList3"/>
    <dgm:cxn modelId="{36D0F894-7076-4420-AEB6-7ADA23C95458}" type="presParOf" srcId="{A7210E1C-94A5-4080-A2CA-B10524543ACF}" destId="{89B32378-8088-426A-8CCB-41A2148B77B5}" srcOrd="1" destOrd="0" presId="urn:microsoft.com/office/officeart/2005/8/layout/vList3"/>
    <dgm:cxn modelId="{AC1EC83E-F5BA-4E81-8ECA-D793DCAB283B}" type="presParOf" srcId="{A7210E1C-94A5-4080-A2CA-B10524543ACF}" destId="{65BA466F-3EFB-4E2A-9E34-D7E4C69D73E1}" srcOrd="2" destOrd="0" presId="urn:microsoft.com/office/officeart/2005/8/layout/vList3"/>
    <dgm:cxn modelId="{699EFA80-3506-47E1-AA93-27912E35DFEC}" type="presParOf" srcId="{65BA466F-3EFB-4E2A-9E34-D7E4C69D73E1}" destId="{56E82B35-505B-4805-8C41-44627EB3A486}" srcOrd="0" destOrd="0" presId="urn:microsoft.com/office/officeart/2005/8/layout/vList3"/>
    <dgm:cxn modelId="{E4554C2E-A754-4300-8401-052B5274B841}" type="presParOf" srcId="{65BA466F-3EFB-4E2A-9E34-D7E4C69D73E1}" destId="{CDC95750-D50B-4E82-9FB7-2C4239EAD52B}" srcOrd="1" destOrd="0" presId="urn:microsoft.com/office/officeart/2005/8/layout/vList3"/>
    <dgm:cxn modelId="{9D5334BD-9686-4D52-8F95-51BD966AD165}" type="presParOf" srcId="{A7210E1C-94A5-4080-A2CA-B10524543ACF}" destId="{C4AEC4FB-7377-4573-BF52-095A30AA1486}" srcOrd="3" destOrd="0" presId="urn:microsoft.com/office/officeart/2005/8/layout/vList3"/>
    <dgm:cxn modelId="{9773014B-996C-4A1C-B459-2C4EAA170A2B}" type="presParOf" srcId="{A7210E1C-94A5-4080-A2CA-B10524543ACF}" destId="{1508937D-024F-4FF1-BCEE-EC3E3E3A7640}" srcOrd="4" destOrd="0" presId="urn:microsoft.com/office/officeart/2005/8/layout/vList3"/>
    <dgm:cxn modelId="{8D179F0E-554B-46AD-AC43-63B77436C798}" type="presParOf" srcId="{1508937D-024F-4FF1-BCEE-EC3E3E3A7640}" destId="{A55C902D-D081-4302-9DD4-6394A2440F31}" srcOrd="0" destOrd="0" presId="urn:microsoft.com/office/officeart/2005/8/layout/vList3"/>
    <dgm:cxn modelId="{5D418F87-7197-4232-88E8-9A996075CB67}" type="presParOf" srcId="{1508937D-024F-4FF1-BCEE-EC3E3E3A7640}" destId="{A5EF84B8-D0C5-4F33-82D1-9216FF632C76}"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B526FBF-5088-4EF1-951C-AAD2B7805AF3}">
      <dsp:nvSpPr>
        <dsp:cNvPr id="0" name=""/>
        <dsp:cNvSpPr/>
      </dsp:nvSpPr>
      <dsp:spPr>
        <a:xfrm rot="10800000">
          <a:off x="1134505" y="833"/>
          <a:ext cx="3462655" cy="1049332"/>
        </a:xfrm>
        <a:prstGeom prst="homePlat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62727" tIns="114300" rIns="213360" bIns="114300" numCol="1" spcCol="1270" anchor="ctr" anchorCtr="0">
          <a:noAutofit/>
        </a:bodyPr>
        <a:lstStyle/>
        <a:p>
          <a:pPr marL="0" lvl="0" indent="0" algn="ctr" defTabSz="1333500">
            <a:lnSpc>
              <a:spcPct val="90000"/>
            </a:lnSpc>
            <a:spcBef>
              <a:spcPct val="0"/>
            </a:spcBef>
            <a:spcAft>
              <a:spcPct val="35000"/>
            </a:spcAft>
            <a:buNone/>
          </a:pPr>
          <a:r>
            <a:rPr lang="es-CL" sz="3000" kern="1200" dirty="0"/>
            <a:t>Operadores</a:t>
          </a:r>
        </a:p>
      </dsp:txBody>
      <dsp:txXfrm rot="10800000">
        <a:off x="1396838" y="833"/>
        <a:ext cx="3200322" cy="1049332"/>
      </dsp:txXfrm>
    </dsp:sp>
    <dsp:sp modelId="{A15742E2-0FAA-41F3-95B7-98455792891D}">
      <dsp:nvSpPr>
        <dsp:cNvPr id="0" name=""/>
        <dsp:cNvSpPr/>
      </dsp:nvSpPr>
      <dsp:spPr>
        <a:xfrm>
          <a:off x="609839" y="833"/>
          <a:ext cx="1049332" cy="1049332"/>
        </a:xfrm>
        <a:prstGeom prst="ellipse">
          <a:avLst/>
        </a:prstGeom>
        <a:solidFill>
          <a:srgbClr val="F7CDBC"/>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DC95750-D50B-4E82-9FB7-2C4239EAD52B}">
      <dsp:nvSpPr>
        <dsp:cNvPr id="0" name=""/>
        <dsp:cNvSpPr/>
      </dsp:nvSpPr>
      <dsp:spPr>
        <a:xfrm rot="10800000">
          <a:off x="1134505" y="1363400"/>
          <a:ext cx="3462655" cy="1049332"/>
        </a:xfrm>
        <a:prstGeom prst="homePlat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62727" tIns="114300" rIns="213360" bIns="114300" numCol="1" spcCol="1270" anchor="ctr" anchorCtr="0">
          <a:noAutofit/>
        </a:bodyPr>
        <a:lstStyle/>
        <a:p>
          <a:pPr marL="0" lvl="0" indent="0" algn="ctr" defTabSz="1333500">
            <a:lnSpc>
              <a:spcPct val="90000"/>
            </a:lnSpc>
            <a:spcBef>
              <a:spcPct val="0"/>
            </a:spcBef>
            <a:spcAft>
              <a:spcPct val="35000"/>
            </a:spcAft>
            <a:buNone/>
          </a:pPr>
          <a:r>
            <a:rPr lang="es-CL" sz="3000" kern="1200" dirty="0"/>
            <a:t>Funciones</a:t>
          </a:r>
        </a:p>
      </dsp:txBody>
      <dsp:txXfrm rot="10800000">
        <a:off x="1396838" y="1363400"/>
        <a:ext cx="3200322" cy="1049332"/>
      </dsp:txXfrm>
    </dsp:sp>
    <dsp:sp modelId="{56E82B35-505B-4805-8C41-44627EB3A486}">
      <dsp:nvSpPr>
        <dsp:cNvPr id="0" name=""/>
        <dsp:cNvSpPr/>
      </dsp:nvSpPr>
      <dsp:spPr>
        <a:xfrm>
          <a:off x="609839" y="1363400"/>
          <a:ext cx="1049332" cy="1049332"/>
        </a:xfrm>
        <a:prstGeom prst="ellipse">
          <a:avLst/>
        </a:prstGeom>
        <a:solidFill>
          <a:srgbClr val="F7CDBC"/>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5EF84B8-D0C5-4F33-82D1-9216FF632C76}">
      <dsp:nvSpPr>
        <dsp:cNvPr id="0" name=""/>
        <dsp:cNvSpPr/>
      </dsp:nvSpPr>
      <dsp:spPr>
        <a:xfrm rot="10800000">
          <a:off x="1134505" y="2725966"/>
          <a:ext cx="3462655" cy="1049332"/>
        </a:xfrm>
        <a:prstGeom prst="homePlat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62727" tIns="114300" rIns="213360" bIns="114300" numCol="1" spcCol="1270" anchor="ctr" anchorCtr="0">
          <a:noAutofit/>
        </a:bodyPr>
        <a:lstStyle/>
        <a:p>
          <a:pPr marL="0" lvl="0" indent="0" algn="ctr" defTabSz="1333500">
            <a:lnSpc>
              <a:spcPct val="90000"/>
            </a:lnSpc>
            <a:spcBef>
              <a:spcPct val="0"/>
            </a:spcBef>
            <a:spcAft>
              <a:spcPct val="35000"/>
            </a:spcAft>
            <a:buNone/>
          </a:pPr>
          <a:r>
            <a:rPr lang="es-CL" sz="3000" kern="1200" dirty="0"/>
            <a:t>Expresiones Coloquiales</a:t>
          </a:r>
        </a:p>
      </dsp:txBody>
      <dsp:txXfrm rot="10800000">
        <a:off x="1396838" y="2725966"/>
        <a:ext cx="3200322" cy="1049332"/>
      </dsp:txXfrm>
    </dsp:sp>
    <dsp:sp modelId="{A55C902D-D081-4302-9DD4-6394A2440F31}">
      <dsp:nvSpPr>
        <dsp:cNvPr id="0" name=""/>
        <dsp:cNvSpPr/>
      </dsp:nvSpPr>
      <dsp:spPr>
        <a:xfrm>
          <a:off x="609839" y="2725966"/>
          <a:ext cx="1049332" cy="1049332"/>
        </a:xfrm>
        <a:prstGeom prst="ellipse">
          <a:avLst/>
        </a:prstGeom>
        <a:solidFill>
          <a:srgbClr val="F7CDBC"/>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pic>
        <p:nvPicPr>
          <p:cNvPr id="7" name="Picture 6" descr="Brickwork-HD-R1a.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useBgFill="1">
        <p:nvSpPr>
          <p:cNvPr id="12" name="Freeform 11"/>
          <p:cNvSpPr/>
          <p:nvPr/>
        </p:nvSpPr>
        <p:spPr>
          <a:xfrm>
            <a:off x="-15875" y="0"/>
            <a:ext cx="11683810" cy="6588125"/>
          </a:xfrm>
          <a:custGeom>
            <a:avLst/>
            <a:gdLst/>
            <a:ahLst/>
            <a:cxnLst/>
            <a:rect l="l" t="t" r="r" b="b"/>
            <a:pathLst>
              <a:path w="11683810" h="6588125">
                <a:moveTo>
                  <a:pt x="0" y="0"/>
                </a:moveTo>
                <a:lnTo>
                  <a:pt x="11318691" y="0"/>
                </a:lnTo>
                <a:lnTo>
                  <a:pt x="11683810" y="5976938"/>
                </a:lnTo>
                <a:lnTo>
                  <a:pt x="15875" y="6588125"/>
                </a:lnTo>
                <a:cubicBezTo>
                  <a:pt x="10583" y="4386792"/>
                  <a:pt x="5292" y="2185458"/>
                  <a:pt x="0" y="0"/>
                </a:cubicBezTo>
                <a:close/>
              </a:path>
            </a:pathLst>
          </a:custGeom>
          <a:ln>
            <a:noFill/>
          </a:ln>
          <a:effectLst>
            <a:outerShdw blurRad="101600" dist="152400" dir="4380000" algn="tl" rotWithShape="0">
              <a:srgbClr val="000000">
                <a:alpha val="43000"/>
              </a:srgbClr>
            </a:outerShdw>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0" y="4282257"/>
            <a:ext cx="11329257" cy="2028845"/>
          </a:xfrm>
          <a:custGeom>
            <a:avLst/>
            <a:gdLst/>
            <a:ahLst/>
            <a:cxnLst/>
            <a:rect l="l" t="t" r="r" b="b"/>
            <a:pathLst>
              <a:path w="11329257" h="2028845">
                <a:moveTo>
                  <a:pt x="0" y="588520"/>
                </a:moveTo>
                <a:lnTo>
                  <a:pt x="11244075" y="0"/>
                </a:lnTo>
                <a:lnTo>
                  <a:pt x="11329257" y="1424838"/>
                </a:lnTo>
                <a:lnTo>
                  <a:pt x="0" y="2028845"/>
                </a:lnTo>
                <a:lnTo>
                  <a:pt x="0" y="588520"/>
                </a:lnTo>
                <a:close/>
              </a:path>
            </a:pathLst>
          </a:custGeom>
          <a:gradFill flip="none" rotWithShape="1">
            <a:gsLst>
              <a:gs pos="34000">
                <a:schemeClr val="accent2"/>
              </a:gs>
              <a:gs pos="100000">
                <a:schemeClr val="accent2">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sp>
        <p:nvSpPr>
          <p:cNvPr id="26" name="Freeform 25"/>
          <p:cNvSpPr/>
          <p:nvPr/>
        </p:nvSpPr>
        <p:spPr>
          <a:xfrm>
            <a:off x="0" y="0"/>
            <a:ext cx="8719579" cy="456877"/>
          </a:xfrm>
          <a:custGeom>
            <a:avLst/>
            <a:gdLst/>
            <a:ahLst/>
            <a:cxnLst/>
            <a:rect l="l" t="t" r="r" b="b"/>
            <a:pathLst>
              <a:path w="8719579" h="456877">
                <a:moveTo>
                  <a:pt x="0" y="0"/>
                </a:moveTo>
                <a:lnTo>
                  <a:pt x="8719579" y="0"/>
                </a:lnTo>
                <a:lnTo>
                  <a:pt x="0" y="456877"/>
                </a:lnTo>
                <a:lnTo>
                  <a:pt x="0" y="0"/>
                </a:lnTo>
                <a:close/>
              </a:path>
            </a:pathLst>
          </a:custGeom>
          <a:gradFill flip="none" rotWithShape="1">
            <a:gsLst>
              <a:gs pos="34000">
                <a:schemeClr val="accent2"/>
              </a:gs>
              <a:gs pos="100000">
                <a:schemeClr val="accent2">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rot="21420000">
            <a:off x="-161800" y="293317"/>
            <a:ext cx="11367116" cy="5751804"/>
          </a:xfrm>
          <a:custGeom>
            <a:avLst/>
            <a:gdLst/>
            <a:ahLst/>
            <a:cxnLst/>
            <a:rect l="l" t="t" r="r" b="b"/>
            <a:pathLst>
              <a:path w="11367116" h="5751804">
                <a:moveTo>
                  <a:pt x="11346705" y="0"/>
                </a:moveTo>
                <a:cubicBezTo>
                  <a:pt x="11353509" y="1915114"/>
                  <a:pt x="11360312" y="3830229"/>
                  <a:pt x="11367116" y="5745343"/>
                </a:cubicBezTo>
                <a:lnTo>
                  <a:pt x="0" y="5751804"/>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sp>
      <p:sp>
        <p:nvSpPr>
          <p:cNvPr id="2" name="Title 1"/>
          <p:cNvSpPr>
            <a:spLocks noGrp="1"/>
          </p:cNvSpPr>
          <p:nvPr>
            <p:ph type="ctrTitle"/>
          </p:nvPr>
        </p:nvSpPr>
        <p:spPr>
          <a:xfrm rot="21420000">
            <a:off x="891201" y="662656"/>
            <a:ext cx="9755187" cy="2766528"/>
          </a:xfrm>
        </p:spPr>
        <p:txBody>
          <a:bodyPr anchor="b">
            <a:normAutofit/>
          </a:bodyPr>
          <a:lstStyle>
            <a:lvl1pPr algn="r">
              <a:defRPr sz="8000"/>
            </a:lvl1pPr>
          </a:lstStyle>
          <a:p>
            <a:r>
              <a:rPr lang="es-ES"/>
              <a:t>Haga clic para modificar el estilo de título del patrón</a:t>
            </a:r>
            <a:endParaRPr lang="en-US" dirty="0"/>
          </a:p>
        </p:txBody>
      </p:sp>
      <p:sp>
        <p:nvSpPr>
          <p:cNvPr id="3" name="Subtitle 2"/>
          <p:cNvSpPr>
            <a:spLocks noGrp="1"/>
          </p:cNvSpPr>
          <p:nvPr>
            <p:ph type="subTitle" idx="1"/>
          </p:nvPr>
        </p:nvSpPr>
        <p:spPr>
          <a:xfrm rot="21420000">
            <a:off x="983062" y="3505209"/>
            <a:ext cx="9755187" cy="550333"/>
          </a:xfrm>
        </p:spPr>
        <p:txBody>
          <a:bodyPr anchor="t">
            <a:noAutofit/>
          </a:bodyPr>
          <a:lstStyle>
            <a:lvl1pPr marL="0" indent="0" algn="r">
              <a:buNone/>
              <a:defRPr sz="28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dirty="0"/>
              <a:t>Haga clic para modificar el estilo de subtítulo del patrón</a:t>
            </a:r>
            <a:endParaRPr lang="en-US" dirty="0"/>
          </a:p>
        </p:txBody>
      </p:sp>
      <p:sp>
        <p:nvSpPr>
          <p:cNvPr id="4" name="Date Placeholder 3"/>
          <p:cNvSpPr>
            <a:spLocks noGrp="1"/>
          </p:cNvSpPr>
          <p:nvPr>
            <p:ph type="dt" sz="half" idx="10"/>
          </p:nvPr>
        </p:nvSpPr>
        <p:spPr>
          <a:xfrm rot="21420000">
            <a:off x="4948541" y="4578463"/>
            <a:ext cx="6143653" cy="1163112"/>
          </a:xfrm>
          <a:prstGeom prst="rect">
            <a:avLst/>
          </a:prstGeom>
        </p:spPr>
        <p:txBody>
          <a:bodyPr/>
          <a:lstStyle>
            <a:lvl1pPr algn="ctr">
              <a:defRPr sz="5400">
                <a:solidFill>
                  <a:schemeClr val="accent2">
                    <a:lumMod val="50000"/>
                  </a:schemeClr>
                </a:solidFill>
              </a:defRPr>
            </a:lvl1pPr>
          </a:lstStyle>
          <a:p>
            <a:fld id="{1D8BD707-D9CF-40AE-B4C6-C98DA3205C09}" type="datetimeFigureOut">
              <a:rPr lang="en-US" smtClean="0"/>
              <a:t>3/20/2021</a:t>
            </a:fld>
            <a:endParaRPr lang="en-US"/>
          </a:p>
        </p:txBody>
      </p:sp>
      <p:sp>
        <p:nvSpPr>
          <p:cNvPr id="5" name="Footer Placeholder 4"/>
          <p:cNvSpPr>
            <a:spLocks noGrp="1"/>
          </p:cNvSpPr>
          <p:nvPr>
            <p:ph type="ftr" sz="quarter" idx="11"/>
          </p:nvPr>
        </p:nvSpPr>
        <p:spPr>
          <a:xfrm rot="21420000">
            <a:off x="-9144" y="4882896"/>
            <a:ext cx="4050792" cy="1197864"/>
          </a:xfrm>
          <a:prstGeom prst="rect">
            <a:avLst/>
          </a:prstGeom>
        </p:spPr>
        <p:txBody>
          <a:bodyPr vert="horz" lIns="91440" tIns="45720" rIns="91440" bIns="45720" rtlCol="0" anchor="ctr"/>
          <a:lstStyle>
            <a:lvl1pPr algn="r">
              <a:defRPr lang="en-US" sz="5400" dirty="0"/>
            </a:lvl1pPr>
          </a:lstStyle>
          <a:p>
            <a:endParaRPr lang="es-CL"/>
          </a:p>
        </p:txBody>
      </p:sp>
      <p:sp>
        <p:nvSpPr>
          <p:cNvPr id="6" name="Slide Number Placeholder 5"/>
          <p:cNvSpPr>
            <a:spLocks noGrp="1"/>
          </p:cNvSpPr>
          <p:nvPr>
            <p:ph type="sldNum" sz="quarter" idx="12"/>
          </p:nvPr>
        </p:nvSpPr>
        <p:spPr>
          <a:xfrm rot="21420000">
            <a:off x="9851758" y="3832648"/>
            <a:ext cx="907186" cy="498470"/>
          </a:xfrm>
          <a:prstGeom prst="rect">
            <a:avLst/>
          </a:prstGeom>
        </p:spPr>
        <p:txBody>
          <a:bodyPr/>
          <a:lstStyle>
            <a:lvl1pPr>
              <a:defRPr sz="2400">
                <a:solidFill>
                  <a:schemeClr val="tx1">
                    <a:lumMod val="75000"/>
                    <a:lumOff val="25000"/>
                  </a:schemeClr>
                </a:solidFill>
              </a:defRPr>
            </a:lvl1pPr>
          </a:lstStyle>
          <a:p>
            <a:fld id="{B6F15528-21DE-4FAA-801E-634DDDAF4B2B}" type="slidenum">
              <a:rPr lang="es-CL" smtClean="0"/>
              <a:t>‹Nº›</a:t>
            </a:fld>
            <a:endParaRPr lang="es-CL"/>
          </a:p>
        </p:txBody>
      </p:sp>
      <p:sp>
        <p:nvSpPr>
          <p:cNvPr id="25" name="5-Point Star 24"/>
          <p:cNvSpPr/>
          <p:nvPr/>
        </p:nvSpPr>
        <p:spPr>
          <a:xfrm rot="21420000">
            <a:off x="4221385" y="5111356"/>
            <a:ext cx="515386" cy="515386"/>
          </a:xfrm>
          <a:prstGeom prst="star5">
            <a:avLst>
              <a:gd name="adj" fmla="val 26693"/>
              <a:gd name="hf" fmla="val 105146"/>
              <a:gd name="vf" fmla="val 110557"/>
            </a:avLst>
          </a:prstGeom>
          <a:solidFill>
            <a:schemeClr val="tx1">
              <a:alpha val="40000"/>
            </a:schemeClr>
          </a:solidFill>
          <a:ln>
            <a:noFill/>
          </a:ln>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5680569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12" name="Content Placeholder 2"/>
          <p:cNvSpPr>
            <a:spLocks noGrp="1"/>
          </p:cNvSpPr>
          <p:nvPr>
            <p:ph sz="quarter" idx="13"/>
          </p:nvPr>
        </p:nvSpPr>
        <p:spPr>
          <a:xfrm>
            <a:off x="685800" y="2063396"/>
            <a:ext cx="10394707" cy="3311189"/>
          </a:xfrm>
        </p:spPr>
        <p:txBody>
          <a:bodyPr/>
          <a:lstStyle>
            <a:lvl1pPr>
              <a:buSzPct val="110000"/>
              <a:defRPr/>
            </a:lvl1p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n-US" dirty="0"/>
          </a:p>
        </p:txBody>
      </p:sp>
      <p:sp>
        <p:nvSpPr>
          <p:cNvPr id="4" name="Date Placeholder 3"/>
          <p:cNvSpPr>
            <a:spLocks noGrp="1"/>
          </p:cNvSpPr>
          <p:nvPr>
            <p:ph type="dt" sz="half" idx="10"/>
          </p:nvPr>
        </p:nvSpPr>
        <p:spPr>
          <a:xfrm>
            <a:off x="7298083" y="5757334"/>
            <a:ext cx="3784600" cy="498470"/>
          </a:xfrm>
          <a:prstGeom prst="rect">
            <a:avLst/>
          </a:prstGeom>
        </p:spPr>
        <p:txBody>
          <a:bodyPr/>
          <a:lstStyle>
            <a:lvl1pPr>
              <a:defRPr>
                <a:latin typeface="HP Simplified" panose="020B0604020204020204" pitchFamily="34" charset="0"/>
              </a:defRPr>
            </a:lvl1pPr>
          </a:lstStyle>
          <a:p>
            <a:fld id="{1D8BD707-D9CF-40AE-B4C6-C98DA3205C09}" type="datetimeFigureOut">
              <a:rPr lang="en-US" smtClean="0"/>
              <a:pPr/>
              <a:t>3/20/2021</a:t>
            </a:fld>
            <a:endParaRPr lang="en-US"/>
          </a:p>
        </p:txBody>
      </p:sp>
      <p:sp>
        <p:nvSpPr>
          <p:cNvPr id="5" name="Footer Placeholder 4"/>
          <p:cNvSpPr>
            <a:spLocks noGrp="1"/>
          </p:cNvSpPr>
          <p:nvPr>
            <p:ph type="ftr" sz="quarter" idx="11"/>
          </p:nvPr>
        </p:nvSpPr>
        <p:spPr>
          <a:xfrm>
            <a:off x="685801" y="5757334"/>
            <a:ext cx="5499719" cy="498470"/>
          </a:xfrm>
          <a:prstGeom prst="rect">
            <a:avLst/>
          </a:prstGeom>
        </p:spPr>
        <p:txBody>
          <a:bodyPr/>
          <a:lstStyle>
            <a:lvl1pPr>
              <a:defRPr>
                <a:latin typeface="HP Simplified" panose="020B0604020204020204" pitchFamily="34" charset="0"/>
              </a:defRPr>
            </a:lvl1pPr>
          </a:lstStyle>
          <a:p>
            <a:endParaRPr lang="es-CL"/>
          </a:p>
        </p:txBody>
      </p:sp>
      <p:sp>
        <p:nvSpPr>
          <p:cNvPr id="6" name="Slide Number Placeholder 5"/>
          <p:cNvSpPr>
            <a:spLocks noGrp="1"/>
          </p:cNvSpPr>
          <p:nvPr>
            <p:ph type="sldNum" sz="quarter" idx="12"/>
          </p:nvPr>
        </p:nvSpPr>
        <p:spPr>
          <a:xfrm>
            <a:off x="6287121" y="5757334"/>
            <a:ext cx="907186" cy="498470"/>
          </a:xfrm>
          <a:prstGeom prst="rect">
            <a:avLst/>
          </a:prstGeom>
        </p:spPr>
        <p:txBody>
          <a:bodyPr/>
          <a:lstStyle>
            <a:lvl1pPr>
              <a:defRPr>
                <a:latin typeface="HP Simplified" panose="020B0604020204020204" pitchFamily="34" charset="0"/>
              </a:defRPr>
            </a:lvl1pPr>
          </a:lstStyle>
          <a:p>
            <a:fld id="{B6F15528-21DE-4FAA-801E-634DDDAF4B2B}" type="slidenum">
              <a:rPr lang="es-CL" smtClean="0"/>
              <a:pPr/>
              <a:t>‹Nº›</a:t>
            </a:fld>
            <a:endParaRPr lang="es-CL"/>
          </a:p>
        </p:txBody>
      </p:sp>
    </p:spTree>
    <p:extLst>
      <p:ext uri="{BB962C8B-B14F-4D97-AF65-F5344CB8AC3E}">
        <p14:creationId xmlns:p14="http://schemas.microsoft.com/office/powerpoint/2010/main" val="38095844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85801" y="685800"/>
            <a:ext cx="10394707" cy="3193487"/>
          </a:xfrm>
        </p:spPr>
        <p:txBody>
          <a:bodyPr anchor="b">
            <a:normAutofit/>
          </a:bodyPr>
          <a:lstStyle>
            <a:lvl1pPr algn="l">
              <a:defRPr sz="54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85801" y="3742267"/>
            <a:ext cx="10394707" cy="1639614"/>
          </a:xfrm>
        </p:spPr>
        <p:txBody>
          <a:bodyPr anchor="t">
            <a:normAutofit/>
          </a:bodyPr>
          <a:lstStyle>
            <a:lvl1pPr marL="0" indent="0" algn="l">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a:xfrm>
            <a:off x="7298083" y="5757334"/>
            <a:ext cx="3784600" cy="498470"/>
          </a:xfrm>
          <a:prstGeom prst="rect">
            <a:avLst/>
          </a:prstGeom>
        </p:spPr>
        <p:txBody>
          <a:bodyPr/>
          <a:lstStyle/>
          <a:p>
            <a:fld id="{1D8BD707-D9CF-40AE-B4C6-C98DA3205C09}" type="datetimeFigureOut">
              <a:rPr lang="en-US" smtClean="0"/>
              <a:t>3/20/2021</a:t>
            </a:fld>
            <a:endParaRPr lang="en-US"/>
          </a:p>
        </p:txBody>
      </p:sp>
      <p:sp>
        <p:nvSpPr>
          <p:cNvPr id="5" name="Footer Placeholder 4"/>
          <p:cNvSpPr>
            <a:spLocks noGrp="1"/>
          </p:cNvSpPr>
          <p:nvPr>
            <p:ph type="ftr" sz="quarter" idx="11"/>
          </p:nvPr>
        </p:nvSpPr>
        <p:spPr>
          <a:xfrm>
            <a:off x="685801" y="5757334"/>
            <a:ext cx="5499719" cy="498470"/>
          </a:xfrm>
          <a:prstGeom prst="rect">
            <a:avLst/>
          </a:prstGeom>
        </p:spPr>
        <p:txBody>
          <a:bodyPr/>
          <a:lstStyle/>
          <a:p>
            <a:endParaRPr lang="es-CL"/>
          </a:p>
        </p:txBody>
      </p:sp>
      <p:sp>
        <p:nvSpPr>
          <p:cNvPr id="6" name="Slide Number Placeholder 5"/>
          <p:cNvSpPr>
            <a:spLocks noGrp="1"/>
          </p:cNvSpPr>
          <p:nvPr>
            <p:ph type="sldNum" sz="quarter" idx="12"/>
          </p:nvPr>
        </p:nvSpPr>
        <p:spPr>
          <a:xfrm>
            <a:off x="6287121" y="5757334"/>
            <a:ext cx="907186" cy="498470"/>
          </a:xfrm>
          <a:prstGeom prst="rect">
            <a:avLst/>
          </a:prstGeom>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42383899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14" name="Title 1"/>
          <p:cNvSpPr>
            <a:spLocks noGrp="1"/>
          </p:cNvSpPr>
          <p:nvPr>
            <p:ph type="title"/>
          </p:nvPr>
        </p:nvSpPr>
        <p:spPr>
          <a:xfrm>
            <a:off x="685801" y="685800"/>
            <a:ext cx="10396882" cy="1158140"/>
          </a:xfrm>
        </p:spPr>
        <p:txBody>
          <a:bodyPr/>
          <a:lstStyle/>
          <a:p>
            <a:r>
              <a:rPr lang="es-ES"/>
              <a:t>Haga clic para modificar el estilo de título del patrón</a:t>
            </a:r>
            <a:endParaRPr lang="en-US" dirty="0"/>
          </a:p>
        </p:txBody>
      </p:sp>
      <p:sp>
        <p:nvSpPr>
          <p:cNvPr id="12" name="Content Placeholder 2"/>
          <p:cNvSpPr>
            <a:spLocks noGrp="1"/>
          </p:cNvSpPr>
          <p:nvPr>
            <p:ph sz="quarter" idx="13"/>
          </p:nvPr>
        </p:nvSpPr>
        <p:spPr>
          <a:xfrm>
            <a:off x="685800" y="2063396"/>
            <a:ext cx="5088714" cy="3311189"/>
          </a:xfrm>
        </p:spPr>
        <p:txBody>
          <a:bodyPr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3" name="Content Placeholder 3"/>
          <p:cNvSpPr>
            <a:spLocks noGrp="1"/>
          </p:cNvSpPr>
          <p:nvPr>
            <p:ph sz="quarter" idx="14"/>
          </p:nvPr>
        </p:nvSpPr>
        <p:spPr>
          <a:xfrm>
            <a:off x="5993971" y="2063396"/>
            <a:ext cx="5086538" cy="3311189"/>
          </a:xfrm>
        </p:spPr>
        <p:txBody>
          <a:bodyPr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a:xfrm>
            <a:off x="7298083" y="5757334"/>
            <a:ext cx="3784600" cy="498470"/>
          </a:xfrm>
          <a:prstGeom prst="rect">
            <a:avLst/>
          </a:prstGeom>
        </p:spPr>
        <p:txBody>
          <a:bodyPr/>
          <a:lstStyle/>
          <a:p>
            <a:fld id="{1D8BD707-D9CF-40AE-B4C6-C98DA3205C09}" type="datetimeFigureOut">
              <a:rPr lang="en-US" smtClean="0"/>
              <a:t>3/20/2021</a:t>
            </a:fld>
            <a:endParaRPr lang="en-US"/>
          </a:p>
        </p:txBody>
      </p:sp>
      <p:sp>
        <p:nvSpPr>
          <p:cNvPr id="6" name="Footer Placeholder 5"/>
          <p:cNvSpPr>
            <a:spLocks noGrp="1"/>
          </p:cNvSpPr>
          <p:nvPr>
            <p:ph type="ftr" sz="quarter" idx="11"/>
          </p:nvPr>
        </p:nvSpPr>
        <p:spPr>
          <a:xfrm>
            <a:off x="685801" y="5757334"/>
            <a:ext cx="5499719" cy="498470"/>
          </a:xfrm>
          <a:prstGeom prst="rect">
            <a:avLst/>
          </a:prstGeom>
        </p:spPr>
        <p:txBody>
          <a:bodyPr/>
          <a:lstStyle/>
          <a:p>
            <a:endParaRPr lang="es-CL"/>
          </a:p>
        </p:txBody>
      </p:sp>
      <p:sp>
        <p:nvSpPr>
          <p:cNvPr id="7" name="Slide Number Placeholder 6"/>
          <p:cNvSpPr>
            <a:spLocks noGrp="1"/>
          </p:cNvSpPr>
          <p:nvPr>
            <p:ph type="sldNum" sz="quarter" idx="12"/>
          </p:nvPr>
        </p:nvSpPr>
        <p:spPr>
          <a:xfrm>
            <a:off x="6287121" y="5757334"/>
            <a:ext cx="907186" cy="498470"/>
          </a:xfrm>
          <a:prstGeom prst="rect">
            <a:avLst/>
          </a:prstGeom>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1221956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4" name="Title 1"/>
          <p:cNvSpPr>
            <a:spLocks noGrp="1"/>
          </p:cNvSpPr>
          <p:nvPr>
            <p:ph type="title"/>
          </p:nvPr>
        </p:nvSpPr>
        <p:spPr>
          <a:xfrm>
            <a:off x="685801" y="685800"/>
            <a:ext cx="10394707" cy="1158140"/>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918356" y="2063396"/>
            <a:ext cx="4856158" cy="679994"/>
          </a:xfrm>
        </p:spPr>
        <p:txBody>
          <a:bodyPr anchor="b">
            <a:noAutofit/>
          </a:bodyPr>
          <a:lstStyle>
            <a:lvl1pPr marL="0" indent="0">
              <a:lnSpc>
                <a:spcPct val="90000"/>
              </a:lnSpc>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2" name="Content Placeholder 3"/>
          <p:cNvSpPr>
            <a:spLocks noGrp="1"/>
          </p:cNvSpPr>
          <p:nvPr>
            <p:ph sz="quarter" idx="13"/>
          </p:nvPr>
        </p:nvSpPr>
        <p:spPr>
          <a:xfrm>
            <a:off x="685802" y="2861733"/>
            <a:ext cx="5088712" cy="2512852"/>
          </a:xfrm>
        </p:spPr>
        <p:txBody>
          <a:bodyPr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218191" y="2063396"/>
            <a:ext cx="4864491" cy="679994"/>
          </a:xfrm>
        </p:spPr>
        <p:txBody>
          <a:bodyPr anchor="b">
            <a:noAutofit/>
          </a:bodyPr>
          <a:lstStyle>
            <a:lvl1pPr marL="0" indent="0">
              <a:lnSpc>
                <a:spcPct val="90000"/>
              </a:lnSpc>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3" name="Content Placeholder 5"/>
          <p:cNvSpPr>
            <a:spLocks noGrp="1"/>
          </p:cNvSpPr>
          <p:nvPr>
            <p:ph sz="quarter" idx="14"/>
          </p:nvPr>
        </p:nvSpPr>
        <p:spPr>
          <a:xfrm>
            <a:off x="5993969" y="2861733"/>
            <a:ext cx="5088713" cy="2512852"/>
          </a:xfrm>
        </p:spPr>
        <p:txBody>
          <a:bodyPr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a:xfrm>
            <a:off x="7298083" y="5757334"/>
            <a:ext cx="3784600" cy="498470"/>
          </a:xfrm>
          <a:prstGeom prst="rect">
            <a:avLst/>
          </a:prstGeom>
        </p:spPr>
        <p:txBody>
          <a:bodyPr/>
          <a:lstStyle/>
          <a:p>
            <a:fld id="{1D8BD707-D9CF-40AE-B4C6-C98DA3205C09}" type="datetimeFigureOut">
              <a:rPr lang="en-US" smtClean="0"/>
              <a:t>3/20/2021</a:t>
            </a:fld>
            <a:endParaRPr lang="en-US"/>
          </a:p>
        </p:txBody>
      </p:sp>
      <p:sp>
        <p:nvSpPr>
          <p:cNvPr id="8" name="Footer Placeholder 7"/>
          <p:cNvSpPr>
            <a:spLocks noGrp="1"/>
          </p:cNvSpPr>
          <p:nvPr>
            <p:ph type="ftr" sz="quarter" idx="11"/>
          </p:nvPr>
        </p:nvSpPr>
        <p:spPr>
          <a:xfrm>
            <a:off x="685801" y="5757334"/>
            <a:ext cx="5499719" cy="498470"/>
          </a:xfrm>
          <a:prstGeom prst="rect">
            <a:avLst/>
          </a:prstGeom>
        </p:spPr>
        <p:txBody>
          <a:bodyPr/>
          <a:lstStyle/>
          <a:p>
            <a:endParaRPr lang="es-CL"/>
          </a:p>
        </p:txBody>
      </p:sp>
      <p:sp>
        <p:nvSpPr>
          <p:cNvPr id="9" name="Slide Number Placeholder 8"/>
          <p:cNvSpPr>
            <a:spLocks noGrp="1"/>
          </p:cNvSpPr>
          <p:nvPr>
            <p:ph type="sldNum" sz="quarter" idx="12"/>
          </p:nvPr>
        </p:nvSpPr>
        <p:spPr>
          <a:xfrm>
            <a:off x="6287121" y="5757334"/>
            <a:ext cx="907186" cy="498470"/>
          </a:xfrm>
          <a:prstGeom prst="rect">
            <a:avLst/>
          </a:prstGeom>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9374607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a:xfrm>
            <a:off x="7298083" y="5757334"/>
            <a:ext cx="3784600" cy="498470"/>
          </a:xfrm>
          <a:prstGeom prst="rect">
            <a:avLst/>
          </a:prstGeom>
        </p:spPr>
        <p:txBody>
          <a:bodyPr/>
          <a:lstStyle/>
          <a:p>
            <a:fld id="{1D8BD707-D9CF-40AE-B4C6-C98DA3205C09}" type="datetimeFigureOut">
              <a:rPr lang="en-US" smtClean="0"/>
              <a:t>3/20/2021</a:t>
            </a:fld>
            <a:endParaRPr lang="en-US"/>
          </a:p>
        </p:txBody>
      </p:sp>
      <p:sp>
        <p:nvSpPr>
          <p:cNvPr id="4" name="Footer Placeholder 3"/>
          <p:cNvSpPr>
            <a:spLocks noGrp="1"/>
          </p:cNvSpPr>
          <p:nvPr>
            <p:ph type="ftr" sz="quarter" idx="11"/>
          </p:nvPr>
        </p:nvSpPr>
        <p:spPr>
          <a:xfrm>
            <a:off x="685801" y="5757334"/>
            <a:ext cx="5499719" cy="498470"/>
          </a:xfrm>
          <a:prstGeom prst="rect">
            <a:avLst/>
          </a:prstGeom>
        </p:spPr>
        <p:txBody>
          <a:bodyPr/>
          <a:lstStyle/>
          <a:p>
            <a:endParaRPr lang="es-CL"/>
          </a:p>
        </p:txBody>
      </p:sp>
      <p:sp>
        <p:nvSpPr>
          <p:cNvPr id="5" name="Slide Number Placeholder 4"/>
          <p:cNvSpPr>
            <a:spLocks noGrp="1"/>
          </p:cNvSpPr>
          <p:nvPr>
            <p:ph type="sldNum" sz="quarter" idx="12"/>
          </p:nvPr>
        </p:nvSpPr>
        <p:spPr>
          <a:xfrm>
            <a:off x="6287121" y="5757334"/>
            <a:ext cx="907186" cy="498470"/>
          </a:xfrm>
          <a:prstGeom prst="rect">
            <a:avLst/>
          </a:prstGeom>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20214986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7298083" y="5757334"/>
            <a:ext cx="3784600" cy="498470"/>
          </a:xfrm>
          <a:prstGeom prst="rect">
            <a:avLst/>
          </a:prstGeom>
        </p:spPr>
        <p:txBody>
          <a:bodyPr/>
          <a:lstStyle/>
          <a:p>
            <a:fld id="{1D8BD707-D9CF-40AE-B4C6-C98DA3205C09}" type="datetimeFigureOut">
              <a:rPr lang="en-US" smtClean="0"/>
              <a:t>3/20/2021</a:t>
            </a:fld>
            <a:endParaRPr lang="en-US"/>
          </a:p>
        </p:txBody>
      </p:sp>
      <p:sp>
        <p:nvSpPr>
          <p:cNvPr id="3" name="Footer Placeholder 2"/>
          <p:cNvSpPr>
            <a:spLocks noGrp="1"/>
          </p:cNvSpPr>
          <p:nvPr>
            <p:ph type="ftr" sz="quarter" idx="11"/>
          </p:nvPr>
        </p:nvSpPr>
        <p:spPr>
          <a:xfrm>
            <a:off x="685801" y="5757334"/>
            <a:ext cx="5499719" cy="498470"/>
          </a:xfrm>
          <a:prstGeom prst="rect">
            <a:avLst/>
          </a:prstGeom>
        </p:spPr>
        <p:txBody>
          <a:bodyPr/>
          <a:lstStyle/>
          <a:p>
            <a:endParaRPr lang="es-CL"/>
          </a:p>
        </p:txBody>
      </p:sp>
      <p:sp>
        <p:nvSpPr>
          <p:cNvPr id="4" name="Slide Number Placeholder 3"/>
          <p:cNvSpPr>
            <a:spLocks noGrp="1"/>
          </p:cNvSpPr>
          <p:nvPr>
            <p:ph type="sldNum" sz="quarter" idx="12"/>
          </p:nvPr>
        </p:nvSpPr>
        <p:spPr>
          <a:xfrm>
            <a:off x="6287121" y="5757334"/>
            <a:ext cx="907186" cy="498470"/>
          </a:xfrm>
          <a:prstGeom prst="rect">
            <a:avLst/>
          </a:prstGeom>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34285333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93643" y="685800"/>
            <a:ext cx="4126860" cy="2023252"/>
          </a:xfrm>
        </p:spPr>
        <p:txBody>
          <a:bodyPr anchor="b">
            <a:normAutofit/>
          </a:bodyPr>
          <a:lstStyle>
            <a:lvl1pPr algn="ctr">
              <a:defRPr sz="3600"/>
            </a:lvl1pPr>
          </a:lstStyle>
          <a:p>
            <a:r>
              <a:rPr lang="es-ES"/>
              <a:t>Haga clic para modificar el estilo de título del patrón</a:t>
            </a:r>
            <a:endParaRPr lang="en-US" dirty="0"/>
          </a:p>
        </p:txBody>
      </p:sp>
      <p:sp>
        <p:nvSpPr>
          <p:cNvPr id="10" name="Content Placeholder 2"/>
          <p:cNvSpPr>
            <a:spLocks noGrp="1"/>
          </p:cNvSpPr>
          <p:nvPr>
            <p:ph sz="quarter" idx="13"/>
          </p:nvPr>
        </p:nvSpPr>
        <p:spPr>
          <a:xfrm>
            <a:off x="5046132" y="685800"/>
            <a:ext cx="6034375" cy="4688785"/>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693642" y="2709052"/>
            <a:ext cx="4126861" cy="2665533"/>
          </a:xfrm>
        </p:spPr>
        <p:txBody>
          <a:bodyPr anchor="t">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a:xfrm>
            <a:off x="7298083" y="5757334"/>
            <a:ext cx="3784600" cy="498470"/>
          </a:xfrm>
          <a:prstGeom prst="rect">
            <a:avLst/>
          </a:prstGeom>
        </p:spPr>
        <p:txBody>
          <a:bodyPr/>
          <a:lstStyle/>
          <a:p>
            <a:fld id="{1D8BD707-D9CF-40AE-B4C6-C98DA3205C09}" type="datetimeFigureOut">
              <a:rPr lang="en-US" smtClean="0"/>
              <a:t>3/20/2021</a:t>
            </a:fld>
            <a:endParaRPr lang="en-US"/>
          </a:p>
        </p:txBody>
      </p:sp>
      <p:sp>
        <p:nvSpPr>
          <p:cNvPr id="6" name="Footer Placeholder 5"/>
          <p:cNvSpPr>
            <a:spLocks noGrp="1"/>
          </p:cNvSpPr>
          <p:nvPr>
            <p:ph type="ftr" sz="quarter" idx="11"/>
          </p:nvPr>
        </p:nvSpPr>
        <p:spPr>
          <a:xfrm>
            <a:off x="685801" y="5757334"/>
            <a:ext cx="5499719" cy="498470"/>
          </a:xfrm>
          <a:prstGeom prst="rect">
            <a:avLst/>
          </a:prstGeom>
        </p:spPr>
        <p:txBody>
          <a:bodyPr/>
          <a:lstStyle/>
          <a:p>
            <a:endParaRPr lang="es-CL"/>
          </a:p>
        </p:txBody>
      </p:sp>
      <p:sp>
        <p:nvSpPr>
          <p:cNvPr id="7" name="Slide Number Placeholder 6"/>
          <p:cNvSpPr>
            <a:spLocks noGrp="1"/>
          </p:cNvSpPr>
          <p:nvPr>
            <p:ph type="sldNum" sz="quarter" idx="12"/>
          </p:nvPr>
        </p:nvSpPr>
        <p:spPr>
          <a:xfrm>
            <a:off x="6287121" y="5757334"/>
            <a:ext cx="907186" cy="498470"/>
          </a:xfrm>
          <a:prstGeom prst="rect">
            <a:avLst/>
          </a:prstGeom>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40968125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85800" y="685800"/>
            <a:ext cx="6345302" cy="2023252"/>
          </a:xfrm>
        </p:spPr>
        <p:txBody>
          <a:bodyPr anchor="b">
            <a:normAutofit/>
          </a:bodyPr>
          <a:lstStyle>
            <a:lvl1pPr algn="ctr">
              <a:defRPr sz="36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7482362" y="0"/>
            <a:ext cx="3598146" cy="5071533"/>
          </a:xfrm>
          <a:ln w="57150" cmpd="thinThick">
            <a:solidFill>
              <a:schemeClr val="bg1">
                <a:lumMod val="50000"/>
              </a:schemeClr>
            </a:solidFill>
            <a:miter lim="800000"/>
          </a:ln>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85801" y="2709052"/>
            <a:ext cx="6345301" cy="2362481"/>
          </a:xfrm>
        </p:spPr>
        <p:txBody>
          <a:bodyPr anchor="t">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a:xfrm>
            <a:off x="7298083" y="5757334"/>
            <a:ext cx="3784600" cy="498470"/>
          </a:xfrm>
          <a:prstGeom prst="rect">
            <a:avLst/>
          </a:prstGeom>
        </p:spPr>
        <p:txBody>
          <a:bodyPr/>
          <a:lstStyle/>
          <a:p>
            <a:fld id="{1D8BD707-D9CF-40AE-B4C6-C98DA3205C09}" type="datetimeFigureOut">
              <a:rPr lang="en-US" smtClean="0"/>
              <a:t>3/20/2021</a:t>
            </a:fld>
            <a:endParaRPr lang="en-US"/>
          </a:p>
        </p:txBody>
      </p:sp>
      <p:sp>
        <p:nvSpPr>
          <p:cNvPr id="6" name="Footer Placeholder 5"/>
          <p:cNvSpPr>
            <a:spLocks noGrp="1"/>
          </p:cNvSpPr>
          <p:nvPr>
            <p:ph type="ftr" sz="quarter" idx="11"/>
          </p:nvPr>
        </p:nvSpPr>
        <p:spPr>
          <a:xfrm>
            <a:off x="685801" y="5757334"/>
            <a:ext cx="5499719" cy="498470"/>
          </a:xfrm>
          <a:prstGeom prst="rect">
            <a:avLst/>
          </a:prstGeom>
        </p:spPr>
        <p:txBody>
          <a:bodyPr/>
          <a:lstStyle/>
          <a:p>
            <a:endParaRPr lang="es-CL"/>
          </a:p>
        </p:txBody>
      </p:sp>
      <p:sp>
        <p:nvSpPr>
          <p:cNvPr id="7" name="Slide Number Placeholder 6"/>
          <p:cNvSpPr>
            <a:spLocks noGrp="1"/>
          </p:cNvSpPr>
          <p:nvPr>
            <p:ph type="sldNum" sz="quarter" idx="12"/>
          </p:nvPr>
        </p:nvSpPr>
        <p:spPr>
          <a:xfrm>
            <a:off x="6287121" y="5757334"/>
            <a:ext cx="907186" cy="498470"/>
          </a:xfrm>
          <a:prstGeom prst="rect">
            <a:avLst/>
          </a:prstGeom>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9489985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685800" y="4106333"/>
            <a:ext cx="10394708" cy="588846"/>
          </a:xfrm>
        </p:spPr>
        <p:txBody>
          <a:bodyPr anchor="b"/>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685801" y="685799"/>
            <a:ext cx="10392513" cy="3194903"/>
          </a:xfrm>
          <a:ln w="57150" cmpd="thinThick">
            <a:solidFill>
              <a:schemeClr val="bg1">
                <a:lumMod val="50000"/>
              </a:schemeClr>
            </a:solidFill>
            <a:miter lim="800000"/>
          </a:ln>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85780" y="4702923"/>
            <a:ext cx="10394728" cy="682472"/>
          </a:xfrm>
        </p:spPr>
        <p:txBody>
          <a:bodyPr anchor="t"/>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a:xfrm>
            <a:off x="7298083" y="5757334"/>
            <a:ext cx="3784600" cy="498470"/>
          </a:xfrm>
          <a:prstGeom prst="rect">
            <a:avLst/>
          </a:prstGeom>
        </p:spPr>
        <p:txBody>
          <a:bodyPr/>
          <a:lstStyle/>
          <a:p>
            <a:fld id="{1D8BD707-D9CF-40AE-B4C6-C98DA3205C09}" type="datetimeFigureOut">
              <a:rPr lang="en-US" smtClean="0"/>
              <a:t>3/20/2021</a:t>
            </a:fld>
            <a:endParaRPr lang="en-US"/>
          </a:p>
        </p:txBody>
      </p:sp>
      <p:sp>
        <p:nvSpPr>
          <p:cNvPr id="6" name="Footer Placeholder 5"/>
          <p:cNvSpPr>
            <a:spLocks noGrp="1"/>
          </p:cNvSpPr>
          <p:nvPr>
            <p:ph type="ftr" sz="quarter" idx="11"/>
          </p:nvPr>
        </p:nvSpPr>
        <p:spPr>
          <a:xfrm>
            <a:off x="685801" y="5757334"/>
            <a:ext cx="5499719" cy="498470"/>
          </a:xfrm>
          <a:prstGeom prst="rect">
            <a:avLst/>
          </a:prstGeom>
        </p:spPr>
        <p:txBody>
          <a:bodyPr/>
          <a:lstStyle/>
          <a:p>
            <a:endParaRPr lang="es-CL"/>
          </a:p>
        </p:txBody>
      </p:sp>
      <p:sp>
        <p:nvSpPr>
          <p:cNvPr id="7" name="Slide Number Placeholder 6"/>
          <p:cNvSpPr>
            <a:spLocks noGrp="1"/>
          </p:cNvSpPr>
          <p:nvPr>
            <p:ph type="sldNum" sz="quarter" idx="12"/>
          </p:nvPr>
        </p:nvSpPr>
        <p:spPr>
          <a:xfrm>
            <a:off x="6287121" y="5757334"/>
            <a:ext cx="907186" cy="498470"/>
          </a:xfrm>
          <a:prstGeom prst="rect">
            <a:avLst/>
          </a:prstGeom>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5372232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685801" y="685800"/>
            <a:ext cx="10396902" cy="3194903"/>
          </a:xfrm>
        </p:spPr>
        <p:txBody>
          <a:bodyPr anchor="ctr">
            <a:normAutofit/>
          </a:bodyPr>
          <a:lstStyle>
            <a:lvl1pPr algn="ctr">
              <a:defRPr sz="48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685779" y="4106333"/>
            <a:ext cx="10394729" cy="1273606"/>
          </a:xfrm>
        </p:spPr>
        <p:txBody>
          <a:bodyPr anchor="ct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a:xfrm>
            <a:off x="7298083" y="5757334"/>
            <a:ext cx="3784600" cy="498470"/>
          </a:xfrm>
          <a:prstGeom prst="rect">
            <a:avLst/>
          </a:prstGeom>
        </p:spPr>
        <p:txBody>
          <a:bodyPr/>
          <a:lstStyle/>
          <a:p>
            <a:fld id="{1D8BD707-D9CF-40AE-B4C6-C98DA3205C09}" type="datetimeFigureOut">
              <a:rPr lang="en-US" smtClean="0"/>
              <a:t>3/20/2021</a:t>
            </a:fld>
            <a:endParaRPr lang="en-US"/>
          </a:p>
        </p:txBody>
      </p:sp>
      <p:sp>
        <p:nvSpPr>
          <p:cNvPr id="6" name="Footer Placeholder 5"/>
          <p:cNvSpPr>
            <a:spLocks noGrp="1"/>
          </p:cNvSpPr>
          <p:nvPr>
            <p:ph type="ftr" sz="quarter" idx="11"/>
          </p:nvPr>
        </p:nvSpPr>
        <p:spPr>
          <a:xfrm>
            <a:off x="685801" y="5757334"/>
            <a:ext cx="5499719" cy="498470"/>
          </a:xfrm>
          <a:prstGeom prst="rect">
            <a:avLst/>
          </a:prstGeom>
        </p:spPr>
        <p:txBody>
          <a:bodyPr/>
          <a:lstStyle/>
          <a:p>
            <a:endParaRPr lang="es-CL"/>
          </a:p>
        </p:txBody>
      </p:sp>
      <p:sp>
        <p:nvSpPr>
          <p:cNvPr id="7" name="Slide Number Placeholder 6"/>
          <p:cNvSpPr>
            <a:spLocks noGrp="1"/>
          </p:cNvSpPr>
          <p:nvPr>
            <p:ph type="sldNum" sz="quarter" idx="12"/>
          </p:nvPr>
        </p:nvSpPr>
        <p:spPr>
          <a:xfrm>
            <a:off x="6287121" y="5757334"/>
            <a:ext cx="907186" cy="498470"/>
          </a:xfrm>
          <a:prstGeom prst="rect">
            <a:avLst/>
          </a:prstGeom>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11010650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121732" y="685800"/>
            <a:ext cx="9525020" cy="2916704"/>
          </a:xfrm>
        </p:spPr>
        <p:txBody>
          <a:bodyPr anchor="ctr">
            <a:normAutofit/>
          </a:bodyPr>
          <a:lstStyle>
            <a:lvl1pPr algn="ctr">
              <a:defRPr sz="4800"/>
            </a:lvl1pPr>
          </a:lstStyle>
          <a:p>
            <a:r>
              <a:rPr lang="es-ES"/>
              <a:t>Haga clic para modificar el estilo de título del patrón</a:t>
            </a:r>
            <a:endParaRPr lang="en-US" dirty="0"/>
          </a:p>
        </p:txBody>
      </p:sp>
      <p:sp>
        <p:nvSpPr>
          <p:cNvPr id="12" name="Text Placeholder 3"/>
          <p:cNvSpPr>
            <a:spLocks noGrp="1"/>
          </p:cNvSpPr>
          <p:nvPr>
            <p:ph type="body" sz="half" idx="13"/>
          </p:nvPr>
        </p:nvSpPr>
        <p:spPr>
          <a:xfrm>
            <a:off x="1550264" y="3610032"/>
            <a:ext cx="8667956" cy="377768"/>
          </a:xfrm>
        </p:spPr>
        <p:txBody>
          <a:bodyPr anchor="t">
            <a:normAutofit/>
          </a:bodyPr>
          <a:lstStyle>
            <a:lvl1pPr marL="0" indent="0" algn="r">
              <a:buNone/>
              <a:defRPr sz="1400">
                <a:solidFill>
                  <a:schemeClr val="tx1">
                    <a:lumMod val="50000"/>
                    <a:lumOff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4" name="Text Placeholder 3"/>
          <p:cNvSpPr>
            <a:spLocks noGrp="1"/>
          </p:cNvSpPr>
          <p:nvPr>
            <p:ph type="body" sz="half" idx="2"/>
          </p:nvPr>
        </p:nvSpPr>
        <p:spPr>
          <a:xfrm>
            <a:off x="685801" y="4106334"/>
            <a:ext cx="10396882" cy="1268252"/>
          </a:xfrm>
        </p:spPr>
        <p:txBody>
          <a:bodyPr anchor="ct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a:xfrm>
            <a:off x="7298083" y="5757334"/>
            <a:ext cx="3784600" cy="498470"/>
          </a:xfrm>
          <a:prstGeom prst="rect">
            <a:avLst/>
          </a:prstGeom>
        </p:spPr>
        <p:txBody>
          <a:bodyPr/>
          <a:lstStyle/>
          <a:p>
            <a:fld id="{1D8BD707-D9CF-40AE-B4C6-C98DA3205C09}" type="datetimeFigureOut">
              <a:rPr lang="en-US" smtClean="0"/>
              <a:t>3/20/2021</a:t>
            </a:fld>
            <a:endParaRPr lang="en-US"/>
          </a:p>
        </p:txBody>
      </p:sp>
      <p:sp>
        <p:nvSpPr>
          <p:cNvPr id="6" name="Footer Placeholder 5"/>
          <p:cNvSpPr>
            <a:spLocks noGrp="1"/>
          </p:cNvSpPr>
          <p:nvPr>
            <p:ph type="ftr" sz="quarter" idx="11"/>
          </p:nvPr>
        </p:nvSpPr>
        <p:spPr>
          <a:xfrm>
            <a:off x="685801" y="5757334"/>
            <a:ext cx="5499719" cy="498470"/>
          </a:xfrm>
          <a:prstGeom prst="rect">
            <a:avLst/>
          </a:prstGeom>
        </p:spPr>
        <p:txBody>
          <a:bodyPr/>
          <a:lstStyle/>
          <a:p>
            <a:endParaRPr lang="es-CL"/>
          </a:p>
        </p:txBody>
      </p:sp>
      <p:sp>
        <p:nvSpPr>
          <p:cNvPr id="7" name="Slide Number Placeholder 6"/>
          <p:cNvSpPr>
            <a:spLocks noGrp="1"/>
          </p:cNvSpPr>
          <p:nvPr>
            <p:ph type="sldNum" sz="quarter" idx="12"/>
          </p:nvPr>
        </p:nvSpPr>
        <p:spPr>
          <a:xfrm>
            <a:off x="6287121" y="5757334"/>
            <a:ext cx="907186" cy="498470"/>
          </a:xfrm>
          <a:prstGeom prst="rect">
            <a:avLst/>
          </a:prstGeom>
        </p:spPr>
        <p:txBody>
          <a:bodyPr/>
          <a:lstStyle/>
          <a:p>
            <a:fld id="{B6F15528-21DE-4FAA-801E-634DDDAF4B2B}" type="slidenum">
              <a:rPr lang="es-CL" smtClean="0"/>
              <a:t>‹Nº›</a:t>
            </a:fld>
            <a:endParaRPr lang="es-CL"/>
          </a:p>
        </p:txBody>
      </p:sp>
      <p:sp>
        <p:nvSpPr>
          <p:cNvPr id="13" name="TextBox 12"/>
          <p:cNvSpPr txBox="1"/>
          <p:nvPr/>
        </p:nvSpPr>
        <p:spPr>
          <a:xfrm>
            <a:off x="685801" y="89262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473083" y="292282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42330163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685800" y="1723854"/>
            <a:ext cx="10394707" cy="2511835"/>
          </a:xfrm>
        </p:spPr>
        <p:txBody>
          <a:bodyPr anchor="b">
            <a:normAutofit/>
          </a:bodyPr>
          <a:lstStyle>
            <a:lvl1pPr algn="l">
              <a:defRPr sz="48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685800" y="4247468"/>
            <a:ext cx="10394707" cy="1140644"/>
          </a:xfrm>
        </p:spPr>
        <p:txBody>
          <a:bodyPr anchor="t">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a:xfrm>
            <a:off x="7298083" y="5757334"/>
            <a:ext cx="3784600" cy="498470"/>
          </a:xfrm>
          <a:prstGeom prst="rect">
            <a:avLst/>
          </a:prstGeom>
        </p:spPr>
        <p:txBody>
          <a:bodyPr/>
          <a:lstStyle/>
          <a:p>
            <a:fld id="{1D8BD707-D9CF-40AE-B4C6-C98DA3205C09}" type="datetimeFigureOut">
              <a:rPr lang="en-US" smtClean="0"/>
              <a:t>3/20/2021</a:t>
            </a:fld>
            <a:endParaRPr lang="en-US"/>
          </a:p>
        </p:txBody>
      </p:sp>
      <p:sp>
        <p:nvSpPr>
          <p:cNvPr id="6" name="Footer Placeholder 5"/>
          <p:cNvSpPr>
            <a:spLocks noGrp="1"/>
          </p:cNvSpPr>
          <p:nvPr>
            <p:ph type="ftr" sz="quarter" idx="11"/>
          </p:nvPr>
        </p:nvSpPr>
        <p:spPr>
          <a:xfrm>
            <a:off x="685801" y="5757334"/>
            <a:ext cx="5499719" cy="498470"/>
          </a:xfrm>
          <a:prstGeom prst="rect">
            <a:avLst/>
          </a:prstGeom>
        </p:spPr>
        <p:txBody>
          <a:bodyPr/>
          <a:lstStyle/>
          <a:p>
            <a:endParaRPr lang="es-CL"/>
          </a:p>
        </p:txBody>
      </p:sp>
      <p:sp>
        <p:nvSpPr>
          <p:cNvPr id="7" name="Slide Number Placeholder 6"/>
          <p:cNvSpPr>
            <a:spLocks noGrp="1"/>
          </p:cNvSpPr>
          <p:nvPr>
            <p:ph type="sldNum" sz="quarter" idx="12"/>
          </p:nvPr>
        </p:nvSpPr>
        <p:spPr>
          <a:xfrm>
            <a:off x="6287121" y="5757334"/>
            <a:ext cx="907186" cy="498470"/>
          </a:xfrm>
          <a:prstGeom prst="rect">
            <a:avLst/>
          </a:prstGeom>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3832348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sp>
        <p:nvSpPr>
          <p:cNvPr id="15" name="Title 1"/>
          <p:cNvSpPr>
            <a:spLocks noGrp="1"/>
          </p:cNvSpPr>
          <p:nvPr>
            <p:ph type="title"/>
          </p:nvPr>
        </p:nvSpPr>
        <p:spPr>
          <a:xfrm>
            <a:off x="685802" y="685800"/>
            <a:ext cx="10394706" cy="1151965"/>
          </a:xfrm>
        </p:spPr>
        <p:txBody>
          <a:bodyPr/>
          <a:lstStyle>
            <a:lvl1pPr algn="ctr">
              <a:defRPr/>
            </a:lvl1pPr>
          </a:lstStyle>
          <a:p>
            <a:r>
              <a:rPr lang="es-ES"/>
              <a:t>Haga clic para modificar el estilo de título del patrón</a:t>
            </a:r>
            <a:endParaRPr lang="en-US" dirty="0"/>
          </a:p>
        </p:txBody>
      </p:sp>
      <p:sp>
        <p:nvSpPr>
          <p:cNvPr id="7" name="Text Placeholder 2"/>
          <p:cNvSpPr>
            <a:spLocks noGrp="1"/>
          </p:cNvSpPr>
          <p:nvPr>
            <p:ph type="body" idx="1"/>
          </p:nvPr>
        </p:nvSpPr>
        <p:spPr>
          <a:xfrm>
            <a:off x="685802"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8" name="Text Placeholder 3"/>
          <p:cNvSpPr>
            <a:spLocks noGrp="1"/>
          </p:cNvSpPr>
          <p:nvPr>
            <p:ph type="body" sz="half" idx="15"/>
          </p:nvPr>
        </p:nvSpPr>
        <p:spPr>
          <a:xfrm>
            <a:off x="685802"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9" name="Text Placeholder 4"/>
          <p:cNvSpPr>
            <a:spLocks noGrp="1"/>
          </p:cNvSpPr>
          <p:nvPr>
            <p:ph type="body" sz="quarter" idx="3"/>
          </p:nvPr>
        </p:nvSpPr>
        <p:spPr>
          <a:xfrm>
            <a:off x="4234622"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0" name="Text Placeholder 3"/>
          <p:cNvSpPr>
            <a:spLocks noGrp="1"/>
          </p:cNvSpPr>
          <p:nvPr>
            <p:ph type="body" sz="half" idx="16"/>
          </p:nvPr>
        </p:nvSpPr>
        <p:spPr>
          <a:xfrm>
            <a:off x="4234621"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11" name="Text Placeholder 4"/>
          <p:cNvSpPr>
            <a:spLocks noGrp="1"/>
          </p:cNvSpPr>
          <p:nvPr>
            <p:ph type="body" sz="quarter" idx="13"/>
          </p:nvPr>
        </p:nvSpPr>
        <p:spPr>
          <a:xfrm>
            <a:off x="7770380"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2" name="Text Placeholder 3"/>
          <p:cNvSpPr>
            <a:spLocks noGrp="1"/>
          </p:cNvSpPr>
          <p:nvPr>
            <p:ph type="body" sz="half" idx="17"/>
          </p:nvPr>
        </p:nvSpPr>
        <p:spPr>
          <a:xfrm>
            <a:off x="7770380"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a:xfrm>
            <a:off x="7298083" y="5757334"/>
            <a:ext cx="3784600" cy="498470"/>
          </a:xfrm>
          <a:prstGeom prst="rect">
            <a:avLst/>
          </a:prstGeom>
        </p:spPr>
        <p:txBody>
          <a:bodyPr/>
          <a:lstStyle/>
          <a:p>
            <a:fld id="{1D8BD707-D9CF-40AE-B4C6-C98DA3205C09}" type="datetimeFigureOut">
              <a:rPr lang="en-US" smtClean="0"/>
              <a:t>3/20/2021</a:t>
            </a:fld>
            <a:endParaRPr lang="en-US"/>
          </a:p>
        </p:txBody>
      </p:sp>
      <p:sp>
        <p:nvSpPr>
          <p:cNvPr id="4" name="Footer Placeholder 3"/>
          <p:cNvSpPr>
            <a:spLocks noGrp="1"/>
          </p:cNvSpPr>
          <p:nvPr>
            <p:ph type="ftr" sz="quarter" idx="11"/>
          </p:nvPr>
        </p:nvSpPr>
        <p:spPr>
          <a:xfrm>
            <a:off x="685801" y="5757334"/>
            <a:ext cx="5499719" cy="498470"/>
          </a:xfrm>
          <a:prstGeom prst="rect">
            <a:avLst/>
          </a:prstGeom>
        </p:spPr>
        <p:txBody>
          <a:bodyPr/>
          <a:lstStyle/>
          <a:p>
            <a:endParaRPr lang="es-CL"/>
          </a:p>
        </p:txBody>
      </p:sp>
      <p:sp>
        <p:nvSpPr>
          <p:cNvPr id="5" name="Slide Number Placeholder 4"/>
          <p:cNvSpPr>
            <a:spLocks noGrp="1"/>
          </p:cNvSpPr>
          <p:nvPr>
            <p:ph type="sldNum" sz="quarter" idx="12"/>
          </p:nvPr>
        </p:nvSpPr>
        <p:spPr>
          <a:xfrm>
            <a:off x="6287121" y="5757334"/>
            <a:ext cx="907186" cy="498470"/>
          </a:xfrm>
          <a:prstGeom prst="rect">
            <a:avLst/>
          </a:prstGeom>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9347522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sp>
        <p:nvSpPr>
          <p:cNvPr id="30" name="Title 1"/>
          <p:cNvSpPr>
            <a:spLocks noGrp="1"/>
          </p:cNvSpPr>
          <p:nvPr>
            <p:ph type="title"/>
          </p:nvPr>
        </p:nvSpPr>
        <p:spPr>
          <a:xfrm>
            <a:off x="685801" y="685800"/>
            <a:ext cx="10396882" cy="1151965"/>
          </a:xfrm>
        </p:spPr>
        <p:txBody>
          <a:bodyPr/>
          <a:lstStyle>
            <a:lvl1pPr algn="ctr">
              <a:defRPr/>
            </a:lvl1pPr>
          </a:lstStyle>
          <a:p>
            <a:r>
              <a:rPr lang="es-ES"/>
              <a:t>Haga clic para modificar el estilo de título del patrón</a:t>
            </a:r>
            <a:endParaRPr lang="en-US" dirty="0"/>
          </a:p>
        </p:txBody>
      </p:sp>
      <p:sp>
        <p:nvSpPr>
          <p:cNvPr id="19" name="Text Placeholder 2"/>
          <p:cNvSpPr>
            <a:spLocks noGrp="1"/>
          </p:cNvSpPr>
          <p:nvPr>
            <p:ph type="body" idx="1"/>
          </p:nvPr>
        </p:nvSpPr>
        <p:spPr>
          <a:xfrm>
            <a:off x="691840"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0" name="Picture Placeholder 2"/>
          <p:cNvSpPr>
            <a:spLocks noGrp="1" noChangeAspect="1"/>
          </p:cNvSpPr>
          <p:nvPr>
            <p:ph type="pic" idx="15"/>
          </p:nvPr>
        </p:nvSpPr>
        <p:spPr>
          <a:xfrm>
            <a:off x="685780" y="2063395"/>
            <a:ext cx="3310128" cy="1536725"/>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1" name="Text Placeholder 3"/>
          <p:cNvSpPr>
            <a:spLocks noGrp="1"/>
          </p:cNvSpPr>
          <p:nvPr>
            <p:ph type="body" sz="half" idx="18"/>
          </p:nvPr>
        </p:nvSpPr>
        <p:spPr>
          <a:xfrm>
            <a:off x="691840" y="4389287"/>
            <a:ext cx="3310128" cy="98529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2" name="Text Placeholder 4"/>
          <p:cNvSpPr>
            <a:spLocks noGrp="1"/>
          </p:cNvSpPr>
          <p:nvPr>
            <p:ph type="body" sz="quarter" idx="3"/>
          </p:nvPr>
        </p:nvSpPr>
        <p:spPr>
          <a:xfrm>
            <a:off x="4237410"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3" name="Picture Placeholder 2"/>
          <p:cNvSpPr>
            <a:spLocks noGrp="1" noChangeAspect="1"/>
          </p:cNvSpPr>
          <p:nvPr>
            <p:ph type="pic" idx="21"/>
          </p:nvPr>
        </p:nvSpPr>
        <p:spPr>
          <a:xfrm>
            <a:off x="4235999" y="2063395"/>
            <a:ext cx="3310128" cy="1535237"/>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4" name="Text Placeholder 3"/>
          <p:cNvSpPr>
            <a:spLocks noGrp="1"/>
          </p:cNvSpPr>
          <p:nvPr>
            <p:ph type="body" sz="half" idx="19"/>
          </p:nvPr>
        </p:nvSpPr>
        <p:spPr>
          <a:xfrm>
            <a:off x="4235999" y="4389286"/>
            <a:ext cx="3310128" cy="98530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5" name="Text Placeholder 4"/>
          <p:cNvSpPr>
            <a:spLocks noGrp="1"/>
          </p:cNvSpPr>
          <p:nvPr>
            <p:ph type="body" sz="quarter" idx="13"/>
          </p:nvPr>
        </p:nvSpPr>
        <p:spPr>
          <a:xfrm>
            <a:off x="7768944"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6" name="Picture Placeholder 2"/>
          <p:cNvSpPr>
            <a:spLocks noGrp="1" noChangeAspect="1"/>
          </p:cNvSpPr>
          <p:nvPr>
            <p:ph type="pic" idx="22"/>
          </p:nvPr>
        </p:nvSpPr>
        <p:spPr>
          <a:xfrm>
            <a:off x="7768819" y="2063394"/>
            <a:ext cx="3310128" cy="1537196"/>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7" name="Text Placeholder 3"/>
          <p:cNvSpPr>
            <a:spLocks noGrp="1"/>
          </p:cNvSpPr>
          <p:nvPr>
            <p:ph type="body" sz="half" idx="20"/>
          </p:nvPr>
        </p:nvSpPr>
        <p:spPr>
          <a:xfrm>
            <a:off x="7768819" y="4389284"/>
            <a:ext cx="3310128" cy="985302"/>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a:xfrm>
            <a:off x="7298083" y="5757334"/>
            <a:ext cx="3784600" cy="498470"/>
          </a:xfrm>
          <a:prstGeom prst="rect">
            <a:avLst/>
          </a:prstGeom>
        </p:spPr>
        <p:txBody>
          <a:bodyPr/>
          <a:lstStyle/>
          <a:p>
            <a:fld id="{1D8BD707-D9CF-40AE-B4C6-C98DA3205C09}" type="datetimeFigureOut">
              <a:rPr lang="en-US" smtClean="0"/>
              <a:t>3/20/2021</a:t>
            </a:fld>
            <a:endParaRPr lang="en-US"/>
          </a:p>
        </p:txBody>
      </p:sp>
      <p:sp>
        <p:nvSpPr>
          <p:cNvPr id="4" name="Footer Placeholder 3"/>
          <p:cNvSpPr>
            <a:spLocks noGrp="1"/>
          </p:cNvSpPr>
          <p:nvPr>
            <p:ph type="ftr" sz="quarter" idx="11"/>
          </p:nvPr>
        </p:nvSpPr>
        <p:spPr>
          <a:xfrm>
            <a:off x="685801" y="5757334"/>
            <a:ext cx="5499719" cy="498470"/>
          </a:xfrm>
          <a:prstGeom prst="rect">
            <a:avLst/>
          </a:prstGeom>
        </p:spPr>
        <p:txBody>
          <a:bodyPr/>
          <a:lstStyle/>
          <a:p>
            <a:endParaRPr lang="es-CL"/>
          </a:p>
        </p:txBody>
      </p:sp>
      <p:sp>
        <p:nvSpPr>
          <p:cNvPr id="5" name="Slide Number Placeholder 4"/>
          <p:cNvSpPr>
            <a:spLocks noGrp="1"/>
          </p:cNvSpPr>
          <p:nvPr>
            <p:ph type="sldNum" sz="quarter" idx="12"/>
          </p:nvPr>
        </p:nvSpPr>
        <p:spPr>
          <a:xfrm>
            <a:off x="6287121" y="5757334"/>
            <a:ext cx="907186" cy="498470"/>
          </a:xfrm>
          <a:prstGeom prst="rect">
            <a:avLst/>
          </a:prstGeom>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408875847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r">
              <a:defRPr/>
            </a:lvl1pPr>
          </a:lstStyle>
          <a:p>
            <a:r>
              <a:rPr lang="es-ES"/>
              <a:t>Haga clic para modificar el estilo de título del patrón</a:t>
            </a:r>
            <a:endParaRPr lang="en-US" dirty="0"/>
          </a:p>
        </p:txBody>
      </p:sp>
      <p:sp>
        <p:nvSpPr>
          <p:cNvPr id="11" name="Vertical Text Placeholder 2"/>
          <p:cNvSpPr>
            <a:spLocks noGrp="1"/>
          </p:cNvSpPr>
          <p:nvPr>
            <p:ph type="body" orient="vert" sz="quarter" idx="13"/>
          </p:nvPr>
        </p:nvSpPr>
        <p:spPr>
          <a:xfrm>
            <a:off x="685800" y="2063396"/>
            <a:ext cx="10394707" cy="3311190"/>
          </a:xfrm>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a:xfrm>
            <a:off x="7298083" y="5757334"/>
            <a:ext cx="3784600" cy="498470"/>
          </a:xfrm>
          <a:prstGeom prst="rect">
            <a:avLst/>
          </a:prstGeom>
        </p:spPr>
        <p:txBody>
          <a:bodyPr/>
          <a:lstStyle/>
          <a:p>
            <a:fld id="{1D8BD707-D9CF-40AE-B4C6-C98DA3205C09}" type="datetimeFigureOut">
              <a:rPr lang="en-US" smtClean="0"/>
              <a:t>3/20/2021</a:t>
            </a:fld>
            <a:endParaRPr lang="en-US"/>
          </a:p>
        </p:txBody>
      </p:sp>
      <p:sp>
        <p:nvSpPr>
          <p:cNvPr id="5" name="Footer Placeholder 4"/>
          <p:cNvSpPr>
            <a:spLocks noGrp="1"/>
          </p:cNvSpPr>
          <p:nvPr>
            <p:ph type="ftr" sz="quarter" idx="11"/>
          </p:nvPr>
        </p:nvSpPr>
        <p:spPr>
          <a:xfrm>
            <a:off x="685801" y="5757334"/>
            <a:ext cx="5499719" cy="498470"/>
          </a:xfrm>
          <a:prstGeom prst="rect">
            <a:avLst/>
          </a:prstGeom>
        </p:spPr>
        <p:txBody>
          <a:bodyPr/>
          <a:lstStyle/>
          <a:p>
            <a:endParaRPr lang="es-CL"/>
          </a:p>
        </p:txBody>
      </p:sp>
      <p:sp>
        <p:nvSpPr>
          <p:cNvPr id="6" name="Slide Number Placeholder 5"/>
          <p:cNvSpPr>
            <a:spLocks noGrp="1"/>
          </p:cNvSpPr>
          <p:nvPr>
            <p:ph type="sldNum" sz="quarter" idx="12"/>
          </p:nvPr>
        </p:nvSpPr>
        <p:spPr>
          <a:xfrm>
            <a:off x="6287121" y="5757334"/>
            <a:ext cx="907186" cy="498470"/>
          </a:xfrm>
          <a:prstGeom prst="rect">
            <a:avLst/>
          </a:prstGeom>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285769236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15862" y="685800"/>
            <a:ext cx="2264646" cy="4688785"/>
          </a:xfrm>
        </p:spPr>
        <p:txBody>
          <a:bodyPr vert="eaVert"/>
          <a:lstStyle>
            <a:lvl1pPr algn="l">
              <a:defRPr/>
            </a:lvl1pPr>
          </a:lstStyle>
          <a:p>
            <a:r>
              <a:rPr lang="es-ES"/>
              <a:t>Haga clic para modificar el estilo de título del patrón</a:t>
            </a:r>
            <a:endParaRPr lang="en-US" dirty="0"/>
          </a:p>
        </p:txBody>
      </p:sp>
      <p:sp>
        <p:nvSpPr>
          <p:cNvPr id="8" name="Vertical Text Placeholder 2"/>
          <p:cNvSpPr>
            <a:spLocks noGrp="1"/>
          </p:cNvSpPr>
          <p:nvPr>
            <p:ph type="body" orient="vert" sz="quarter" idx="13"/>
          </p:nvPr>
        </p:nvSpPr>
        <p:spPr>
          <a:xfrm>
            <a:off x="685800" y="685800"/>
            <a:ext cx="7904431" cy="4688785"/>
          </a:xfrm>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a:xfrm>
            <a:off x="7298083" y="5757334"/>
            <a:ext cx="3784600" cy="498470"/>
          </a:xfrm>
          <a:prstGeom prst="rect">
            <a:avLst/>
          </a:prstGeom>
        </p:spPr>
        <p:txBody>
          <a:bodyPr/>
          <a:lstStyle/>
          <a:p>
            <a:fld id="{1D8BD707-D9CF-40AE-B4C6-C98DA3205C09}" type="datetimeFigureOut">
              <a:rPr lang="en-US" smtClean="0"/>
              <a:t>3/20/2021</a:t>
            </a:fld>
            <a:endParaRPr lang="en-US"/>
          </a:p>
        </p:txBody>
      </p:sp>
      <p:sp>
        <p:nvSpPr>
          <p:cNvPr id="5" name="Footer Placeholder 4"/>
          <p:cNvSpPr>
            <a:spLocks noGrp="1"/>
          </p:cNvSpPr>
          <p:nvPr>
            <p:ph type="ftr" sz="quarter" idx="11"/>
          </p:nvPr>
        </p:nvSpPr>
        <p:spPr>
          <a:xfrm>
            <a:off x="685801" y="5757334"/>
            <a:ext cx="5499719" cy="498470"/>
          </a:xfrm>
          <a:prstGeom prst="rect">
            <a:avLst/>
          </a:prstGeom>
        </p:spPr>
        <p:txBody>
          <a:bodyPr/>
          <a:lstStyle/>
          <a:p>
            <a:endParaRPr lang="es-CL"/>
          </a:p>
        </p:txBody>
      </p:sp>
      <p:sp>
        <p:nvSpPr>
          <p:cNvPr id="6" name="Slide Number Placeholder 5"/>
          <p:cNvSpPr>
            <a:spLocks noGrp="1"/>
          </p:cNvSpPr>
          <p:nvPr>
            <p:ph type="sldNum" sz="quarter" idx="12"/>
          </p:nvPr>
        </p:nvSpPr>
        <p:spPr>
          <a:xfrm>
            <a:off x="6287121" y="5757334"/>
            <a:ext cx="907186" cy="498470"/>
          </a:xfrm>
          <a:prstGeom prst="rect">
            <a:avLst/>
          </a:prstGeom>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73798554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pic>
        <p:nvPicPr>
          <p:cNvPr id="7" name="Picture 6" descr="Brickwork-HD-R1a.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useBgFill="1">
        <p:nvSpPr>
          <p:cNvPr id="12" name="Freeform 11"/>
          <p:cNvSpPr/>
          <p:nvPr/>
        </p:nvSpPr>
        <p:spPr>
          <a:xfrm>
            <a:off x="-15875" y="0"/>
            <a:ext cx="11683810" cy="6588125"/>
          </a:xfrm>
          <a:custGeom>
            <a:avLst/>
            <a:gdLst/>
            <a:ahLst/>
            <a:cxnLst/>
            <a:rect l="l" t="t" r="r" b="b"/>
            <a:pathLst>
              <a:path w="11683810" h="6588125">
                <a:moveTo>
                  <a:pt x="0" y="0"/>
                </a:moveTo>
                <a:lnTo>
                  <a:pt x="11318691" y="0"/>
                </a:lnTo>
                <a:lnTo>
                  <a:pt x="11683810" y="5976938"/>
                </a:lnTo>
                <a:lnTo>
                  <a:pt x="15875" y="6588125"/>
                </a:lnTo>
                <a:cubicBezTo>
                  <a:pt x="10583" y="4386792"/>
                  <a:pt x="5292" y="2185458"/>
                  <a:pt x="0" y="0"/>
                </a:cubicBezTo>
                <a:close/>
              </a:path>
            </a:pathLst>
          </a:custGeom>
          <a:ln>
            <a:noFill/>
          </a:ln>
          <a:effectLst>
            <a:outerShdw blurRad="101600" dist="152400" dir="4380000" algn="tl" rotWithShape="0">
              <a:srgbClr val="000000">
                <a:alpha val="43000"/>
              </a:srgbClr>
            </a:outerShdw>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0" y="4282257"/>
            <a:ext cx="11329257" cy="2028845"/>
          </a:xfrm>
          <a:custGeom>
            <a:avLst/>
            <a:gdLst/>
            <a:ahLst/>
            <a:cxnLst/>
            <a:rect l="l" t="t" r="r" b="b"/>
            <a:pathLst>
              <a:path w="11329257" h="2028845">
                <a:moveTo>
                  <a:pt x="0" y="588520"/>
                </a:moveTo>
                <a:lnTo>
                  <a:pt x="11244075" y="0"/>
                </a:lnTo>
                <a:lnTo>
                  <a:pt x="11329257" y="1424838"/>
                </a:lnTo>
                <a:lnTo>
                  <a:pt x="0" y="2028845"/>
                </a:lnTo>
                <a:lnTo>
                  <a:pt x="0" y="588520"/>
                </a:lnTo>
                <a:close/>
              </a:path>
            </a:pathLst>
          </a:custGeom>
          <a:gradFill flip="none" rotWithShape="1">
            <a:gsLst>
              <a:gs pos="34000">
                <a:schemeClr val="accent1"/>
              </a:gs>
              <a:gs pos="100000">
                <a:schemeClr val="accent1">
                  <a:lumMod val="75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sp>
        <p:nvSpPr>
          <p:cNvPr id="26" name="Freeform 25"/>
          <p:cNvSpPr/>
          <p:nvPr/>
        </p:nvSpPr>
        <p:spPr>
          <a:xfrm>
            <a:off x="0" y="0"/>
            <a:ext cx="8719579" cy="456877"/>
          </a:xfrm>
          <a:custGeom>
            <a:avLst/>
            <a:gdLst/>
            <a:ahLst/>
            <a:cxnLst/>
            <a:rect l="l" t="t" r="r" b="b"/>
            <a:pathLst>
              <a:path w="8719579" h="456877">
                <a:moveTo>
                  <a:pt x="0" y="0"/>
                </a:moveTo>
                <a:lnTo>
                  <a:pt x="8719579" y="0"/>
                </a:lnTo>
                <a:lnTo>
                  <a:pt x="0" y="456877"/>
                </a:lnTo>
                <a:lnTo>
                  <a:pt x="0" y="0"/>
                </a:lnTo>
                <a:close/>
              </a:path>
            </a:pathLst>
          </a:custGeom>
          <a:gradFill flip="none" rotWithShape="1">
            <a:gsLst>
              <a:gs pos="34000">
                <a:schemeClr val="accent1"/>
              </a:gs>
              <a:gs pos="100000">
                <a:schemeClr val="accent1">
                  <a:lumMod val="75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rot="21420000">
            <a:off x="-161800" y="293317"/>
            <a:ext cx="11367116" cy="5751804"/>
          </a:xfrm>
          <a:custGeom>
            <a:avLst/>
            <a:gdLst/>
            <a:ahLst/>
            <a:cxnLst/>
            <a:rect l="l" t="t" r="r" b="b"/>
            <a:pathLst>
              <a:path w="11367116" h="5751804">
                <a:moveTo>
                  <a:pt x="11346705" y="0"/>
                </a:moveTo>
                <a:cubicBezTo>
                  <a:pt x="11353509" y="1915114"/>
                  <a:pt x="11360312" y="3830229"/>
                  <a:pt x="11367116" y="5745343"/>
                </a:cubicBezTo>
                <a:lnTo>
                  <a:pt x="0" y="5751804"/>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sp>
      <p:sp>
        <p:nvSpPr>
          <p:cNvPr id="2" name="Title 1"/>
          <p:cNvSpPr>
            <a:spLocks noGrp="1"/>
          </p:cNvSpPr>
          <p:nvPr>
            <p:ph type="ctrTitle"/>
          </p:nvPr>
        </p:nvSpPr>
        <p:spPr>
          <a:xfrm rot="21420000">
            <a:off x="891201" y="662656"/>
            <a:ext cx="9755187" cy="2766528"/>
          </a:xfrm>
        </p:spPr>
        <p:txBody>
          <a:bodyPr anchor="b">
            <a:normAutofit/>
          </a:bodyPr>
          <a:lstStyle>
            <a:lvl1pPr algn="r">
              <a:defRPr sz="8000"/>
            </a:lvl1pPr>
          </a:lstStyle>
          <a:p>
            <a:r>
              <a:rPr lang="es-ES"/>
              <a:t>Haga clic para modificar el estilo de título del patrón</a:t>
            </a:r>
            <a:endParaRPr lang="en-US" dirty="0"/>
          </a:p>
        </p:txBody>
      </p:sp>
      <p:sp>
        <p:nvSpPr>
          <p:cNvPr id="3" name="Subtitle 2"/>
          <p:cNvSpPr>
            <a:spLocks noGrp="1"/>
          </p:cNvSpPr>
          <p:nvPr>
            <p:ph type="subTitle" idx="1"/>
          </p:nvPr>
        </p:nvSpPr>
        <p:spPr>
          <a:xfrm rot="21420000">
            <a:off x="983062" y="3505209"/>
            <a:ext cx="9755187" cy="550333"/>
          </a:xfrm>
        </p:spPr>
        <p:txBody>
          <a:bodyPr anchor="t">
            <a:noAutofit/>
          </a:bodyPr>
          <a:lstStyle>
            <a:lvl1pPr marL="0" indent="0" algn="r">
              <a:buNone/>
              <a:defRPr sz="28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a:xfrm rot="21420000">
            <a:off x="4948541" y="4578463"/>
            <a:ext cx="6143653" cy="1163112"/>
          </a:xfrm>
        </p:spPr>
        <p:txBody>
          <a:bodyPr/>
          <a:lstStyle>
            <a:lvl1pPr algn="ctr">
              <a:defRPr sz="5400">
                <a:solidFill>
                  <a:schemeClr val="accent1">
                    <a:lumMod val="40000"/>
                    <a:lumOff val="60000"/>
                  </a:schemeClr>
                </a:solidFill>
              </a:defRPr>
            </a:lvl1pPr>
          </a:lstStyle>
          <a:p>
            <a:fld id="{1D8BD707-D9CF-40AE-B4C6-C98DA3205C09}" type="datetimeFigureOut">
              <a:rPr lang="en-US" smtClean="0"/>
              <a:t>3/20/2021</a:t>
            </a:fld>
            <a:endParaRPr lang="en-US"/>
          </a:p>
        </p:txBody>
      </p:sp>
      <p:sp>
        <p:nvSpPr>
          <p:cNvPr id="5" name="Footer Placeholder 4"/>
          <p:cNvSpPr>
            <a:spLocks noGrp="1"/>
          </p:cNvSpPr>
          <p:nvPr>
            <p:ph type="ftr" sz="quarter" idx="11"/>
          </p:nvPr>
        </p:nvSpPr>
        <p:spPr>
          <a:xfrm rot="21420000">
            <a:off x="-9144" y="4882896"/>
            <a:ext cx="4050792" cy="1197864"/>
          </a:xfrm>
        </p:spPr>
        <p:txBody>
          <a:bodyPr vert="horz" lIns="91440" tIns="45720" rIns="91440" bIns="45720" rtlCol="0" anchor="ctr"/>
          <a:lstStyle>
            <a:lvl1pPr algn="r">
              <a:defRPr lang="en-US" sz="5400" dirty="0"/>
            </a:lvl1pPr>
          </a:lstStyle>
          <a:p>
            <a:endParaRPr lang="es-CL"/>
          </a:p>
        </p:txBody>
      </p:sp>
      <p:sp>
        <p:nvSpPr>
          <p:cNvPr id="6" name="Slide Number Placeholder 5"/>
          <p:cNvSpPr>
            <a:spLocks noGrp="1"/>
          </p:cNvSpPr>
          <p:nvPr>
            <p:ph type="sldNum" sz="quarter" idx="12"/>
          </p:nvPr>
        </p:nvSpPr>
        <p:spPr>
          <a:xfrm rot="21420000">
            <a:off x="9851758" y="3832648"/>
            <a:ext cx="907186" cy="498470"/>
          </a:xfrm>
        </p:spPr>
        <p:txBody>
          <a:bodyPr/>
          <a:lstStyle>
            <a:lvl1pPr>
              <a:defRPr sz="2400">
                <a:solidFill>
                  <a:schemeClr val="tx1">
                    <a:lumMod val="75000"/>
                    <a:lumOff val="25000"/>
                  </a:schemeClr>
                </a:solidFill>
              </a:defRPr>
            </a:lvl1pPr>
          </a:lstStyle>
          <a:p>
            <a:fld id="{B6F15528-21DE-4FAA-801E-634DDDAF4B2B}" type="slidenum">
              <a:rPr lang="es-CL" smtClean="0"/>
              <a:t>‹Nº›</a:t>
            </a:fld>
            <a:endParaRPr lang="es-CL"/>
          </a:p>
        </p:txBody>
      </p:sp>
      <p:sp>
        <p:nvSpPr>
          <p:cNvPr id="25" name="5-Point Star 24"/>
          <p:cNvSpPr/>
          <p:nvPr/>
        </p:nvSpPr>
        <p:spPr>
          <a:xfrm rot="21420000">
            <a:off x="4221385" y="5111356"/>
            <a:ext cx="515386" cy="515386"/>
          </a:xfrm>
          <a:prstGeom prst="star5">
            <a:avLst>
              <a:gd name="adj" fmla="val 26693"/>
              <a:gd name="hf" fmla="val 105146"/>
              <a:gd name="vf" fmla="val 110557"/>
            </a:avLst>
          </a:prstGeom>
          <a:solidFill>
            <a:schemeClr val="accent1">
              <a:lumMod val="40000"/>
              <a:lumOff val="60000"/>
              <a:alpha val="60000"/>
            </a:schemeClr>
          </a:solidFill>
          <a:ln>
            <a:noFill/>
          </a:ln>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182092435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12" name="Content Placeholder 2"/>
          <p:cNvSpPr>
            <a:spLocks noGrp="1"/>
          </p:cNvSpPr>
          <p:nvPr>
            <p:ph sz="quarter" idx="13"/>
          </p:nvPr>
        </p:nvSpPr>
        <p:spPr>
          <a:xfrm>
            <a:off x="685800" y="2063396"/>
            <a:ext cx="10394707" cy="3311189"/>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3/20/2021</a:t>
            </a:fld>
            <a:endParaRPr lang="en-US"/>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225852566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85801" y="685800"/>
            <a:ext cx="10394707" cy="3193487"/>
          </a:xfrm>
        </p:spPr>
        <p:txBody>
          <a:bodyPr anchor="b">
            <a:normAutofit/>
          </a:bodyPr>
          <a:lstStyle>
            <a:lvl1pPr algn="l">
              <a:defRPr sz="54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85801" y="3742267"/>
            <a:ext cx="10394707" cy="1639614"/>
          </a:xfrm>
        </p:spPr>
        <p:txBody>
          <a:bodyPr anchor="t">
            <a:normAutofit/>
          </a:bodyPr>
          <a:lstStyle>
            <a:lvl1pPr marL="0" indent="0" algn="l">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1D8BD707-D9CF-40AE-B4C6-C98DA3205C09}" type="datetimeFigureOut">
              <a:rPr lang="en-US" smtClean="0"/>
              <a:t>3/20/2021</a:t>
            </a:fld>
            <a:endParaRPr lang="en-US"/>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31266388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14" name="Title 1"/>
          <p:cNvSpPr>
            <a:spLocks noGrp="1"/>
          </p:cNvSpPr>
          <p:nvPr>
            <p:ph type="title"/>
          </p:nvPr>
        </p:nvSpPr>
        <p:spPr>
          <a:xfrm>
            <a:off x="685801" y="685800"/>
            <a:ext cx="10396882" cy="1158140"/>
          </a:xfrm>
        </p:spPr>
        <p:txBody>
          <a:bodyPr/>
          <a:lstStyle/>
          <a:p>
            <a:r>
              <a:rPr lang="es-ES"/>
              <a:t>Haga clic para modificar el estilo de título del patrón</a:t>
            </a:r>
            <a:endParaRPr lang="en-US" dirty="0"/>
          </a:p>
        </p:txBody>
      </p:sp>
      <p:sp>
        <p:nvSpPr>
          <p:cNvPr id="12" name="Content Placeholder 2"/>
          <p:cNvSpPr>
            <a:spLocks noGrp="1"/>
          </p:cNvSpPr>
          <p:nvPr>
            <p:ph sz="quarter" idx="13"/>
          </p:nvPr>
        </p:nvSpPr>
        <p:spPr>
          <a:xfrm>
            <a:off x="685800" y="2063396"/>
            <a:ext cx="5088714" cy="3311189"/>
          </a:xfrm>
        </p:spPr>
        <p:txBody>
          <a:bodyPr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3" name="Content Placeholder 3"/>
          <p:cNvSpPr>
            <a:spLocks noGrp="1"/>
          </p:cNvSpPr>
          <p:nvPr>
            <p:ph sz="quarter" idx="14"/>
          </p:nvPr>
        </p:nvSpPr>
        <p:spPr>
          <a:xfrm>
            <a:off x="5993971" y="2063396"/>
            <a:ext cx="5086538" cy="3311189"/>
          </a:xfrm>
        </p:spPr>
        <p:txBody>
          <a:bodyPr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t>3/20/2021</a:t>
            </a:fld>
            <a:endParaRPr lang="en-US"/>
          </a:p>
        </p:txBody>
      </p:sp>
      <p:sp>
        <p:nvSpPr>
          <p:cNvPr id="6" name="Footer Placeholder 5"/>
          <p:cNvSpPr>
            <a:spLocks noGrp="1"/>
          </p:cNvSpPr>
          <p:nvPr>
            <p:ph type="ftr" sz="quarter" idx="11"/>
          </p:nvPr>
        </p:nvSpPr>
        <p:spPr/>
        <p:txBody>
          <a:bodyPr/>
          <a:lstStyle/>
          <a:p>
            <a:endParaRPr lang="es-CL"/>
          </a:p>
        </p:txBody>
      </p:sp>
      <p:sp>
        <p:nvSpPr>
          <p:cNvPr id="7" name="Slide Number Placeholder 6"/>
          <p:cNvSpPr>
            <a:spLocks noGrp="1"/>
          </p:cNvSpPr>
          <p:nvPr>
            <p:ph type="sldNum" sz="quarter" idx="12"/>
          </p:nvPr>
        </p:nvSpPr>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26902856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4" name="Title 1"/>
          <p:cNvSpPr>
            <a:spLocks noGrp="1"/>
          </p:cNvSpPr>
          <p:nvPr>
            <p:ph type="title"/>
          </p:nvPr>
        </p:nvSpPr>
        <p:spPr>
          <a:xfrm>
            <a:off x="685801" y="685800"/>
            <a:ext cx="10394707" cy="1158140"/>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918356" y="2063396"/>
            <a:ext cx="4856158" cy="679994"/>
          </a:xfrm>
        </p:spPr>
        <p:txBody>
          <a:bodyPr anchor="b">
            <a:noAutofit/>
          </a:bodyPr>
          <a:lstStyle>
            <a:lvl1pPr marL="0" indent="0">
              <a:lnSpc>
                <a:spcPct val="90000"/>
              </a:lnSpc>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2" name="Content Placeholder 3"/>
          <p:cNvSpPr>
            <a:spLocks noGrp="1"/>
          </p:cNvSpPr>
          <p:nvPr>
            <p:ph sz="quarter" idx="13"/>
          </p:nvPr>
        </p:nvSpPr>
        <p:spPr>
          <a:xfrm>
            <a:off x="685802" y="2861733"/>
            <a:ext cx="5088712" cy="2512852"/>
          </a:xfrm>
        </p:spPr>
        <p:txBody>
          <a:bodyPr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218191" y="2063396"/>
            <a:ext cx="4864491" cy="679994"/>
          </a:xfrm>
        </p:spPr>
        <p:txBody>
          <a:bodyPr anchor="b">
            <a:noAutofit/>
          </a:bodyPr>
          <a:lstStyle>
            <a:lvl1pPr marL="0" indent="0">
              <a:lnSpc>
                <a:spcPct val="90000"/>
              </a:lnSpc>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3" name="Content Placeholder 5"/>
          <p:cNvSpPr>
            <a:spLocks noGrp="1"/>
          </p:cNvSpPr>
          <p:nvPr>
            <p:ph sz="quarter" idx="14"/>
          </p:nvPr>
        </p:nvSpPr>
        <p:spPr>
          <a:xfrm>
            <a:off x="5993969" y="2861733"/>
            <a:ext cx="5088713" cy="2512852"/>
          </a:xfrm>
        </p:spPr>
        <p:txBody>
          <a:bodyPr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t>3/20/2021</a:t>
            </a:fld>
            <a:endParaRPr lang="en-US"/>
          </a:p>
        </p:txBody>
      </p:sp>
      <p:sp>
        <p:nvSpPr>
          <p:cNvPr id="8" name="Footer Placeholder 7"/>
          <p:cNvSpPr>
            <a:spLocks noGrp="1"/>
          </p:cNvSpPr>
          <p:nvPr>
            <p:ph type="ftr" sz="quarter" idx="11"/>
          </p:nvPr>
        </p:nvSpPr>
        <p:spPr/>
        <p:txBody>
          <a:bodyPr/>
          <a:lstStyle/>
          <a:p>
            <a:endParaRPr lang="es-CL"/>
          </a:p>
        </p:txBody>
      </p:sp>
      <p:sp>
        <p:nvSpPr>
          <p:cNvPr id="9" name="Slide Number Placeholder 8"/>
          <p:cNvSpPr>
            <a:spLocks noGrp="1"/>
          </p:cNvSpPr>
          <p:nvPr>
            <p:ph type="sldNum" sz="quarter" idx="12"/>
          </p:nvPr>
        </p:nvSpPr>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361878181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t>3/20/2021</a:t>
            </a:fld>
            <a:endParaRPr lang="en-US"/>
          </a:p>
        </p:txBody>
      </p:sp>
      <p:sp>
        <p:nvSpPr>
          <p:cNvPr id="4" name="Footer Placeholder 3"/>
          <p:cNvSpPr>
            <a:spLocks noGrp="1"/>
          </p:cNvSpPr>
          <p:nvPr>
            <p:ph type="ftr" sz="quarter" idx="11"/>
          </p:nvPr>
        </p:nvSpPr>
        <p:spPr/>
        <p:txBody>
          <a:bodyPr/>
          <a:lstStyle/>
          <a:p>
            <a:endParaRPr lang="es-CL"/>
          </a:p>
        </p:txBody>
      </p:sp>
      <p:sp>
        <p:nvSpPr>
          <p:cNvPr id="5" name="Slide Number Placeholder 4"/>
          <p:cNvSpPr>
            <a:spLocks noGrp="1"/>
          </p:cNvSpPr>
          <p:nvPr>
            <p:ph type="sldNum" sz="quarter" idx="12"/>
          </p:nvPr>
        </p:nvSpPr>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134159142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3/20/2021</a:t>
            </a:fld>
            <a:endParaRPr lang="en-US"/>
          </a:p>
        </p:txBody>
      </p:sp>
      <p:sp>
        <p:nvSpPr>
          <p:cNvPr id="3" name="Footer Placeholder 2"/>
          <p:cNvSpPr>
            <a:spLocks noGrp="1"/>
          </p:cNvSpPr>
          <p:nvPr>
            <p:ph type="ftr" sz="quarter" idx="11"/>
          </p:nvPr>
        </p:nvSpPr>
        <p:spPr/>
        <p:txBody>
          <a:bodyPr/>
          <a:lstStyle/>
          <a:p>
            <a:endParaRPr lang="es-CL"/>
          </a:p>
        </p:txBody>
      </p:sp>
      <p:sp>
        <p:nvSpPr>
          <p:cNvPr id="4" name="Slide Number Placeholder 3"/>
          <p:cNvSpPr>
            <a:spLocks noGrp="1"/>
          </p:cNvSpPr>
          <p:nvPr>
            <p:ph type="sldNum" sz="quarter" idx="12"/>
          </p:nvPr>
        </p:nvSpPr>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293904584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93643" y="685800"/>
            <a:ext cx="4126860" cy="2023252"/>
          </a:xfrm>
        </p:spPr>
        <p:txBody>
          <a:bodyPr anchor="b">
            <a:normAutofit/>
          </a:bodyPr>
          <a:lstStyle>
            <a:lvl1pPr algn="ctr">
              <a:defRPr sz="3600"/>
            </a:lvl1pPr>
          </a:lstStyle>
          <a:p>
            <a:r>
              <a:rPr lang="es-ES"/>
              <a:t>Haga clic para modificar el estilo de título del patrón</a:t>
            </a:r>
            <a:endParaRPr lang="en-US" dirty="0"/>
          </a:p>
        </p:txBody>
      </p:sp>
      <p:sp>
        <p:nvSpPr>
          <p:cNvPr id="10" name="Content Placeholder 2"/>
          <p:cNvSpPr>
            <a:spLocks noGrp="1"/>
          </p:cNvSpPr>
          <p:nvPr>
            <p:ph sz="quarter" idx="13"/>
          </p:nvPr>
        </p:nvSpPr>
        <p:spPr>
          <a:xfrm>
            <a:off x="5046132" y="685800"/>
            <a:ext cx="6034375" cy="4688785"/>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693642" y="2709052"/>
            <a:ext cx="4126861" cy="2665533"/>
          </a:xfrm>
        </p:spPr>
        <p:txBody>
          <a:bodyPr anchor="t">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1D8BD707-D9CF-40AE-B4C6-C98DA3205C09}" type="datetimeFigureOut">
              <a:rPr lang="en-US" smtClean="0"/>
              <a:t>3/20/2021</a:t>
            </a:fld>
            <a:endParaRPr lang="en-US"/>
          </a:p>
        </p:txBody>
      </p:sp>
      <p:sp>
        <p:nvSpPr>
          <p:cNvPr id="6" name="Footer Placeholder 5"/>
          <p:cNvSpPr>
            <a:spLocks noGrp="1"/>
          </p:cNvSpPr>
          <p:nvPr>
            <p:ph type="ftr" sz="quarter" idx="11"/>
          </p:nvPr>
        </p:nvSpPr>
        <p:spPr/>
        <p:txBody>
          <a:bodyPr/>
          <a:lstStyle/>
          <a:p>
            <a:endParaRPr lang="es-CL"/>
          </a:p>
        </p:txBody>
      </p:sp>
      <p:sp>
        <p:nvSpPr>
          <p:cNvPr id="7" name="Slide Number Placeholder 6"/>
          <p:cNvSpPr>
            <a:spLocks noGrp="1"/>
          </p:cNvSpPr>
          <p:nvPr>
            <p:ph type="sldNum" sz="quarter" idx="12"/>
          </p:nvPr>
        </p:nvSpPr>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306590169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85800" y="685800"/>
            <a:ext cx="6345302" cy="2023252"/>
          </a:xfrm>
        </p:spPr>
        <p:txBody>
          <a:bodyPr anchor="b">
            <a:normAutofit/>
          </a:bodyPr>
          <a:lstStyle>
            <a:lvl1pPr algn="ctr">
              <a:defRPr sz="36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7482362" y="0"/>
            <a:ext cx="3598146" cy="5071533"/>
          </a:xfrm>
          <a:ln w="57150" cmpd="thinThick">
            <a:solidFill>
              <a:schemeClr val="bg1">
                <a:lumMod val="50000"/>
              </a:schemeClr>
            </a:solidFill>
            <a:miter lim="800000"/>
          </a:ln>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85801" y="2709052"/>
            <a:ext cx="6345301" cy="2362481"/>
          </a:xfrm>
        </p:spPr>
        <p:txBody>
          <a:bodyPr anchor="t">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1D8BD707-D9CF-40AE-B4C6-C98DA3205C09}" type="datetimeFigureOut">
              <a:rPr lang="en-US" smtClean="0"/>
              <a:t>3/20/2021</a:t>
            </a:fld>
            <a:endParaRPr lang="en-US"/>
          </a:p>
        </p:txBody>
      </p:sp>
      <p:sp>
        <p:nvSpPr>
          <p:cNvPr id="6" name="Footer Placeholder 5"/>
          <p:cNvSpPr>
            <a:spLocks noGrp="1"/>
          </p:cNvSpPr>
          <p:nvPr>
            <p:ph type="ftr" sz="quarter" idx="11"/>
          </p:nvPr>
        </p:nvSpPr>
        <p:spPr/>
        <p:txBody>
          <a:bodyPr/>
          <a:lstStyle/>
          <a:p>
            <a:endParaRPr lang="es-CL"/>
          </a:p>
        </p:txBody>
      </p:sp>
      <p:sp>
        <p:nvSpPr>
          <p:cNvPr id="7" name="Slide Number Placeholder 6"/>
          <p:cNvSpPr>
            <a:spLocks noGrp="1"/>
          </p:cNvSpPr>
          <p:nvPr>
            <p:ph type="sldNum" sz="quarter" idx="12"/>
          </p:nvPr>
        </p:nvSpPr>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276891296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685800" y="4106333"/>
            <a:ext cx="10394708" cy="588846"/>
          </a:xfrm>
        </p:spPr>
        <p:txBody>
          <a:bodyPr anchor="b"/>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685801" y="685799"/>
            <a:ext cx="10392513" cy="3194903"/>
          </a:xfrm>
          <a:ln w="57150" cmpd="thinThick">
            <a:solidFill>
              <a:schemeClr val="bg1">
                <a:lumMod val="50000"/>
              </a:schemeClr>
            </a:solidFill>
            <a:miter lim="800000"/>
          </a:ln>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85780" y="4702923"/>
            <a:ext cx="10394728" cy="682472"/>
          </a:xfrm>
        </p:spPr>
        <p:txBody>
          <a:bodyPr anchor="t"/>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1D8BD707-D9CF-40AE-B4C6-C98DA3205C09}" type="datetimeFigureOut">
              <a:rPr lang="en-US" smtClean="0"/>
              <a:t>3/20/2021</a:t>
            </a:fld>
            <a:endParaRPr lang="en-US"/>
          </a:p>
        </p:txBody>
      </p:sp>
      <p:sp>
        <p:nvSpPr>
          <p:cNvPr id="6" name="Footer Placeholder 5"/>
          <p:cNvSpPr>
            <a:spLocks noGrp="1"/>
          </p:cNvSpPr>
          <p:nvPr>
            <p:ph type="ftr" sz="quarter" idx="11"/>
          </p:nvPr>
        </p:nvSpPr>
        <p:spPr/>
        <p:txBody>
          <a:bodyPr/>
          <a:lstStyle/>
          <a:p>
            <a:endParaRPr lang="es-CL"/>
          </a:p>
        </p:txBody>
      </p:sp>
      <p:sp>
        <p:nvSpPr>
          <p:cNvPr id="7" name="Slide Number Placeholder 6"/>
          <p:cNvSpPr>
            <a:spLocks noGrp="1"/>
          </p:cNvSpPr>
          <p:nvPr>
            <p:ph type="sldNum" sz="quarter" idx="12"/>
          </p:nvPr>
        </p:nvSpPr>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299320215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685801" y="685800"/>
            <a:ext cx="10396902" cy="3194903"/>
          </a:xfrm>
        </p:spPr>
        <p:txBody>
          <a:bodyPr anchor="ctr">
            <a:normAutofit/>
          </a:bodyPr>
          <a:lstStyle>
            <a:lvl1pPr algn="ctr">
              <a:defRPr sz="48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685779" y="4106333"/>
            <a:ext cx="10394729" cy="1273606"/>
          </a:xfrm>
        </p:spPr>
        <p:txBody>
          <a:bodyPr anchor="ct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1D8BD707-D9CF-40AE-B4C6-C98DA3205C09}" type="datetimeFigureOut">
              <a:rPr lang="en-US" smtClean="0"/>
              <a:t>3/20/2021</a:t>
            </a:fld>
            <a:endParaRPr lang="en-US"/>
          </a:p>
        </p:txBody>
      </p:sp>
      <p:sp>
        <p:nvSpPr>
          <p:cNvPr id="6" name="Footer Placeholder 5"/>
          <p:cNvSpPr>
            <a:spLocks noGrp="1"/>
          </p:cNvSpPr>
          <p:nvPr>
            <p:ph type="ftr" sz="quarter" idx="11"/>
          </p:nvPr>
        </p:nvSpPr>
        <p:spPr/>
        <p:txBody>
          <a:bodyPr/>
          <a:lstStyle/>
          <a:p>
            <a:endParaRPr lang="es-CL"/>
          </a:p>
        </p:txBody>
      </p:sp>
      <p:sp>
        <p:nvSpPr>
          <p:cNvPr id="7" name="Slide Number Placeholder 6"/>
          <p:cNvSpPr>
            <a:spLocks noGrp="1"/>
          </p:cNvSpPr>
          <p:nvPr>
            <p:ph type="sldNum" sz="quarter" idx="12"/>
          </p:nvPr>
        </p:nvSpPr>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321353980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121732" y="685800"/>
            <a:ext cx="9525020" cy="2916704"/>
          </a:xfrm>
        </p:spPr>
        <p:txBody>
          <a:bodyPr anchor="ctr">
            <a:normAutofit/>
          </a:bodyPr>
          <a:lstStyle>
            <a:lvl1pPr algn="ctr">
              <a:defRPr sz="4800"/>
            </a:lvl1pPr>
          </a:lstStyle>
          <a:p>
            <a:r>
              <a:rPr lang="es-ES"/>
              <a:t>Haga clic para modificar el estilo de título del patrón</a:t>
            </a:r>
            <a:endParaRPr lang="en-US" dirty="0"/>
          </a:p>
        </p:txBody>
      </p:sp>
      <p:sp>
        <p:nvSpPr>
          <p:cNvPr id="12" name="Text Placeholder 3"/>
          <p:cNvSpPr>
            <a:spLocks noGrp="1"/>
          </p:cNvSpPr>
          <p:nvPr>
            <p:ph type="body" sz="half" idx="13"/>
          </p:nvPr>
        </p:nvSpPr>
        <p:spPr>
          <a:xfrm>
            <a:off x="1550264" y="3610032"/>
            <a:ext cx="8667956" cy="377768"/>
          </a:xfrm>
        </p:spPr>
        <p:txBody>
          <a:bodyPr anchor="t">
            <a:normAutofit/>
          </a:bodyPr>
          <a:lstStyle>
            <a:lvl1pPr marL="0" indent="0" algn="r">
              <a:buNone/>
              <a:defRPr sz="1400">
                <a:solidFill>
                  <a:schemeClr val="tx1">
                    <a:lumMod val="50000"/>
                    <a:lumOff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4" name="Text Placeholder 3"/>
          <p:cNvSpPr>
            <a:spLocks noGrp="1"/>
          </p:cNvSpPr>
          <p:nvPr>
            <p:ph type="body" sz="half" idx="2"/>
          </p:nvPr>
        </p:nvSpPr>
        <p:spPr>
          <a:xfrm>
            <a:off x="685801" y="4106334"/>
            <a:ext cx="10396882" cy="1268252"/>
          </a:xfrm>
        </p:spPr>
        <p:txBody>
          <a:bodyPr anchor="ct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1D8BD707-D9CF-40AE-B4C6-C98DA3205C09}" type="datetimeFigureOut">
              <a:rPr lang="en-US" smtClean="0"/>
              <a:t>3/20/2021</a:t>
            </a:fld>
            <a:endParaRPr lang="en-US"/>
          </a:p>
        </p:txBody>
      </p:sp>
      <p:sp>
        <p:nvSpPr>
          <p:cNvPr id="6" name="Footer Placeholder 5"/>
          <p:cNvSpPr>
            <a:spLocks noGrp="1"/>
          </p:cNvSpPr>
          <p:nvPr>
            <p:ph type="ftr" sz="quarter" idx="11"/>
          </p:nvPr>
        </p:nvSpPr>
        <p:spPr/>
        <p:txBody>
          <a:bodyPr/>
          <a:lstStyle/>
          <a:p>
            <a:endParaRPr lang="es-CL"/>
          </a:p>
        </p:txBody>
      </p:sp>
      <p:sp>
        <p:nvSpPr>
          <p:cNvPr id="7" name="Slide Number Placeholder 6"/>
          <p:cNvSpPr>
            <a:spLocks noGrp="1"/>
          </p:cNvSpPr>
          <p:nvPr>
            <p:ph type="sldNum" sz="quarter" idx="12"/>
          </p:nvPr>
        </p:nvSpPr>
        <p:spPr/>
        <p:txBody>
          <a:bodyPr/>
          <a:lstStyle/>
          <a:p>
            <a:fld id="{B6F15528-21DE-4FAA-801E-634DDDAF4B2B}" type="slidenum">
              <a:rPr lang="es-CL" smtClean="0"/>
              <a:t>‹Nº›</a:t>
            </a:fld>
            <a:endParaRPr lang="es-CL"/>
          </a:p>
        </p:txBody>
      </p:sp>
      <p:sp>
        <p:nvSpPr>
          <p:cNvPr id="13" name="TextBox 12"/>
          <p:cNvSpPr txBox="1"/>
          <p:nvPr/>
        </p:nvSpPr>
        <p:spPr>
          <a:xfrm>
            <a:off x="685801" y="89262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473083" y="292282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410313573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685800" y="1723854"/>
            <a:ext cx="10394707" cy="2511835"/>
          </a:xfrm>
        </p:spPr>
        <p:txBody>
          <a:bodyPr anchor="b">
            <a:normAutofit/>
          </a:bodyPr>
          <a:lstStyle>
            <a:lvl1pPr algn="l">
              <a:defRPr sz="48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685800" y="4247468"/>
            <a:ext cx="10394707" cy="1140644"/>
          </a:xfrm>
        </p:spPr>
        <p:txBody>
          <a:bodyPr anchor="t">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1D8BD707-D9CF-40AE-B4C6-C98DA3205C09}" type="datetimeFigureOut">
              <a:rPr lang="en-US" smtClean="0"/>
              <a:t>3/20/2021</a:t>
            </a:fld>
            <a:endParaRPr lang="en-US"/>
          </a:p>
        </p:txBody>
      </p:sp>
      <p:sp>
        <p:nvSpPr>
          <p:cNvPr id="6" name="Footer Placeholder 5"/>
          <p:cNvSpPr>
            <a:spLocks noGrp="1"/>
          </p:cNvSpPr>
          <p:nvPr>
            <p:ph type="ftr" sz="quarter" idx="11"/>
          </p:nvPr>
        </p:nvSpPr>
        <p:spPr/>
        <p:txBody>
          <a:bodyPr/>
          <a:lstStyle/>
          <a:p>
            <a:endParaRPr lang="es-CL"/>
          </a:p>
        </p:txBody>
      </p:sp>
      <p:sp>
        <p:nvSpPr>
          <p:cNvPr id="7" name="Slide Number Placeholder 6"/>
          <p:cNvSpPr>
            <a:spLocks noGrp="1"/>
          </p:cNvSpPr>
          <p:nvPr>
            <p:ph type="sldNum" sz="quarter" idx="12"/>
          </p:nvPr>
        </p:nvSpPr>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80355531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sp>
        <p:nvSpPr>
          <p:cNvPr id="15" name="Title 1"/>
          <p:cNvSpPr>
            <a:spLocks noGrp="1"/>
          </p:cNvSpPr>
          <p:nvPr>
            <p:ph type="title"/>
          </p:nvPr>
        </p:nvSpPr>
        <p:spPr>
          <a:xfrm>
            <a:off x="685802" y="685800"/>
            <a:ext cx="10394706" cy="1151965"/>
          </a:xfrm>
        </p:spPr>
        <p:txBody>
          <a:bodyPr/>
          <a:lstStyle>
            <a:lvl1pPr algn="ctr">
              <a:defRPr/>
            </a:lvl1pPr>
          </a:lstStyle>
          <a:p>
            <a:r>
              <a:rPr lang="es-ES"/>
              <a:t>Haga clic para modificar el estilo de título del patrón</a:t>
            </a:r>
            <a:endParaRPr lang="en-US" dirty="0"/>
          </a:p>
        </p:txBody>
      </p:sp>
      <p:sp>
        <p:nvSpPr>
          <p:cNvPr id="7" name="Text Placeholder 2"/>
          <p:cNvSpPr>
            <a:spLocks noGrp="1"/>
          </p:cNvSpPr>
          <p:nvPr>
            <p:ph type="body" idx="1"/>
          </p:nvPr>
        </p:nvSpPr>
        <p:spPr>
          <a:xfrm>
            <a:off x="685802"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8" name="Text Placeholder 3"/>
          <p:cNvSpPr>
            <a:spLocks noGrp="1"/>
          </p:cNvSpPr>
          <p:nvPr>
            <p:ph type="body" sz="half" idx="15"/>
          </p:nvPr>
        </p:nvSpPr>
        <p:spPr>
          <a:xfrm>
            <a:off x="685802"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9" name="Text Placeholder 4"/>
          <p:cNvSpPr>
            <a:spLocks noGrp="1"/>
          </p:cNvSpPr>
          <p:nvPr>
            <p:ph type="body" sz="quarter" idx="3"/>
          </p:nvPr>
        </p:nvSpPr>
        <p:spPr>
          <a:xfrm>
            <a:off x="4234622"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0" name="Text Placeholder 3"/>
          <p:cNvSpPr>
            <a:spLocks noGrp="1"/>
          </p:cNvSpPr>
          <p:nvPr>
            <p:ph type="body" sz="half" idx="16"/>
          </p:nvPr>
        </p:nvSpPr>
        <p:spPr>
          <a:xfrm>
            <a:off x="4234621"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11" name="Text Placeholder 4"/>
          <p:cNvSpPr>
            <a:spLocks noGrp="1"/>
          </p:cNvSpPr>
          <p:nvPr>
            <p:ph type="body" sz="quarter" idx="13"/>
          </p:nvPr>
        </p:nvSpPr>
        <p:spPr>
          <a:xfrm>
            <a:off x="7770380"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2" name="Text Placeholder 3"/>
          <p:cNvSpPr>
            <a:spLocks noGrp="1"/>
          </p:cNvSpPr>
          <p:nvPr>
            <p:ph type="body" sz="half" idx="17"/>
          </p:nvPr>
        </p:nvSpPr>
        <p:spPr>
          <a:xfrm>
            <a:off x="7770380"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1D8BD707-D9CF-40AE-B4C6-C98DA3205C09}" type="datetimeFigureOut">
              <a:rPr lang="en-US" smtClean="0"/>
              <a:t>3/20/2021</a:t>
            </a:fld>
            <a:endParaRPr lang="en-US"/>
          </a:p>
        </p:txBody>
      </p:sp>
      <p:sp>
        <p:nvSpPr>
          <p:cNvPr id="4" name="Footer Placeholder 3"/>
          <p:cNvSpPr>
            <a:spLocks noGrp="1"/>
          </p:cNvSpPr>
          <p:nvPr>
            <p:ph type="ftr" sz="quarter" idx="11"/>
          </p:nvPr>
        </p:nvSpPr>
        <p:spPr/>
        <p:txBody>
          <a:bodyPr/>
          <a:lstStyle/>
          <a:p>
            <a:endParaRPr lang="es-CL"/>
          </a:p>
        </p:txBody>
      </p:sp>
      <p:sp>
        <p:nvSpPr>
          <p:cNvPr id="5" name="Slide Number Placeholder 4"/>
          <p:cNvSpPr>
            <a:spLocks noGrp="1"/>
          </p:cNvSpPr>
          <p:nvPr>
            <p:ph type="sldNum" sz="quarter" idx="12"/>
          </p:nvPr>
        </p:nvSpPr>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285893340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sp>
        <p:nvSpPr>
          <p:cNvPr id="30" name="Title 1"/>
          <p:cNvSpPr>
            <a:spLocks noGrp="1"/>
          </p:cNvSpPr>
          <p:nvPr>
            <p:ph type="title"/>
          </p:nvPr>
        </p:nvSpPr>
        <p:spPr>
          <a:xfrm>
            <a:off x="685801" y="685800"/>
            <a:ext cx="10396882" cy="1151965"/>
          </a:xfrm>
        </p:spPr>
        <p:txBody>
          <a:bodyPr/>
          <a:lstStyle>
            <a:lvl1pPr algn="ctr">
              <a:defRPr/>
            </a:lvl1pPr>
          </a:lstStyle>
          <a:p>
            <a:r>
              <a:rPr lang="es-ES"/>
              <a:t>Haga clic para modificar el estilo de título del patrón</a:t>
            </a:r>
            <a:endParaRPr lang="en-US" dirty="0"/>
          </a:p>
        </p:txBody>
      </p:sp>
      <p:sp>
        <p:nvSpPr>
          <p:cNvPr id="19" name="Text Placeholder 2"/>
          <p:cNvSpPr>
            <a:spLocks noGrp="1"/>
          </p:cNvSpPr>
          <p:nvPr>
            <p:ph type="body" idx="1"/>
          </p:nvPr>
        </p:nvSpPr>
        <p:spPr>
          <a:xfrm>
            <a:off x="691840"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0" name="Picture Placeholder 2"/>
          <p:cNvSpPr>
            <a:spLocks noGrp="1" noChangeAspect="1"/>
          </p:cNvSpPr>
          <p:nvPr>
            <p:ph type="pic" idx="15"/>
          </p:nvPr>
        </p:nvSpPr>
        <p:spPr>
          <a:xfrm>
            <a:off x="685780" y="2063395"/>
            <a:ext cx="3310128" cy="1536725"/>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1" name="Text Placeholder 3"/>
          <p:cNvSpPr>
            <a:spLocks noGrp="1"/>
          </p:cNvSpPr>
          <p:nvPr>
            <p:ph type="body" sz="half" idx="18"/>
          </p:nvPr>
        </p:nvSpPr>
        <p:spPr>
          <a:xfrm>
            <a:off x="691840" y="4389287"/>
            <a:ext cx="3310128" cy="98529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2" name="Text Placeholder 4"/>
          <p:cNvSpPr>
            <a:spLocks noGrp="1"/>
          </p:cNvSpPr>
          <p:nvPr>
            <p:ph type="body" sz="quarter" idx="3"/>
          </p:nvPr>
        </p:nvSpPr>
        <p:spPr>
          <a:xfrm>
            <a:off x="4237410"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3" name="Picture Placeholder 2"/>
          <p:cNvSpPr>
            <a:spLocks noGrp="1" noChangeAspect="1"/>
          </p:cNvSpPr>
          <p:nvPr>
            <p:ph type="pic" idx="21"/>
          </p:nvPr>
        </p:nvSpPr>
        <p:spPr>
          <a:xfrm>
            <a:off x="4235999" y="2063395"/>
            <a:ext cx="3310128" cy="1535237"/>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4" name="Text Placeholder 3"/>
          <p:cNvSpPr>
            <a:spLocks noGrp="1"/>
          </p:cNvSpPr>
          <p:nvPr>
            <p:ph type="body" sz="half" idx="19"/>
          </p:nvPr>
        </p:nvSpPr>
        <p:spPr>
          <a:xfrm>
            <a:off x="4235999" y="4389286"/>
            <a:ext cx="3310128" cy="98530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5" name="Text Placeholder 4"/>
          <p:cNvSpPr>
            <a:spLocks noGrp="1"/>
          </p:cNvSpPr>
          <p:nvPr>
            <p:ph type="body" sz="quarter" idx="13"/>
          </p:nvPr>
        </p:nvSpPr>
        <p:spPr>
          <a:xfrm>
            <a:off x="7768944"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6" name="Picture Placeholder 2"/>
          <p:cNvSpPr>
            <a:spLocks noGrp="1" noChangeAspect="1"/>
          </p:cNvSpPr>
          <p:nvPr>
            <p:ph type="pic" idx="22"/>
          </p:nvPr>
        </p:nvSpPr>
        <p:spPr>
          <a:xfrm>
            <a:off x="7768819" y="2063394"/>
            <a:ext cx="3310128" cy="1537196"/>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7" name="Text Placeholder 3"/>
          <p:cNvSpPr>
            <a:spLocks noGrp="1"/>
          </p:cNvSpPr>
          <p:nvPr>
            <p:ph type="body" sz="half" idx="20"/>
          </p:nvPr>
        </p:nvSpPr>
        <p:spPr>
          <a:xfrm>
            <a:off x="7768819" y="4389284"/>
            <a:ext cx="3310128" cy="985302"/>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1D8BD707-D9CF-40AE-B4C6-C98DA3205C09}" type="datetimeFigureOut">
              <a:rPr lang="en-US" smtClean="0"/>
              <a:t>3/20/2021</a:t>
            </a:fld>
            <a:endParaRPr lang="en-US"/>
          </a:p>
        </p:txBody>
      </p:sp>
      <p:sp>
        <p:nvSpPr>
          <p:cNvPr id="4" name="Footer Placeholder 3"/>
          <p:cNvSpPr>
            <a:spLocks noGrp="1"/>
          </p:cNvSpPr>
          <p:nvPr>
            <p:ph type="ftr" sz="quarter" idx="11"/>
          </p:nvPr>
        </p:nvSpPr>
        <p:spPr/>
        <p:txBody>
          <a:bodyPr/>
          <a:lstStyle/>
          <a:p>
            <a:endParaRPr lang="es-CL"/>
          </a:p>
        </p:txBody>
      </p:sp>
      <p:sp>
        <p:nvSpPr>
          <p:cNvPr id="5" name="Slide Number Placeholder 4"/>
          <p:cNvSpPr>
            <a:spLocks noGrp="1"/>
          </p:cNvSpPr>
          <p:nvPr>
            <p:ph type="sldNum" sz="quarter" idx="12"/>
          </p:nvPr>
        </p:nvSpPr>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364888707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r">
              <a:defRPr/>
            </a:lvl1pPr>
          </a:lstStyle>
          <a:p>
            <a:r>
              <a:rPr lang="es-ES"/>
              <a:t>Haga clic para modificar el estilo de título del patrón</a:t>
            </a:r>
            <a:endParaRPr lang="en-US" dirty="0"/>
          </a:p>
        </p:txBody>
      </p:sp>
      <p:sp>
        <p:nvSpPr>
          <p:cNvPr id="11" name="Vertical Text Placeholder 2"/>
          <p:cNvSpPr>
            <a:spLocks noGrp="1"/>
          </p:cNvSpPr>
          <p:nvPr>
            <p:ph type="body" orient="vert" sz="quarter" idx="13"/>
          </p:nvPr>
        </p:nvSpPr>
        <p:spPr>
          <a:xfrm>
            <a:off x="685800" y="2063396"/>
            <a:ext cx="10394707" cy="3311190"/>
          </a:xfrm>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3/20/2021</a:t>
            </a:fld>
            <a:endParaRPr lang="en-US"/>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192332554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15862" y="685800"/>
            <a:ext cx="2264646" cy="4688785"/>
          </a:xfrm>
        </p:spPr>
        <p:txBody>
          <a:bodyPr vert="eaVert"/>
          <a:lstStyle>
            <a:lvl1pPr algn="l">
              <a:defRPr/>
            </a:lvl1pPr>
          </a:lstStyle>
          <a:p>
            <a:r>
              <a:rPr lang="es-ES"/>
              <a:t>Haga clic para modificar el estilo de título del patrón</a:t>
            </a:r>
            <a:endParaRPr lang="en-US" dirty="0"/>
          </a:p>
        </p:txBody>
      </p:sp>
      <p:sp>
        <p:nvSpPr>
          <p:cNvPr id="8" name="Vertical Text Placeholder 2"/>
          <p:cNvSpPr>
            <a:spLocks noGrp="1"/>
          </p:cNvSpPr>
          <p:nvPr>
            <p:ph type="body" orient="vert" sz="quarter" idx="13"/>
          </p:nvPr>
        </p:nvSpPr>
        <p:spPr>
          <a:xfrm>
            <a:off x="685800" y="685800"/>
            <a:ext cx="7904431" cy="4688785"/>
          </a:xfrm>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3/20/2021</a:t>
            </a:fld>
            <a:endParaRPr lang="en-US"/>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201842245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pic>
        <p:nvPicPr>
          <p:cNvPr id="7" name="Picture 6" descr="Brickwork-HD-R1a.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useBgFill="1">
        <p:nvSpPr>
          <p:cNvPr id="12" name="Freeform 11"/>
          <p:cNvSpPr/>
          <p:nvPr/>
        </p:nvSpPr>
        <p:spPr>
          <a:xfrm>
            <a:off x="-15875" y="0"/>
            <a:ext cx="11683810" cy="6588125"/>
          </a:xfrm>
          <a:custGeom>
            <a:avLst/>
            <a:gdLst/>
            <a:ahLst/>
            <a:cxnLst/>
            <a:rect l="l" t="t" r="r" b="b"/>
            <a:pathLst>
              <a:path w="11683810" h="6588125">
                <a:moveTo>
                  <a:pt x="0" y="0"/>
                </a:moveTo>
                <a:lnTo>
                  <a:pt x="11318691" y="0"/>
                </a:lnTo>
                <a:lnTo>
                  <a:pt x="11683810" y="5976938"/>
                </a:lnTo>
                <a:lnTo>
                  <a:pt x="15875" y="6588125"/>
                </a:lnTo>
                <a:cubicBezTo>
                  <a:pt x="10583" y="4386792"/>
                  <a:pt x="5292" y="2185458"/>
                  <a:pt x="0" y="0"/>
                </a:cubicBezTo>
                <a:close/>
              </a:path>
            </a:pathLst>
          </a:custGeom>
          <a:ln>
            <a:noFill/>
          </a:ln>
          <a:effectLst>
            <a:outerShdw blurRad="101600" dist="152400" dir="4380000" algn="tl" rotWithShape="0">
              <a:srgbClr val="000000">
                <a:alpha val="43000"/>
              </a:srgbClr>
            </a:outerShdw>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0" y="4282257"/>
            <a:ext cx="11329257" cy="2028845"/>
          </a:xfrm>
          <a:custGeom>
            <a:avLst/>
            <a:gdLst/>
            <a:ahLst/>
            <a:cxnLst/>
            <a:rect l="l" t="t" r="r" b="b"/>
            <a:pathLst>
              <a:path w="11329257" h="2028845">
                <a:moveTo>
                  <a:pt x="0" y="588520"/>
                </a:moveTo>
                <a:lnTo>
                  <a:pt x="11244075" y="0"/>
                </a:lnTo>
                <a:lnTo>
                  <a:pt x="11329257" y="1424838"/>
                </a:lnTo>
                <a:lnTo>
                  <a:pt x="0" y="2028845"/>
                </a:lnTo>
                <a:lnTo>
                  <a:pt x="0" y="588520"/>
                </a:lnTo>
                <a:close/>
              </a:path>
            </a:pathLst>
          </a:custGeom>
          <a:gradFill flip="none" rotWithShape="1">
            <a:gsLst>
              <a:gs pos="34000">
                <a:schemeClr val="accent1"/>
              </a:gs>
              <a:gs pos="100000">
                <a:schemeClr val="accent1">
                  <a:lumMod val="75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sp>
        <p:nvSpPr>
          <p:cNvPr id="26" name="Freeform 25"/>
          <p:cNvSpPr/>
          <p:nvPr/>
        </p:nvSpPr>
        <p:spPr>
          <a:xfrm>
            <a:off x="0" y="0"/>
            <a:ext cx="8719579" cy="456877"/>
          </a:xfrm>
          <a:custGeom>
            <a:avLst/>
            <a:gdLst/>
            <a:ahLst/>
            <a:cxnLst/>
            <a:rect l="l" t="t" r="r" b="b"/>
            <a:pathLst>
              <a:path w="8719579" h="456877">
                <a:moveTo>
                  <a:pt x="0" y="0"/>
                </a:moveTo>
                <a:lnTo>
                  <a:pt x="8719579" y="0"/>
                </a:lnTo>
                <a:lnTo>
                  <a:pt x="0" y="456877"/>
                </a:lnTo>
                <a:lnTo>
                  <a:pt x="0" y="0"/>
                </a:lnTo>
                <a:close/>
              </a:path>
            </a:pathLst>
          </a:custGeom>
          <a:gradFill flip="none" rotWithShape="1">
            <a:gsLst>
              <a:gs pos="34000">
                <a:schemeClr val="accent1"/>
              </a:gs>
              <a:gs pos="100000">
                <a:schemeClr val="accent1">
                  <a:lumMod val="75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rot="21420000">
            <a:off x="-161800" y="293317"/>
            <a:ext cx="11367116" cy="5751804"/>
          </a:xfrm>
          <a:custGeom>
            <a:avLst/>
            <a:gdLst/>
            <a:ahLst/>
            <a:cxnLst/>
            <a:rect l="l" t="t" r="r" b="b"/>
            <a:pathLst>
              <a:path w="11367116" h="5751804">
                <a:moveTo>
                  <a:pt x="11346705" y="0"/>
                </a:moveTo>
                <a:cubicBezTo>
                  <a:pt x="11353509" y="1915114"/>
                  <a:pt x="11360312" y="3830229"/>
                  <a:pt x="11367116" y="5745343"/>
                </a:cubicBezTo>
                <a:lnTo>
                  <a:pt x="0" y="5751804"/>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sp>
      <p:sp>
        <p:nvSpPr>
          <p:cNvPr id="2" name="Title 1"/>
          <p:cNvSpPr>
            <a:spLocks noGrp="1"/>
          </p:cNvSpPr>
          <p:nvPr>
            <p:ph type="ctrTitle"/>
          </p:nvPr>
        </p:nvSpPr>
        <p:spPr>
          <a:xfrm rot="21420000">
            <a:off x="891201" y="662656"/>
            <a:ext cx="9755187" cy="2766528"/>
          </a:xfrm>
        </p:spPr>
        <p:txBody>
          <a:bodyPr anchor="b">
            <a:normAutofit/>
          </a:bodyPr>
          <a:lstStyle>
            <a:lvl1pPr algn="r">
              <a:defRPr sz="8000"/>
            </a:lvl1pPr>
          </a:lstStyle>
          <a:p>
            <a:r>
              <a:rPr lang="es-ES"/>
              <a:t>Haga clic para modificar el estilo de título del patrón</a:t>
            </a:r>
            <a:endParaRPr lang="en-US" dirty="0"/>
          </a:p>
        </p:txBody>
      </p:sp>
      <p:sp>
        <p:nvSpPr>
          <p:cNvPr id="3" name="Subtitle 2"/>
          <p:cNvSpPr>
            <a:spLocks noGrp="1"/>
          </p:cNvSpPr>
          <p:nvPr>
            <p:ph type="subTitle" idx="1"/>
          </p:nvPr>
        </p:nvSpPr>
        <p:spPr>
          <a:xfrm rot="21420000">
            <a:off x="983062" y="3505209"/>
            <a:ext cx="9755187" cy="550333"/>
          </a:xfrm>
        </p:spPr>
        <p:txBody>
          <a:bodyPr anchor="t">
            <a:noAutofit/>
          </a:bodyPr>
          <a:lstStyle>
            <a:lvl1pPr marL="0" indent="0" algn="r">
              <a:buNone/>
              <a:defRPr sz="28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a:xfrm rot="21420000">
            <a:off x="4948541" y="4578463"/>
            <a:ext cx="6143653" cy="1163112"/>
          </a:xfrm>
          <a:prstGeom prst="rect">
            <a:avLst/>
          </a:prstGeom>
        </p:spPr>
        <p:txBody>
          <a:bodyPr/>
          <a:lstStyle>
            <a:lvl1pPr algn="ctr">
              <a:defRPr sz="5400">
                <a:solidFill>
                  <a:schemeClr val="accent1">
                    <a:lumMod val="40000"/>
                    <a:lumOff val="60000"/>
                  </a:schemeClr>
                </a:solidFill>
              </a:defRPr>
            </a:lvl1pPr>
          </a:lstStyle>
          <a:p>
            <a:fld id="{1D8BD707-D9CF-40AE-B4C6-C98DA3205C09}" type="datetimeFigureOut">
              <a:rPr lang="en-US" smtClean="0"/>
              <a:t>3/20/2021</a:t>
            </a:fld>
            <a:endParaRPr lang="en-US"/>
          </a:p>
        </p:txBody>
      </p:sp>
      <p:sp>
        <p:nvSpPr>
          <p:cNvPr id="5" name="Footer Placeholder 4"/>
          <p:cNvSpPr>
            <a:spLocks noGrp="1"/>
          </p:cNvSpPr>
          <p:nvPr>
            <p:ph type="ftr" sz="quarter" idx="11"/>
          </p:nvPr>
        </p:nvSpPr>
        <p:spPr>
          <a:xfrm rot="21420000">
            <a:off x="-9144" y="4882896"/>
            <a:ext cx="4050792" cy="1197864"/>
          </a:xfrm>
          <a:prstGeom prst="rect">
            <a:avLst/>
          </a:prstGeom>
        </p:spPr>
        <p:txBody>
          <a:bodyPr vert="horz" lIns="91440" tIns="45720" rIns="91440" bIns="45720" rtlCol="0" anchor="ctr"/>
          <a:lstStyle>
            <a:lvl1pPr algn="r">
              <a:defRPr lang="en-US" sz="5400" dirty="0"/>
            </a:lvl1pPr>
          </a:lstStyle>
          <a:p>
            <a:endParaRPr lang="es-CL"/>
          </a:p>
        </p:txBody>
      </p:sp>
      <p:sp>
        <p:nvSpPr>
          <p:cNvPr id="6" name="Slide Number Placeholder 5"/>
          <p:cNvSpPr>
            <a:spLocks noGrp="1"/>
          </p:cNvSpPr>
          <p:nvPr>
            <p:ph type="sldNum" sz="quarter" idx="12"/>
          </p:nvPr>
        </p:nvSpPr>
        <p:spPr>
          <a:xfrm rot="21420000">
            <a:off x="9851758" y="3832648"/>
            <a:ext cx="907186" cy="498470"/>
          </a:xfrm>
          <a:prstGeom prst="rect">
            <a:avLst/>
          </a:prstGeom>
        </p:spPr>
        <p:txBody>
          <a:bodyPr/>
          <a:lstStyle>
            <a:lvl1pPr>
              <a:defRPr sz="2400">
                <a:solidFill>
                  <a:schemeClr val="tx1">
                    <a:lumMod val="75000"/>
                    <a:lumOff val="25000"/>
                  </a:schemeClr>
                </a:solidFill>
              </a:defRPr>
            </a:lvl1pPr>
          </a:lstStyle>
          <a:p>
            <a:fld id="{B6F15528-21DE-4FAA-801E-634DDDAF4B2B}" type="slidenum">
              <a:rPr lang="es-CL" smtClean="0"/>
              <a:t>‹Nº›</a:t>
            </a:fld>
            <a:endParaRPr lang="es-CL"/>
          </a:p>
        </p:txBody>
      </p:sp>
      <p:sp>
        <p:nvSpPr>
          <p:cNvPr id="25" name="5-Point Star 24"/>
          <p:cNvSpPr/>
          <p:nvPr/>
        </p:nvSpPr>
        <p:spPr>
          <a:xfrm rot="21420000">
            <a:off x="4221385" y="5111356"/>
            <a:ext cx="515386" cy="515386"/>
          </a:xfrm>
          <a:prstGeom prst="star5">
            <a:avLst>
              <a:gd name="adj" fmla="val 26693"/>
              <a:gd name="hf" fmla="val 105146"/>
              <a:gd name="vf" fmla="val 110557"/>
            </a:avLst>
          </a:prstGeom>
          <a:solidFill>
            <a:schemeClr val="accent1">
              <a:lumMod val="40000"/>
              <a:lumOff val="60000"/>
              <a:alpha val="60000"/>
            </a:schemeClr>
          </a:solidFill>
          <a:ln>
            <a:noFill/>
          </a:ln>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215320516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12" name="Content Placeholder 2"/>
          <p:cNvSpPr>
            <a:spLocks noGrp="1"/>
          </p:cNvSpPr>
          <p:nvPr>
            <p:ph sz="quarter" idx="13"/>
          </p:nvPr>
        </p:nvSpPr>
        <p:spPr>
          <a:xfrm>
            <a:off x="685800" y="2063396"/>
            <a:ext cx="10394707" cy="3311189"/>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a:xfrm>
            <a:off x="7298083" y="5757334"/>
            <a:ext cx="3784600" cy="498470"/>
          </a:xfrm>
          <a:prstGeom prst="rect">
            <a:avLst/>
          </a:prstGeom>
        </p:spPr>
        <p:txBody>
          <a:bodyPr/>
          <a:lstStyle/>
          <a:p>
            <a:fld id="{1D8BD707-D9CF-40AE-B4C6-C98DA3205C09}" type="datetimeFigureOut">
              <a:rPr lang="en-US" smtClean="0"/>
              <a:t>3/20/2021</a:t>
            </a:fld>
            <a:endParaRPr lang="en-US"/>
          </a:p>
        </p:txBody>
      </p:sp>
      <p:sp>
        <p:nvSpPr>
          <p:cNvPr id="5" name="Footer Placeholder 4"/>
          <p:cNvSpPr>
            <a:spLocks noGrp="1"/>
          </p:cNvSpPr>
          <p:nvPr>
            <p:ph type="ftr" sz="quarter" idx="11"/>
          </p:nvPr>
        </p:nvSpPr>
        <p:spPr>
          <a:xfrm>
            <a:off x="685801" y="5757334"/>
            <a:ext cx="5499719" cy="498470"/>
          </a:xfrm>
          <a:prstGeom prst="rect">
            <a:avLst/>
          </a:prstGeom>
        </p:spPr>
        <p:txBody>
          <a:bodyPr/>
          <a:lstStyle/>
          <a:p>
            <a:endParaRPr lang="es-CL"/>
          </a:p>
        </p:txBody>
      </p:sp>
      <p:sp>
        <p:nvSpPr>
          <p:cNvPr id="6" name="Slide Number Placeholder 5"/>
          <p:cNvSpPr>
            <a:spLocks noGrp="1"/>
          </p:cNvSpPr>
          <p:nvPr>
            <p:ph type="sldNum" sz="quarter" idx="12"/>
          </p:nvPr>
        </p:nvSpPr>
        <p:spPr>
          <a:xfrm>
            <a:off x="6287121" y="5757334"/>
            <a:ext cx="907186" cy="498470"/>
          </a:xfrm>
          <a:prstGeom prst="rect">
            <a:avLst/>
          </a:prstGeom>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325476817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85801" y="685800"/>
            <a:ext cx="10394707" cy="3193487"/>
          </a:xfrm>
        </p:spPr>
        <p:txBody>
          <a:bodyPr anchor="b">
            <a:normAutofit/>
          </a:bodyPr>
          <a:lstStyle>
            <a:lvl1pPr algn="l">
              <a:defRPr sz="54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85801" y="3742267"/>
            <a:ext cx="10394707" cy="1639614"/>
          </a:xfrm>
        </p:spPr>
        <p:txBody>
          <a:bodyPr anchor="t">
            <a:normAutofit/>
          </a:bodyPr>
          <a:lstStyle>
            <a:lvl1pPr marL="0" indent="0" algn="l">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a:xfrm>
            <a:off x="7298083" y="5757334"/>
            <a:ext cx="3784600" cy="498470"/>
          </a:xfrm>
          <a:prstGeom prst="rect">
            <a:avLst/>
          </a:prstGeom>
        </p:spPr>
        <p:txBody>
          <a:bodyPr/>
          <a:lstStyle/>
          <a:p>
            <a:fld id="{1D8BD707-D9CF-40AE-B4C6-C98DA3205C09}" type="datetimeFigureOut">
              <a:rPr lang="en-US" smtClean="0"/>
              <a:t>3/20/2021</a:t>
            </a:fld>
            <a:endParaRPr lang="en-US"/>
          </a:p>
        </p:txBody>
      </p:sp>
      <p:sp>
        <p:nvSpPr>
          <p:cNvPr id="5" name="Footer Placeholder 4"/>
          <p:cNvSpPr>
            <a:spLocks noGrp="1"/>
          </p:cNvSpPr>
          <p:nvPr>
            <p:ph type="ftr" sz="quarter" idx="11"/>
          </p:nvPr>
        </p:nvSpPr>
        <p:spPr>
          <a:xfrm>
            <a:off x="685801" y="5757334"/>
            <a:ext cx="5499719" cy="498470"/>
          </a:xfrm>
          <a:prstGeom prst="rect">
            <a:avLst/>
          </a:prstGeom>
        </p:spPr>
        <p:txBody>
          <a:bodyPr/>
          <a:lstStyle/>
          <a:p>
            <a:endParaRPr lang="es-CL"/>
          </a:p>
        </p:txBody>
      </p:sp>
      <p:sp>
        <p:nvSpPr>
          <p:cNvPr id="6" name="Slide Number Placeholder 5"/>
          <p:cNvSpPr>
            <a:spLocks noGrp="1"/>
          </p:cNvSpPr>
          <p:nvPr>
            <p:ph type="sldNum" sz="quarter" idx="12"/>
          </p:nvPr>
        </p:nvSpPr>
        <p:spPr>
          <a:xfrm>
            <a:off x="6287121" y="5757334"/>
            <a:ext cx="907186" cy="498470"/>
          </a:xfrm>
          <a:prstGeom prst="rect">
            <a:avLst/>
          </a:prstGeom>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185200445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14" name="Title 1"/>
          <p:cNvSpPr>
            <a:spLocks noGrp="1"/>
          </p:cNvSpPr>
          <p:nvPr>
            <p:ph type="title"/>
          </p:nvPr>
        </p:nvSpPr>
        <p:spPr>
          <a:xfrm>
            <a:off x="685801" y="685800"/>
            <a:ext cx="10396882" cy="1158140"/>
          </a:xfrm>
        </p:spPr>
        <p:txBody>
          <a:bodyPr/>
          <a:lstStyle/>
          <a:p>
            <a:r>
              <a:rPr lang="es-ES"/>
              <a:t>Haga clic para modificar el estilo de título del patrón</a:t>
            </a:r>
            <a:endParaRPr lang="en-US" dirty="0"/>
          </a:p>
        </p:txBody>
      </p:sp>
      <p:sp>
        <p:nvSpPr>
          <p:cNvPr id="12" name="Content Placeholder 2"/>
          <p:cNvSpPr>
            <a:spLocks noGrp="1"/>
          </p:cNvSpPr>
          <p:nvPr>
            <p:ph sz="quarter" idx="13"/>
          </p:nvPr>
        </p:nvSpPr>
        <p:spPr>
          <a:xfrm>
            <a:off x="685800" y="2063396"/>
            <a:ext cx="5088714" cy="3311189"/>
          </a:xfrm>
        </p:spPr>
        <p:txBody>
          <a:bodyPr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3" name="Content Placeholder 3"/>
          <p:cNvSpPr>
            <a:spLocks noGrp="1"/>
          </p:cNvSpPr>
          <p:nvPr>
            <p:ph sz="quarter" idx="14"/>
          </p:nvPr>
        </p:nvSpPr>
        <p:spPr>
          <a:xfrm>
            <a:off x="5993971" y="2063396"/>
            <a:ext cx="5086538" cy="3311189"/>
          </a:xfrm>
        </p:spPr>
        <p:txBody>
          <a:bodyPr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a:xfrm>
            <a:off x="7298083" y="5757334"/>
            <a:ext cx="3784600" cy="498470"/>
          </a:xfrm>
          <a:prstGeom prst="rect">
            <a:avLst/>
          </a:prstGeom>
        </p:spPr>
        <p:txBody>
          <a:bodyPr/>
          <a:lstStyle/>
          <a:p>
            <a:fld id="{1D8BD707-D9CF-40AE-B4C6-C98DA3205C09}" type="datetimeFigureOut">
              <a:rPr lang="en-US" smtClean="0"/>
              <a:t>3/20/2021</a:t>
            </a:fld>
            <a:endParaRPr lang="en-US"/>
          </a:p>
        </p:txBody>
      </p:sp>
      <p:sp>
        <p:nvSpPr>
          <p:cNvPr id="6" name="Footer Placeholder 5"/>
          <p:cNvSpPr>
            <a:spLocks noGrp="1"/>
          </p:cNvSpPr>
          <p:nvPr>
            <p:ph type="ftr" sz="quarter" idx="11"/>
          </p:nvPr>
        </p:nvSpPr>
        <p:spPr>
          <a:xfrm>
            <a:off x="685801" y="5757334"/>
            <a:ext cx="5499719" cy="498470"/>
          </a:xfrm>
          <a:prstGeom prst="rect">
            <a:avLst/>
          </a:prstGeom>
        </p:spPr>
        <p:txBody>
          <a:bodyPr/>
          <a:lstStyle/>
          <a:p>
            <a:endParaRPr lang="es-CL"/>
          </a:p>
        </p:txBody>
      </p:sp>
      <p:sp>
        <p:nvSpPr>
          <p:cNvPr id="7" name="Slide Number Placeholder 6"/>
          <p:cNvSpPr>
            <a:spLocks noGrp="1"/>
          </p:cNvSpPr>
          <p:nvPr>
            <p:ph type="sldNum" sz="quarter" idx="12"/>
          </p:nvPr>
        </p:nvSpPr>
        <p:spPr>
          <a:xfrm>
            <a:off x="6287121" y="5757334"/>
            <a:ext cx="907186" cy="498470"/>
          </a:xfrm>
          <a:prstGeom prst="rect">
            <a:avLst/>
          </a:prstGeom>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346648517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4" name="Title 1"/>
          <p:cNvSpPr>
            <a:spLocks noGrp="1"/>
          </p:cNvSpPr>
          <p:nvPr>
            <p:ph type="title"/>
          </p:nvPr>
        </p:nvSpPr>
        <p:spPr>
          <a:xfrm>
            <a:off x="685801" y="685800"/>
            <a:ext cx="10394707" cy="1158140"/>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918356" y="2063396"/>
            <a:ext cx="4856158" cy="679994"/>
          </a:xfrm>
        </p:spPr>
        <p:txBody>
          <a:bodyPr anchor="b">
            <a:noAutofit/>
          </a:bodyPr>
          <a:lstStyle>
            <a:lvl1pPr marL="0" indent="0">
              <a:lnSpc>
                <a:spcPct val="90000"/>
              </a:lnSpc>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2" name="Content Placeholder 3"/>
          <p:cNvSpPr>
            <a:spLocks noGrp="1"/>
          </p:cNvSpPr>
          <p:nvPr>
            <p:ph sz="quarter" idx="13"/>
          </p:nvPr>
        </p:nvSpPr>
        <p:spPr>
          <a:xfrm>
            <a:off x="685802" y="2861733"/>
            <a:ext cx="5088712" cy="2512852"/>
          </a:xfrm>
        </p:spPr>
        <p:txBody>
          <a:bodyPr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218191" y="2063396"/>
            <a:ext cx="4864491" cy="679994"/>
          </a:xfrm>
        </p:spPr>
        <p:txBody>
          <a:bodyPr anchor="b">
            <a:noAutofit/>
          </a:bodyPr>
          <a:lstStyle>
            <a:lvl1pPr marL="0" indent="0">
              <a:lnSpc>
                <a:spcPct val="90000"/>
              </a:lnSpc>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3" name="Content Placeholder 5"/>
          <p:cNvSpPr>
            <a:spLocks noGrp="1"/>
          </p:cNvSpPr>
          <p:nvPr>
            <p:ph sz="quarter" idx="14"/>
          </p:nvPr>
        </p:nvSpPr>
        <p:spPr>
          <a:xfrm>
            <a:off x="5993969" y="2861733"/>
            <a:ext cx="5088713" cy="2512852"/>
          </a:xfrm>
        </p:spPr>
        <p:txBody>
          <a:bodyPr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a:xfrm>
            <a:off x="7298083" y="5757334"/>
            <a:ext cx="3784600" cy="498470"/>
          </a:xfrm>
          <a:prstGeom prst="rect">
            <a:avLst/>
          </a:prstGeom>
        </p:spPr>
        <p:txBody>
          <a:bodyPr/>
          <a:lstStyle/>
          <a:p>
            <a:fld id="{1D8BD707-D9CF-40AE-B4C6-C98DA3205C09}" type="datetimeFigureOut">
              <a:rPr lang="en-US" smtClean="0"/>
              <a:t>3/20/2021</a:t>
            </a:fld>
            <a:endParaRPr lang="en-US"/>
          </a:p>
        </p:txBody>
      </p:sp>
      <p:sp>
        <p:nvSpPr>
          <p:cNvPr id="8" name="Footer Placeholder 7"/>
          <p:cNvSpPr>
            <a:spLocks noGrp="1"/>
          </p:cNvSpPr>
          <p:nvPr>
            <p:ph type="ftr" sz="quarter" idx="11"/>
          </p:nvPr>
        </p:nvSpPr>
        <p:spPr>
          <a:xfrm>
            <a:off x="685801" y="5757334"/>
            <a:ext cx="5499719" cy="498470"/>
          </a:xfrm>
          <a:prstGeom prst="rect">
            <a:avLst/>
          </a:prstGeom>
        </p:spPr>
        <p:txBody>
          <a:bodyPr/>
          <a:lstStyle/>
          <a:p>
            <a:endParaRPr lang="es-CL"/>
          </a:p>
        </p:txBody>
      </p:sp>
      <p:sp>
        <p:nvSpPr>
          <p:cNvPr id="9" name="Slide Number Placeholder 8"/>
          <p:cNvSpPr>
            <a:spLocks noGrp="1"/>
          </p:cNvSpPr>
          <p:nvPr>
            <p:ph type="sldNum" sz="quarter" idx="12"/>
          </p:nvPr>
        </p:nvSpPr>
        <p:spPr>
          <a:xfrm>
            <a:off x="6287121" y="5757334"/>
            <a:ext cx="907186" cy="498470"/>
          </a:xfrm>
          <a:prstGeom prst="rect">
            <a:avLst/>
          </a:prstGeom>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303253022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a:xfrm>
            <a:off x="7298083" y="5757334"/>
            <a:ext cx="3784600" cy="498470"/>
          </a:xfrm>
          <a:prstGeom prst="rect">
            <a:avLst/>
          </a:prstGeom>
        </p:spPr>
        <p:txBody>
          <a:bodyPr/>
          <a:lstStyle/>
          <a:p>
            <a:fld id="{1D8BD707-D9CF-40AE-B4C6-C98DA3205C09}" type="datetimeFigureOut">
              <a:rPr lang="en-US" smtClean="0"/>
              <a:t>3/20/2021</a:t>
            </a:fld>
            <a:endParaRPr lang="en-US"/>
          </a:p>
        </p:txBody>
      </p:sp>
      <p:sp>
        <p:nvSpPr>
          <p:cNvPr id="4" name="Footer Placeholder 3"/>
          <p:cNvSpPr>
            <a:spLocks noGrp="1"/>
          </p:cNvSpPr>
          <p:nvPr>
            <p:ph type="ftr" sz="quarter" idx="11"/>
          </p:nvPr>
        </p:nvSpPr>
        <p:spPr>
          <a:xfrm>
            <a:off x="685801" y="5757334"/>
            <a:ext cx="5499719" cy="498470"/>
          </a:xfrm>
          <a:prstGeom prst="rect">
            <a:avLst/>
          </a:prstGeom>
        </p:spPr>
        <p:txBody>
          <a:bodyPr/>
          <a:lstStyle/>
          <a:p>
            <a:endParaRPr lang="es-CL"/>
          </a:p>
        </p:txBody>
      </p:sp>
      <p:sp>
        <p:nvSpPr>
          <p:cNvPr id="5" name="Slide Number Placeholder 4"/>
          <p:cNvSpPr>
            <a:spLocks noGrp="1"/>
          </p:cNvSpPr>
          <p:nvPr>
            <p:ph type="sldNum" sz="quarter" idx="12"/>
          </p:nvPr>
        </p:nvSpPr>
        <p:spPr>
          <a:xfrm>
            <a:off x="6287121" y="5757334"/>
            <a:ext cx="907186" cy="498470"/>
          </a:xfrm>
          <a:prstGeom prst="rect">
            <a:avLst/>
          </a:prstGeom>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218944493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7298083" y="5757334"/>
            <a:ext cx="3784600" cy="498470"/>
          </a:xfrm>
          <a:prstGeom prst="rect">
            <a:avLst/>
          </a:prstGeom>
        </p:spPr>
        <p:txBody>
          <a:bodyPr/>
          <a:lstStyle/>
          <a:p>
            <a:fld id="{1D8BD707-D9CF-40AE-B4C6-C98DA3205C09}" type="datetimeFigureOut">
              <a:rPr lang="en-US" smtClean="0"/>
              <a:t>3/20/2021</a:t>
            </a:fld>
            <a:endParaRPr lang="en-US"/>
          </a:p>
        </p:txBody>
      </p:sp>
      <p:sp>
        <p:nvSpPr>
          <p:cNvPr id="3" name="Footer Placeholder 2"/>
          <p:cNvSpPr>
            <a:spLocks noGrp="1"/>
          </p:cNvSpPr>
          <p:nvPr>
            <p:ph type="ftr" sz="quarter" idx="11"/>
          </p:nvPr>
        </p:nvSpPr>
        <p:spPr>
          <a:xfrm>
            <a:off x="685801" y="5757334"/>
            <a:ext cx="5499719" cy="498470"/>
          </a:xfrm>
          <a:prstGeom prst="rect">
            <a:avLst/>
          </a:prstGeom>
        </p:spPr>
        <p:txBody>
          <a:bodyPr/>
          <a:lstStyle/>
          <a:p>
            <a:endParaRPr lang="es-CL"/>
          </a:p>
        </p:txBody>
      </p:sp>
      <p:sp>
        <p:nvSpPr>
          <p:cNvPr id="4" name="Slide Number Placeholder 3"/>
          <p:cNvSpPr>
            <a:spLocks noGrp="1"/>
          </p:cNvSpPr>
          <p:nvPr>
            <p:ph type="sldNum" sz="quarter" idx="12"/>
          </p:nvPr>
        </p:nvSpPr>
        <p:spPr>
          <a:xfrm>
            <a:off x="6287121" y="5757334"/>
            <a:ext cx="907186" cy="498470"/>
          </a:xfrm>
          <a:prstGeom prst="rect">
            <a:avLst/>
          </a:prstGeom>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166971701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93643" y="685800"/>
            <a:ext cx="4126860" cy="2023252"/>
          </a:xfrm>
        </p:spPr>
        <p:txBody>
          <a:bodyPr anchor="b">
            <a:normAutofit/>
          </a:bodyPr>
          <a:lstStyle>
            <a:lvl1pPr algn="ctr">
              <a:defRPr sz="3600"/>
            </a:lvl1pPr>
          </a:lstStyle>
          <a:p>
            <a:r>
              <a:rPr lang="es-ES"/>
              <a:t>Haga clic para modificar el estilo de título del patrón</a:t>
            </a:r>
            <a:endParaRPr lang="en-US" dirty="0"/>
          </a:p>
        </p:txBody>
      </p:sp>
      <p:sp>
        <p:nvSpPr>
          <p:cNvPr id="10" name="Content Placeholder 2"/>
          <p:cNvSpPr>
            <a:spLocks noGrp="1"/>
          </p:cNvSpPr>
          <p:nvPr>
            <p:ph sz="quarter" idx="13"/>
          </p:nvPr>
        </p:nvSpPr>
        <p:spPr>
          <a:xfrm>
            <a:off x="5046132" y="685800"/>
            <a:ext cx="6034375" cy="4688785"/>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693642" y="2709052"/>
            <a:ext cx="4126861" cy="2665533"/>
          </a:xfrm>
        </p:spPr>
        <p:txBody>
          <a:bodyPr anchor="t">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a:xfrm>
            <a:off x="7298083" y="5757334"/>
            <a:ext cx="3784600" cy="498470"/>
          </a:xfrm>
          <a:prstGeom prst="rect">
            <a:avLst/>
          </a:prstGeom>
        </p:spPr>
        <p:txBody>
          <a:bodyPr/>
          <a:lstStyle/>
          <a:p>
            <a:fld id="{1D8BD707-D9CF-40AE-B4C6-C98DA3205C09}" type="datetimeFigureOut">
              <a:rPr lang="en-US" smtClean="0"/>
              <a:t>3/20/2021</a:t>
            </a:fld>
            <a:endParaRPr lang="en-US"/>
          </a:p>
        </p:txBody>
      </p:sp>
      <p:sp>
        <p:nvSpPr>
          <p:cNvPr id="6" name="Footer Placeholder 5"/>
          <p:cNvSpPr>
            <a:spLocks noGrp="1"/>
          </p:cNvSpPr>
          <p:nvPr>
            <p:ph type="ftr" sz="quarter" idx="11"/>
          </p:nvPr>
        </p:nvSpPr>
        <p:spPr>
          <a:xfrm>
            <a:off x="685801" y="5757334"/>
            <a:ext cx="5499719" cy="498470"/>
          </a:xfrm>
          <a:prstGeom prst="rect">
            <a:avLst/>
          </a:prstGeom>
        </p:spPr>
        <p:txBody>
          <a:bodyPr/>
          <a:lstStyle/>
          <a:p>
            <a:endParaRPr lang="es-CL"/>
          </a:p>
        </p:txBody>
      </p:sp>
      <p:sp>
        <p:nvSpPr>
          <p:cNvPr id="7" name="Slide Number Placeholder 6"/>
          <p:cNvSpPr>
            <a:spLocks noGrp="1"/>
          </p:cNvSpPr>
          <p:nvPr>
            <p:ph type="sldNum" sz="quarter" idx="12"/>
          </p:nvPr>
        </p:nvSpPr>
        <p:spPr>
          <a:xfrm>
            <a:off x="6287121" y="5757334"/>
            <a:ext cx="907186" cy="498470"/>
          </a:xfrm>
          <a:prstGeom prst="rect">
            <a:avLst/>
          </a:prstGeom>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212847033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85800" y="685800"/>
            <a:ext cx="6345302" cy="2023252"/>
          </a:xfrm>
        </p:spPr>
        <p:txBody>
          <a:bodyPr anchor="b">
            <a:normAutofit/>
          </a:bodyPr>
          <a:lstStyle>
            <a:lvl1pPr algn="ctr">
              <a:defRPr sz="36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7482362" y="0"/>
            <a:ext cx="3598146" cy="5071533"/>
          </a:xfrm>
          <a:ln w="57150" cmpd="thinThick">
            <a:solidFill>
              <a:schemeClr val="bg1">
                <a:lumMod val="50000"/>
              </a:schemeClr>
            </a:solidFill>
            <a:miter lim="800000"/>
          </a:ln>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85801" y="2709052"/>
            <a:ext cx="6345301" cy="2362481"/>
          </a:xfrm>
        </p:spPr>
        <p:txBody>
          <a:bodyPr anchor="t">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a:xfrm>
            <a:off x="7298083" y="5757334"/>
            <a:ext cx="3784600" cy="498470"/>
          </a:xfrm>
          <a:prstGeom prst="rect">
            <a:avLst/>
          </a:prstGeom>
        </p:spPr>
        <p:txBody>
          <a:bodyPr/>
          <a:lstStyle/>
          <a:p>
            <a:fld id="{1D8BD707-D9CF-40AE-B4C6-C98DA3205C09}" type="datetimeFigureOut">
              <a:rPr lang="en-US" smtClean="0"/>
              <a:t>3/20/2021</a:t>
            </a:fld>
            <a:endParaRPr lang="en-US"/>
          </a:p>
        </p:txBody>
      </p:sp>
      <p:sp>
        <p:nvSpPr>
          <p:cNvPr id="6" name="Footer Placeholder 5"/>
          <p:cNvSpPr>
            <a:spLocks noGrp="1"/>
          </p:cNvSpPr>
          <p:nvPr>
            <p:ph type="ftr" sz="quarter" idx="11"/>
          </p:nvPr>
        </p:nvSpPr>
        <p:spPr>
          <a:xfrm>
            <a:off x="685801" y="5757334"/>
            <a:ext cx="5499719" cy="498470"/>
          </a:xfrm>
          <a:prstGeom prst="rect">
            <a:avLst/>
          </a:prstGeom>
        </p:spPr>
        <p:txBody>
          <a:bodyPr/>
          <a:lstStyle/>
          <a:p>
            <a:endParaRPr lang="es-CL"/>
          </a:p>
        </p:txBody>
      </p:sp>
      <p:sp>
        <p:nvSpPr>
          <p:cNvPr id="7" name="Slide Number Placeholder 6"/>
          <p:cNvSpPr>
            <a:spLocks noGrp="1"/>
          </p:cNvSpPr>
          <p:nvPr>
            <p:ph type="sldNum" sz="quarter" idx="12"/>
          </p:nvPr>
        </p:nvSpPr>
        <p:spPr>
          <a:xfrm>
            <a:off x="6287121" y="5757334"/>
            <a:ext cx="907186" cy="498470"/>
          </a:xfrm>
          <a:prstGeom prst="rect">
            <a:avLst/>
          </a:prstGeom>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346754443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685800" y="4106333"/>
            <a:ext cx="10394708" cy="588846"/>
          </a:xfrm>
        </p:spPr>
        <p:txBody>
          <a:bodyPr anchor="b"/>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685801" y="685799"/>
            <a:ext cx="10392513" cy="3194903"/>
          </a:xfrm>
          <a:ln w="57150" cmpd="thinThick">
            <a:solidFill>
              <a:schemeClr val="bg1">
                <a:lumMod val="50000"/>
              </a:schemeClr>
            </a:solidFill>
            <a:miter lim="800000"/>
          </a:ln>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85780" y="4702923"/>
            <a:ext cx="10394728" cy="682472"/>
          </a:xfrm>
        </p:spPr>
        <p:txBody>
          <a:bodyPr anchor="t"/>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a:xfrm>
            <a:off x="7298083" y="5757334"/>
            <a:ext cx="3784600" cy="498470"/>
          </a:xfrm>
          <a:prstGeom prst="rect">
            <a:avLst/>
          </a:prstGeom>
        </p:spPr>
        <p:txBody>
          <a:bodyPr/>
          <a:lstStyle/>
          <a:p>
            <a:fld id="{1D8BD707-D9CF-40AE-B4C6-C98DA3205C09}" type="datetimeFigureOut">
              <a:rPr lang="en-US" smtClean="0"/>
              <a:t>3/20/2021</a:t>
            </a:fld>
            <a:endParaRPr lang="en-US"/>
          </a:p>
        </p:txBody>
      </p:sp>
      <p:sp>
        <p:nvSpPr>
          <p:cNvPr id="6" name="Footer Placeholder 5"/>
          <p:cNvSpPr>
            <a:spLocks noGrp="1"/>
          </p:cNvSpPr>
          <p:nvPr>
            <p:ph type="ftr" sz="quarter" idx="11"/>
          </p:nvPr>
        </p:nvSpPr>
        <p:spPr>
          <a:xfrm>
            <a:off x="685801" y="5757334"/>
            <a:ext cx="5499719" cy="498470"/>
          </a:xfrm>
          <a:prstGeom prst="rect">
            <a:avLst/>
          </a:prstGeom>
        </p:spPr>
        <p:txBody>
          <a:bodyPr/>
          <a:lstStyle/>
          <a:p>
            <a:endParaRPr lang="es-CL"/>
          </a:p>
        </p:txBody>
      </p:sp>
      <p:sp>
        <p:nvSpPr>
          <p:cNvPr id="7" name="Slide Number Placeholder 6"/>
          <p:cNvSpPr>
            <a:spLocks noGrp="1"/>
          </p:cNvSpPr>
          <p:nvPr>
            <p:ph type="sldNum" sz="quarter" idx="12"/>
          </p:nvPr>
        </p:nvSpPr>
        <p:spPr>
          <a:xfrm>
            <a:off x="6287121" y="5757334"/>
            <a:ext cx="907186" cy="498470"/>
          </a:xfrm>
          <a:prstGeom prst="rect">
            <a:avLst/>
          </a:prstGeom>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413321611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685801" y="685800"/>
            <a:ext cx="10396902" cy="3194903"/>
          </a:xfrm>
        </p:spPr>
        <p:txBody>
          <a:bodyPr anchor="ctr">
            <a:normAutofit/>
          </a:bodyPr>
          <a:lstStyle>
            <a:lvl1pPr algn="ctr">
              <a:defRPr sz="48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685779" y="4106333"/>
            <a:ext cx="10394729" cy="1273606"/>
          </a:xfrm>
        </p:spPr>
        <p:txBody>
          <a:bodyPr anchor="ct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a:xfrm>
            <a:off x="7298083" y="5757334"/>
            <a:ext cx="3784600" cy="498470"/>
          </a:xfrm>
          <a:prstGeom prst="rect">
            <a:avLst/>
          </a:prstGeom>
        </p:spPr>
        <p:txBody>
          <a:bodyPr/>
          <a:lstStyle/>
          <a:p>
            <a:fld id="{1D8BD707-D9CF-40AE-B4C6-C98DA3205C09}" type="datetimeFigureOut">
              <a:rPr lang="en-US" smtClean="0"/>
              <a:t>3/20/2021</a:t>
            </a:fld>
            <a:endParaRPr lang="en-US"/>
          </a:p>
        </p:txBody>
      </p:sp>
      <p:sp>
        <p:nvSpPr>
          <p:cNvPr id="6" name="Footer Placeholder 5"/>
          <p:cNvSpPr>
            <a:spLocks noGrp="1"/>
          </p:cNvSpPr>
          <p:nvPr>
            <p:ph type="ftr" sz="quarter" idx="11"/>
          </p:nvPr>
        </p:nvSpPr>
        <p:spPr>
          <a:xfrm>
            <a:off x="685801" y="5757334"/>
            <a:ext cx="5499719" cy="498470"/>
          </a:xfrm>
          <a:prstGeom prst="rect">
            <a:avLst/>
          </a:prstGeom>
        </p:spPr>
        <p:txBody>
          <a:bodyPr/>
          <a:lstStyle/>
          <a:p>
            <a:endParaRPr lang="es-CL"/>
          </a:p>
        </p:txBody>
      </p:sp>
      <p:sp>
        <p:nvSpPr>
          <p:cNvPr id="7" name="Slide Number Placeholder 6"/>
          <p:cNvSpPr>
            <a:spLocks noGrp="1"/>
          </p:cNvSpPr>
          <p:nvPr>
            <p:ph type="sldNum" sz="quarter" idx="12"/>
          </p:nvPr>
        </p:nvSpPr>
        <p:spPr>
          <a:xfrm>
            <a:off x="6287121" y="5757334"/>
            <a:ext cx="907186" cy="498470"/>
          </a:xfrm>
          <a:prstGeom prst="rect">
            <a:avLst/>
          </a:prstGeom>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380974157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121732" y="685800"/>
            <a:ext cx="9525020" cy="2916704"/>
          </a:xfrm>
        </p:spPr>
        <p:txBody>
          <a:bodyPr anchor="ctr">
            <a:normAutofit/>
          </a:bodyPr>
          <a:lstStyle>
            <a:lvl1pPr algn="ctr">
              <a:defRPr sz="4800"/>
            </a:lvl1pPr>
          </a:lstStyle>
          <a:p>
            <a:r>
              <a:rPr lang="es-ES"/>
              <a:t>Haga clic para modificar el estilo de título del patrón</a:t>
            </a:r>
            <a:endParaRPr lang="en-US" dirty="0"/>
          </a:p>
        </p:txBody>
      </p:sp>
      <p:sp>
        <p:nvSpPr>
          <p:cNvPr id="12" name="Text Placeholder 3"/>
          <p:cNvSpPr>
            <a:spLocks noGrp="1"/>
          </p:cNvSpPr>
          <p:nvPr>
            <p:ph type="body" sz="half" idx="13"/>
          </p:nvPr>
        </p:nvSpPr>
        <p:spPr>
          <a:xfrm>
            <a:off x="1550264" y="3610032"/>
            <a:ext cx="8667956" cy="377768"/>
          </a:xfrm>
        </p:spPr>
        <p:txBody>
          <a:bodyPr anchor="t">
            <a:normAutofit/>
          </a:bodyPr>
          <a:lstStyle>
            <a:lvl1pPr marL="0" indent="0" algn="r">
              <a:buNone/>
              <a:defRPr sz="1400">
                <a:solidFill>
                  <a:schemeClr val="tx1">
                    <a:lumMod val="50000"/>
                    <a:lumOff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4" name="Text Placeholder 3"/>
          <p:cNvSpPr>
            <a:spLocks noGrp="1"/>
          </p:cNvSpPr>
          <p:nvPr>
            <p:ph type="body" sz="half" idx="2"/>
          </p:nvPr>
        </p:nvSpPr>
        <p:spPr>
          <a:xfrm>
            <a:off x="685801" y="4106334"/>
            <a:ext cx="10396882" cy="1268252"/>
          </a:xfrm>
        </p:spPr>
        <p:txBody>
          <a:bodyPr anchor="ct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a:xfrm>
            <a:off x="7298083" y="5757334"/>
            <a:ext cx="3784600" cy="498470"/>
          </a:xfrm>
          <a:prstGeom prst="rect">
            <a:avLst/>
          </a:prstGeom>
        </p:spPr>
        <p:txBody>
          <a:bodyPr/>
          <a:lstStyle/>
          <a:p>
            <a:fld id="{1D8BD707-D9CF-40AE-B4C6-C98DA3205C09}" type="datetimeFigureOut">
              <a:rPr lang="en-US" smtClean="0"/>
              <a:t>3/20/2021</a:t>
            </a:fld>
            <a:endParaRPr lang="en-US"/>
          </a:p>
        </p:txBody>
      </p:sp>
      <p:sp>
        <p:nvSpPr>
          <p:cNvPr id="6" name="Footer Placeholder 5"/>
          <p:cNvSpPr>
            <a:spLocks noGrp="1"/>
          </p:cNvSpPr>
          <p:nvPr>
            <p:ph type="ftr" sz="quarter" idx="11"/>
          </p:nvPr>
        </p:nvSpPr>
        <p:spPr>
          <a:xfrm>
            <a:off x="685801" y="5757334"/>
            <a:ext cx="5499719" cy="498470"/>
          </a:xfrm>
          <a:prstGeom prst="rect">
            <a:avLst/>
          </a:prstGeom>
        </p:spPr>
        <p:txBody>
          <a:bodyPr/>
          <a:lstStyle/>
          <a:p>
            <a:endParaRPr lang="es-CL"/>
          </a:p>
        </p:txBody>
      </p:sp>
      <p:sp>
        <p:nvSpPr>
          <p:cNvPr id="7" name="Slide Number Placeholder 6"/>
          <p:cNvSpPr>
            <a:spLocks noGrp="1"/>
          </p:cNvSpPr>
          <p:nvPr>
            <p:ph type="sldNum" sz="quarter" idx="12"/>
          </p:nvPr>
        </p:nvSpPr>
        <p:spPr>
          <a:xfrm>
            <a:off x="6287121" y="5757334"/>
            <a:ext cx="907186" cy="498470"/>
          </a:xfrm>
          <a:prstGeom prst="rect">
            <a:avLst/>
          </a:prstGeom>
        </p:spPr>
        <p:txBody>
          <a:bodyPr/>
          <a:lstStyle/>
          <a:p>
            <a:fld id="{B6F15528-21DE-4FAA-801E-634DDDAF4B2B}" type="slidenum">
              <a:rPr lang="es-CL" smtClean="0"/>
              <a:t>‹Nº›</a:t>
            </a:fld>
            <a:endParaRPr lang="es-CL"/>
          </a:p>
        </p:txBody>
      </p:sp>
      <p:sp>
        <p:nvSpPr>
          <p:cNvPr id="13" name="TextBox 12"/>
          <p:cNvSpPr txBox="1"/>
          <p:nvPr/>
        </p:nvSpPr>
        <p:spPr>
          <a:xfrm>
            <a:off x="685801" y="89262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473083" y="292282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85324408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685800" y="1723854"/>
            <a:ext cx="10394707" cy="2511835"/>
          </a:xfrm>
        </p:spPr>
        <p:txBody>
          <a:bodyPr anchor="b">
            <a:normAutofit/>
          </a:bodyPr>
          <a:lstStyle>
            <a:lvl1pPr algn="l">
              <a:defRPr sz="48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685800" y="4247468"/>
            <a:ext cx="10394707" cy="1140644"/>
          </a:xfrm>
        </p:spPr>
        <p:txBody>
          <a:bodyPr anchor="t">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a:xfrm>
            <a:off x="7298083" y="5757334"/>
            <a:ext cx="3784600" cy="498470"/>
          </a:xfrm>
          <a:prstGeom prst="rect">
            <a:avLst/>
          </a:prstGeom>
        </p:spPr>
        <p:txBody>
          <a:bodyPr/>
          <a:lstStyle/>
          <a:p>
            <a:fld id="{1D8BD707-D9CF-40AE-B4C6-C98DA3205C09}" type="datetimeFigureOut">
              <a:rPr lang="en-US" smtClean="0"/>
              <a:t>3/20/2021</a:t>
            </a:fld>
            <a:endParaRPr lang="en-US"/>
          </a:p>
        </p:txBody>
      </p:sp>
      <p:sp>
        <p:nvSpPr>
          <p:cNvPr id="6" name="Footer Placeholder 5"/>
          <p:cNvSpPr>
            <a:spLocks noGrp="1"/>
          </p:cNvSpPr>
          <p:nvPr>
            <p:ph type="ftr" sz="quarter" idx="11"/>
          </p:nvPr>
        </p:nvSpPr>
        <p:spPr>
          <a:xfrm>
            <a:off x="685801" y="5757334"/>
            <a:ext cx="5499719" cy="498470"/>
          </a:xfrm>
          <a:prstGeom prst="rect">
            <a:avLst/>
          </a:prstGeom>
        </p:spPr>
        <p:txBody>
          <a:bodyPr/>
          <a:lstStyle/>
          <a:p>
            <a:endParaRPr lang="es-CL"/>
          </a:p>
        </p:txBody>
      </p:sp>
      <p:sp>
        <p:nvSpPr>
          <p:cNvPr id="7" name="Slide Number Placeholder 6"/>
          <p:cNvSpPr>
            <a:spLocks noGrp="1"/>
          </p:cNvSpPr>
          <p:nvPr>
            <p:ph type="sldNum" sz="quarter" idx="12"/>
          </p:nvPr>
        </p:nvSpPr>
        <p:spPr>
          <a:xfrm>
            <a:off x="6287121" y="5757334"/>
            <a:ext cx="907186" cy="498470"/>
          </a:xfrm>
          <a:prstGeom prst="rect">
            <a:avLst/>
          </a:prstGeom>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129348384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sp>
        <p:nvSpPr>
          <p:cNvPr id="15" name="Title 1"/>
          <p:cNvSpPr>
            <a:spLocks noGrp="1"/>
          </p:cNvSpPr>
          <p:nvPr>
            <p:ph type="title"/>
          </p:nvPr>
        </p:nvSpPr>
        <p:spPr>
          <a:xfrm>
            <a:off x="685802" y="685800"/>
            <a:ext cx="10394706" cy="1151965"/>
          </a:xfrm>
        </p:spPr>
        <p:txBody>
          <a:bodyPr/>
          <a:lstStyle>
            <a:lvl1pPr algn="ctr">
              <a:defRPr/>
            </a:lvl1pPr>
          </a:lstStyle>
          <a:p>
            <a:r>
              <a:rPr lang="es-ES"/>
              <a:t>Haga clic para modificar el estilo de título del patrón</a:t>
            </a:r>
            <a:endParaRPr lang="en-US" dirty="0"/>
          </a:p>
        </p:txBody>
      </p:sp>
      <p:sp>
        <p:nvSpPr>
          <p:cNvPr id="7" name="Text Placeholder 2"/>
          <p:cNvSpPr>
            <a:spLocks noGrp="1"/>
          </p:cNvSpPr>
          <p:nvPr>
            <p:ph type="body" idx="1"/>
          </p:nvPr>
        </p:nvSpPr>
        <p:spPr>
          <a:xfrm>
            <a:off x="685802"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8" name="Text Placeholder 3"/>
          <p:cNvSpPr>
            <a:spLocks noGrp="1"/>
          </p:cNvSpPr>
          <p:nvPr>
            <p:ph type="body" sz="half" idx="15"/>
          </p:nvPr>
        </p:nvSpPr>
        <p:spPr>
          <a:xfrm>
            <a:off x="685802"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9" name="Text Placeholder 4"/>
          <p:cNvSpPr>
            <a:spLocks noGrp="1"/>
          </p:cNvSpPr>
          <p:nvPr>
            <p:ph type="body" sz="quarter" idx="3"/>
          </p:nvPr>
        </p:nvSpPr>
        <p:spPr>
          <a:xfrm>
            <a:off x="4234622"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0" name="Text Placeholder 3"/>
          <p:cNvSpPr>
            <a:spLocks noGrp="1"/>
          </p:cNvSpPr>
          <p:nvPr>
            <p:ph type="body" sz="half" idx="16"/>
          </p:nvPr>
        </p:nvSpPr>
        <p:spPr>
          <a:xfrm>
            <a:off x="4234621"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11" name="Text Placeholder 4"/>
          <p:cNvSpPr>
            <a:spLocks noGrp="1"/>
          </p:cNvSpPr>
          <p:nvPr>
            <p:ph type="body" sz="quarter" idx="13"/>
          </p:nvPr>
        </p:nvSpPr>
        <p:spPr>
          <a:xfrm>
            <a:off x="7770380"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2" name="Text Placeholder 3"/>
          <p:cNvSpPr>
            <a:spLocks noGrp="1"/>
          </p:cNvSpPr>
          <p:nvPr>
            <p:ph type="body" sz="half" idx="17"/>
          </p:nvPr>
        </p:nvSpPr>
        <p:spPr>
          <a:xfrm>
            <a:off x="7770380"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a:xfrm>
            <a:off x="7298083" y="5757334"/>
            <a:ext cx="3784600" cy="498470"/>
          </a:xfrm>
          <a:prstGeom prst="rect">
            <a:avLst/>
          </a:prstGeom>
        </p:spPr>
        <p:txBody>
          <a:bodyPr/>
          <a:lstStyle/>
          <a:p>
            <a:fld id="{1D8BD707-D9CF-40AE-B4C6-C98DA3205C09}" type="datetimeFigureOut">
              <a:rPr lang="en-US" smtClean="0"/>
              <a:t>3/20/2021</a:t>
            </a:fld>
            <a:endParaRPr lang="en-US"/>
          </a:p>
        </p:txBody>
      </p:sp>
      <p:sp>
        <p:nvSpPr>
          <p:cNvPr id="4" name="Footer Placeholder 3"/>
          <p:cNvSpPr>
            <a:spLocks noGrp="1"/>
          </p:cNvSpPr>
          <p:nvPr>
            <p:ph type="ftr" sz="quarter" idx="11"/>
          </p:nvPr>
        </p:nvSpPr>
        <p:spPr>
          <a:xfrm>
            <a:off x="685801" y="5757334"/>
            <a:ext cx="5499719" cy="498470"/>
          </a:xfrm>
          <a:prstGeom prst="rect">
            <a:avLst/>
          </a:prstGeom>
        </p:spPr>
        <p:txBody>
          <a:bodyPr/>
          <a:lstStyle/>
          <a:p>
            <a:endParaRPr lang="es-CL"/>
          </a:p>
        </p:txBody>
      </p:sp>
      <p:sp>
        <p:nvSpPr>
          <p:cNvPr id="5" name="Slide Number Placeholder 4"/>
          <p:cNvSpPr>
            <a:spLocks noGrp="1"/>
          </p:cNvSpPr>
          <p:nvPr>
            <p:ph type="sldNum" sz="quarter" idx="12"/>
          </p:nvPr>
        </p:nvSpPr>
        <p:spPr>
          <a:xfrm>
            <a:off x="6287121" y="5757334"/>
            <a:ext cx="907186" cy="498470"/>
          </a:xfrm>
          <a:prstGeom prst="rect">
            <a:avLst/>
          </a:prstGeom>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282969782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sp>
        <p:nvSpPr>
          <p:cNvPr id="30" name="Title 1"/>
          <p:cNvSpPr>
            <a:spLocks noGrp="1"/>
          </p:cNvSpPr>
          <p:nvPr>
            <p:ph type="title"/>
          </p:nvPr>
        </p:nvSpPr>
        <p:spPr>
          <a:xfrm>
            <a:off x="685801" y="685800"/>
            <a:ext cx="10396882" cy="1151965"/>
          </a:xfrm>
        </p:spPr>
        <p:txBody>
          <a:bodyPr/>
          <a:lstStyle>
            <a:lvl1pPr algn="ctr">
              <a:defRPr/>
            </a:lvl1pPr>
          </a:lstStyle>
          <a:p>
            <a:r>
              <a:rPr lang="es-ES"/>
              <a:t>Haga clic para modificar el estilo de título del patrón</a:t>
            </a:r>
            <a:endParaRPr lang="en-US" dirty="0"/>
          </a:p>
        </p:txBody>
      </p:sp>
      <p:sp>
        <p:nvSpPr>
          <p:cNvPr id="19" name="Text Placeholder 2"/>
          <p:cNvSpPr>
            <a:spLocks noGrp="1"/>
          </p:cNvSpPr>
          <p:nvPr>
            <p:ph type="body" idx="1"/>
          </p:nvPr>
        </p:nvSpPr>
        <p:spPr>
          <a:xfrm>
            <a:off x="691840"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0" name="Picture Placeholder 2"/>
          <p:cNvSpPr>
            <a:spLocks noGrp="1" noChangeAspect="1"/>
          </p:cNvSpPr>
          <p:nvPr>
            <p:ph type="pic" idx="15"/>
          </p:nvPr>
        </p:nvSpPr>
        <p:spPr>
          <a:xfrm>
            <a:off x="685780" y="2063395"/>
            <a:ext cx="3310128" cy="1536725"/>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1" name="Text Placeholder 3"/>
          <p:cNvSpPr>
            <a:spLocks noGrp="1"/>
          </p:cNvSpPr>
          <p:nvPr>
            <p:ph type="body" sz="half" idx="18"/>
          </p:nvPr>
        </p:nvSpPr>
        <p:spPr>
          <a:xfrm>
            <a:off x="691840" y="4389287"/>
            <a:ext cx="3310128" cy="98529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2" name="Text Placeholder 4"/>
          <p:cNvSpPr>
            <a:spLocks noGrp="1"/>
          </p:cNvSpPr>
          <p:nvPr>
            <p:ph type="body" sz="quarter" idx="3"/>
          </p:nvPr>
        </p:nvSpPr>
        <p:spPr>
          <a:xfrm>
            <a:off x="4237410"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3" name="Picture Placeholder 2"/>
          <p:cNvSpPr>
            <a:spLocks noGrp="1" noChangeAspect="1"/>
          </p:cNvSpPr>
          <p:nvPr>
            <p:ph type="pic" idx="21"/>
          </p:nvPr>
        </p:nvSpPr>
        <p:spPr>
          <a:xfrm>
            <a:off x="4235999" y="2063395"/>
            <a:ext cx="3310128" cy="1535237"/>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4" name="Text Placeholder 3"/>
          <p:cNvSpPr>
            <a:spLocks noGrp="1"/>
          </p:cNvSpPr>
          <p:nvPr>
            <p:ph type="body" sz="half" idx="19"/>
          </p:nvPr>
        </p:nvSpPr>
        <p:spPr>
          <a:xfrm>
            <a:off x="4235999" y="4389286"/>
            <a:ext cx="3310128" cy="98530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5" name="Text Placeholder 4"/>
          <p:cNvSpPr>
            <a:spLocks noGrp="1"/>
          </p:cNvSpPr>
          <p:nvPr>
            <p:ph type="body" sz="quarter" idx="13"/>
          </p:nvPr>
        </p:nvSpPr>
        <p:spPr>
          <a:xfrm>
            <a:off x="7768944"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6" name="Picture Placeholder 2"/>
          <p:cNvSpPr>
            <a:spLocks noGrp="1" noChangeAspect="1"/>
          </p:cNvSpPr>
          <p:nvPr>
            <p:ph type="pic" idx="22"/>
          </p:nvPr>
        </p:nvSpPr>
        <p:spPr>
          <a:xfrm>
            <a:off x="7768819" y="2063394"/>
            <a:ext cx="3310128" cy="1537196"/>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7" name="Text Placeholder 3"/>
          <p:cNvSpPr>
            <a:spLocks noGrp="1"/>
          </p:cNvSpPr>
          <p:nvPr>
            <p:ph type="body" sz="half" idx="20"/>
          </p:nvPr>
        </p:nvSpPr>
        <p:spPr>
          <a:xfrm>
            <a:off x="7768819" y="4389284"/>
            <a:ext cx="3310128" cy="985302"/>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a:xfrm>
            <a:off x="7298083" y="5757334"/>
            <a:ext cx="3784600" cy="498470"/>
          </a:xfrm>
          <a:prstGeom prst="rect">
            <a:avLst/>
          </a:prstGeom>
        </p:spPr>
        <p:txBody>
          <a:bodyPr/>
          <a:lstStyle/>
          <a:p>
            <a:fld id="{1D8BD707-D9CF-40AE-B4C6-C98DA3205C09}" type="datetimeFigureOut">
              <a:rPr lang="en-US" smtClean="0"/>
              <a:t>3/20/2021</a:t>
            </a:fld>
            <a:endParaRPr lang="en-US"/>
          </a:p>
        </p:txBody>
      </p:sp>
      <p:sp>
        <p:nvSpPr>
          <p:cNvPr id="4" name="Footer Placeholder 3"/>
          <p:cNvSpPr>
            <a:spLocks noGrp="1"/>
          </p:cNvSpPr>
          <p:nvPr>
            <p:ph type="ftr" sz="quarter" idx="11"/>
          </p:nvPr>
        </p:nvSpPr>
        <p:spPr>
          <a:xfrm>
            <a:off x="685801" y="5757334"/>
            <a:ext cx="5499719" cy="498470"/>
          </a:xfrm>
          <a:prstGeom prst="rect">
            <a:avLst/>
          </a:prstGeom>
        </p:spPr>
        <p:txBody>
          <a:bodyPr/>
          <a:lstStyle/>
          <a:p>
            <a:endParaRPr lang="es-CL"/>
          </a:p>
        </p:txBody>
      </p:sp>
      <p:sp>
        <p:nvSpPr>
          <p:cNvPr id="5" name="Slide Number Placeholder 4"/>
          <p:cNvSpPr>
            <a:spLocks noGrp="1"/>
          </p:cNvSpPr>
          <p:nvPr>
            <p:ph type="sldNum" sz="quarter" idx="12"/>
          </p:nvPr>
        </p:nvSpPr>
        <p:spPr>
          <a:xfrm>
            <a:off x="6287121" y="5757334"/>
            <a:ext cx="907186" cy="498470"/>
          </a:xfrm>
          <a:prstGeom prst="rect">
            <a:avLst/>
          </a:prstGeom>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261425745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r">
              <a:defRPr/>
            </a:lvl1pPr>
          </a:lstStyle>
          <a:p>
            <a:r>
              <a:rPr lang="es-ES"/>
              <a:t>Haga clic para modificar el estilo de título del patrón</a:t>
            </a:r>
            <a:endParaRPr lang="en-US" dirty="0"/>
          </a:p>
        </p:txBody>
      </p:sp>
      <p:sp>
        <p:nvSpPr>
          <p:cNvPr id="11" name="Vertical Text Placeholder 2"/>
          <p:cNvSpPr>
            <a:spLocks noGrp="1"/>
          </p:cNvSpPr>
          <p:nvPr>
            <p:ph type="body" orient="vert" sz="quarter" idx="13"/>
          </p:nvPr>
        </p:nvSpPr>
        <p:spPr>
          <a:xfrm>
            <a:off x="685800" y="2063396"/>
            <a:ext cx="10394707" cy="3311190"/>
          </a:xfrm>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a:xfrm>
            <a:off x="7298083" y="5757334"/>
            <a:ext cx="3784600" cy="498470"/>
          </a:xfrm>
          <a:prstGeom prst="rect">
            <a:avLst/>
          </a:prstGeom>
        </p:spPr>
        <p:txBody>
          <a:bodyPr/>
          <a:lstStyle/>
          <a:p>
            <a:fld id="{1D8BD707-D9CF-40AE-B4C6-C98DA3205C09}" type="datetimeFigureOut">
              <a:rPr lang="en-US" smtClean="0"/>
              <a:t>3/20/2021</a:t>
            </a:fld>
            <a:endParaRPr lang="en-US"/>
          </a:p>
        </p:txBody>
      </p:sp>
      <p:sp>
        <p:nvSpPr>
          <p:cNvPr id="5" name="Footer Placeholder 4"/>
          <p:cNvSpPr>
            <a:spLocks noGrp="1"/>
          </p:cNvSpPr>
          <p:nvPr>
            <p:ph type="ftr" sz="quarter" idx="11"/>
          </p:nvPr>
        </p:nvSpPr>
        <p:spPr>
          <a:xfrm>
            <a:off x="685801" y="5757334"/>
            <a:ext cx="5499719" cy="498470"/>
          </a:xfrm>
          <a:prstGeom prst="rect">
            <a:avLst/>
          </a:prstGeom>
        </p:spPr>
        <p:txBody>
          <a:bodyPr/>
          <a:lstStyle/>
          <a:p>
            <a:endParaRPr lang="es-CL"/>
          </a:p>
        </p:txBody>
      </p:sp>
      <p:sp>
        <p:nvSpPr>
          <p:cNvPr id="6" name="Slide Number Placeholder 5"/>
          <p:cNvSpPr>
            <a:spLocks noGrp="1"/>
          </p:cNvSpPr>
          <p:nvPr>
            <p:ph type="sldNum" sz="quarter" idx="12"/>
          </p:nvPr>
        </p:nvSpPr>
        <p:spPr>
          <a:xfrm>
            <a:off x="6287121" y="5757334"/>
            <a:ext cx="907186" cy="498470"/>
          </a:xfrm>
          <a:prstGeom prst="rect">
            <a:avLst/>
          </a:prstGeom>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353233370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15862" y="685800"/>
            <a:ext cx="2264646" cy="4688785"/>
          </a:xfrm>
        </p:spPr>
        <p:txBody>
          <a:bodyPr vert="eaVert"/>
          <a:lstStyle>
            <a:lvl1pPr algn="l">
              <a:defRPr/>
            </a:lvl1pPr>
          </a:lstStyle>
          <a:p>
            <a:r>
              <a:rPr lang="es-ES"/>
              <a:t>Haga clic para modificar el estilo de título del patrón</a:t>
            </a:r>
            <a:endParaRPr lang="en-US" dirty="0"/>
          </a:p>
        </p:txBody>
      </p:sp>
      <p:sp>
        <p:nvSpPr>
          <p:cNvPr id="8" name="Vertical Text Placeholder 2"/>
          <p:cNvSpPr>
            <a:spLocks noGrp="1"/>
          </p:cNvSpPr>
          <p:nvPr>
            <p:ph type="body" orient="vert" sz="quarter" idx="13"/>
          </p:nvPr>
        </p:nvSpPr>
        <p:spPr>
          <a:xfrm>
            <a:off x="685800" y="685800"/>
            <a:ext cx="7904431" cy="4688785"/>
          </a:xfrm>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a:xfrm>
            <a:off x="7298083" y="5757334"/>
            <a:ext cx="3784600" cy="498470"/>
          </a:xfrm>
          <a:prstGeom prst="rect">
            <a:avLst/>
          </a:prstGeom>
        </p:spPr>
        <p:txBody>
          <a:bodyPr/>
          <a:lstStyle/>
          <a:p>
            <a:fld id="{1D8BD707-D9CF-40AE-B4C6-C98DA3205C09}" type="datetimeFigureOut">
              <a:rPr lang="en-US" smtClean="0"/>
              <a:t>3/20/2021</a:t>
            </a:fld>
            <a:endParaRPr lang="en-US"/>
          </a:p>
        </p:txBody>
      </p:sp>
      <p:sp>
        <p:nvSpPr>
          <p:cNvPr id="5" name="Footer Placeholder 4"/>
          <p:cNvSpPr>
            <a:spLocks noGrp="1"/>
          </p:cNvSpPr>
          <p:nvPr>
            <p:ph type="ftr" sz="quarter" idx="11"/>
          </p:nvPr>
        </p:nvSpPr>
        <p:spPr>
          <a:xfrm>
            <a:off x="685801" y="5757334"/>
            <a:ext cx="5499719" cy="498470"/>
          </a:xfrm>
          <a:prstGeom prst="rect">
            <a:avLst/>
          </a:prstGeom>
        </p:spPr>
        <p:txBody>
          <a:bodyPr/>
          <a:lstStyle/>
          <a:p>
            <a:endParaRPr lang="es-CL"/>
          </a:p>
        </p:txBody>
      </p:sp>
      <p:sp>
        <p:nvSpPr>
          <p:cNvPr id="6" name="Slide Number Placeholder 5"/>
          <p:cNvSpPr>
            <a:spLocks noGrp="1"/>
          </p:cNvSpPr>
          <p:nvPr>
            <p:ph type="sldNum" sz="quarter" idx="12"/>
          </p:nvPr>
        </p:nvSpPr>
        <p:spPr>
          <a:xfrm>
            <a:off x="6287121" y="5757334"/>
            <a:ext cx="907186" cy="498470"/>
          </a:xfrm>
          <a:prstGeom prst="rect">
            <a:avLst/>
          </a:prstGeom>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395244556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pic>
        <p:nvPicPr>
          <p:cNvPr id="7" name="Picture 6" descr="Brickwork-HD-R1a.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useBgFill="1">
        <p:nvSpPr>
          <p:cNvPr id="12" name="Freeform 11"/>
          <p:cNvSpPr/>
          <p:nvPr/>
        </p:nvSpPr>
        <p:spPr>
          <a:xfrm>
            <a:off x="-15875" y="0"/>
            <a:ext cx="11683810" cy="6588125"/>
          </a:xfrm>
          <a:custGeom>
            <a:avLst/>
            <a:gdLst/>
            <a:ahLst/>
            <a:cxnLst/>
            <a:rect l="l" t="t" r="r" b="b"/>
            <a:pathLst>
              <a:path w="11683810" h="6588125">
                <a:moveTo>
                  <a:pt x="0" y="0"/>
                </a:moveTo>
                <a:lnTo>
                  <a:pt x="11318691" y="0"/>
                </a:lnTo>
                <a:lnTo>
                  <a:pt x="11683810" y="5976938"/>
                </a:lnTo>
                <a:lnTo>
                  <a:pt x="15875" y="6588125"/>
                </a:lnTo>
                <a:cubicBezTo>
                  <a:pt x="10583" y="4386792"/>
                  <a:pt x="5292" y="2185458"/>
                  <a:pt x="0" y="0"/>
                </a:cubicBezTo>
                <a:close/>
              </a:path>
            </a:pathLst>
          </a:custGeom>
          <a:ln>
            <a:noFill/>
          </a:ln>
          <a:effectLst>
            <a:outerShdw blurRad="101600" dist="152400" dir="4380000" algn="tl" rotWithShape="0">
              <a:srgbClr val="000000">
                <a:alpha val="43000"/>
              </a:srgbClr>
            </a:outerShdw>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0" y="4282257"/>
            <a:ext cx="11329257" cy="2028845"/>
          </a:xfrm>
          <a:custGeom>
            <a:avLst/>
            <a:gdLst/>
            <a:ahLst/>
            <a:cxnLst/>
            <a:rect l="l" t="t" r="r" b="b"/>
            <a:pathLst>
              <a:path w="11329257" h="2028845">
                <a:moveTo>
                  <a:pt x="0" y="588520"/>
                </a:moveTo>
                <a:lnTo>
                  <a:pt x="11244075" y="0"/>
                </a:lnTo>
                <a:lnTo>
                  <a:pt x="11329257" y="1424838"/>
                </a:lnTo>
                <a:lnTo>
                  <a:pt x="0" y="2028845"/>
                </a:lnTo>
                <a:lnTo>
                  <a:pt x="0" y="588520"/>
                </a:lnTo>
                <a:close/>
              </a:path>
            </a:pathLst>
          </a:custGeom>
          <a:gradFill flip="none" rotWithShape="1">
            <a:gsLst>
              <a:gs pos="34000">
                <a:schemeClr val="accent1"/>
              </a:gs>
              <a:gs pos="100000">
                <a:schemeClr val="accent1">
                  <a:lumMod val="75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sp>
        <p:nvSpPr>
          <p:cNvPr id="26" name="Freeform 25"/>
          <p:cNvSpPr/>
          <p:nvPr/>
        </p:nvSpPr>
        <p:spPr>
          <a:xfrm>
            <a:off x="0" y="0"/>
            <a:ext cx="8719579" cy="456877"/>
          </a:xfrm>
          <a:custGeom>
            <a:avLst/>
            <a:gdLst/>
            <a:ahLst/>
            <a:cxnLst/>
            <a:rect l="l" t="t" r="r" b="b"/>
            <a:pathLst>
              <a:path w="8719579" h="456877">
                <a:moveTo>
                  <a:pt x="0" y="0"/>
                </a:moveTo>
                <a:lnTo>
                  <a:pt x="8719579" y="0"/>
                </a:lnTo>
                <a:lnTo>
                  <a:pt x="0" y="456877"/>
                </a:lnTo>
                <a:lnTo>
                  <a:pt x="0" y="0"/>
                </a:lnTo>
                <a:close/>
              </a:path>
            </a:pathLst>
          </a:custGeom>
          <a:gradFill flip="none" rotWithShape="1">
            <a:gsLst>
              <a:gs pos="34000">
                <a:schemeClr val="accent1"/>
              </a:gs>
              <a:gs pos="100000">
                <a:schemeClr val="accent1">
                  <a:lumMod val="75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rot="21420000">
            <a:off x="-161800" y="293317"/>
            <a:ext cx="11367116" cy="5751804"/>
          </a:xfrm>
          <a:custGeom>
            <a:avLst/>
            <a:gdLst/>
            <a:ahLst/>
            <a:cxnLst/>
            <a:rect l="l" t="t" r="r" b="b"/>
            <a:pathLst>
              <a:path w="11367116" h="5751804">
                <a:moveTo>
                  <a:pt x="11346705" y="0"/>
                </a:moveTo>
                <a:cubicBezTo>
                  <a:pt x="11353509" y="1915114"/>
                  <a:pt x="11360312" y="3830229"/>
                  <a:pt x="11367116" y="5745343"/>
                </a:cubicBezTo>
                <a:lnTo>
                  <a:pt x="0" y="5751804"/>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sp>
      <p:sp>
        <p:nvSpPr>
          <p:cNvPr id="2" name="Title 1"/>
          <p:cNvSpPr>
            <a:spLocks noGrp="1"/>
          </p:cNvSpPr>
          <p:nvPr>
            <p:ph type="ctrTitle"/>
          </p:nvPr>
        </p:nvSpPr>
        <p:spPr>
          <a:xfrm rot="21420000">
            <a:off x="891201" y="662656"/>
            <a:ext cx="9755187" cy="2766528"/>
          </a:xfrm>
        </p:spPr>
        <p:txBody>
          <a:bodyPr anchor="b">
            <a:normAutofit/>
          </a:bodyPr>
          <a:lstStyle>
            <a:lvl1pPr algn="r">
              <a:defRPr sz="8000"/>
            </a:lvl1pPr>
          </a:lstStyle>
          <a:p>
            <a:r>
              <a:rPr lang="es-ES"/>
              <a:t>Haga clic para modificar el estilo de título del patrón</a:t>
            </a:r>
            <a:endParaRPr lang="en-US" dirty="0"/>
          </a:p>
        </p:txBody>
      </p:sp>
      <p:sp>
        <p:nvSpPr>
          <p:cNvPr id="3" name="Subtitle 2"/>
          <p:cNvSpPr>
            <a:spLocks noGrp="1"/>
          </p:cNvSpPr>
          <p:nvPr>
            <p:ph type="subTitle" idx="1"/>
          </p:nvPr>
        </p:nvSpPr>
        <p:spPr>
          <a:xfrm rot="21420000">
            <a:off x="983062" y="3505209"/>
            <a:ext cx="9755187" cy="550333"/>
          </a:xfrm>
        </p:spPr>
        <p:txBody>
          <a:bodyPr anchor="t">
            <a:noAutofit/>
          </a:bodyPr>
          <a:lstStyle>
            <a:lvl1pPr marL="0" indent="0" algn="r">
              <a:buNone/>
              <a:defRPr sz="28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a:xfrm rot="21420000">
            <a:off x="4948541" y="4578463"/>
            <a:ext cx="6143653" cy="1163112"/>
          </a:xfrm>
          <a:prstGeom prst="rect">
            <a:avLst/>
          </a:prstGeom>
        </p:spPr>
        <p:txBody>
          <a:bodyPr/>
          <a:lstStyle>
            <a:lvl1pPr algn="ctr">
              <a:defRPr sz="5400">
                <a:solidFill>
                  <a:schemeClr val="accent1">
                    <a:lumMod val="40000"/>
                    <a:lumOff val="60000"/>
                  </a:schemeClr>
                </a:solidFill>
              </a:defRPr>
            </a:lvl1pPr>
          </a:lstStyle>
          <a:p>
            <a:fld id="{1D8BD707-D9CF-40AE-B4C6-C98DA3205C09}" type="datetimeFigureOut">
              <a:rPr lang="en-US" smtClean="0"/>
              <a:t>3/20/2021</a:t>
            </a:fld>
            <a:endParaRPr lang="en-US"/>
          </a:p>
        </p:txBody>
      </p:sp>
      <p:sp>
        <p:nvSpPr>
          <p:cNvPr id="5" name="Footer Placeholder 4"/>
          <p:cNvSpPr>
            <a:spLocks noGrp="1"/>
          </p:cNvSpPr>
          <p:nvPr>
            <p:ph type="ftr" sz="quarter" idx="11"/>
          </p:nvPr>
        </p:nvSpPr>
        <p:spPr>
          <a:xfrm rot="21420000">
            <a:off x="-9144" y="4882896"/>
            <a:ext cx="4050792" cy="1197864"/>
          </a:xfrm>
          <a:prstGeom prst="rect">
            <a:avLst/>
          </a:prstGeom>
        </p:spPr>
        <p:txBody>
          <a:bodyPr vert="horz" lIns="91440" tIns="45720" rIns="91440" bIns="45720" rtlCol="0" anchor="ctr"/>
          <a:lstStyle>
            <a:lvl1pPr algn="r">
              <a:defRPr lang="en-US" sz="5400" dirty="0"/>
            </a:lvl1pPr>
          </a:lstStyle>
          <a:p>
            <a:endParaRPr lang="es-CL"/>
          </a:p>
        </p:txBody>
      </p:sp>
      <p:sp>
        <p:nvSpPr>
          <p:cNvPr id="6" name="Slide Number Placeholder 5"/>
          <p:cNvSpPr>
            <a:spLocks noGrp="1"/>
          </p:cNvSpPr>
          <p:nvPr>
            <p:ph type="sldNum" sz="quarter" idx="12"/>
          </p:nvPr>
        </p:nvSpPr>
        <p:spPr>
          <a:xfrm rot="21420000">
            <a:off x="9851758" y="3832648"/>
            <a:ext cx="907186" cy="498470"/>
          </a:xfrm>
          <a:prstGeom prst="rect">
            <a:avLst/>
          </a:prstGeom>
        </p:spPr>
        <p:txBody>
          <a:bodyPr/>
          <a:lstStyle>
            <a:lvl1pPr>
              <a:defRPr sz="2400">
                <a:solidFill>
                  <a:schemeClr val="tx1">
                    <a:lumMod val="75000"/>
                    <a:lumOff val="25000"/>
                  </a:schemeClr>
                </a:solidFill>
              </a:defRPr>
            </a:lvl1pPr>
          </a:lstStyle>
          <a:p>
            <a:fld id="{B6F15528-21DE-4FAA-801E-634DDDAF4B2B}" type="slidenum">
              <a:rPr lang="es-CL" smtClean="0"/>
              <a:t>‹Nº›</a:t>
            </a:fld>
            <a:endParaRPr lang="es-CL"/>
          </a:p>
        </p:txBody>
      </p:sp>
      <p:sp>
        <p:nvSpPr>
          <p:cNvPr id="25" name="5-Point Star 24"/>
          <p:cNvSpPr/>
          <p:nvPr/>
        </p:nvSpPr>
        <p:spPr>
          <a:xfrm rot="21420000">
            <a:off x="4221385" y="5111356"/>
            <a:ext cx="515386" cy="515386"/>
          </a:xfrm>
          <a:prstGeom prst="star5">
            <a:avLst>
              <a:gd name="adj" fmla="val 26693"/>
              <a:gd name="hf" fmla="val 105146"/>
              <a:gd name="vf" fmla="val 110557"/>
            </a:avLst>
          </a:prstGeom>
          <a:solidFill>
            <a:schemeClr val="accent1">
              <a:lumMod val="40000"/>
              <a:lumOff val="60000"/>
              <a:alpha val="60000"/>
            </a:schemeClr>
          </a:solidFill>
          <a:ln>
            <a:noFill/>
          </a:ln>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408281302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12" name="Content Placeholder 2"/>
          <p:cNvSpPr>
            <a:spLocks noGrp="1"/>
          </p:cNvSpPr>
          <p:nvPr>
            <p:ph sz="quarter" idx="13"/>
          </p:nvPr>
        </p:nvSpPr>
        <p:spPr>
          <a:xfrm>
            <a:off x="685800" y="2063396"/>
            <a:ext cx="10394707" cy="3311189"/>
          </a:xfrm>
        </p:spPr>
        <p:txBody>
          <a:bodyPr>
            <a:noAutofit/>
          </a:bodyPr>
          <a:lstStyle>
            <a:lvl1pPr>
              <a:defRPr sz="3600" cap="none" baseline="0"/>
            </a:lvl1pPr>
            <a:lvl2pPr>
              <a:defRPr sz="3200" cap="none" baseline="0"/>
            </a:lvl2pPr>
            <a:lvl3pPr>
              <a:defRPr sz="2800" cap="none" baseline="0"/>
            </a:lvl3pPr>
            <a:lvl4pPr>
              <a:defRPr sz="2400" cap="none" baseline="0"/>
            </a:lvl4pPr>
            <a:lvl5pPr>
              <a:defRPr sz="2400" cap="none" baseline="0"/>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a:xfrm>
            <a:off x="7298083" y="5757334"/>
            <a:ext cx="3784600" cy="498470"/>
          </a:xfrm>
          <a:prstGeom prst="rect">
            <a:avLst/>
          </a:prstGeom>
        </p:spPr>
        <p:txBody>
          <a:bodyPr/>
          <a:lstStyle/>
          <a:p>
            <a:fld id="{1D8BD707-D9CF-40AE-B4C6-C98DA3205C09}" type="datetimeFigureOut">
              <a:rPr lang="en-US" smtClean="0"/>
              <a:t>3/20/2021</a:t>
            </a:fld>
            <a:endParaRPr lang="en-US"/>
          </a:p>
        </p:txBody>
      </p:sp>
      <p:sp>
        <p:nvSpPr>
          <p:cNvPr id="5" name="Footer Placeholder 4"/>
          <p:cNvSpPr>
            <a:spLocks noGrp="1"/>
          </p:cNvSpPr>
          <p:nvPr>
            <p:ph type="ftr" sz="quarter" idx="11"/>
          </p:nvPr>
        </p:nvSpPr>
        <p:spPr>
          <a:xfrm>
            <a:off x="685801" y="5757334"/>
            <a:ext cx="5499719" cy="498470"/>
          </a:xfrm>
          <a:prstGeom prst="rect">
            <a:avLst/>
          </a:prstGeom>
        </p:spPr>
        <p:txBody>
          <a:bodyPr/>
          <a:lstStyle/>
          <a:p>
            <a:endParaRPr lang="es-CL"/>
          </a:p>
        </p:txBody>
      </p:sp>
      <p:sp>
        <p:nvSpPr>
          <p:cNvPr id="6" name="Slide Number Placeholder 5"/>
          <p:cNvSpPr>
            <a:spLocks noGrp="1"/>
          </p:cNvSpPr>
          <p:nvPr>
            <p:ph type="sldNum" sz="quarter" idx="12"/>
          </p:nvPr>
        </p:nvSpPr>
        <p:spPr>
          <a:xfrm>
            <a:off x="6287121" y="5757334"/>
            <a:ext cx="907186" cy="498470"/>
          </a:xfrm>
          <a:prstGeom prst="rect">
            <a:avLst/>
          </a:prstGeom>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4154380359"/>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85801" y="685800"/>
            <a:ext cx="10394707" cy="3193487"/>
          </a:xfrm>
        </p:spPr>
        <p:txBody>
          <a:bodyPr anchor="b">
            <a:normAutofit/>
          </a:bodyPr>
          <a:lstStyle>
            <a:lvl1pPr algn="l">
              <a:defRPr sz="54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85801" y="3742267"/>
            <a:ext cx="10394707" cy="1639614"/>
          </a:xfrm>
        </p:spPr>
        <p:txBody>
          <a:bodyPr anchor="t">
            <a:normAutofit/>
          </a:bodyPr>
          <a:lstStyle>
            <a:lvl1pPr marL="0" indent="0" algn="l">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a:xfrm>
            <a:off x="7298083" y="5757334"/>
            <a:ext cx="3784600" cy="498470"/>
          </a:xfrm>
          <a:prstGeom prst="rect">
            <a:avLst/>
          </a:prstGeom>
        </p:spPr>
        <p:txBody>
          <a:bodyPr/>
          <a:lstStyle/>
          <a:p>
            <a:fld id="{1D8BD707-D9CF-40AE-B4C6-C98DA3205C09}" type="datetimeFigureOut">
              <a:rPr lang="en-US" smtClean="0"/>
              <a:t>3/20/2021</a:t>
            </a:fld>
            <a:endParaRPr lang="en-US"/>
          </a:p>
        </p:txBody>
      </p:sp>
      <p:sp>
        <p:nvSpPr>
          <p:cNvPr id="5" name="Footer Placeholder 4"/>
          <p:cNvSpPr>
            <a:spLocks noGrp="1"/>
          </p:cNvSpPr>
          <p:nvPr>
            <p:ph type="ftr" sz="quarter" idx="11"/>
          </p:nvPr>
        </p:nvSpPr>
        <p:spPr>
          <a:xfrm>
            <a:off x="685801" y="5757334"/>
            <a:ext cx="5499719" cy="498470"/>
          </a:xfrm>
          <a:prstGeom prst="rect">
            <a:avLst/>
          </a:prstGeom>
        </p:spPr>
        <p:txBody>
          <a:bodyPr/>
          <a:lstStyle/>
          <a:p>
            <a:endParaRPr lang="es-CL"/>
          </a:p>
        </p:txBody>
      </p:sp>
      <p:sp>
        <p:nvSpPr>
          <p:cNvPr id="6" name="Slide Number Placeholder 5"/>
          <p:cNvSpPr>
            <a:spLocks noGrp="1"/>
          </p:cNvSpPr>
          <p:nvPr>
            <p:ph type="sldNum" sz="quarter" idx="12"/>
          </p:nvPr>
        </p:nvSpPr>
        <p:spPr>
          <a:xfrm>
            <a:off x="6287121" y="5757334"/>
            <a:ext cx="907186" cy="498470"/>
          </a:xfrm>
          <a:prstGeom prst="rect">
            <a:avLst/>
          </a:prstGeom>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68215095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14" name="Title 1"/>
          <p:cNvSpPr>
            <a:spLocks noGrp="1"/>
          </p:cNvSpPr>
          <p:nvPr>
            <p:ph type="title"/>
          </p:nvPr>
        </p:nvSpPr>
        <p:spPr>
          <a:xfrm>
            <a:off x="685801" y="685800"/>
            <a:ext cx="10396882" cy="1158140"/>
          </a:xfrm>
        </p:spPr>
        <p:txBody>
          <a:bodyPr/>
          <a:lstStyle/>
          <a:p>
            <a:r>
              <a:rPr lang="es-ES"/>
              <a:t>Haga clic para modificar el estilo de título del patrón</a:t>
            </a:r>
            <a:endParaRPr lang="en-US" dirty="0"/>
          </a:p>
        </p:txBody>
      </p:sp>
      <p:sp>
        <p:nvSpPr>
          <p:cNvPr id="12" name="Content Placeholder 2"/>
          <p:cNvSpPr>
            <a:spLocks noGrp="1"/>
          </p:cNvSpPr>
          <p:nvPr>
            <p:ph sz="quarter" idx="13"/>
          </p:nvPr>
        </p:nvSpPr>
        <p:spPr>
          <a:xfrm>
            <a:off x="685800" y="2063396"/>
            <a:ext cx="5088714" cy="3311189"/>
          </a:xfrm>
        </p:spPr>
        <p:txBody>
          <a:bodyPr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3" name="Content Placeholder 3"/>
          <p:cNvSpPr>
            <a:spLocks noGrp="1"/>
          </p:cNvSpPr>
          <p:nvPr>
            <p:ph sz="quarter" idx="14"/>
          </p:nvPr>
        </p:nvSpPr>
        <p:spPr>
          <a:xfrm>
            <a:off x="5993971" y="2063396"/>
            <a:ext cx="5086538" cy="3311189"/>
          </a:xfrm>
        </p:spPr>
        <p:txBody>
          <a:bodyPr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a:xfrm>
            <a:off x="7298083" y="5757334"/>
            <a:ext cx="3784600" cy="498470"/>
          </a:xfrm>
          <a:prstGeom prst="rect">
            <a:avLst/>
          </a:prstGeom>
        </p:spPr>
        <p:txBody>
          <a:bodyPr/>
          <a:lstStyle/>
          <a:p>
            <a:fld id="{1D8BD707-D9CF-40AE-B4C6-C98DA3205C09}" type="datetimeFigureOut">
              <a:rPr lang="en-US" smtClean="0"/>
              <a:t>3/20/2021</a:t>
            </a:fld>
            <a:endParaRPr lang="en-US"/>
          </a:p>
        </p:txBody>
      </p:sp>
      <p:sp>
        <p:nvSpPr>
          <p:cNvPr id="6" name="Footer Placeholder 5"/>
          <p:cNvSpPr>
            <a:spLocks noGrp="1"/>
          </p:cNvSpPr>
          <p:nvPr>
            <p:ph type="ftr" sz="quarter" idx="11"/>
          </p:nvPr>
        </p:nvSpPr>
        <p:spPr>
          <a:xfrm>
            <a:off x="685801" y="5757334"/>
            <a:ext cx="5499719" cy="498470"/>
          </a:xfrm>
          <a:prstGeom prst="rect">
            <a:avLst/>
          </a:prstGeom>
        </p:spPr>
        <p:txBody>
          <a:bodyPr/>
          <a:lstStyle/>
          <a:p>
            <a:endParaRPr lang="es-CL"/>
          </a:p>
        </p:txBody>
      </p:sp>
      <p:sp>
        <p:nvSpPr>
          <p:cNvPr id="7" name="Slide Number Placeholder 6"/>
          <p:cNvSpPr>
            <a:spLocks noGrp="1"/>
          </p:cNvSpPr>
          <p:nvPr>
            <p:ph type="sldNum" sz="quarter" idx="12"/>
          </p:nvPr>
        </p:nvSpPr>
        <p:spPr>
          <a:xfrm>
            <a:off x="6287121" y="5757334"/>
            <a:ext cx="907186" cy="498470"/>
          </a:xfrm>
          <a:prstGeom prst="rect">
            <a:avLst/>
          </a:prstGeom>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1663796576"/>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4" name="Title 1"/>
          <p:cNvSpPr>
            <a:spLocks noGrp="1"/>
          </p:cNvSpPr>
          <p:nvPr>
            <p:ph type="title"/>
          </p:nvPr>
        </p:nvSpPr>
        <p:spPr>
          <a:xfrm>
            <a:off x="685801" y="685800"/>
            <a:ext cx="10394707" cy="1158140"/>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918356" y="2063396"/>
            <a:ext cx="4856158" cy="679994"/>
          </a:xfrm>
        </p:spPr>
        <p:txBody>
          <a:bodyPr anchor="b">
            <a:noAutofit/>
          </a:bodyPr>
          <a:lstStyle>
            <a:lvl1pPr marL="0" indent="0">
              <a:lnSpc>
                <a:spcPct val="90000"/>
              </a:lnSpc>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2" name="Content Placeholder 3"/>
          <p:cNvSpPr>
            <a:spLocks noGrp="1"/>
          </p:cNvSpPr>
          <p:nvPr>
            <p:ph sz="quarter" idx="13"/>
          </p:nvPr>
        </p:nvSpPr>
        <p:spPr>
          <a:xfrm>
            <a:off x="685802" y="2861733"/>
            <a:ext cx="5088712" cy="2512852"/>
          </a:xfrm>
        </p:spPr>
        <p:txBody>
          <a:bodyPr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218191" y="2063396"/>
            <a:ext cx="4864491" cy="679994"/>
          </a:xfrm>
        </p:spPr>
        <p:txBody>
          <a:bodyPr anchor="b">
            <a:noAutofit/>
          </a:bodyPr>
          <a:lstStyle>
            <a:lvl1pPr marL="0" indent="0">
              <a:lnSpc>
                <a:spcPct val="90000"/>
              </a:lnSpc>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3" name="Content Placeholder 5"/>
          <p:cNvSpPr>
            <a:spLocks noGrp="1"/>
          </p:cNvSpPr>
          <p:nvPr>
            <p:ph sz="quarter" idx="14"/>
          </p:nvPr>
        </p:nvSpPr>
        <p:spPr>
          <a:xfrm>
            <a:off x="5993969" y="2861733"/>
            <a:ext cx="5088713" cy="2512852"/>
          </a:xfrm>
        </p:spPr>
        <p:txBody>
          <a:bodyPr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a:xfrm>
            <a:off x="7298083" y="5757334"/>
            <a:ext cx="3784600" cy="498470"/>
          </a:xfrm>
          <a:prstGeom prst="rect">
            <a:avLst/>
          </a:prstGeom>
        </p:spPr>
        <p:txBody>
          <a:bodyPr/>
          <a:lstStyle/>
          <a:p>
            <a:fld id="{1D8BD707-D9CF-40AE-B4C6-C98DA3205C09}" type="datetimeFigureOut">
              <a:rPr lang="en-US" smtClean="0"/>
              <a:t>3/20/2021</a:t>
            </a:fld>
            <a:endParaRPr lang="en-US"/>
          </a:p>
        </p:txBody>
      </p:sp>
      <p:sp>
        <p:nvSpPr>
          <p:cNvPr id="8" name="Footer Placeholder 7"/>
          <p:cNvSpPr>
            <a:spLocks noGrp="1"/>
          </p:cNvSpPr>
          <p:nvPr>
            <p:ph type="ftr" sz="quarter" idx="11"/>
          </p:nvPr>
        </p:nvSpPr>
        <p:spPr>
          <a:xfrm>
            <a:off x="685801" y="5757334"/>
            <a:ext cx="5499719" cy="498470"/>
          </a:xfrm>
          <a:prstGeom prst="rect">
            <a:avLst/>
          </a:prstGeom>
        </p:spPr>
        <p:txBody>
          <a:bodyPr/>
          <a:lstStyle/>
          <a:p>
            <a:endParaRPr lang="es-CL"/>
          </a:p>
        </p:txBody>
      </p:sp>
      <p:sp>
        <p:nvSpPr>
          <p:cNvPr id="9" name="Slide Number Placeholder 8"/>
          <p:cNvSpPr>
            <a:spLocks noGrp="1"/>
          </p:cNvSpPr>
          <p:nvPr>
            <p:ph type="sldNum" sz="quarter" idx="12"/>
          </p:nvPr>
        </p:nvSpPr>
        <p:spPr>
          <a:xfrm>
            <a:off x="6287121" y="5757334"/>
            <a:ext cx="907186" cy="498470"/>
          </a:xfrm>
          <a:prstGeom prst="rect">
            <a:avLst/>
          </a:prstGeom>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377436261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a:xfrm>
            <a:off x="7298083" y="5757334"/>
            <a:ext cx="3784600" cy="498470"/>
          </a:xfrm>
          <a:prstGeom prst="rect">
            <a:avLst/>
          </a:prstGeom>
        </p:spPr>
        <p:txBody>
          <a:bodyPr/>
          <a:lstStyle/>
          <a:p>
            <a:fld id="{1D8BD707-D9CF-40AE-B4C6-C98DA3205C09}" type="datetimeFigureOut">
              <a:rPr lang="en-US" smtClean="0"/>
              <a:t>3/20/2021</a:t>
            </a:fld>
            <a:endParaRPr lang="en-US"/>
          </a:p>
        </p:txBody>
      </p:sp>
      <p:sp>
        <p:nvSpPr>
          <p:cNvPr id="4" name="Footer Placeholder 3"/>
          <p:cNvSpPr>
            <a:spLocks noGrp="1"/>
          </p:cNvSpPr>
          <p:nvPr>
            <p:ph type="ftr" sz="quarter" idx="11"/>
          </p:nvPr>
        </p:nvSpPr>
        <p:spPr>
          <a:xfrm>
            <a:off x="685801" y="5757334"/>
            <a:ext cx="5499719" cy="498470"/>
          </a:xfrm>
          <a:prstGeom prst="rect">
            <a:avLst/>
          </a:prstGeom>
        </p:spPr>
        <p:txBody>
          <a:bodyPr/>
          <a:lstStyle/>
          <a:p>
            <a:endParaRPr lang="es-CL"/>
          </a:p>
        </p:txBody>
      </p:sp>
      <p:sp>
        <p:nvSpPr>
          <p:cNvPr id="5" name="Slide Number Placeholder 4"/>
          <p:cNvSpPr>
            <a:spLocks noGrp="1"/>
          </p:cNvSpPr>
          <p:nvPr>
            <p:ph type="sldNum" sz="quarter" idx="12"/>
          </p:nvPr>
        </p:nvSpPr>
        <p:spPr>
          <a:xfrm>
            <a:off x="6287121" y="5757334"/>
            <a:ext cx="907186" cy="498470"/>
          </a:xfrm>
          <a:prstGeom prst="rect">
            <a:avLst/>
          </a:prstGeom>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3935253170"/>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7298083" y="5757334"/>
            <a:ext cx="3784600" cy="498470"/>
          </a:xfrm>
          <a:prstGeom prst="rect">
            <a:avLst/>
          </a:prstGeom>
        </p:spPr>
        <p:txBody>
          <a:bodyPr/>
          <a:lstStyle/>
          <a:p>
            <a:fld id="{1D8BD707-D9CF-40AE-B4C6-C98DA3205C09}" type="datetimeFigureOut">
              <a:rPr lang="en-US" smtClean="0"/>
              <a:t>3/20/2021</a:t>
            </a:fld>
            <a:endParaRPr lang="en-US"/>
          </a:p>
        </p:txBody>
      </p:sp>
      <p:sp>
        <p:nvSpPr>
          <p:cNvPr id="3" name="Footer Placeholder 2"/>
          <p:cNvSpPr>
            <a:spLocks noGrp="1"/>
          </p:cNvSpPr>
          <p:nvPr>
            <p:ph type="ftr" sz="quarter" idx="11"/>
          </p:nvPr>
        </p:nvSpPr>
        <p:spPr>
          <a:xfrm>
            <a:off x="685801" y="5757334"/>
            <a:ext cx="5499719" cy="498470"/>
          </a:xfrm>
          <a:prstGeom prst="rect">
            <a:avLst/>
          </a:prstGeom>
        </p:spPr>
        <p:txBody>
          <a:bodyPr/>
          <a:lstStyle/>
          <a:p>
            <a:endParaRPr lang="es-CL"/>
          </a:p>
        </p:txBody>
      </p:sp>
      <p:sp>
        <p:nvSpPr>
          <p:cNvPr id="4" name="Slide Number Placeholder 3"/>
          <p:cNvSpPr>
            <a:spLocks noGrp="1"/>
          </p:cNvSpPr>
          <p:nvPr>
            <p:ph type="sldNum" sz="quarter" idx="12"/>
          </p:nvPr>
        </p:nvSpPr>
        <p:spPr>
          <a:xfrm>
            <a:off x="6287121" y="5757334"/>
            <a:ext cx="907186" cy="498470"/>
          </a:xfrm>
          <a:prstGeom prst="rect">
            <a:avLst/>
          </a:prstGeom>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2817520139"/>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93643" y="685800"/>
            <a:ext cx="4126860" cy="2023252"/>
          </a:xfrm>
        </p:spPr>
        <p:txBody>
          <a:bodyPr anchor="b">
            <a:normAutofit/>
          </a:bodyPr>
          <a:lstStyle>
            <a:lvl1pPr algn="ctr">
              <a:defRPr sz="3600"/>
            </a:lvl1pPr>
          </a:lstStyle>
          <a:p>
            <a:r>
              <a:rPr lang="es-ES"/>
              <a:t>Haga clic para modificar el estilo de título del patrón</a:t>
            </a:r>
            <a:endParaRPr lang="en-US" dirty="0"/>
          </a:p>
        </p:txBody>
      </p:sp>
      <p:sp>
        <p:nvSpPr>
          <p:cNvPr id="10" name="Content Placeholder 2"/>
          <p:cNvSpPr>
            <a:spLocks noGrp="1"/>
          </p:cNvSpPr>
          <p:nvPr>
            <p:ph sz="quarter" idx="13"/>
          </p:nvPr>
        </p:nvSpPr>
        <p:spPr>
          <a:xfrm>
            <a:off x="5046132" y="685800"/>
            <a:ext cx="6034375" cy="4688785"/>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693642" y="2709052"/>
            <a:ext cx="4126861" cy="2665533"/>
          </a:xfrm>
        </p:spPr>
        <p:txBody>
          <a:bodyPr anchor="t">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a:xfrm>
            <a:off x="7298083" y="5757334"/>
            <a:ext cx="3784600" cy="498470"/>
          </a:xfrm>
          <a:prstGeom prst="rect">
            <a:avLst/>
          </a:prstGeom>
        </p:spPr>
        <p:txBody>
          <a:bodyPr/>
          <a:lstStyle/>
          <a:p>
            <a:fld id="{1D8BD707-D9CF-40AE-B4C6-C98DA3205C09}" type="datetimeFigureOut">
              <a:rPr lang="en-US" smtClean="0"/>
              <a:t>3/20/2021</a:t>
            </a:fld>
            <a:endParaRPr lang="en-US"/>
          </a:p>
        </p:txBody>
      </p:sp>
      <p:sp>
        <p:nvSpPr>
          <p:cNvPr id="6" name="Footer Placeholder 5"/>
          <p:cNvSpPr>
            <a:spLocks noGrp="1"/>
          </p:cNvSpPr>
          <p:nvPr>
            <p:ph type="ftr" sz="quarter" idx="11"/>
          </p:nvPr>
        </p:nvSpPr>
        <p:spPr>
          <a:xfrm>
            <a:off x="685801" y="5757334"/>
            <a:ext cx="5499719" cy="498470"/>
          </a:xfrm>
          <a:prstGeom prst="rect">
            <a:avLst/>
          </a:prstGeom>
        </p:spPr>
        <p:txBody>
          <a:bodyPr/>
          <a:lstStyle/>
          <a:p>
            <a:endParaRPr lang="es-CL"/>
          </a:p>
        </p:txBody>
      </p:sp>
      <p:sp>
        <p:nvSpPr>
          <p:cNvPr id="7" name="Slide Number Placeholder 6"/>
          <p:cNvSpPr>
            <a:spLocks noGrp="1"/>
          </p:cNvSpPr>
          <p:nvPr>
            <p:ph type="sldNum" sz="quarter" idx="12"/>
          </p:nvPr>
        </p:nvSpPr>
        <p:spPr>
          <a:xfrm>
            <a:off x="6287121" y="5757334"/>
            <a:ext cx="907186" cy="498470"/>
          </a:xfrm>
          <a:prstGeom prst="rect">
            <a:avLst/>
          </a:prstGeom>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372288313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85800" y="685800"/>
            <a:ext cx="6345302" cy="2023252"/>
          </a:xfrm>
        </p:spPr>
        <p:txBody>
          <a:bodyPr anchor="b">
            <a:normAutofit/>
          </a:bodyPr>
          <a:lstStyle>
            <a:lvl1pPr algn="ctr">
              <a:defRPr sz="36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7482362" y="0"/>
            <a:ext cx="3598146" cy="5071533"/>
          </a:xfrm>
          <a:ln w="57150" cmpd="thinThick">
            <a:solidFill>
              <a:schemeClr val="bg1">
                <a:lumMod val="50000"/>
              </a:schemeClr>
            </a:solidFill>
            <a:miter lim="800000"/>
          </a:ln>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85801" y="2709052"/>
            <a:ext cx="6345301" cy="2362481"/>
          </a:xfrm>
        </p:spPr>
        <p:txBody>
          <a:bodyPr anchor="t">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a:xfrm>
            <a:off x="7298083" y="5757334"/>
            <a:ext cx="3784600" cy="498470"/>
          </a:xfrm>
          <a:prstGeom prst="rect">
            <a:avLst/>
          </a:prstGeom>
        </p:spPr>
        <p:txBody>
          <a:bodyPr/>
          <a:lstStyle/>
          <a:p>
            <a:fld id="{1D8BD707-D9CF-40AE-B4C6-C98DA3205C09}" type="datetimeFigureOut">
              <a:rPr lang="en-US" smtClean="0"/>
              <a:t>3/20/2021</a:t>
            </a:fld>
            <a:endParaRPr lang="en-US"/>
          </a:p>
        </p:txBody>
      </p:sp>
      <p:sp>
        <p:nvSpPr>
          <p:cNvPr id="6" name="Footer Placeholder 5"/>
          <p:cNvSpPr>
            <a:spLocks noGrp="1"/>
          </p:cNvSpPr>
          <p:nvPr>
            <p:ph type="ftr" sz="quarter" idx="11"/>
          </p:nvPr>
        </p:nvSpPr>
        <p:spPr>
          <a:xfrm>
            <a:off x="685801" y="5757334"/>
            <a:ext cx="5499719" cy="498470"/>
          </a:xfrm>
          <a:prstGeom prst="rect">
            <a:avLst/>
          </a:prstGeom>
        </p:spPr>
        <p:txBody>
          <a:bodyPr/>
          <a:lstStyle/>
          <a:p>
            <a:endParaRPr lang="es-CL"/>
          </a:p>
        </p:txBody>
      </p:sp>
      <p:sp>
        <p:nvSpPr>
          <p:cNvPr id="7" name="Slide Number Placeholder 6"/>
          <p:cNvSpPr>
            <a:spLocks noGrp="1"/>
          </p:cNvSpPr>
          <p:nvPr>
            <p:ph type="sldNum" sz="quarter" idx="12"/>
          </p:nvPr>
        </p:nvSpPr>
        <p:spPr>
          <a:xfrm>
            <a:off x="6287121" y="5757334"/>
            <a:ext cx="907186" cy="498470"/>
          </a:xfrm>
          <a:prstGeom prst="rect">
            <a:avLst/>
          </a:prstGeom>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43896516"/>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685800" y="4106333"/>
            <a:ext cx="10394708" cy="588846"/>
          </a:xfrm>
        </p:spPr>
        <p:txBody>
          <a:bodyPr anchor="b"/>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685801" y="685799"/>
            <a:ext cx="10392513" cy="3194903"/>
          </a:xfrm>
          <a:ln w="57150" cmpd="thinThick">
            <a:solidFill>
              <a:schemeClr val="bg1">
                <a:lumMod val="50000"/>
              </a:schemeClr>
            </a:solidFill>
            <a:miter lim="800000"/>
          </a:ln>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85780" y="4702923"/>
            <a:ext cx="10394728" cy="682472"/>
          </a:xfrm>
        </p:spPr>
        <p:txBody>
          <a:bodyPr anchor="t"/>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a:xfrm>
            <a:off x="7298083" y="5757334"/>
            <a:ext cx="3784600" cy="498470"/>
          </a:xfrm>
          <a:prstGeom prst="rect">
            <a:avLst/>
          </a:prstGeom>
        </p:spPr>
        <p:txBody>
          <a:bodyPr/>
          <a:lstStyle/>
          <a:p>
            <a:fld id="{1D8BD707-D9CF-40AE-B4C6-C98DA3205C09}" type="datetimeFigureOut">
              <a:rPr lang="en-US" smtClean="0"/>
              <a:t>3/20/2021</a:t>
            </a:fld>
            <a:endParaRPr lang="en-US"/>
          </a:p>
        </p:txBody>
      </p:sp>
      <p:sp>
        <p:nvSpPr>
          <p:cNvPr id="6" name="Footer Placeholder 5"/>
          <p:cNvSpPr>
            <a:spLocks noGrp="1"/>
          </p:cNvSpPr>
          <p:nvPr>
            <p:ph type="ftr" sz="quarter" idx="11"/>
          </p:nvPr>
        </p:nvSpPr>
        <p:spPr>
          <a:xfrm>
            <a:off x="685801" y="5757334"/>
            <a:ext cx="5499719" cy="498470"/>
          </a:xfrm>
          <a:prstGeom prst="rect">
            <a:avLst/>
          </a:prstGeom>
        </p:spPr>
        <p:txBody>
          <a:bodyPr/>
          <a:lstStyle/>
          <a:p>
            <a:endParaRPr lang="es-CL"/>
          </a:p>
        </p:txBody>
      </p:sp>
      <p:sp>
        <p:nvSpPr>
          <p:cNvPr id="7" name="Slide Number Placeholder 6"/>
          <p:cNvSpPr>
            <a:spLocks noGrp="1"/>
          </p:cNvSpPr>
          <p:nvPr>
            <p:ph type="sldNum" sz="quarter" idx="12"/>
          </p:nvPr>
        </p:nvSpPr>
        <p:spPr>
          <a:xfrm>
            <a:off x="6287121" y="5757334"/>
            <a:ext cx="907186" cy="498470"/>
          </a:xfrm>
          <a:prstGeom prst="rect">
            <a:avLst/>
          </a:prstGeom>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2659150047"/>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685801" y="685800"/>
            <a:ext cx="10396902" cy="3194903"/>
          </a:xfrm>
        </p:spPr>
        <p:txBody>
          <a:bodyPr anchor="ctr">
            <a:normAutofit/>
          </a:bodyPr>
          <a:lstStyle>
            <a:lvl1pPr algn="ctr">
              <a:defRPr sz="48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685779" y="4106333"/>
            <a:ext cx="10394729" cy="1273606"/>
          </a:xfrm>
        </p:spPr>
        <p:txBody>
          <a:bodyPr anchor="ct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a:xfrm>
            <a:off x="7298083" y="5757334"/>
            <a:ext cx="3784600" cy="498470"/>
          </a:xfrm>
          <a:prstGeom prst="rect">
            <a:avLst/>
          </a:prstGeom>
        </p:spPr>
        <p:txBody>
          <a:bodyPr/>
          <a:lstStyle/>
          <a:p>
            <a:fld id="{1D8BD707-D9CF-40AE-B4C6-C98DA3205C09}" type="datetimeFigureOut">
              <a:rPr lang="en-US" smtClean="0"/>
              <a:t>3/20/2021</a:t>
            </a:fld>
            <a:endParaRPr lang="en-US"/>
          </a:p>
        </p:txBody>
      </p:sp>
      <p:sp>
        <p:nvSpPr>
          <p:cNvPr id="6" name="Footer Placeholder 5"/>
          <p:cNvSpPr>
            <a:spLocks noGrp="1"/>
          </p:cNvSpPr>
          <p:nvPr>
            <p:ph type="ftr" sz="quarter" idx="11"/>
          </p:nvPr>
        </p:nvSpPr>
        <p:spPr>
          <a:xfrm>
            <a:off x="685801" y="5757334"/>
            <a:ext cx="5499719" cy="498470"/>
          </a:xfrm>
          <a:prstGeom prst="rect">
            <a:avLst/>
          </a:prstGeom>
        </p:spPr>
        <p:txBody>
          <a:bodyPr/>
          <a:lstStyle/>
          <a:p>
            <a:endParaRPr lang="es-CL"/>
          </a:p>
        </p:txBody>
      </p:sp>
      <p:sp>
        <p:nvSpPr>
          <p:cNvPr id="7" name="Slide Number Placeholder 6"/>
          <p:cNvSpPr>
            <a:spLocks noGrp="1"/>
          </p:cNvSpPr>
          <p:nvPr>
            <p:ph type="sldNum" sz="quarter" idx="12"/>
          </p:nvPr>
        </p:nvSpPr>
        <p:spPr>
          <a:xfrm>
            <a:off x="6287121" y="5757334"/>
            <a:ext cx="907186" cy="498470"/>
          </a:xfrm>
          <a:prstGeom prst="rect">
            <a:avLst/>
          </a:prstGeom>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3404542098"/>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121732" y="685800"/>
            <a:ext cx="9525020" cy="2916704"/>
          </a:xfrm>
        </p:spPr>
        <p:txBody>
          <a:bodyPr anchor="ctr">
            <a:normAutofit/>
          </a:bodyPr>
          <a:lstStyle>
            <a:lvl1pPr algn="ctr">
              <a:defRPr sz="4800"/>
            </a:lvl1pPr>
          </a:lstStyle>
          <a:p>
            <a:r>
              <a:rPr lang="es-ES"/>
              <a:t>Haga clic para modificar el estilo de título del patrón</a:t>
            </a:r>
            <a:endParaRPr lang="en-US" dirty="0"/>
          </a:p>
        </p:txBody>
      </p:sp>
      <p:sp>
        <p:nvSpPr>
          <p:cNvPr id="12" name="Text Placeholder 3"/>
          <p:cNvSpPr>
            <a:spLocks noGrp="1"/>
          </p:cNvSpPr>
          <p:nvPr>
            <p:ph type="body" sz="half" idx="13"/>
          </p:nvPr>
        </p:nvSpPr>
        <p:spPr>
          <a:xfrm>
            <a:off x="1550264" y="3610032"/>
            <a:ext cx="8667956" cy="377768"/>
          </a:xfrm>
        </p:spPr>
        <p:txBody>
          <a:bodyPr anchor="t">
            <a:normAutofit/>
          </a:bodyPr>
          <a:lstStyle>
            <a:lvl1pPr marL="0" indent="0" algn="r">
              <a:buNone/>
              <a:defRPr sz="1400">
                <a:solidFill>
                  <a:schemeClr val="tx1">
                    <a:lumMod val="50000"/>
                    <a:lumOff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4" name="Text Placeholder 3"/>
          <p:cNvSpPr>
            <a:spLocks noGrp="1"/>
          </p:cNvSpPr>
          <p:nvPr>
            <p:ph type="body" sz="half" idx="2"/>
          </p:nvPr>
        </p:nvSpPr>
        <p:spPr>
          <a:xfrm>
            <a:off x="685801" y="4106334"/>
            <a:ext cx="10396882" cy="1268252"/>
          </a:xfrm>
        </p:spPr>
        <p:txBody>
          <a:bodyPr anchor="ct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a:xfrm>
            <a:off x="7298083" y="5757334"/>
            <a:ext cx="3784600" cy="498470"/>
          </a:xfrm>
          <a:prstGeom prst="rect">
            <a:avLst/>
          </a:prstGeom>
        </p:spPr>
        <p:txBody>
          <a:bodyPr/>
          <a:lstStyle/>
          <a:p>
            <a:fld id="{1D8BD707-D9CF-40AE-B4C6-C98DA3205C09}" type="datetimeFigureOut">
              <a:rPr lang="en-US" smtClean="0"/>
              <a:t>3/20/2021</a:t>
            </a:fld>
            <a:endParaRPr lang="en-US"/>
          </a:p>
        </p:txBody>
      </p:sp>
      <p:sp>
        <p:nvSpPr>
          <p:cNvPr id="6" name="Footer Placeholder 5"/>
          <p:cNvSpPr>
            <a:spLocks noGrp="1"/>
          </p:cNvSpPr>
          <p:nvPr>
            <p:ph type="ftr" sz="quarter" idx="11"/>
          </p:nvPr>
        </p:nvSpPr>
        <p:spPr>
          <a:xfrm>
            <a:off x="685801" y="5757334"/>
            <a:ext cx="5499719" cy="498470"/>
          </a:xfrm>
          <a:prstGeom prst="rect">
            <a:avLst/>
          </a:prstGeom>
        </p:spPr>
        <p:txBody>
          <a:bodyPr/>
          <a:lstStyle/>
          <a:p>
            <a:endParaRPr lang="es-CL"/>
          </a:p>
        </p:txBody>
      </p:sp>
      <p:sp>
        <p:nvSpPr>
          <p:cNvPr id="7" name="Slide Number Placeholder 6"/>
          <p:cNvSpPr>
            <a:spLocks noGrp="1"/>
          </p:cNvSpPr>
          <p:nvPr>
            <p:ph type="sldNum" sz="quarter" idx="12"/>
          </p:nvPr>
        </p:nvSpPr>
        <p:spPr>
          <a:xfrm>
            <a:off x="6287121" y="5757334"/>
            <a:ext cx="907186" cy="498470"/>
          </a:xfrm>
          <a:prstGeom prst="rect">
            <a:avLst/>
          </a:prstGeom>
        </p:spPr>
        <p:txBody>
          <a:bodyPr/>
          <a:lstStyle/>
          <a:p>
            <a:fld id="{B6F15528-21DE-4FAA-801E-634DDDAF4B2B}" type="slidenum">
              <a:rPr lang="es-CL" smtClean="0"/>
              <a:t>‹Nº›</a:t>
            </a:fld>
            <a:endParaRPr lang="es-CL"/>
          </a:p>
        </p:txBody>
      </p:sp>
      <p:sp>
        <p:nvSpPr>
          <p:cNvPr id="13" name="TextBox 12"/>
          <p:cNvSpPr txBox="1"/>
          <p:nvPr/>
        </p:nvSpPr>
        <p:spPr>
          <a:xfrm>
            <a:off x="685801" y="89262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473083" y="292282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537867767"/>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685800" y="1723854"/>
            <a:ext cx="10394707" cy="2511835"/>
          </a:xfrm>
        </p:spPr>
        <p:txBody>
          <a:bodyPr anchor="b">
            <a:normAutofit/>
          </a:bodyPr>
          <a:lstStyle>
            <a:lvl1pPr algn="l">
              <a:defRPr sz="48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685800" y="4247468"/>
            <a:ext cx="10394707" cy="1140644"/>
          </a:xfrm>
        </p:spPr>
        <p:txBody>
          <a:bodyPr anchor="t">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a:xfrm>
            <a:off x="7298083" y="5757334"/>
            <a:ext cx="3784600" cy="498470"/>
          </a:xfrm>
          <a:prstGeom prst="rect">
            <a:avLst/>
          </a:prstGeom>
        </p:spPr>
        <p:txBody>
          <a:bodyPr/>
          <a:lstStyle/>
          <a:p>
            <a:fld id="{1D8BD707-D9CF-40AE-B4C6-C98DA3205C09}" type="datetimeFigureOut">
              <a:rPr lang="en-US" smtClean="0"/>
              <a:t>3/20/2021</a:t>
            </a:fld>
            <a:endParaRPr lang="en-US"/>
          </a:p>
        </p:txBody>
      </p:sp>
      <p:sp>
        <p:nvSpPr>
          <p:cNvPr id="6" name="Footer Placeholder 5"/>
          <p:cNvSpPr>
            <a:spLocks noGrp="1"/>
          </p:cNvSpPr>
          <p:nvPr>
            <p:ph type="ftr" sz="quarter" idx="11"/>
          </p:nvPr>
        </p:nvSpPr>
        <p:spPr>
          <a:xfrm>
            <a:off x="685801" y="5757334"/>
            <a:ext cx="5499719" cy="498470"/>
          </a:xfrm>
          <a:prstGeom prst="rect">
            <a:avLst/>
          </a:prstGeom>
        </p:spPr>
        <p:txBody>
          <a:bodyPr/>
          <a:lstStyle/>
          <a:p>
            <a:endParaRPr lang="es-CL"/>
          </a:p>
        </p:txBody>
      </p:sp>
      <p:sp>
        <p:nvSpPr>
          <p:cNvPr id="7" name="Slide Number Placeholder 6"/>
          <p:cNvSpPr>
            <a:spLocks noGrp="1"/>
          </p:cNvSpPr>
          <p:nvPr>
            <p:ph type="sldNum" sz="quarter" idx="12"/>
          </p:nvPr>
        </p:nvSpPr>
        <p:spPr>
          <a:xfrm>
            <a:off x="6287121" y="5757334"/>
            <a:ext cx="907186" cy="498470"/>
          </a:xfrm>
          <a:prstGeom prst="rect">
            <a:avLst/>
          </a:prstGeom>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1219002276"/>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sp>
        <p:nvSpPr>
          <p:cNvPr id="15" name="Title 1"/>
          <p:cNvSpPr>
            <a:spLocks noGrp="1"/>
          </p:cNvSpPr>
          <p:nvPr>
            <p:ph type="title"/>
          </p:nvPr>
        </p:nvSpPr>
        <p:spPr>
          <a:xfrm>
            <a:off x="685802" y="685800"/>
            <a:ext cx="10394706" cy="1151965"/>
          </a:xfrm>
        </p:spPr>
        <p:txBody>
          <a:bodyPr/>
          <a:lstStyle>
            <a:lvl1pPr algn="ctr">
              <a:defRPr/>
            </a:lvl1pPr>
          </a:lstStyle>
          <a:p>
            <a:r>
              <a:rPr lang="es-ES"/>
              <a:t>Haga clic para modificar el estilo de título del patrón</a:t>
            </a:r>
            <a:endParaRPr lang="en-US" dirty="0"/>
          </a:p>
        </p:txBody>
      </p:sp>
      <p:sp>
        <p:nvSpPr>
          <p:cNvPr id="7" name="Text Placeholder 2"/>
          <p:cNvSpPr>
            <a:spLocks noGrp="1"/>
          </p:cNvSpPr>
          <p:nvPr>
            <p:ph type="body" idx="1"/>
          </p:nvPr>
        </p:nvSpPr>
        <p:spPr>
          <a:xfrm>
            <a:off x="685802"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8" name="Text Placeholder 3"/>
          <p:cNvSpPr>
            <a:spLocks noGrp="1"/>
          </p:cNvSpPr>
          <p:nvPr>
            <p:ph type="body" sz="half" idx="15"/>
          </p:nvPr>
        </p:nvSpPr>
        <p:spPr>
          <a:xfrm>
            <a:off x="685802"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9" name="Text Placeholder 4"/>
          <p:cNvSpPr>
            <a:spLocks noGrp="1"/>
          </p:cNvSpPr>
          <p:nvPr>
            <p:ph type="body" sz="quarter" idx="3"/>
          </p:nvPr>
        </p:nvSpPr>
        <p:spPr>
          <a:xfrm>
            <a:off x="4234622"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0" name="Text Placeholder 3"/>
          <p:cNvSpPr>
            <a:spLocks noGrp="1"/>
          </p:cNvSpPr>
          <p:nvPr>
            <p:ph type="body" sz="half" idx="16"/>
          </p:nvPr>
        </p:nvSpPr>
        <p:spPr>
          <a:xfrm>
            <a:off x="4234621"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11" name="Text Placeholder 4"/>
          <p:cNvSpPr>
            <a:spLocks noGrp="1"/>
          </p:cNvSpPr>
          <p:nvPr>
            <p:ph type="body" sz="quarter" idx="13"/>
          </p:nvPr>
        </p:nvSpPr>
        <p:spPr>
          <a:xfrm>
            <a:off x="7770380"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2" name="Text Placeholder 3"/>
          <p:cNvSpPr>
            <a:spLocks noGrp="1"/>
          </p:cNvSpPr>
          <p:nvPr>
            <p:ph type="body" sz="half" idx="17"/>
          </p:nvPr>
        </p:nvSpPr>
        <p:spPr>
          <a:xfrm>
            <a:off x="7770380"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a:xfrm>
            <a:off x="7298083" y="5757334"/>
            <a:ext cx="3784600" cy="498470"/>
          </a:xfrm>
          <a:prstGeom prst="rect">
            <a:avLst/>
          </a:prstGeom>
        </p:spPr>
        <p:txBody>
          <a:bodyPr/>
          <a:lstStyle/>
          <a:p>
            <a:fld id="{1D8BD707-D9CF-40AE-B4C6-C98DA3205C09}" type="datetimeFigureOut">
              <a:rPr lang="en-US" smtClean="0"/>
              <a:t>3/20/2021</a:t>
            </a:fld>
            <a:endParaRPr lang="en-US"/>
          </a:p>
        </p:txBody>
      </p:sp>
      <p:sp>
        <p:nvSpPr>
          <p:cNvPr id="4" name="Footer Placeholder 3"/>
          <p:cNvSpPr>
            <a:spLocks noGrp="1"/>
          </p:cNvSpPr>
          <p:nvPr>
            <p:ph type="ftr" sz="quarter" idx="11"/>
          </p:nvPr>
        </p:nvSpPr>
        <p:spPr>
          <a:xfrm>
            <a:off x="685801" y="5757334"/>
            <a:ext cx="5499719" cy="498470"/>
          </a:xfrm>
          <a:prstGeom prst="rect">
            <a:avLst/>
          </a:prstGeom>
        </p:spPr>
        <p:txBody>
          <a:bodyPr/>
          <a:lstStyle/>
          <a:p>
            <a:endParaRPr lang="es-CL"/>
          </a:p>
        </p:txBody>
      </p:sp>
      <p:sp>
        <p:nvSpPr>
          <p:cNvPr id="5" name="Slide Number Placeholder 4"/>
          <p:cNvSpPr>
            <a:spLocks noGrp="1"/>
          </p:cNvSpPr>
          <p:nvPr>
            <p:ph type="sldNum" sz="quarter" idx="12"/>
          </p:nvPr>
        </p:nvSpPr>
        <p:spPr>
          <a:xfrm>
            <a:off x="6287121" y="5757334"/>
            <a:ext cx="907186" cy="498470"/>
          </a:xfrm>
          <a:prstGeom prst="rect">
            <a:avLst/>
          </a:prstGeom>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3508921369"/>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sp>
        <p:nvSpPr>
          <p:cNvPr id="30" name="Title 1"/>
          <p:cNvSpPr>
            <a:spLocks noGrp="1"/>
          </p:cNvSpPr>
          <p:nvPr>
            <p:ph type="title"/>
          </p:nvPr>
        </p:nvSpPr>
        <p:spPr>
          <a:xfrm>
            <a:off x="685801" y="685800"/>
            <a:ext cx="10396882" cy="1151965"/>
          </a:xfrm>
        </p:spPr>
        <p:txBody>
          <a:bodyPr/>
          <a:lstStyle>
            <a:lvl1pPr algn="ctr">
              <a:defRPr/>
            </a:lvl1pPr>
          </a:lstStyle>
          <a:p>
            <a:r>
              <a:rPr lang="es-ES"/>
              <a:t>Haga clic para modificar el estilo de título del patrón</a:t>
            </a:r>
            <a:endParaRPr lang="en-US" dirty="0"/>
          </a:p>
        </p:txBody>
      </p:sp>
      <p:sp>
        <p:nvSpPr>
          <p:cNvPr id="19" name="Text Placeholder 2"/>
          <p:cNvSpPr>
            <a:spLocks noGrp="1"/>
          </p:cNvSpPr>
          <p:nvPr>
            <p:ph type="body" idx="1"/>
          </p:nvPr>
        </p:nvSpPr>
        <p:spPr>
          <a:xfrm>
            <a:off x="691840"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0" name="Picture Placeholder 2"/>
          <p:cNvSpPr>
            <a:spLocks noGrp="1" noChangeAspect="1"/>
          </p:cNvSpPr>
          <p:nvPr>
            <p:ph type="pic" idx="15"/>
          </p:nvPr>
        </p:nvSpPr>
        <p:spPr>
          <a:xfrm>
            <a:off x="685780" y="2063395"/>
            <a:ext cx="3310128" cy="1536725"/>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1" name="Text Placeholder 3"/>
          <p:cNvSpPr>
            <a:spLocks noGrp="1"/>
          </p:cNvSpPr>
          <p:nvPr>
            <p:ph type="body" sz="half" idx="18"/>
          </p:nvPr>
        </p:nvSpPr>
        <p:spPr>
          <a:xfrm>
            <a:off x="691840" y="4389287"/>
            <a:ext cx="3310128" cy="98529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2" name="Text Placeholder 4"/>
          <p:cNvSpPr>
            <a:spLocks noGrp="1"/>
          </p:cNvSpPr>
          <p:nvPr>
            <p:ph type="body" sz="quarter" idx="3"/>
          </p:nvPr>
        </p:nvSpPr>
        <p:spPr>
          <a:xfrm>
            <a:off x="4237410"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3" name="Picture Placeholder 2"/>
          <p:cNvSpPr>
            <a:spLocks noGrp="1" noChangeAspect="1"/>
          </p:cNvSpPr>
          <p:nvPr>
            <p:ph type="pic" idx="21"/>
          </p:nvPr>
        </p:nvSpPr>
        <p:spPr>
          <a:xfrm>
            <a:off x="4235999" y="2063395"/>
            <a:ext cx="3310128" cy="1535237"/>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4" name="Text Placeholder 3"/>
          <p:cNvSpPr>
            <a:spLocks noGrp="1"/>
          </p:cNvSpPr>
          <p:nvPr>
            <p:ph type="body" sz="half" idx="19"/>
          </p:nvPr>
        </p:nvSpPr>
        <p:spPr>
          <a:xfrm>
            <a:off x="4235999" y="4389286"/>
            <a:ext cx="3310128" cy="98530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5" name="Text Placeholder 4"/>
          <p:cNvSpPr>
            <a:spLocks noGrp="1"/>
          </p:cNvSpPr>
          <p:nvPr>
            <p:ph type="body" sz="quarter" idx="13"/>
          </p:nvPr>
        </p:nvSpPr>
        <p:spPr>
          <a:xfrm>
            <a:off x="7768944"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6" name="Picture Placeholder 2"/>
          <p:cNvSpPr>
            <a:spLocks noGrp="1" noChangeAspect="1"/>
          </p:cNvSpPr>
          <p:nvPr>
            <p:ph type="pic" idx="22"/>
          </p:nvPr>
        </p:nvSpPr>
        <p:spPr>
          <a:xfrm>
            <a:off x="7768819" y="2063394"/>
            <a:ext cx="3310128" cy="1537196"/>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7" name="Text Placeholder 3"/>
          <p:cNvSpPr>
            <a:spLocks noGrp="1"/>
          </p:cNvSpPr>
          <p:nvPr>
            <p:ph type="body" sz="half" idx="20"/>
          </p:nvPr>
        </p:nvSpPr>
        <p:spPr>
          <a:xfrm>
            <a:off x="7768819" y="4389284"/>
            <a:ext cx="3310128" cy="985302"/>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a:xfrm>
            <a:off x="7298083" y="5757334"/>
            <a:ext cx="3784600" cy="498470"/>
          </a:xfrm>
          <a:prstGeom prst="rect">
            <a:avLst/>
          </a:prstGeom>
        </p:spPr>
        <p:txBody>
          <a:bodyPr/>
          <a:lstStyle/>
          <a:p>
            <a:fld id="{1D8BD707-D9CF-40AE-B4C6-C98DA3205C09}" type="datetimeFigureOut">
              <a:rPr lang="en-US" smtClean="0"/>
              <a:t>3/20/2021</a:t>
            </a:fld>
            <a:endParaRPr lang="en-US"/>
          </a:p>
        </p:txBody>
      </p:sp>
      <p:sp>
        <p:nvSpPr>
          <p:cNvPr id="4" name="Footer Placeholder 3"/>
          <p:cNvSpPr>
            <a:spLocks noGrp="1"/>
          </p:cNvSpPr>
          <p:nvPr>
            <p:ph type="ftr" sz="quarter" idx="11"/>
          </p:nvPr>
        </p:nvSpPr>
        <p:spPr>
          <a:xfrm>
            <a:off x="685801" y="5757334"/>
            <a:ext cx="5499719" cy="498470"/>
          </a:xfrm>
          <a:prstGeom prst="rect">
            <a:avLst/>
          </a:prstGeom>
        </p:spPr>
        <p:txBody>
          <a:bodyPr/>
          <a:lstStyle/>
          <a:p>
            <a:endParaRPr lang="es-CL"/>
          </a:p>
        </p:txBody>
      </p:sp>
      <p:sp>
        <p:nvSpPr>
          <p:cNvPr id="5" name="Slide Number Placeholder 4"/>
          <p:cNvSpPr>
            <a:spLocks noGrp="1"/>
          </p:cNvSpPr>
          <p:nvPr>
            <p:ph type="sldNum" sz="quarter" idx="12"/>
          </p:nvPr>
        </p:nvSpPr>
        <p:spPr>
          <a:xfrm>
            <a:off x="6287121" y="5757334"/>
            <a:ext cx="907186" cy="498470"/>
          </a:xfrm>
          <a:prstGeom prst="rect">
            <a:avLst/>
          </a:prstGeom>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3006116760"/>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r">
              <a:defRPr/>
            </a:lvl1pPr>
          </a:lstStyle>
          <a:p>
            <a:r>
              <a:rPr lang="es-ES"/>
              <a:t>Haga clic para modificar el estilo de título del patrón</a:t>
            </a:r>
            <a:endParaRPr lang="en-US" dirty="0"/>
          </a:p>
        </p:txBody>
      </p:sp>
      <p:sp>
        <p:nvSpPr>
          <p:cNvPr id="11" name="Vertical Text Placeholder 2"/>
          <p:cNvSpPr>
            <a:spLocks noGrp="1"/>
          </p:cNvSpPr>
          <p:nvPr>
            <p:ph type="body" orient="vert" sz="quarter" idx="13"/>
          </p:nvPr>
        </p:nvSpPr>
        <p:spPr>
          <a:xfrm>
            <a:off x="685800" y="2063396"/>
            <a:ext cx="10394707" cy="3311190"/>
          </a:xfrm>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a:xfrm>
            <a:off x="7298083" y="5757334"/>
            <a:ext cx="3784600" cy="498470"/>
          </a:xfrm>
          <a:prstGeom prst="rect">
            <a:avLst/>
          </a:prstGeom>
        </p:spPr>
        <p:txBody>
          <a:bodyPr/>
          <a:lstStyle/>
          <a:p>
            <a:fld id="{1D8BD707-D9CF-40AE-B4C6-C98DA3205C09}" type="datetimeFigureOut">
              <a:rPr lang="en-US" smtClean="0"/>
              <a:t>3/20/2021</a:t>
            </a:fld>
            <a:endParaRPr lang="en-US"/>
          </a:p>
        </p:txBody>
      </p:sp>
      <p:sp>
        <p:nvSpPr>
          <p:cNvPr id="5" name="Footer Placeholder 4"/>
          <p:cNvSpPr>
            <a:spLocks noGrp="1"/>
          </p:cNvSpPr>
          <p:nvPr>
            <p:ph type="ftr" sz="quarter" idx="11"/>
          </p:nvPr>
        </p:nvSpPr>
        <p:spPr>
          <a:xfrm>
            <a:off x="685801" y="5757334"/>
            <a:ext cx="5499719" cy="498470"/>
          </a:xfrm>
          <a:prstGeom prst="rect">
            <a:avLst/>
          </a:prstGeom>
        </p:spPr>
        <p:txBody>
          <a:bodyPr/>
          <a:lstStyle/>
          <a:p>
            <a:endParaRPr lang="es-CL"/>
          </a:p>
        </p:txBody>
      </p:sp>
      <p:sp>
        <p:nvSpPr>
          <p:cNvPr id="6" name="Slide Number Placeholder 5"/>
          <p:cNvSpPr>
            <a:spLocks noGrp="1"/>
          </p:cNvSpPr>
          <p:nvPr>
            <p:ph type="sldNum" sz="quarter" idx="12"/>
          </p:nvPr>
        </p:nvSpPr>
        <p:spPr>
          <a:xfrm>
            <a:off x="6287121" y="5757334"/>
            <a:ext cx="907186" cy="498470"/>
          </a:xfrm>
          <a:prstGeom prst="rect">
            <a:avLst/>
          </a:prstGeom>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1330904622"/>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15862" y="685800"/>
            <a:ext cx="2264646" cy="4688785"/>
          </a:xfrm>
        </p:spPr>
        <p:txBody>
          <a:bodyPr vert="eaVert"/>
          <a:lstStyle>
            <a:lvl1pPr algn="l">
              <a:defRPr/>
            </a:lvl1pPr>
          </a:lstStyle>
          <a:p>
            <a:r>
              <a:rPr lang="es-ES"/>
              <a:t>Haga clic para modificar el estilo de título del patrón</a:t>
            </a:r>
            <a:endParaRPr lang="en-US" dirty="0"/>
          </a:p>
        </p:txBody>
      </p:sp>
      <p:sp>
        <p:nvSpPr>
          <p:cNvPr id="8" name="Vertical Text Placeholder 2"/>
          <p:cNvSpPr>
            <a:spLocks noGrp="1"/>
          </p:cNvSpPr>
          <p:nvPr>
            <p:ph type="body" orient="vert" sz="quarter" idx="13"/>
          </p:nvPr>
        </p:nvSpPr>
        <p:spPr>
          <a:xfrm>
            <a:off x="685800" y="685800"/>
            <a:ext cx="7904431" cy="4688785"/>
          </a:xfrm>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a:xfrm>
            <a:off x="7298083" y="5757334"/>
            <a:ext cx="3784600" cy="498470"/>
          </a:xfrm>
          <a:prstGeom prst="rect">
            <a:avLst/>
          </a:prstGeom>
        </p:spPr>
        <p:txBody>
          <a:bodyPr/>
          <a:lstStyle/>
          <a:p>
            <a:fld id="{1D8BD707-D9CF-40AE-B4C6-C98DA3205C09}" type="datetimeFigureOut">
              <a:rPr lang="en-US" smtClean="0"/>
              <a:t>3/20/2021</a:t>
            </a:fld>
            <a:endParaRPr lang="en-US"/>
          </a:p>
        </p:txBody>
      </p:sp>
      <p:sp>
        <p:nvSpPr>
          <p:cNvPr id="5" name="Footer Placeholder 4"/>
          <p:cNvSpPr>
            <a:spLocks noGrp="1"/>
          </p:cNvSpPr>
          <p:nvPr>
            <p:ph type="ftr" sz="quarter" idx="11"/>
          </p:nvPr>
        </p:nvSpPr>
        <p:spPr>
          <a:xfrm>
            <a:off x="685801" y="5757334"/>
            <a:ext cx="5499719" cy="498470"/>
          </a:xfrm>
          <a:prstGeom prst="rect">
            <a:avLst/>
          </a:prstGeom>
        </p:spPr>
        <p:txBody>
          <a:bodyPr/>
          <a:lstStyle/>
          <a:p>
            <a:endParaRPr lang="es-CL"/>
          </a:p>
        </p:txBody>
      </p:sp>
      <p:sp>
        <p:nvSpPr>
          <p:cNvPr id="6" name="Slide Number Placeholder 5"/>
          <p:cNvSpPr>
            <a:spLocks noGrp="1"/>
          </p:cNvSpPr>
          <p:nvPr>
            <p:ph type="sldNum" sz="quarter" idx="12"/>
          </p:nvPr>
        </p:nvSpPr>
        <p:spPr>
          <a:xfrm>
            <a:off x="6287121" y="5757334"/>
            <a:ext cx="907186" cy="498470"/>
          </a:xfrm>
          <a:prstGeom prst="rect">
            <a:avLst/>
          </a:prstGeom>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3126618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jp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13" Type="http://schemas.openxmlformats.org/officeDocument/2006/relationships/slideLayout" Target="../slideLayouts/slideLayout30.xml"/><Relationship Id="rId18" Type="http://schemas.openxmlformats.org/officeDocument/2006/relationships/theme" Target="../theme/theme2.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slideLayout" Target="../slideLayouts/slideLayout29.xml"/><Relationship Id="rId17" Type="http://schemas.openxmlformats.org/officeDocument/2006/relationships/slideLayout" Target="../slideLayouts/slideLayout34.xml"/><Relationship Id="rId2" Type="http://schemas.openxmlformats.org/officeDocument/2006/relationships/slideLayout" Target="../slideLayouts/slideLayout19.xml"/><Relationship Id="rId16" Type="http://schemas.openxmlformats.org/officeDocument/2006/relationships/slideLayout" Target="../slideLayouts/slideLayout33.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5" Type="http://schemas.openxmlformats.org/officeDocument/2006/relationships/slideLayout" Target="../slideLayouts/slideLayout32.xml"/><Relationship Id="rId10" Type="http://schemas.openxmlformats.org/officeDocument/2006/relationships/slideLayout" Target="../slideLayouts/slideLayout27.xml"/><Relationship Id="rId19" Type="http://schemas.openxmlformats.org/officeDocument/2006/relationships/image" Target="../media/image3.jpg"/><Relationship Id="rId4" Type="http://schemas.openxmlformats.org/officeDocument/2006/relationships/slideLayout" Target="../slideLayouts/slideLayout21.xml"/><Relationship Id="rId9" Type="http://schemas.openxmlformats.org/officeDocument/2006/relationships/slideLayout" Target="../slideLayouts/slideLayout26.xml"/><Relationship Id="rId14" Type="http://schemas.openxmlformats.org/officeDocument/2006/relationships/slideLayout" Target="../slideLayouts/slideLayout3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2.xml"/><Relationship Id="rId13" Type="http://schemas.openxmlformats.org/officeDocument/2006/relationships/slideLayout" Target="../slideLayouts/slideLayout47.xml"/><Relationship Id="rId18" Type="http://schemas.openxmlformats.org/officeDocument/2006/relationships/theme" Target="../theme/theme3.xml"/><Relationship Id="rId3" Type="http://schemas.openxmlformats.org/officeDocument/2006/relationships/slideLayout" Target="../slideLayouts/slideLayout37.xml"/><Relationship Id="rId7" Type="http://schemas.openxmlformats.org/officeDocument/2006/relationships/slideLayout" Target="../slideLayouts/slideLayout41.xml"/><Relationship Id="rId12" Type="http://schemas.openxmlformats.org/officeDocument/2006/relationships/slideLayout" Target="../slideLayouts/slideLayout46.xml"/><Relationship Id="rId17" Type="http://schemas.openxmlformats.org/officeDocument/2006/relationships/slideLayout" Target="../slideLayouts/slideLayout51.xml"/><Relationship Id="rId2" Type="http://schemas.openxmlformats.org/officeDocument/2006/relationships/slideLayout" Target="../slideLayouts/slideLayout36.xml"/><Relationship Id="rId16" Type="http://schemas.openxmlformats.org/officeDocument/2006/relationships/slideLayout" Target="../slideLayouts/slideLayout50.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5" Type="http://schemas.openxmlformats.org/officeDocument/2006/relationships/slideLayout" Target="../slideLayouts/slideLayout39.xml"/><Relationship Id="rId15" Type="http://schemas.openxmlformats.org/officeDocument/2006/relationships/slideLayout" Target="../slideLayouts/slideLayout49.xml"/><Relationship Id="rId10" Type="http://schemas.openxmlformats.org/officeDocument/2006/relationships/slideLayout" Target="../slideLayouts/slideLayout44.xml"/><Relationship Id="rId19" Type="http://schemas.openxmlformats.org/officeDocument/2006/relationships/image" Target="../media/image3.jpg"/><Relationship Id="rId4" Type="http://schemas.openxmlformats.org/officeDocument/2006/relationships/slideLayout" Target="../slideLayouts/slideLayout38.xml"/><Relationship Id="rId9" Type="http://schemas.openxmlformats.org/officeDocument/2006/relationships/slideLayout" Target="../slideLayouts/slideLayout43.xml"/><Relationship Id="rId14" Type="http://schemas.openxmlformats.org/officeDocument/2006/relationships/slideLayout" Target="../slideLayouts/slideLayout48.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9.xml"/><Relationship Id="rId13" Type="http://schemas.openxmlformats.org/officeDocument/2006/relationships/slideLayout" Target="../slideLayouts/slideLayout64.xml"/><Relationship Id="rId18" Type="http://schemas.openxmlformats.org/officeDocument/2006/relationships/theme" Target="../theme/theme4.xml"/><Relationship Id="rId3" Type="http://schemas.openxmlformats.org/officeDocument/2006/relationships/slideLayout" Target="../slideLayouts/slideLayout54.xml"/><Relationship Id="rId7" Type="http://schemas.openxmlformats.org/officeDocument/2006/relationships/slideLayout" Target="../slideLayouts/slideLayout58.xml"/><Relationship Id="rId12" Type="http://schemas.openxmlformats.org/officeDocument/2006/relationships/slideLayout" Target="../slideLayouts/slideLayout63.xml"/><Relationship Id="rId17" Type="http://schemas.openxmlformats.org/officeDocument/2006/relationships/slideLayout" Target="../slideLayouts/slideLayout68.xml"/><Relationship Id="rId2" Type="http://schemas.openxmlformats.org/officeDocument/2006/relationships/slideLayout" Target="../slideLayouts/slideLayout53.xml"/><Relationship Id="rId16" Type="http://schemas.openxmlformats.org/officeDocument/2006/relationships/slideLayout" Target="../slideLayouts/slideLayout67.xml"/><Relationship Id="rId1" Type="http://schemas.openxmlformats.org/officeDocument/2006/relationships/slideLayout" Target="../slideLayouts/slideLayout52.xml"/><Relationship Id="rId6" Type="http://schemas.openxmlformats.org/officeDocument/2006/relationships/slideLayout" Target="../slideLayouts/slideLayout57.xml"/><Relationship Id="rId11" Type="http://schemas.openxmlformats.org/officeDocument/2006/relationships/slideLayout" Target="../slideLayouts/slideLayout62.xml"/><Relationship Id="rId5" Type="http://schemas.openxmlformats.org/officeDocument/2006/relationships/slideLayout" Target="../slideLayouts/slideLayout56.xml"/><Relationship Id="rId15" Type="http://schemas.openxmlformats.org/officeDocument/2006/relationships/slideLayout" Target="../slideLayouts/slideLayout66.xml"/><Relationship Id="rId10" Type="http://schemas.openxmlformats.org/officeDocument/2006/relationships/slideLayout" Target="../slideLayouts/slideLayout61.xml"/><Relationship Id="rId19" Type="http://schemas.openxmlformats.org/officeDocument/2006/relationships/image" Target="../media/image3.jpg"/><Relationship Id="rId4" Type="http://schemas.openxmlformats.org/officeDocument/2006/relationships/slideLayout" Target="../slideLayouts/slideLayout55.xml"/><Relationship Id="rId9" Type="http://schemas.openxmlformats.org/officeDocument/2006/relationships/slideLayout" Target="../slideLayouts/slideLayout60.xml"/><Relationship Id="rId14" Type="http://schemas.openxmlformats.org/officeDocument/2006/relationships/slideLayout" Target="../slideLayouts/slideLayout6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3">
        <a:schemeClr val="bg1"/>
      </p:bgRef>
    </p:bg>
    <p:spTree>
      <p:nvGrpSpPr>
        <p:cNvPr id="1" name=""/>
        <p:cNvGrpSpPr/>
        <p:nvPr/>
      </p:nvGrpSpPr>
      <p:grpSpPr>
        <a:xfrm>
          <a:off x="0" y="0"/>
          <a:ext cx="0" cy="0"/>
          <a:chOff x="0" y="0"/>
          <a:chExt cx="0" cy="0"/>
        </a:xfrm>
      </p:grpSpPr>
      <p:pic>
        <p:nvPicPr>
          <p:cNvPr id="7" name="Picture 6" descr="Brickwork-HD-R1a.jp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useBgFill="1">
        <p:nvSpPr>
          <p:cNvPr id="11" name="Rectangle 10"/>
          <p:cNvSpPr/>
          <p:nvPr/>
        </p:nvSpPr>
        <p:spPr>
          <a:xfrm>
            <a:off x="1" y="0"/>
            <a:ext cx="11979952" cy="6644081"/>
          </a:xfrm>
          <a:prstGeom prst="rect">
            <a:avLst/>
          </a:prstGeom>
          <a:ln>
            <a:noFill/>
          </a:ln>
          <a:effectLst>
            <a:outerShdw blurRad="98425" dist="76200" dir="4380000" algn="tl" rotWithShape="0">
              <a:srgbClr val="000000">
                <a:alpha val="68000"/>
              </a:srgbClr>
            </a:outerShdw>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85801" y="685800"/>
            <a:ext cx="10396882" cy="1151965"/>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85800" y="2063396"/>
            <a:ext cx="10396883" cy="4108804"/>
          </a:xfrm>
          <a:prstGeom prst="rect">
            <a:avLst/>
          </a:prstGeom>
        </p:spPr>
        <p:txBody>
          <a:bodyPr vert="horz" lIns="91440" tIns="45720" rIns="91440" bIns="45720" rtlCol="0" anchor="ct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Tree>
    <p:extLst>
      <p:ext uri="{BB962C8B-B14F-4D97-AF65-F5344CB8AC3E}">
        <p14:creationId xmlns:p14="http://schemas.microsoft.com/office/powerpoint/2010/main" val="1688634423"/>
      </p:ext>
    </p:extLst>
  </p:cSld>
  <p:clrMap bg1="lt1" tx1="dk1" bg2="lt2" tx2="dk2" accent1="accent1" accent2="accent2" accent3="accent3" accent4="accent4" accent5="accent5" accent6="accent6" hlink="hlink" folHlink="folHlink"/>
  <p:sldLayoutIdLst>
    <p:sldLayoutId id="2147483734" r:id="rId1"/>
    <p:sldLayoutId id="2147483735" r:id="rId2"/>
    <p:sldLayoutId id="2147483736" r:id="rId3"/>
    <p:sldLayoutId id="2147483737" r:id="rId4"/>
    <p:sldLayoutId id="2147483738" r:id="rId5"/>
    <p:sldLayoutId id="2147483739" r:id="rId6"/>
    <p:sldLayoutId id="2147483740" r:id="rId7"/>
    <p:sldLayoutId id="2147483741" r:id="rId8"/>
    <p:sldLayoutId id="2147483742" r:id="rId9"/>
    <p:sldLayoutId id="2147483743" r:id="rId10"/>
    <p:sldLayoutId id="2147483744" r:id="rId11"/>
    <p:sldLayoutId id="2147483745" r:id="rId12"/>
    <p:sldLayoutId id="2147483746" r:id="rId13"/>
    <p:sldLayoutId id="2147483747" r:id="rId14"/>
    <p:sldLayoutId id="2147483748" r:id="rId15"/>
    <p:sldLayoutId id="2147483749" r:id="rId16"/>
    <p:sldLayoutId id="2147483750" r:id="rId17"/>
  </p:sldLayoutIdLst>
  <p:txStyles>
    <p:titleStyle>
      <a:lvl1pPr algn="l" defTabSz="914400" rtl="0" eaLnBrk="1" latinLnBrk="0" hangingPunct="1">
        <a:lnSpc>
          <a:spcPct val="90000"/>
        </a:lnSpc>
        <a:spcBef>
          <a:spcPct val="0"/>
        </a:spcBef>
        <a:buNone/>
        <a:defRPr sz="5400" kern="1200" cap="all" baseline="0">
          <a:solidFill>
            <a:schemeClr val="accent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60000"/>
        <a:buFont typeface="Arial" panose="020B0604020202020204" pitchFamily="34" charset="0"/>
        <a:buChar char="•"/>
        <a:defRPr sz="3600" kern="1200" cap="none" baseline="0">
          <a:solidFill>
            <a:schemeClr val="tx1"/>
          </a:solidFill>
          <a:effectLst/>
          <a:latin typeface="HP Simplified" panose="020B0604020204020204" pitchFamily="34" charset="0"/>
          <a:ea typeface="+mn-ea"/>
          <a:cs typeface="+mn-cs"/>
        </a:defRPr>
      </a:lvl1pPr>
      <a:lvl2pPr marL="6858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3200" kern="1200" cap="none" baseline="0">
          <a:solidFill>
            <a:schemeClr val="tx1"/>
          </a:solidFill>
          <a:effectLst/>
          <a:latin typeface="HP Simplified" panose="020B0604020204020204" pitchFamily="34" charset="0"/>
          <a:ea typeface="+mn-ea"/>
          <a:cs typeface="+mn-cs"/>
        </a:defRPr>
      </a:lvl2pPr>
      <a:lvl3pPr marL="11430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2800" kern="1200" cap="none" baseline="0">
          <a:solidFill>
            <a:schemeClr val="tx1"/>
          </a:solidFill>
          <a:effectLst/>
          <a:latin typeface="HP Simplified" panose="020B0604020204020204" pitchFamily="34" charset="0"/>
          <a:ea typeface="+mn-ea"/>
          <a:cs typeface="+mn-cs"/>
        </a:defRPr>
      </a:lvl3pPr>
      <a:lvl4pPr marL="16002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2400" kern="1200" cap="none" baseline="0">
          <a:solidFill>
            <a:schemeClr val="tx1"/>
          </a:solidFill>
          <a:effectLst/>
          <a:latin typeface="HP Simplified" panose="020B0604020204020204" pitchFamily="34" charset="0"/>
          <a:ea typeface="+mn-ea"/>
          <a:cs typeface="+mn-cs"/>
        </a:defRPr>
      </a:lvl4pPr>
      <a:lvl5pPr marL="20574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2400" kern="1200" cap="none" baseline="0">
          <a:solidFill>
            <a:schemeClr val="tx1"/>
          </a:solidFill>
          <a:effectLst/>
          <a:latin typeface="HP Simplified" panose="020B0604020204020204" pitchFamily="34" charset="0"/>
          <a:ea typeface="+mn-ea"/>
          <a:cs typeface="+mn-cs"/>
        </a:defRPr>
      </a:lvl5pPr>
      <a:lvl6pPr marL="25146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7" name="Picture 6" descr="Brickwork-HD-R1a.jp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pSp>
        <p:nvGrpSpPr>
          <p:cNvPr id="10" name="Group 9"/>
          <p:cNvGrpSpPr/>
          <p:nvPr/>
        </p:nvGrpSpPr>
        <p:grpSpPr>
          <a:xfrm>
            <a:off x="-25397" y="0"/>
            <a:ext cx="12005350" cy="6644081"/>
            <a:chOff x="-25397" y="0"/>
            <a:chExt cx="12005350" cy="6644081"/>
          </a:xfrm>
        </p:grpSpPr>
        <p:sp useBgFill="1">
          <p:nvSpPr>
            <p:cNvPr id="11" name="Rectangle 10"/>
            <p:cNvSpPr/>
            <p:nvPr/>
          </p:nvSpPr>
          <p:spPr>
            <a:xfrm>
              <a:off x="1" y="0"/>
              <a:ext cx="11979952" cy="6644081"/>
            </a:xfrm>
            <a:prstGeom prst="rect">
              <a:avLst/>
            </a:prstGeom>
            <a:ln>
              <a:noFill/>
            </a:ln>
            <a:effectLst>
              <a:outerShdw blurRad="98425" dist="76200" dir="4380000" algn="tl" rotWithShape="0">
                <a:srgbClr val="000000">
                  <a:alpha val="68000"/>
                </a:srgbClr>
              </a:outerShdw>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25397" y="0"/>
              <a:ext cx="11773291" cy="6419514"/>
            </a:xfrm>
            <a:custGeom>
              <a:avLst/>
              <a:gdLst/>
              <a:ahLst/>
              <a:cxnLst/>
              <a:rect l="l" t="t" r="r" b="b"/>
              <a:pathLst>
                <a:path w="11773291" h="6419514">
                  <a:moveTo>
                    <a:pt x="11750059" y="0"/>
                  </a:moveTo>
                  <a:lnTo>
                    <a:pt x="11773291" y="6419514"/>
                  </a:lnTo>
                  <a:lnTo>
                    <a:pt x="0" y="6411047"/>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sp>
        <p:sp>
          <p:nvSpPr>
            <p:cNvPr id="13" name="Rectangle 12"/>
            <p:cNvSpPr/>
            <p:nvPr/>
          </p:nvSpPr>
          <p:spPr>
            <a:xfrm>
              <a:off x="1" y="5600215"/>
              <a:ext cx="11706512" cy="780581"/>
            </a:xfrm>
            <a:prstGeom prst="rect">
              <a:avLst/>
            </a:prstGeom>
            <a:gradFill flip="none" rotWithShape="1">
              <a:gsLst>
                <a:gs pos="34000">
                  <a:schemeClr val="accent1"/>
                </a:gs>
                <a:gs pos="100000">
                  <a:schemeClr val="accent1">
                    <a:lumMod val="75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85801" y="685800"/>
            <a:ext cx="10396882" cy="1151965"/>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85800" y="2063396"/>
            <a:ext cx="10396883" cy="3311189"/>
          </a:xfrm>
          <a:prstGeom prst="rect">
            <a:avLst/>
          </a:prstGeom>
        </p:spPr>
        <p:txBody>
          <a:bodyPr vert="horz" lIns="91440" tIns="45720" rIns="91440" bIns="45720" rtlCol="0" anchor="ctr">
            <a:noAutofit/>
          </a:body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n-US" dirty="0"/>
          </a:p>
        </p:txBody>
      </p:sp>
      <p:sp>
        <p:nvSpPr>
          <p:cNvPr id="4" name="Date Placeholder 3"/>
          <p:cNvSpPr>
            <a:spLocks noGrp="1"/>
          </p:cNvSpPr>
          <p:nvPr>
            <p:ph type="dt" sz="half" idx="2"/>
          </p:nvPr>
        </p:nvSpPr>
        <p:spPr>
          <a:xfrm>
            <a:off x="7298083" y="5757334"/>
            <a:ext cx="3784600" cy="498470"/>
          </a:xfrm>
          <a:prstGeom prst="rect">
            <a:avLst/>
          </a:prstGeom>
        </p:spPr>
        <p:txBody>
          <a:bodyPr vert="horz" lIns="91440" tIns="45720" rIns="91440" bIns="45720" rtlCol="0" anchor="ctr"/>
          <a:lstStyle>
            <a:lvl1pPr algn="r">
              <a:defRPr sz="3200" cap="all" baseline="0">
                <a:solidFill>
                  <a:schemeClr val="accent1">
                    <a:lumMod val="40000"/>
                    <a:lumOff val="60000"/>
                  </a:schemeClr>
                </a:solidFill>
              </a:defRPr>
            </a:lvl1pPr>
          </a:lstStyle>
          <a:p>
            <a:fld id="{DC48ED7C-D9A5-4EA8-B309-6E368BFA8F2B}" type="datetimeFigureOut">
              <a:rPr lang="en-US" dirty="0"/>
              <a:t>3/20/2021</a:t>
            </a:fld>
            <a:endParaRPr lang="en-US" dirty="0"/>
          </a:p>
        </p:txBody>
      </p:sp>
      <p:sp>
        <p:nvSpPr>
          <p:cNvPr id="5" name="Footer Placeholder 4"/>
          <p:cNvSpPr>
            <a:spLocks noGrp="1"/>
          </p:cNvSpPr>
          <p:nvPr>
            <p:ph type="ftr" sz="quarter" idx="3"/>
          </p:nvPr>
        </p:nvSpPr>
        <p:spPr>
          <a:xfrm>
            <a:off x="685801" y="5757334"/>
            <a:ext cx="5499719" cy="498470"/>
          </a:xfrm>
          <a:prstGeom prst="rect">
            <a:avLst/>
          </a:prstGeom>
        </p:spPr>
        <p:txBody>
          <a:bodyPr vert="horz" lIns="91440" tIns="45720" rIns="91440" bIns="45720" rtlCol="0" anchor="ctr"/>
          <a:lstStyle>
            <a:lvl1pPr algn="l">
              <a:defRPr sz="3200" cap="all" baseline="0">
                <a:solidFill>
                  <a:schemeClr val="accent1">
                    <a:lumMod val="40000"/>
                    <a:lumOff val="60000"/>
                  </a:schemeClr>
                </a:solidFill>
              </a:defRPr>
            </a:lvl1pPr>
          </a:lstStyle>
          <a:p>
            <a:endParaRPr lang="en-US" dirty="0"/>
          </a:p>
        </p:txBody>
      </p:sp>
      <p:sp>
        <p:nvSpPr>
          <p:cNvPr id="6" name="Slide Number Placeholder 5"/>
          <p:cNvSpPr>
            <a:spLocks noGrp="1"/>
          </p:cNvSpPr>
          <p:nvPr>
            <p:ph type="sldNum" sz="quarter" idx="4"/>
          </p:nvPr>
        </p:nvSpPr>
        <p:spPr>
          <a:xfrm>
            <a:off x="6287121" y="5757334"/>
            <a:ext cx="907186" cy="498470"/>
          </a:xfrm>
          <a:prstGeom prst="rect">
            <a:avLst/>
          </a:prstGeom>
        </p:spPr>
        <p:txBody>
          <a:bodyPr vert="horz" lIns="91440" tIns="45720" rIns="91440" bIns="45720" rtlCol="0" anchor="ctr"/>
          <a:lstStyle>
            <a:lvl1pPr algn="ctr">
              <a:defRPr sz="3200" cap="all" baseline="0">
                <a:solidFill>
                  <a:schemeClr val="accent1">
                    <a:lumMod val="40000"/>
                    <a:lumOff val="60000"/>
                  </a:schemeClr>
                </a:solidFill>
              </a:defRPr>
            </a:lvl1pPr>
          </a:lstStyle>
          <a:p>
            <a:fld id="{6D22F896-40B5-4ADD-8801-0D06FADFA095}" type="slidenum">
              <a:rPr lang="en-US" dirty="0"/>
              <a:pPr/>
              <a:t>‹Nº›</a:t>
            </a:fld>
            <a:endParaRPr lang="en-US" dirty="0"/>
          </a:p>
        </p:txBody>
      </p:sp>
    </p:spTree>
    <p:extLst>
      <p:ext uri="{BB962C8B-B14F-4D97-AF65-F5344CB8AC3E}">
        <p14:creationId xmlns:p14="http://schemas.microsoft.com/office/powerpoint/2010/main" val="3865913822"/>
      </p:ext>
    </p:extLst>
  </p:cSld>
  <p:clrMap bg1="lt1" tx1="dk1" bg2="lt2" tx2="dk2" accent1="accent1" accent2="accent2" accent3="accent3" accent4="accent4" accent5="accent5" accent6="accent6" hlink="hlink" folHlink="folHlink"/>
  <p:sldLayoutIdLst>
    <p:sldLayoutId id="2147483770" r:id="rId1"/>
    <p:sldLayoutId id="2147483771" r:id="rId2"/>
    <p:sldLayoutId id="2147483772" r:id="rId3"/>
    <p:sldLayoutId id="2147483773" r:id="rId4"/>
    <p:sldLayoutId id="2147483774" r:id="rId5"/>
    <p:sldLayoutId id="2147483775" r:id="rId6"/>
    <p:sldLayoutId id="2147483776" r:id="rId7"/>
    <p:sldLayoutId id="2147483777" r:id="rId8"/>
    <p:sldLayoutId id="2147483778" r:id="rId9"/>
    <p:sldLayoutId id="2147483779" r:id="rId10"/>
    <p:sldLayoutId id="2147483780" r:id="rId11"/>
    <p:sldLayoutId id="2147483781" r:id="rId12"/>
    <p:sldLayoutId id="2147483782" r:id="rId13"/>
    <p:sldLayoutId id="2147483783" r:id="rId14"/>
    <p:sldLayoutId id="2147483784" r:id="rId15"/>
    <p:sldLayoutId id="2147483785" r:id="rId16"/>
    <p:sldLayoutId id="2147483786" r:id="rId17"/>
  </p:sldLayoutIdLst>
  <p:txStyles>
    <p:titleStyle>
      <a:lvl1pPr algn="l" defTabSz="914400" rtl="0" eaLnBrk="1" latinLnBrk="0" hangingPunct="1">
        <a:lnSpc>
          <a:spcPct val="90000"/>
        </a:lnSpc>
        <a:spcBef>
          <a:spcPct val="0"/>
        </a:spcBef>
        <a:buNone/>
        <a:defRPr sz="5400" kern="1200" cap="all" baseline="0">
          <a:solidFill>
            <a:schemeClr val="accent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10000"/>
        <a:buFont typeface="Arial" panose="020B0604020202020204" pitchFamily="34" charset="0"/>
        <a:buChar char="•"/>
        <a:defRPr sz="3600" kern="1200" cap="none" baseline="0">
          <a:solidFill>
            <a:schemeClr val="bg2">
              <a:lumMod val="50000"/>
            </a:schemeClr>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10000"/>
        <a:buFont typeface="Arial" panose="020B0604020202020204" pitchFamily="34" charset="0"/>
        <a:buChar char="•"/>
        <a:defRPr sz="3200" kern="1200" cap="none" baseline="0">
          <a:solidFill>
            <a:schemeClr val="bg2">
              <a:lumMod val="50000"/>
            </a:schemeClr>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10000"/>
        <a:buFont typeface="Arial" panose="020B0604020202020204" pitchFamily="34" charset="0"/>
        <a:buChar char="•"/>
        <a:defRPr sz="2800" kern="1200" cap="none" baseline="0">
          <a:solidFill>
            <a:schemeClr val="bg2">
              <a:lumMod val="50000"/>
            </a:schemeClr>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10000"/>
        <a:buFont typeface="Arial" panose="020B0604020202020204" pitchFamily="34" charset="0"/>
        <a:buChar char="•"/>
        <a:defRPr sz="2400" kern="1200" cap="none" baseline="0">
          <a:solidFill>
            <a:schemeClr val="bg2">
              <a:lumMod val="50000"/>
            </a:schemeClr>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10000"/>
        <a:buFont typeface="Arial" panose="020B0604020202020204" pitchFamily="34" charset="0"/>
        <a:buChar char="•"/>
        <a:defRPr sz="2400" kern="1200" cap="none" baseline="0">
          <a:solidFill>
            <a:schemeClr val="bg2">
              <a:lumMod val="50000"/>
            </a:schemeClr>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3">
        <a:schemeClr val="bg1"/>
      </p:bgRef>
    </p:bg>
    <p:spTree>
      <p:nvGrpSpPr>
        <p:cNvPr id="1" name=""/>
        <p:cNvGrpSpPr/>
        <p:nvPr/>
      </p:nvGrpSpPr>
      <p:grpSpPr>
        <a:xfrm>
          <a:off x="0" y="0"/>
          <a:ext cx="0" cy="0"/>
          <a:chOff x="0" y="0"/>
          <a:chExt cx="0" cy="0"/>
        </a:xfrm>
      </p:grpSpPr>
      <p:pic>
        <p:nvPicPr>
          <p:cNvPr id="7" name="Picture 6" descr="Brickwork-HD-R1a.jp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useBgFill="1">
        <p:nvSpPr>
          <p:cNvPr id="11" name="Rectangle 10"/>
          <p:cNvSpPr/>
          <p:nvPr/>
        </p:nvSpPr>
        <p:spPr>
          <a:xfrm>
            <a:off x="106024" y="61519"/>
            <a:ext cx="11979952" cy="6644081"/>
          </a:xfrm>
          <a:prstGeom prst="rect">
            <a:avLst/>
          </a:prstGeom>
          <a:ln>
            <a:noFill/>
          </a:ln>
          <a:effectLst>
            <a:outerShdw blurRad="98425" dist="76200" dir="4380000" algn="tl" rotWithShape="0">
              <a:srgbClr val="000000">
                <a:alpha val="68000"/>
              </a:srgbClr>
            </a:outerShdw>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85801" y="685800"/>
            <a:ext cx="10396882" cy="1151965"/>
          </a:xfrm>
          <a:prstGeom prst="rect">
            <a:avLst/>
          </a:prstGeom>
        </p:spPr>
        <p:txBody>
          <a:bodyPr vert="horz" lIns="91440" tIns="45720" rIns="91440" bIns="45720" rtlCol="0" anchor="ctr">
            <a:normAutofit/>
          </a:bodyPr>
          <a:lstStyle/>
          <a:p>
            <a:r>
              <a:rPr lang="es-ES" dirty="0"/>
              <a:t>Haga clic para modificar el estilo de título del patrón</a:t>
            </a:r>
            <a:endParaRPr lang="en-US" dirty="0"/>
          </a:p>
        </p:txBody>
      </p:sp>
      <p:sp>
        <p:nvSpPr>
          <p:cNvPr id="3" name="Text Placeholder 2"/>
          <p:cNvSpPr>
            <a:spLocks noGrp="1"/>
          </p:cNvSpPr>
          <p:nvPr>
            <p:ph type="body" idx="1"/>
          </p:nvPr>
        </p:nvSpPr>
        <p:spPr>
          <a:xfrm>
            <a:off x="685800" y="2063396"/>
            <a:ext cx="10396883" cy="3311189"/>
          </a:xfrm>
          <a:prstGeom prst="rect">
            <a:avLst/>
          </a:prstGeom>
        </p:spPr>
        <p:txBody>
          <a:bodyPr vert="horz" lIns="91440" tIns="45720" rIns="91440" bIns="45720" rtlCol="0" anchor="ct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Tree>
    <p:extLst>
      <p:ext uri="{BB962C8B-B14F-4D97-AF65-F5344CB8AC3E}">
        <p14:creationId xmlns:p14="http://schemas.microsoft.com/office/powerpoint/2010/main" val="2096479067"/>
      </p:ext>
    </p:extLst>
  </p:cSld>
  <p:clrMap bg1="lt1" tx1="dk1" bg2="lt2" tx2="dk2" accent1="accent1" accent2="accent2" accent3="accent3" accent4="accent4" accent5="accent5" accent6="accent6" hlink="hlink" folHlink="folHlink"/>
  <p:sldLayoutIdLst>
    <p:sldLayoutId id="2147483788" r:id="rId1"/>
    <p:sldLayoutId id="2147483789" r:id="rId2"/>
    <p:sldLayoutId id="2147483790" r:id="rId3"/>
    <p:sldLayoutId id="2147483791" r:id="rId4"/>
    <p:sldLayoutId id="2147483792" r:id="rId5"/>
    <p:sldLayoutId id="2147483793" r:id="rId6"/>
    <p:sldLayoutId id="2147483794" r:id="rId7"/>
    <p:sldLayoutId id="2147483795" r:id="rId8"/>
    <p:sldLayoutId id="2147483796" r:id="rId9"/>
    <p:sldLayoutId id="2147483797" r:id="rId10"/>
    <p:sldLayoutId id="2147483798" r:id="rId11"/>
    <p:sldLayoutId id="2147483799" r:id="rId12"/>
    <p:sldLayoutId id="2147483800" r:id="rId13"/>
    <p:sldLayoutId id="2147483801" r:id="rId14"/>
    <p:sldLayoutId id="2147483802" r:id="rId15"/>
    <p:sldLayoutId id="2147483803" r:id="rId16"/>
    <p:sldLayoutId id="2147483804" r:id="rId17"/>
  </p:sldLayoutIdLst>
  <p:txStyles>
    <p:titleStyle>
      <a:lvl1pPr algn="l" defTabSz="914400" rtl="0" eaLnBrk="1" latinLnBrk="0" hangingPunct="1">
        <a:lnSpc>
          <a:spcPct val="90000"/>
        </a:lnSpc>
        <a:spcBef>
          <a:spcPct val="0"/>
        </a:spcBef>
        <a:buNone/>
        <a:defRPr sz="5400" kern="1200" cap="all" baseline="0">
          <a:solidFill>
            <a:schemeClr val="accent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60000"/>
        <a:buFont typeface="Arial" panose="020B0604020202020204" pitchFamily="34" charset="0"/>
        <a:buChar char="•"/>
        <a:defRPr sz="28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24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20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8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8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3">
        <a:schemeClr val="bg1"/>
      </p:bgRef>
    </p:bg>
    <p:spTree>
      <p:nvGrpSpPr>
        <p:cNvPr id="1" name=""/>
        <p:cNvGrpSpPr/>
        <p:nvPr/>
      </p:nvGrpSpPr>
      <p:grpSpPr>
        <a:xfrm>
          <a:off x="0" y="0"/>
          <a:ext cx="0" cy="0"/>
          <a:chOff x="0" y="0"/>
          <a:chExt cx="0" cy="0"/>
        </a:xfrm>
      </p:grpSpPr>
      <p:pic>
        <p:nvPicPr>
          <p:cNvPr id="7" name="Picture 6" descr="Brickwork-HD-R1a.jp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useBgFill="1">
        <p:nvSpPr>
          <p:cNvPr id="11" name="Rectangle 10"/>
          <p:cNvSpPr/>
          <p:nvPr/>
        </p:nvSpPr>
        <p:spPr>
          <a:xfrm>
            <a:off x="381000" y="61519"/>
            <a:ext cx="11125199" cy="6644081"/>
          </a:xfrm>
          <a:prstGeom prst="rect">
            <a:avLst/>
          </a:prstGeom>
          <a:ln>
            <a:noFill/>
          </a:ln>
          <a:effectLst>
            <a:outerShdw blurRad="98425" dist="76200" dir="4380000" algn="tl" rotWithShape="0">
              <a:srgbClr val="000000">
                <a:alpha val="68000"/>
              </a:srgbClr>
            </a:outerShdw>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85801" y="685800"/>
            <a:ext cx="10396882" cy="1151965"/>
          </a:xfrm>
          <a:prstGeom prst="rect">
            <a:avLst/>
          </a:prstGeom>
        </p:spPr>
        <p:txBody>
          <a:bodyPr vert="horz" lIns="91440" tIns="45720" rIns="91440" bIns="45720" rtlCol="0" anchor="ctr">
            <a:normAutofit/>
          </a:bodyPr>
          <a:lstStyle/>
          <a:p>
            <a:r>
              <a:rPr lang="es-ES" dirty="0"/>
              <a:t>Haga clic para modificar el estilo de título del patrón</a:t>
            </a:r>
            <a:endParaRPr lang="en-US" dirty="0"/>
          </a:p>
        </p:txBody>
      </p:sp>
      <p:sp>
        <p:nvSpPr>
          <p:cNvPr id="3" name="Text Placeholder 2"/>
          <p:cNvSpPr>
            <a:spLocks noGrp="1"/>
          </p:cNvSpPr>
          <p:nvPr>
            <p:ph type="body" idx="1"/>
          </p:nvPr>
        </p:nvSpPr>
        <p:spPr>
          <a:xfrm>
            <a:off x="685800" y="2063396"/>
            <a:ext cx="10396883" cy="3311189"/>
          </a:xfrm>
          <a:prstGeom prst="rect">
            <a:avLst/>
          </a:prstGeom>
        </p:spPr>
        <p:txBody>
          <a:bodyPr vert="horz" lIns="91440" tIns="45720" rIns="91440" bIns="45720" rtlCol="0" anchor="ct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Tree>
    <p:extLst>
      <p:ext uri="{BB962C8B-B14F-4D97-AF65-F5344CB8AC3E}">
        <p14:creationId xmlns:p14="http://schemas.microsoft.com/office/powerpoint/2010/main" val="1604139482"/>
      </p:ext>
    </p:extLst>
  </p:cSld>
  <p:clrMap bg1="lt1" tx1="dk1" bg2="lt2" tx2="dk2" accent1="accent1" accent2="accent2" accent3="accent3" accent4="accent4" accent5="accent5" accent6="accent6" hlink="hlink" folHlink="folHlink"/>
  <p:sldLayoutIdLst>
    <p:sldLayoutId id="2147483806" r:id="rId1"/>
    <p:sldLayoutId id="2147483807" r:id="rId2"/>
    <p:sldLayoutId id="2147483808" r:id="rId3"/>
    <p:sldLayoutId id="2147483809" r:id="rId4"/>
    <p:sldLayoutId id="2147483810" r:id="rId5"/>
    <p:sldLayoutId id="2147483811" r:id="rId6"/>
    <p:sldLayoutId id="2147483812" r:id="rId7"/>
    <p:sldLayoutId id="2147483813" r:id="rId8"/>
    <p:sldLayoutId id="2147483814" r:id="rId9"/>
    <p:sldLayoutId id="2147483815" r:id="rId10"/>
    <p:sldLayoutId id="2147483816" r:id="rId11"/>
    <p:sldLayoutId id="2147483817" r:id="rId12"/>
    <p:sldLayoutId id="2147483818" r:id="rId13"/>
    <p:sldLayoutId id="2147483819" r:id="rId14"/>
    <p:sldLayoutId id="2147483820" r:id="rId15"/>
    <p:sldLayoutId id="2147483821" r:id="rId16"/>
    <p:sldLayoutId id="2147483822" r:id="rId17"/>
  </p:sldLayoutIdLst>
  <p:txStyles>
    <p:titleStyle>
      <a:lvl1pPr algn="l" defTabSz="914400" rtl="0" eaLnBrk="1" latinLnBrk="0" hangingPunct="1">
        <a:lnSpc>
          <a:spcPct val="90000"/>
        </a:lnSpc>
        <a:spcBef>
          <a:spcPct val="0"/>
        </a:spcBef>
        <a:buNone/>
        <a:defRPr sz="5400" kern="1200" cap="all" baseline="0">
          <a:solidFill>
            <a:schemeClr val="accent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60000"/>
        <a:buFont typeface="Arial" panose="020B0604020202020204" pitchFamily="34" charset="0"/>
        <a:buChar char="•"/>
        <a:defRPr sz="28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24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20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8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8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3.xml"/></Relationships>
</file>

<file path=ppt/slides/_rels/slide3.xml.rels><?xml version="1.0" encoding="UTF-8" standalone="yes"?>
<Relationships xmlns="http://schemas.openxmlformats.org/package/2006/relationships"><Relationship Id="rId8" Type="http://schemas.openxmlformats.org/officeDocument/2006/relationships/image" Target="../media/image5.svg"/><Relationship Id="rId3" Type="http://schemas.openxmlformats.org/officeDocument/2006/relationships/diagramLayout" Target="../diagrams/layout1.xml"/><Relationship Id="rId7" Type="http://schemas.openxmlformats.org/officeDocument/2006/relationships/image" Target="../media/image4.png"/><Relationship Id="rId12" Type="http://schemas.openxmlformats.org/officeDocument/2006/relationships/image" Target="../media/image9.svg"/><Relationship Id="rId2" Type="http://schemas.openxmlformats.org/officeDocument/2006/relationships/diagramData" Target="../diagrams/data1.xml"/><Relationship Id="rId1" Type="http://schemas.openxmlformats.org/officeDocument/2006/relationships/slideLayout" Target="../slideLayouts/slideLayout19.xml"/><Relationship Id="rId6" Type="http://schemas.microsoft.com/office/2007/relationships/diagramDrawing" Target="../diagrams/drawing1.xml"/><Relationship Id="rId11" Type="http://schemas.openxmlformats.org/officeDocument/2006/relationships/image" Target="../media/image8.png"/><Relationship Id="rId5" Type="http://schemas.openxmlformats.org/officeDocument/2006/relationships/diagramColors" Target="../diagrams/colors1.xml"/><Relationship Id="rId10" Type="http://schemas.openxmlformats.org/officeDocument/2006/relationships/image" Target="../media/image7.svg"/><Relationship Id="rId4" Type="http://schemas.openxmlformats.org/officeDocument/2006/relationships/diagramQuickStyle" Target="../diagrams/quickStyle1.xml"/><Relationship Id="rId9"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53.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53.xml"/></Relationships>
</file>

<file path=ppt/slides/_rels/slide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53.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53.xml"/><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4B9814E9-AA5A-44D6-AC60-BAD70EFEA632}"/>
              </a:ext>
            </a:extLst>
          </p:cNvPr>
          <p:cNvSpPr>
            <a:spLocks noGrp="1"/>
          </p:cNvSpPr>
          <p:nvPr>
            <p:ph type="ctrTitle"/>
          </p:nvPr>
        </p:nvSpPr>
        <p:spPr/>
        <p:txBody>
          <a:bodyPr/>
          <a:lstStyle/>
          <a:p>
            <a:r>
              <a:rPr lang="es-CL" dirty="0">
                <a:effectLst>
                  <a:outerShdw blurRad="38100" dist="38100" dir="2700000" algn="tl">
                    <a:srgbClr val="000000">
                      <a:alpha val="43137"/>
                    </a:srgbClr>
                  </a:outerShdw>
                </a:effectLst>
              </a:rPr>
              <a:t>Pseudo-CODIGO</a:t>
            </a:r>
          </a:p>
        </p:txBody>
      </p:sp>
      <p:sp>
        <p:nvSpPr>
          <p:cNvPr id="5" name="Subtítulo 4">
            <a:extLst>
              <a:ext uri="{FF2B5EF4-FFF2-40B4-BE49-F238E27FC236}">
                <a16:creationId xmlns:a16="http://schemas.microsoft.com/office/drawing/2014/main" id="{518F2013-4D40-4305-9C6C-77B2D54E2670}"/>
              </a:ext>
            </a:extLst>
          </p:cNvPr>
          <p:cNvSpPr>
            <a:spLocks noGrp="1"/>
          </p:cNvSpPr>
          <p:nvPr>
            <p:ph type="subTitle" idx="1"/>
          </p:nvPr>
        </p:nvSpPr>
        <p:spPr/>
        <p:txBody>
          <a:bodyPr/>
          <a:lstStyle/>
          <a:p>
            <a:r>
              <a:rPr lang="es-CL" sz="1800" kern="1400" spc="-50" dirty="0">
                <a:effectLst/>
                <a:latin typeface="Calibri Light" panose="020F0302020204030204" pitchFamily="34" charset="0"/>
                <a:ea typeface="Calibri" panose="020F0502020204030204" pitchFamily="34" charset="0"/>
                <a:cs typeface="Times New Roman" panose="02020603050405020304" pitchFamily="18" charset="0"/>
              </a:rPr>
              <a:t>EXPRESIONES</a:t>
            </a:r>
            <a:endParaRPr lang="es-CL" sz="1800" kern="1400" spc="-50" dirty="0">
              <a:effectLst/>
              <a:latin typeface="Calibri Light" panose="020F030202020403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18236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6274ACA-D4BC-485B-985B-829E1C7C23A6}"/>
              </a:ext>
            </a:extLst>
          </p:cNvPr>
          <p:cNvSpPr>
            <a:spLocks noGrp="1"/>
          </p:cNvSpPr>
          <p:nvPr>
            <p:ph type="title"/>
          </p:nvPr>
        </p:nvSpPr>
        <p:spPr/>
        <p:txBody>
          <a:bodyPr/>
          <a:lstStyle/>
          <a:p>
            <a:r>
              <a:rPr lang="es-CL"/>
              <a:t>objetivos</a:t>
            </a:r>
            <a:endParaRPr lang="es-CL" dirty="0"/>
          </a:p>
        </p:txBody>
      </p:sp>
      <p:sp>
        <p:nvSpPr>
          <p:cNvPr id="6" name="Marcador de contenido 5">
            <a:extLst>
              <a:ext uri="{FF2B5EF4-FFF2-40B4-BE49-F238E27FC236}">
                <a16:creationId xmlns:a16="http://schemas.microsoft.com/office/drawing/2014/main" id="{9CBA8ED9-7B10-41FF-A749-A414E997D4DF}"/>
              </a:ext>
            </a:extLst>
          </p:cNvPr>
          <p:cNvSpPr>
            <a:spLocks noGrp="1"/>
          </p:cNvSpPr>
          <p:nvPr>
            <p:ph sz="quarter" idx="13"/>
          </p:nvPr>
        </p:nvSpPr>
        <p:spPr/>
        <p:txBody>
          <a:bodyPr/>
          <a:lstStyle/>
          <a:p>
            <a:endParaRPr lang="es-CL"/>
          </a:p>
        </p:txBody>
      </p:sp>
      <p:graphicFrame>
        <p:nvGraphicFramePr>
          <p:cNvPr id="4" name="Tabla 3">
            <a:extLst>
              <a:ext uri="{FF2B5EF4-FFF2-40B4-BE49-F238E27FC236}">
                <a16:creationId xmlns:a16="http://schemas.microsoft.com/office/drawing/2014/main" id="{C8276553-2A79-437F-B57F-448598174CD7}"/>
              </a:ext>
            </a:extLst>
          </p:cNvPr>
          <p:cNvGraphicFramePr>
            <a:graphicFrameLocks noGrp="1"/>
          </p:cNvGraphicFramePr>
          <p:nvPr>
            <p:extLst>
              <p:ext uri="{D42A27DB-BD31-4B8C-83A1-F6EECF244321}">
                <p14:modId xmlns:p14="http://schemas.microsoft.com/office/powerpoint/2010/main" val="857989602"/>
              </p:ext>
            </p:extLst>
          </p:nvPr>
        </p:nvGraphicFramePr>
        <p:xfrm>
          <a:off x="685799" y="1772960"/>
          <a:ext cx="10515601" cy="4001390"/>
        </p:xfrm>
        <a:graphic>
          <a:graphicData uri="http://schemas.openxmlformats.org/drawingml/2006/table">
            <a:tbl>
              <a:tblPr firstCol="1" bandRow="1">
                <a:tableStyleId>{5C22544A-7EE6-4342-B048-85BDC9FD1C3A}</a:tableStyleId>
              </a:tblPr>
              <a:tblGrid>
                <a:gridCol w="1999444">
                  <a:extLst>
                    <a:ext uri="{9D8B030D-6E8A-4147-A177-3AD203B41FA5}">
                      <a16:colId xmlns:a16="http://schemas.microsoft.com/office/drawing/2014/main" val="2332767990"/>
                    </a:ext>
                  </a:extLst>
                </a:gridCol>
                <a:gridCol w="8516157">
                  <a:extLst>
                    <a:ext uri="{9D8B030D-6E8A-4147-A177-3AD203B41FA5}">
                      <a16:colId xmlns:a16="http://schemas.microsoft.com/office/drawing/2014/main" val="3367803006"/>
                    </a:ext>
                  </a:extLst>
                </a:gridCol>
              </a:tblGrid>
              <a:tr h="762000">
                <a:tc>
                  <a:txBody>
                    <a:bodyPr/>
                    <a:lstStyle/>
                    <a:p>
                      <a:pPr marR="147320" algn="r">
                        <a:lnSpc>
                          <a:spcPct val="115000"/>
                        </a:lnSpc>
                        <a:spcAft>
                          <a:spcPts val="0"/>
                        </a:spcAft>
                      </a:pPr>
                      <a:r>
                        <a:rPr lang="es-ES" sz="1800" kern="50" dirty="0">
                          <a:effectLst/>
                          <a:latin typeface="HP Simplified" panose="020B0604020204020204" pitchFamily="34" charset="0"/>
                        </a:rPr>
                        <a:t>Propósito</a:t>
                      </a:r>
                      <a:endParaRPr lang="es-CL" sz="1800" kern="50" dirty="0">
                        <a:effectLst/>
                        <a:latin typeface="HP Simplified" panose="020B0604020204020204" pitchFamily="34" charset="0"/>
                        <a:ea typeface="Times New Roman" panose="02020603050405020304" pitchFamily="18" charset="0"/>
                        <a:cs typeface="Times New Roman" panose="02020603050405020304" pitchFamily="18" charset="0"/>
                      </a:endParaRPr>
                    </a:p>
                  </a:txBody>
                  <a:tcPr marL="34925" marR="34925" marT="34925" marB="34925">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nSpc>
                          <a:spcPct val="115000"/>
                        </a:lnSpc>
                        <a:spcAft>
                          <a:spcPts val="0"/>
                        </a:spcAft>
                      </a:pPr>
                      <a:r>
                        <a:rPr lang="es-MX" sz="1800" dirty="0">
                          <a:effectLst/>
                          <a:latin typeface="HP Simplified" panose="020B0604020204020204" pitchFamily="34" charset="0"/>
                        </a:rPr>
                        <a:t>Resolver problemas definiendo formalmente un modelo de computación.</a:t>
                      </a:r>
                      <a:endParaRPr lang="es-CL" sz="1800" dirty="0">
                        <a:solidFill>
                          <a:srgbClr val="000000"/>
                        </a:solidFill>
                        <a:effectLst/>
                        <a:latin typeface="HP Simplified" panose="020B0604020204020204" pitchFamily="34" charset="0"/>
                        <a:ea typeface="Times New Roman" panose="02020603050405020304" pitchFamily="18" charset="0"/>
                        <a:cs typeface="Times New Roman" panose="02020603050405020304" pitchFamily="18" charset="0"/>
                      </a:endParaRPr>
                    </a:p>
                  </a:txBody>
                  <a:tcPr marL="34925" marR="34925" marT="34925" marB="34925">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553596175"/>
                  </a:ext>
                </a:extLst>
              </a:tr>
              <a:tr h="2209800">
                <a:tc>
                  <a:txBody>
                    <a:bodyPr/>
                    <a:lstStyle/>
                    <a:p>
                      <a:pPr marR="147320" algn="r">
                        <a:lnSpc>
                          <a:spcPct val="115000"/>
                        </a:lnSpc>
                        <a:spcAft>
                          <a:spcPts val="0"/>
                        </a:spcAft>
                      </a:pPr>
                      <a:r>
                        <a:rPr lang="es-ES" sz="1800" kern="50" dirty="0">
                          <a:effectLst/>
                          <a:latin typeface="HP Simplified" panose="020B0604020204020204" pitchFamily="34" charset="0"/>
                        </a:rPr>
                        <a:t>Objetivos</a:t>
                      </a:r>
                      <a:endParaRPr lang="es-CL" sz="1800" kern="50" dirty="0">
                        <a:effectLst/>
                        <a:latin typeface="HP Simplified" panose="020B0604020204020204" pitchFamily="34" charset="0"/>
                        <a:ea typeface="Times New Roman" panose="02020603050405020304" pitchFamily="18" charset="0"/>
                        <a:cs typeface="Times New Roman" panose="02020603050405020304" pitchFamily="18" charset="0"/>
                      </a:endParaRPr>
                    </a:p>
                  </a:txBody>
                  <a:tcPr marL="34925" marR="34925" marT="34925" marB="34925">
                    <a:lnL w="12700" cap="flat" cmpd="sng" algn="ctr">
                      <a:solidFill>
                        <a:schemeClr val="tx1"/>
                      </a:solidFill>
                      <a:prstDash val="solid"/>
                      <a:round/>
                      <a:headEnd type="none" w="med" len="med"/>
                      <a:tailEnd type="none" w="med" len="med"/>
                    </a:lnL>
                  </a:tcPr>
                </a:tc>
                <a:tc>
                  <a:txBody>
                    <a:bodyPr/>
                    <a:lstStyle/>
                    <a:p>
                      <a:pPr marL="811213" indent="-811213">
                        <a:lnSpc>
                          <a:spcPct val="115000"/>
                        </a:lnSpc>
                        <a:spcAft>
                          <a:spcPts val="0"/>
                        </a:spcAft>
                        <a:tabLst>
                          <a:tab pos="811213" algn="l"/>
                        </a:tabLst>
                      </a:pPr>
                      <a:r>
                        <a:rPr lang="es-ES" sz="1800" b="1" kern="50" dirty="0">
                          <a:effectLst/>
                          <a:latin typeface="HP Simplified" panose="020B0604020204020204" pitchFamily="34" charset="0"/>
                        </a:rPr>
                        <a:t>OA 3 </a:t>
                      </a:r>
                      <a:r>
                        <a:rPr lang="es-ES" sz="1800" kern="50" dirty="0">
                          <a:effectLst/>
                          <a:latin typeface="HP Simplified" panose="020B0604020204020204" pitchFamily="34" charset="0"/>
                        </a:rPr>
                        <a:t>	</a:t>
                      </a:r>
                      <a:r>
                        <a:rPr lang="es-MX" sz="1800" kern="50" dirty="0">
                          <a:effectLst/>
                          <a:latin typeface="HP Simplified" panose="020B0604020204020204" pitchFamily="34" charset="0"/>
                        </a:rPr>
                        <a:t>Desarrollar y programar algoritmos para ejecutar procedimientos matemáticos, realizar cálculos y obtener términos definidos por una regla o patrón.</a:t>
                      </a:r>
                    </a:p>
                    <a:p>
                      <a:pPr marL="811213" indent="-811213">
                        <a:lnSpc>
                          <a:spcPct val="115000"/>
                        </a:lnSpc>
                        <a:spcAft>
                          <a:spcPts val="0"/>
                        </a:spcAft>
                        <a:tabLst>
                          <a:tab pos="811213" algn="l"/>
                        </a:tabLst>
                      </a:pPr>
                      <a:r>
                        <a:rPr lang="es-ES" sz="1800" b="1" kern="50" dirty="0">
                          <a:effectLst/>
                          <a:latin typeface="HP Simplified" panose="020B0604020204020204" pitchFamily="34" charset="0"/>
                        </a:rPr>
                        <a:t>OA g </a:t>
                      </a:r>
                      <a:r>
                        <a:rPr lang="es-ES" sz="1800" kern="50" dirty="0">
                          <a:effectLst/>
                          <a:latin typeface="HP Simplified" panose="020B0604020204020204" pitchFamily="34" charset="0"/>
                        </a:rPr>
                        <a:t>	Elaborar representaciones, tanto en forma manual como digital, y justificar cómo una misma información puede ser utilizada según el tipo de representación.</a:t>
                      </a:r>
                    </a:p>
                    <a:p>
                      <a:pPr marL="811213" indent="-811213">
                        <a:lnSpc>
                          <a:spcPct val="115000"/>
                        </a:lnSpc>
                        <a:spcAft>
                          <a:spcPts val="0"/>
                        </a:spcAft>
                        <a:tabLst>
                          <a:tab pos="811213" algn="l"/>
                        </a:tabLst>
                      </a:pPr>
                      <a:r>
                        <a:rPr lang="es-MX" sz="1800" b="1" kern="50" dirty="0">
                          <a:effectLst/>
                          <a:latin typeface="HP Simplified" panose="020B0604020204020204" pitchFamily="34" charset="0"/>
                          <a:ea typeface="Times New Roman" panose="02020603050405020304" pitchFamily="18" charset="0"/>
                          <a:cs typeface="Times New Roman" panose="02020603050405020304" pitchFamily="18" charset="0"/>
                        </a:rPr>
                        <a:t>OA j</a:t>
                      </a:r>
                      <a:r>
                        <a:rPr lang="es-MX" sz="1800" kern="50" dirty="0">
                          <a:effectLst/>
                          <a:latin typeface="HP Simplified" panose="020B0604020204020204" pitchFamily="34" charset="0"/>
                          <a:ea typeface="Times New Roman" panose="02020603050405020304" pitchFamily="18" charset="0"/>
                          <a:cs typeface="Times New Roman" panose="02020603050405020304" pitchFamily="18" charset="0"/>
                        </a:rPr>
                        <a:t>	Desarrollar un trabajo colaborativo en línea para discusión y resolución de tareas matemáticas, usando herramientas electrónicas de productividad, entornos virtuales y redes sociales.</a:t>
                      </a:r>
                      <a:endParaRPr lang="es-CL" sz="1800" kern="50" dirty="0">
                        <a:effectLst/>
                        <a:latin typeface="HP Simplified" panose="020B0604020204020204" pitchFamily="34" charset="0"/>
                        <a:ea typeface="Times New Roman" panose="02020603050405020304" pitchFamily="18" charset="0"/>
                        <a:cs typeface="Times New Roman" panose="02020603050405020304" pitchFamily="18" charset="0"/>
                      </a:endParaRPr>
                    </a:p>
                  </a:txBody>
                  <a:tcPr marL="34925" marR="34925" marT="34925" marB="34925">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535054022"/>
                  </a:ext>
                </a:extLst>
              </a:tr>
              <a:tr h="967826">
                <a:tc>
                  <a:txBody>
                    <a:bodyPr/>
                    <a:lstStyle/>
                    <a:p>
                      <a:pPr marR="147320" algn="r">
                        <a:lnSpc>
                          <a:spcPct val="115000"/>
                        </a:lnSpc>
                        <a:spcAft>
                          <a:spcPts val="0"/>
                        </a:spcAft>
                      </a:pPr>
                      <a:r>
                        <a:rPr lang="es-ES" sz="1800" kern="50" dirty="0">
                          <a:effectLst/>
                          <a:latin typeface="HP Simplified" panose="020B0604020204020204" pitchFamily="34" charset="0"/>
                        </a:rPr>
                        <a:t>Actitudes</a:t>
                      </a:r>
                      <a:endParaRPr lang="es-CL" sz="1800" kern="50" dirty="0">
                        <a:effectLst/>
                        <a:latin typeface="HP Simplified" panose="020B0604020204020204" pitchFamily="34" charset="0"/>
                        <a:ea typeface="Times New Roman" panose="02020603050405020304" pitchFamily="18" charset="0"/>
                        <a:cs typeface="Times New Roman" panose="02020603050405020304" pitchFamily="18" charset="0"/>
                      </a:endParaRPr>
                    </a:p>
                  </a:txBody>
                  <a:tcPr marL="34925" marR="34925" marT="34925" marB="34925">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nSpc>
                          <a:spcPct val="115000"/>
                        </a:lnSpc>
                        <a:spcAft>
                          <a:spcPts val="0"/>
                        </a:spcAft>
                      </a:pPr>
                      <a:r>
                        <a:rPr lang="es-MX" sz="1800" kern="50" dirty="0">
                          <a:effectLst/>
                          <a:latin typeface="HP Simplified" panose="020B0604020204020204" pitchFamily="34" charset="0"/>
                        </a:rPr>
                        <a:t>Aprovechar las herramientas disponibles para aprender y resolver problemas.</a:t>
                      </a:r>
                      <a:endParaRPr lang="es-ES" sz="1800" kern="50" dirty="0">
                        <a:effectLst/>
                        <a:latin typeface="HP Simplified" panose="020B0604020204020204" pitchFamily="34" charset="0"/>
                      </a:endParaRPr>
                    </a:p>
                    <a:p>
                      <a:pPr>
                        <a:lnSpc>
                          <a:spcPct val="115000"/>
                        </a:lnSpc>
                        <a:spcAft>
                          <a:spcPts val="0"/>
                        </a:spcAft>
                      </a:pPr>
                      <a:r>
                        <a:rPr lang="es-MX" sz="1800" kern="50" dirty="0">
                          <a:effectLst/>
                          <a:latin typeface="HP Simplified" panose="020B0604020204020204" pitchFamily="34" charset="0"/>
                          <a:ea typeface="Times New Roman" panose="02020603050405020304" pitchFamily="18" charset="0"/>
                          <a:cs typeface="Times New Roman" panose="02020603050405020304" pitchFamily="18" charset="0"/>
                        </a:rPr>
                        <a:t>Trabajar colaborativamente en la generación, desarrollo y gestión de proyectos y la resolución de problemas, integrando las diferentes ideas y puntos de vista.</a:t>
                      </a:r>
                      <a:endParaRPr lang="es-CL" sz="1800" kern="50" dirty="0">
                        <a:effectLst/>
                        <a:latin typeface="HP Simplified" panose="020B0604020204020204" pitchFamily="34" charset="0"/>
                        <a:ea typeface="Times New Roman" panose="02020603050405020304" pitchFamily="18" charset="0"/>
                        <a:cs typeface="Times New Roman" panose="02020603050405020304" pitchFamily="18" charset="0"/>
                      </a:endParaRPr>
                    </a:p>
                  </a:txBody>
                  <a:tcPr marL="34925" marR="34925" marT="34925" marB="34925">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10608455"/>
                  </a:ext>
                </a:extLst>
              </a:tr>
            </a:tbl>
          </a:graphicData>
        </a:graphic>
      </p:graphicFrame>
    </p:spTree>
    <p:extLst>
      <p:ext uri="{BB962C8B-B14F-4D97-AF65-F5344CB8AC3E}">
        <p14:creationId xmlns:p14="http://schemas.microsoft.com/office/powerpoint/2010/main" val="24001054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BEBAD61-B030-478F-9EFC-587E811BE169}"/>
              </a:ext>
            </a:extLst>
          </p:cNvPr>
          <p:cNvSpPr>
            <a:spLocks noGrp="1"/>
          </p:cNvSpPr>
          <p:nvPr>
            <p:ph type="title"/>
          </p:nvPr>
        </p:nvSpPr>
        <p:spPr/>
        <p:txBody>
          <a:bodyPr>
            <a:normAutofit/>
          </a:bodyPr>
          <a:lstStyle/>
          <a:p>
            <a:r>
              <a:rPr lang="es-CL" dirty="0"/>
              <a:t>Expresiones </a:t>
            </a:r>
          </a:p>
        </p:txBody>
      </p:sp>
      <p:sp>
        <p:nvSpPr>
          <p:cNvPr id="3" name="Marcador de contenido 2">
            <a:extLst>
              <a:ext uri="{FF2B5EF4-FFF2-40B4-BE49-F238E27FC236}">
                <a16:creationId xmlns:a16="http://schemas.microsoft.com/office/drawing/2014/main" id="{490040E4-F064-42A8-89C3-A1A1F51CB4FA}"/>
              </a:ext>
            </a:extLst>
          </p:cNvPr>
          <p:cNvSpPr>
            <a:spLocks noGrp="1"/>
          </p:cNvSpPr>
          <p:nvPr>
            <p:ph sz="quarter" idx="13"/>
          </p:nvPr>
        </p:nvSpPr>
        <p:spPr>
          <a:xfrm>
            <a:off x="685801" y="2063396"/>
            <a:ext cx="6553200" cy="3311189"/>
          </a:xfrm>
        </p:spPr>
        <p:txBody>
          <a:bodyPr/>
          <a:lstStyle/>
          <a:p>
            <a:r>
              <a:rPr lang="es-MX" sz="2800" dirty="0"/>
              <a:t>En programación, una expresión es una combinación de constantes, variables o funciones, que es interpretada de acuerdo a las normas particulares de precedencia y asociación para un lenguaje de programación en particular.</a:t>
            </a:r>
            <a:endParaRPr lang="es-CL" sz="2800" dirty="0"/>
          </a:p>
        </p:txBody>
      </p:sp>
      <p:graphicFrame>
        <p:nvGraphicFramePr>
          <p:cNvPr id="7" name="Diagrama 6">
            <a:extLst>
              <a:ext uri="{FF2B5EF4-FFF2-40B4-BE49-F238E27FC236}">
                <a16:creationId xmlns:a16="http://schemas.microsoft.com/office/drawing/2014/main" id="{8CEF3C75-22FB-436B-B139-04E4645D820A}"/>
              </a:ext>
            </a:extLst>
          </p:cNvPr>
          <p:cNvGraphicFramePr/>
          <p:nvPr>
            <p:extLst>
              <p:ext uri="{D42A27DB-BD31-4B8C-83A1-F6EECF244321}">
                <p14:modId xmlns:p14="http://schemas.microsoft.com/office/powerpoint/2010/main" val="2203659469"/>
              </p:ext>
            </p:extLst>
          </p:nvPr>
        </p:nvGraphicFramePr>
        <p:xfrm>
          <a:off x="6858000" y="1634846"/>
          <a:ext cx="5207001" cy="377613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9" name="Gráfico 8" descr="Calculadora">
            <a:extLst>
              <a:ext uri="{FF2B5EF4-FFF2-40B4-BE49-F238E27FC236}">
                <a16:creationId xmlns:a16="http://schemas.microsoft.com/office/drawing/2014/main" id="{A47C1833-0876-4359-9F1B-E6DD3164F3B0}"/>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620000" y="3162912"/>
            <a:ext cx="720000" cy="720000"/>
          </a:xfrm>
          <a:prstGeom prst="rect">
            <a:avLst/>
          </a:prstGeom>
        </p:spPr>
      </p:pic>
      <p:pic>
        <p:nvPicPr>
          <p:cNvPr id="11" name="Gráfico 10" descr="Gráfico de decisión">
            <a:extLst>
              <a:ext uri="{FF2B5EF4-FFF2-40B4-BE49-F238E27FC236}">
                <a16:creationId xmlns:a16="http://schemas.microsoft.com/office/drawing/2014/main" id="{554CA69F-4D55-41B9-B4B3-C97FB5BDFA48}"/>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7620000" y="1780338"/>
            <a:ext cx="720000" cy="720000"/>
          </a:xfrm>
          <a:prstGeom prst="rect">
            <a:avLst/>
          </a:prstGeom>
        </p:spPr>
      </p:pic>
      <p:pic>
        <p:nvPicPr>
          <p:cNvPr id="13" name="Gráfico 12" descr="Cabeza con engranajes">
            <a:extLst>
              <a:ext uri="{FF2B5EF4-FFF2-40B4-BE49-F238E27FC236}">
                <a16:creationId xmlns:a16="http://schemas.microsoft.com/office/drawing/2014/main" id="{835921AD-7775-4A2D-BE0E-33AF23D37816}"/>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7620000" y="4503154"/>
            <a:ext cx="720000" cy="720000"/>
          </a:xfrm>
          <a:prstGeom prst="rect">
            <a:avLst/>
          </a:prstGeom>
        </p:spPr>
      </p:pic>
    </p:spTree>
    <p:extLst>
      <p:ext uri="{BB962C8B-B14F-4D97-AF65-F5344CB8AC3E}">
        <p14:creationId xmlns:p14="http://schemas.microsoft.com/office/powerpoint/2010/main" val="11544117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lipse 5">
            <a:extLst>
              <a:ext uri="{FF2B5EF4-FFF2-40B4-BE49-F238E27FC236}">
                <a16:creationId xmlns:a16="http://schemas.microsoft.com/office/drawing/2014/main" id="{14268FAE-AFC9-440C-BB59-E1E0DCFF6353}"/>
              </a:ext>
            </a:extLst>
          </p:cNvPr>
          <p:cNvSpPr/>
          <p:nvPr/>
        </p:nvSpPr>
        <p:spPr>
          <a:xfrm>
            <a:off x="672600" y="381000"/>
            <a:ext cx="1080000" cy="1080000"/>
          </a:xfrm>
          <a:prstGeom prst="ellipse">
            <a:avLst/>
          </a:prstGeom>
          <a:solidFill>
            <a:srgbClr val="F7CDBC"/>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2" name="Título 1">
            <a:extLst>
              <a:ext uri="{FF2B5EF4-FFF2-40B4-BE49-F238E27FC236}">
                <a16:creationId xmlns:a16="http://schemas.microsoft.com/office/drawing/2014/main" id="{FD0527A8-85A6-44A2-8A78-C4BA4E1364E0}"/>
              </a:ext>
            </a:extLst>
          </p:cNvPr>
          <p:cNvSpPr>
            <a:spLocks noGrp="1"/>
          </p:cNvSpPr>
          <p:nvPr>
            <p:ph type="title"/>
          </p:nvPr>
        </p:nvSpPr>
        <p:spPr>
          <a:xfrm>
            <a:off x="1769660" y="354501"/>
            <a:ext cx="9304373" cy="1151965"/>
          </a:xfrm>
        </p:spPr>
        <p:txBody>
          <a:bodyPr/>
          <a:lstStyle/>
          <a:p>
            <a:r>
              <a:rPr lang="es-CL" dirty="0"/>
              <a:t>Operadores</a:t>
            </a:r>
          </a:p>
        </p:txBody>
      </p:sp>
      <p:sp>
        <p:nvSpPr>
          <p:cNvPr id="3" name="Marcador de contenido 2">
            <a:extLst>
              <a:ext uri="{FF2B5EF4-FFF2-40B4-BE49-F238E27FC236}">
                <a16:creationId xmlns:a16="http://schemas.microsoft.com/office/drawing/2014/main" id="{3B87B0A5-F419-4834-9784-E1D4934CE3AE}"/>
              </a:ext>
            </a:extLst>
          </p:cNvPr>
          <p:cNvSpPr>
            <a:spLocks noGrp="1"/>
          </p:cNvSpPr>
          <p:nvPr>
            <p:ph sz="quarter" idx="13"/>
          </p:nvPr>
        </p:nvSpPr>
        <p:spPr>
          <a:xfrm>
            <a:off x="685801" y="2063396"/>
            <a:ext cx="5867400" cy="3311189"/>
          </a:xfrm>
        </p:spPr>
        <p:txBody>
          <a:bodyPr/>
          <a:lstStyle/>
          <a:p>
            <a:r>
              <a:rPr lang="es-MX" sz="2800" dirty="0"/>
              <a:t>Este </a:t>
            </a:r>
            <a:r>
              <a:rPr lang="es-MX" sz="2800" dirty="0" err="1"/>
              <a:t>pseudolenguaje</a:t>
            </a:r>
            <a:r>
              <a:rPr lang="es-MX" sz="2800" dirty="0"/>
              <a:t> dispone de un conjunto básico de operadores que pueden ser utilizados para la construcción de expresiones más o menos complejas.</a:t>
            </a:r>
          </a:p>
          <a:p>
            <a:r>
              <a:rPr lang="es-MX" sz="2800" dirty="0"/>
              <a:t>La siguiente tablas exhiben la totalidad de los operadores de este lenguaje reducido:</a:t>
            </a:r>
            <a:endParaRPr lang="es-CL" sz="2800" dirty="0"/>
          </a:p>
        </p:txBody>
      </p:sp>
      <p:pic>
        <p:nvPicPr>
          <p:cNvPr id="5" name="Gráfico 4" descr="Gráfico de decisión">
            <a:extLst>
              <a:ext uri="{FF2B5EF4-FFF2-40B4-BE49-F238E27FC236}">
                <a16:creationId xmlns:a16="http://schemas.microsoft.com/office/drawing/2014/main" id="{5C1D8617-CC99-496D-8575-193CDEBF5CF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37510" y="561000"/>
            <a:ext cx="720000" cy="720000"/>
          </a:xfrm>
          <a:prstGeom prst="rect">
            <a:avLst/>
          </a:prstGeom>
        </p:spPr>
      </p:pic>
      <p:pic>
        <p:nvPicPr>
          <p:cNvPr id="8" name="Imagen 7">
            <a:extLst>
              <a:ext uri="{FF2B5EF4-FFF2-40B4-BE49-F238E27FC236}">
                <a16:creationId xmlns:a16="http://schemas.microsoft.com/office/drawing/2014/main" id="{7FA5A2F5-0C56-4A5F-91B4-69B0CF1287B9}"/>
              </a:ext>
            </a:extLst>
          </p:cNvPr>
          <p:cNvPicPr>
            <a:picLocks noChangeAspect="1"/>
          </p:cNvPicPr>
          <p:nvPr/>
        </p:nvPicPr>
        <p:blipFill>
          <a:blip r:embed="rId4"/>
          <a:stretch>
            <a:fillRect/>
          </a:stretch>
        </p:blipFill>
        <p:spPr>
          <a:xfrm>
            <a:off x="6348468" y="637200"/>
            <a:ext cx="5763483" cy="6015636"/>
          </a:xfrm>
          <a:prstGeom prst="rect">
            <a:avLst/>
          </a:prstGeom>
        </p:spPr>
      </p:pic>
    </p:spTree>
    <p:extLst>
      <p:ext uri="{BB962C8B-B14F-4D97-AF65-F5344CB8AC3E}">
        <p14:creationId xmlns:p14="http://schemas.microsoft.com/office/powerpoint/2010/main" val="24746661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lipse 5">
            <a:extLst>
              <a:ext uri="{FF2B5EF4-FFF2-40B4-BE49-F238E27FC236}">
                <a16:creationId xmlns:a16="http://schemas.microsoft.com/office/drawing/2014/main" id="{14268FAE-AFC9-440C-BB59-E1E0DCFF6353}"/>
              </a:ext>
            </a:extLst>
          </p:cNvPr>
          <p:cNvSpPr/>
          <p:nvPr/>
        </p:nvSpPr>
        <p:spPr>
          <a:xfrm>
            <a:off x="672600" y="381000"/>
            <a:ext cx="1080000" cy="1080000"/>
          </a:xfrm>
          <a:prstGeom prst="ellipse">
            <a:avLst/>
          </a:prstGeom>
          <a:solidFill>
            <a:srgbClr val="F7CDBC"/>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2" name="Título 1">
            <a:extLst>
              <a:ext uri="{FF2B5EF4-FFF2-40B4-BE49-F238E27FC236}">
                <a16:creationId xmlns:a16="http://schemas.microsoft.com/office/drawing/2014/main" id="{FD0527A8-85A6-44A2-8A78-C4BA4E1364E0}"/>
              </a:ext>
            </a:extLst>
          </p:cNvPr>
          <p:cNvSpPr>
            <a:spLocks noGrp="1"/>
          </p:cNvSpPr>
          <p:nvPr>
            <p:ph type="title"/>
          </p:nvPr>
        </p:nvSpPr>
        <p:spPr>
          <a:xfrm>
            <a:off x="1769660" y="354501"/>
            <a:ext cx="9304373" cy="1151965"/>
          </a:xfrm>
        </p:spPr>
        <p:txBody>
          <a:bodyPr/>
          <a:lstStyle/>
          <a:p>
            <a:r>
              <a:rPr lang="es-CL" dirty="0"/>
              <a:t>Funciones</a:t>
            </a:r>
          </a:p>
        </p:txBody>
      </p:sp>
      <p:sp>
        <p:nvSpPr>
          <p:cNvPr id="3" name="Marcador de contenido 2">
            <a:extLst>
              <a:ext uri="{FF2B5EF4-FFF2-40B4-BE49-F238E27FC236}">
                <a16:creationId xmlns:a16="http://schemas.microsoft.com/office/drawing/2014/main" id="{3B87B0A5-F419-4834-9784-E1D4934CE3AE}"/>
              </a:ext>
            </a:extLst>
          </p:cNvPr>
          <p:cNvSpPr>
            <a:spLocks noGrp="1"/>
          </p:cNvSpPr>
          <p:nvPr>
            <p:ph sz="quarter" idx="13"/>
          </p:nvPr>
        </p:nvSpPr>
        <p:spPr>
          <a:xfrm>
            <a:off x="685800" y="2063396"/>
            <a:ext cx="10515599" cy="3311189"/>
          </a:xfrm>
        </p:spPr>
        <p:txBody>
          <a:bodyPr/>
          <a:lstStyle/>
          <a:p>
            <a:r>
              <a:rPr lang="es-MX" sz="2800" dirty="0"/>
              <a:t> Las funciones en el pseudocódigo se utilizan de forma similar a otros lenguajes. Se coloca su nombre seguido de los argumentos para la misma encerrados entre paréntesis. Se pueden utilizar dentro de cualquier expresión, y cuando se evalúe la misma, se reemplazará por el resultado correspondiente. Actualmente, todas la funciones disponibles son matemáticas (es decir que devolverán un resultado de tipo numérico) y reciben un sólo parámetro de tipo numérico</a:t>
            </a:r>
            <a:endParaRPr lang="es-CL" sz="2800" dirty="0"/>
          </a:p>
        </p:txBody>
      </p:sp>
      <p:pic>
        <p:nvPicPr>
          <p:cNvPr id="4" name="Gráfico 3" descr="Calculadora">
            <a:extLst>
              <a:ext uri="{FF2B5EF4-FFF2-40B4-BE49-F238E27FC236}">
                <a16:creationId xmlns:a16="http://schemas.microsoft.com/office/drawing/2014/main" id="{8840AF35-DF9F-41A6-94AE-CB6B0AB3EE1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52600" y="570483"/>
            <a:ext cx="720000" cy="720000"/>
          </a:xfrm>
          <a:prstGeom prst="rect">
            <a:avLst/>
          </a:prstGeom>
        </p:spPr>
      </p:pic>
    </p:spTree>
    <p:extLst>
      <p:ext uri="{BB962C8B-B14F-4D97-AF65-F5344CB8AC3E}">
        <p14:creationId xmlns:p14="http://schemas.microsoft.com/office/powerpoint/2010/main" val="3228733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lipse 5">
            <a:extLst>
              <a:ext uri="{FF2B5EF4-FFF2-40B4-BE49-F238E27FC236}">
                <a16:creationId xmlns:a16="http://schemas.microsoft.com/office/drawing/2014/main" id="{14268FAE-AFC9-440C-BB59-E1E0DCFF6353}"/>
              </a:ext>
            </a:extLst>
          </p:cNvPr>
          <p:cNvSpPr/>
          <p:nvPr/>
        </p:nvSpPr>
        <p:spPr>
          <a:xfrm>
            <a:off x="672600" y="381000"/>
            <a:ext cx="1080000" cy="1080000"/>
          </a:xfrm>
          <a:prstGeom prst="ellipse">
            <a:avLst/>
          </a:prstGeom>
          <a:solidFill>
            <a:srgbClr val="F7CDBC"/>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2" name="Título 1">
            <a:extLst>
              <a:ext uri="{FF2B5EF4-FFF2-40B4-BE49-F238E27FC236}">
                <a16:creationId xmlns:a16="http://schemas.microsoft.com/office/drawing/2014/main" id="{FD0527A8-85A6-44A2-8A78-C4BA4E1364E0}"/>
              </a:ext>
            </a:extLst>
          </p:cNvPr>
          <p:cNvSpPr>
            <a:spLocks noGrp="1"/>
          </p:cNvSpPr>
          <p:nvPr>
            <p:ph type="title"/>
          </p:nvPr>
        </p:nvSpPr>
        <p:spPr>
          <a:xfrm>
            <a:off x="1769660" y="354501"/>
            <a:ext cx="9304373" cy="1151965"/>
          </a:xfrm>
        </p:spPr>
        <p:txBody>
          <a:bodyPr/>
          <a:lstStyle/>
          <a:p>
            <a:r>
              <a:rPr lang="es-CL" dirty="0"/>
              <a:t>Funciones</a:t>
            </a:r>
          </a:p>
        </p:txBody>
      </p:sp>
      <p:pic>
        <p:nvPicPr>
          <p:cNvPr id="4" name="Gráfico 3" descr="Calculadora">
            <a:extLst>
              <a:ext uri="{FF2B5EF4-FFF2-40B4-BE49-F238E27FC236}">
                <a16:creationId xmlns:a16="http://schemas.microsoft.com/office/drawing/2014/main" id="{8840AF35-DF9F-41A6-94AE-CB6B0AB3EE1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52600" y="570483"/>
            <a:ext cx="720000" cy="720000"/>
          </a:xfrm>
          <a:prstGeom prst="rect">
            <a:avLst/>
          </a:prstGeom>
        </p:spPr>
      </p:pic>
      <p:pic>
        <p:nvPicPr>
          <p:cNvPr id="8" name="Marcador de contenido 7">
            <a:extLst>
              <a:ext uri="{FF2B5EF4-FFF2-40B4-BE49-F238E27FC236}">
                <a16:creationId xmlns:a16="http://schemas.microsoft.com/office/drawing/2014/main" id="{AFFC0541-75B7-4BB4-87AE-EF20DD9AF2C0}"/>
              </a:ext>
            </a:extLst>
          </p:cNvPr>
          <p:cNvPicPr>
            <a:picLocks noGrp="1" noChangeAspect="1"/>
          </p:cNvPicPr>
          <p:nvPr>
            <p:ph sz="quarter" idx="13"/>
          </p:nvPr>
        </p:nvPicPr>
        <p:blipFill>
          <a:blip r:embed="rId4"/>
          <a:stretch>
            <a:fillRect/>
          </a:stretch>
        </p:blipFill>
        <p:spPr>
          <a:xfrm>
            <a:off x="457200" y="1524581"/>
            <a:ext cx="11582400" cy="4996329"/>
          </a:xfrm>
          <a:prstGeom prst="rect">
            <a:avLst/>
          </a:prstGeom>
        </p:spPr>
      </p:pic>
    </p:spTree>
    <p:extLst>
      <p:ext uri="{BB962C8B-B14F-4D97-AF65-F5344CB8AC3E}">
        <p14:creationId xmlns:p14="http://schemas.microsoft.com/office/powerpoint/2010/main" val="34834068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lipse 5">
            <a:extLst>
              <a:ext uri="{FF2B5EF4-FFF2-40B4-BE49-F238E27FC236}">
                <a16:creationId xmlns:a16="http://schemas.microsoft.com/office/drawing/2014/main" id="{14268FAE-AFC9-440C-BB59-E1E0DCFF6353}"/>
              </a:ext>
            </a:extLst>
          </p:cNvPr>
          <p:cNvSpPr/>
          <p:nvPr/>
        </p:nvSpPr>
        <p:spPr>
          <a:xfrm>
            <a:off x="672600" y="381000"/>
            <a:ext cx="1080000" cy="1080000"/>
          </a:xfrm>
          <a:prstGeom prst="ellipse">
            <a:avLst/>
          </a:prstGeom>
          <a:solidFill>
            <a:srgbClr val="F7CDBC"/>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2" name="Título 1">
            <a:extLst>
              <a:ext uri="{FF2B5EF4-FFF2-40B4-BE49-F238E27FC236}">
                <a16:creationId xmlns:a16="http://schemas.microsoft.com/office/drawing/2014/main" id="{FD0527A8-85A6-44A2-8A78-C4BA4E1364E0}"/>
              </a:ext>
            </a:extLst>
          </p:cNvPr>
          <p:cNvSpPr>
            <a:spLocks noGrp="1"/>
          </p:cNvSpPr>
          <p:nvPr>
            <p:ph type="title"/>
          </p:nvPr>
        </p:nvSpPr>
        <p:spPr>
          <a:xfrm>
            <a:off x="1769660" y="354501"/>
            <a:ext cx="9304373" cy="1151965"/>
          </a:xfrm>
        </p:spPr>
        <p:txBody>
          <a:bodyPr>
            <a:noAutofit/>
          </a:bodyPr>
          <a:lstStyle/>
          <a:p>
            <a:pPr lvl="0"/>
            <a:r>
              <a:rPr lang="es-CL" sz="4800" dirty="0"/>
              <a:t>Expresiones </a:t>
            </a:r>
            <a:br>
              <a:rPr lang="es-CL" sz="4800" dirty="0"/>
            </a:br>
            <a:r>
              <a:rPr lang="es-CL" sz="4800" dirty="0"/>
              <a:t>Coloquiales</a:t>
            </a:r>
          </a:p>
        </p:txBody>
      </p:sp>
      <p:sp>
        <p:nvSpPr>
          <p:cNvPr id="3" name="Marcador de contenido 2">
            <a:extLst>
              <a:ext uri="{FF2B5EF4-FFF2-40B4-BE49-F238E27FC236}">
                <a16:creationId xmlns:a16="http://schemas.microsoft.com/office/drawing/2014/main" id="{3B87B0A5-F419-4834-9784-E1D4934CE3AE}"/>
              </a:ext>
            </a:extLst>
          </p:cNvPr>
          <p:cNvSpPr>
            <a:spLocks noGrp="1"/>
          </p:cNvSpPr>
          <p:nvPr>
            <p:ph sz="quarter" idx="13"/>
          </p:nvPr>
        </p:nvSpPr>
        <p:spPr>
          <a:xfrm>
            <a:off x="647578" y="2438400"/>
            <a:ext cx="7582021" cy="3311189"/>
          </a:xfrm>
        </p:spPr>
        <p:txBody>
          <a:bodyPr/>
          <a:lstStyle/>
          <a:p>
            <a:r>
              <a:rPr lang="es-MX" sz="2800" dirty="0"/>
              <a:t> Si se encuentra habilitado el uso de "Condicionales en lenguaje coloquial" en las opciones del lenguaje, se pueden introducir algunas expresiones adicionales para formar condiciones (expresiones lógicas). La siguiente tabla muestra ejemplos de estas, suponiendo que X e Y son variables, junto con su equivalente en el lenguaje formal:</a:t>
            </a:r>
            <a:endParaRPr lang="es-CL" sz="2800" dirty="0"/>
          </a:p>
        </p:txBody>
      </p:sp>
      <p:pic>
        <p:nvPicPr>
          <p:cNvPr id="4" name="Gráfico 3" descr="Cabeza con engranajes">
            <a:extLst>
              <a:ext uri="{FF2B5EF4-FFF2-40B4-BE49-F238E27FC236}">
                <a16:creationId xmlns:a16="http://schemas.microsoft.com/office/drawing/2014/main" id="{DB4A7723-9003-410D-81F6-891123FDE1D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52600" y="570483"/>
            <a:ext cx="720000" cy="720000"/>
          </a:xfrm>
          <a:prstGeom prst="rect">
            <a:avLst/>
          </a:prstGeom>
        </p:spPr>
      </p:pic>
      <p:pic>
        <p:nvPicPr>
          <p:cNvPr id="9" name="Imagen 8">
            <a:extLst>
              <a:ext uri="{FF2B5EF4-FFF2-40B4-BE49-F238E27FC236}">
                <a16:creationId xmlns:a16="http://schemas.microsoft.com/office/drawing/2014/main" id="{7F2F3AF7-A941-4387-ADB0-6CD6C6EB3D6D}"/>
              </a:ext>
            </a:extLst>
          </p:cNvPr>
          <p:cNvPicPr>
            <a:picLocks noChangeAspect="1"/>
          </p:cNvPicPr>
          <p:nvPr/>
        </p:nvPicPr>
        <p:blipFill>
          <a:blip r:embed="rId4"/>
          <a:stretch>
            <a:fillRect/>
          </a:stretch>
        </p:blipFill>
        <p:spPr>
          <a:xfrm>
            <a:off x="8382000" y="14655"/>
            <a:ext cx="3810000" cy="6843346"/>
          </a:xfrm>
          <a:prstGeom prst="rect">
            <a:avLst/>
          </a:prstGeom>
        </p:spPr>
      </p:pic>
    </p:spTree>
    <p:extLst>
      <p:ext uri="{BB962C8B-B14F-4D97-AF65-F5344CB8AC3E}">
        <p14:creationId xmlns:p14="http://schemas.microsoft.com/office/powerpoint/2010/main" val="599202311"/>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_rels/them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_rels/them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1_Evento principal">
  <a:themeElements>
    <a:clrScheme name="Evento principal">
      <a:dk1>
        <a:sysClr val="windowText" lastClr="000000"/>
      </a:dk1>
      <a:lt1>
        <a:sysClr val="window" lastClr="FFFFFF"/>
      </a:lt1>
      <a:dk2>
        <a:srgbClr val="424242"/>
      </a:dk2>
      <a:lt2>
        <a:srgbClr val="C8C8C8"/>
      </a:lt2>
      <a:accent1>
        <a:srgbClr val="8FA751"/>
      </a:accent1>
      <a:accent2>
        <a:srgbClr val="629D7D"/>
      </a:accent2>
      <a:accent3>
        <a:srgbClr val="5A7AAB"/>
      </a:accent3>
      <a:accent4>
        <a:srgbClr val="AA618F"/>
      </a:accent4>
      <a:accent5>
        <a:srgbClr val="BA5445"/>
      </a:accent5>
      <a:accent6>
        <a:srgbClr val="C8A547"/>
      </a:accent6>
      <a:hlink>
        <a:srgbClr val="91BF1A"/>
      </a:hlink>
      <a:folHlink>
        <a:srgbClr val="ADBE82"/>
      </a:folHlink>
    </a:clrScheme>
    <a:fontScheme name="Evento principal">
      <a:majorFont>
        <a:latin typeface="Impact" panose="020B080603090205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Impact" panose="020B080603090205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vento principal">
      <a:fillStyleLst>
        <a:solidFill>
          <a:schemeClr val="phClr"/>
        </a:solidFill>
        <a:solidFill>
          <a:schemeClr val="phClr">
            <a:tint val="69000"/>
            <a:satMod val="105000"/>
            <a:lumMod val="110000"/>
          </a:schemeClr>
        </a:solidFill>
        <a:blipFill>
          <a:blip xmlns:r="http://schemas.openxmlformats.org/officeDocument/2006/relationships" r:embed="rId1">
            <a:duotone>
              <a:schemeClr val="phClr">
                <a:shade val="88000"/>
                <a:lumMod val="88000"/>
              </a:schemeClr>
              <a:schemeClr val="phClr"/>
            </a:duotone>
          </a:blip>
          <a:tile tx="0" ty="0" sx="100000" sy="100000" flip="none" algn="tl"/>
        </a:blipFill>
      </a:fillStyleLst>
      <a:lnStyleLst>
        <a:ln w="9525" cap="flat" cmpd="sng" algn="ctr">
          <a:solidFill>
            <a:schemeClr val="phClr">
              <a:shade val="60000"/>
            </a:scheme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effectStyle>
        <a:effectStyle>
          <a:effectLst>
            <a:outerShdw blurRad="25400" dist="127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88000"/>
              </a:schemeClr>
            </a:gs>
          </a:gsLst>
          <a:lin ang="5400000" scaled="0"/>
        </a:gradFill>
        <a:blipFill>
          <a:blip xmlns:r="http://schemas.openxmlformats.org/officeDocument/2006/relationships" r:embed="rId2">
            <a:duotone>
              <a:schemeClr val="phClr">
                <a:shade val="48000"/>
                <a:satMod val="110000"/>
                <a:lumMod val="40000"/>
              </a:schemeClr>
              <a:schemeClr val="phClr">
                <a:tint val="90000"/>
                <a:lumMod val="106000"/>
              </a:schemeClr>
            </a:duotone>
          </a:blip>
          <a:stretch/>
        </a:blipFill>
      </a:bgFillStyleLst>
    </a:fmtScheme>
  </a:themeElements>
  <a:objectDefaults/>
  <a:extraClrSchemeLst/>
  <a:extLst>
    <a:ext uri="{05A4C25C-085E-4340-85A3-A5531E510DB2}">
      <thm15:themeFamily xmlns:thm15="http://schemas.microsoft.com/office/thememl/2012/main" name="Main Event" id="{AC372BB4-D83D-411E-B849-B641926BA760}" vid="{CF823853-53CC-4249-AEDB-2EA9F718B2D2}"/>
    </a:ext>
  </a:extLst>
</a:theme>
</file>

<file path=ppt/theme/theme2.xml><?xml version="1.0" encoding="utf-8"?>
<a:theme xmlns:a="http://schemas.openxmlformats.org/drawingml/2006/main" name="Evento principal">
  <a:themeElements>
    <a:clrScheme name="Evento principal">
      <a:dk1>
        <a:sysClr val="windowText" lastClr="000000"/>
      </a:dk1>
      <a:lt1>
        <a:sysClr val="window" lastClr="FFFFFF"/>
      </a:lt1>
      <a:dk2>
        <a:srgbClr val="424242"/>
      </a:dk2>
      <a:lt2>
        <a:srgbClr val="C8C8C8"/>
      </a:lt2>
      <a:accent1>
        <a:srgbClr val="EE8011"/>
      </a:accent1>
      <a:accent2>
        <a:srgbClr val="CEC079"/>
      </a:accent2>
      <a:accent3>
        <a:srgbClr val="93A569"/>
      </a:accent3>
      <a:accent4>
        <a:srgbClr val="69A58B"/>
      </a:accent4>
      <a:accent5>
        <a:srgbClr val="6DAABD"/>
      </a:accent5>
      <a:accent6>
        <a:srgbClr val="B24A4B"/>
      </a:accent6>
      <a:hlink>
        <a:srgbClr val="EE8E11"/>
      </a:hlink>
      <a:folHlink>
        <a:srgbClr val="BFAE7F"/>
      </a:folHlink>
    </a:clrScheme>
    <a:fontScheme name="Personalizado 1">
      <a:majorFont>
        <a:latin typeface="Impact"/>
        <a:ea typeface=""/>
        <a:cs typeface=""/>
      </a:majorFont>
      <a:minorFont>
        <a:latin typeface="HP Simplified"/>
        <a:ea typeface=""/>
        <a:cs typeface=""/>
      </a:minorFont>
    </a:fontScheme>
    <a:fmtScheme name="Evento principal">
      <a:fillStyleLst>
        <a:solidFill>
          <a:schemeClr val="phClr"/>
        </a:solidFill>
        <a:solidFill>
          <a:schemeClr val="phClr">
            <a:tint val="69000"/>
            <a:satMod val="105000"/>
            <a:lumMod val="110000"/>
          </a:schemeClr>
        </a:solidFill>
        <a:blipFill>
          <a:blip xmlns:r="http://schemas.openxmlformats.org/officeDocument/2006/relationships" r:embed="rId1">
            <a:duotone>
              <a:schemeClr val="phClr">
                <a:shade val="88000"/>
                <a:lumMod val="88000"/>
              </a:schemeClr>
              <a:schemeClr val="phClr"/>
            </a:duotone>
          </a:blip>
          <a:tile tx="0" ty="0" sx="100000" sy="100000" flip="none" algn="tl"/>
        </a:blipFill>
      </a:fillStyleLst>
      <a:lnStyleLst>
        <a:ln w="9525" cap="flat" cmpd="sng" algn="ctr">
          <a:solidFill>
            <a:schemeClr val="phClr">
              <a:shade val="60000"/>
            </a:scheme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effectStyle>
        <a:effectStyle>
          <a:effectLst>
            <a:outerShdw blurRad="25400" dist="127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88000"/>
              </a:schemeClr>
            </a:gs>
          </a:gsLst>
          <a:lin ang="5400000" scaled="0"/>
        </a:gradFill>
        <a:blipFill>
          <a:blip xmlns:r="http://schemas.openxmlformats.org/officeDocument/2006/relationships" r:embed="rId2">
            <a:duotone>
              <a:schemeClr val="phClr">
                <a:shade val="48000"/>
                <a:satMod val="110000"/>
                <a:lumMod val="40000"/>
              </a:schemeClr>
              <a:schemeClr val="phClr">
                <a:tint val="90000"/>
                <a:lumMod val="106000"/>
              </a:schemeClr>
            </a:duotone>
          </a:blip>
          <a:stretch/>
        </a:blipFill>
      </a:bgFillStyleLst>
    </a:fmtScheme>
  </a:themeElements>
  <a:objectDefaults/>
  <a:extraClrSchemeLst/>
  <a:extLst>
    <a:ext uri="{05A4C25C-085E-4340-85A3-A5531E510DB2}">
      <thm15:themeFamily xmlns:thm15="http://schemas.microsoft.com/office/thememl/2012/main" name="Main Event" id="{AC372BB4-D83D-411E-B849-B641926BA760}" vid="{686B1E04-F35C-4AB5-985D-0C358CA11055}"/>
    </a:ext>
  </a:extLst>
</a:theme>
</file>

<file path=ppt/theme/theme3.xml><?xml version="1.0" encoding="utf-8"?>
<a:theme xmlns:a="http://schemas.openxmlformats.org/drawingml/2006/main" name="2_Evento principal">
  <a:themeElements>
    <a:clrScheme name="Evento principal">
      <a:dk1>
        <a:sysClr val="windowText" lastClr="000000"/>
      </a:dk1>
      <a:lt1>
        <a:sysClr val="window" lastClr="FFFFFF"/>
      </a:lt1>
      <a:dk2>
        <a:srgbClr val="424242"/>
      </a:dk2>
      <a:lt2>
        <a:srgbClr val="C8C8C8"/>
      </a:lt2>
      <a:accent1>
        <a:srgbClr val="EE8011"/>
      </a:accent1>
      <a:accent2>
        <a:srgbClr val="CEC079"/>
      </a:accent2>
      <a:accent3>
        <a:srgbClr val="93A569"/>
      </a:accent3>
      <a:accent4>
        <a:srgbClr val="69A58B"/>
      </a:accent4>
      <a:accent5>
        <a:srgbClr val="6DAABD"/>
      </a:accent5>
      <a:accent6>
        <a:srgbClr val="B24A4B"/>
      </a:accent6>
      <a:hlink>
        <a:srgbClr val="EE8E11"/>
      </a:hlink>
      <a:folHlink>
        <a:srgbClr val="BFAE7F"/>
      </a:folHlink>
    </a:clrScheme>
    <a:fontScheme name="Personalizado 1">
      <a:majorFont>
        <a:latin typeface="Impact"/>
        <a:ea typeface=""/>
        <a:cs typeface=""/>
      </a:majorFont>
      <a:minorFont>
        <a:latin typeface="HP Simplified"/>
        <a:ea typeface=""/>
        <a:cs typeface=""/>
      </a:minorFont>
    </a:fontScheme>
    <a:fmtScheme name="Evento principal">
      <a:fillStyleLst>
        <a:solidFill>
          <a:schemeClr val="phClr"/>
        </a:solidFill>
        <a:solidFill>
          <a:schemeClr val="phClr">
            <a:tint val="69000"/>
            <a:satMod val="105000"/>
            <a:lumMod val="110000"/>
          </a:schemeClr>
        </a:solidFill>
        <a:blipFill>
          <a:blip xmlns:r="http://schemas.openxmlformats.org/officeDocument/2006/relationships" r:embed="rId1">
            <a:duotone>
              <a:schemeClr val="phClr">
                <a:shade val="88000"/>
                <a:lumMod val="88000"/>
              </a:schemeClr>
              <a:schemeClr val="phClr"/>
            </a:duotone>
          </a:blip>
          <a:tile tx="0" ty="0" sx="100000" sy="100000" flip="none" algn="tl"/>
        </a:blipFill>
      </a:fillStyleLst>
      <a:lnStyleLst>
        <a:ln w="9525" cap="flat" cmpd="sng" algn="ctr">
          <a:solidFill>
            <a:schemeClr val="phClr">
              <a:shade val="60000"/>
            </a:scheme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effectStyle>
        <a:effectStyle>
          <a:effectLst>
            <a:outerShdw blurRad="25400" dist="127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88000"/>
              </a:schemeClr>
            </a:gs>
          </a:gsLst>
          <a:lin ang="5400000" scaled="0"/>
        </a:gradFill>
        <a:blipFill>
          <a:blip xmlns:r="http://schemas.openxmlformats.org/officeDocument/2006/relationships" r:embed="rId2">
            <a:duotone>
              <a:schemeClr val="phClr">
                <a:shade val="48000"/>
                <a:satMod val="110000"/>
                <a:lumMod val="40000"/>
              </a:schemeClr>
              <a:schemeClr val="phClr">
                <a:tint val="90000"/>
                <a:lumMod val="106000"/>
              </a:schemeClr>
            </a:duotone>
          </a:blip>
          <a:stretch/>
        </a:blipFill>
      </a:bgFillStyleLst>
    </a:fmtScheme>
  </a:themeElements>
  <a:objectDefaults/>
  <a:extraClrSchemeLst/>
  <a:extLst>
    <a:ext uri="{05A4C25C-085E-4340-85A3-A5531E510DB2}">
      <thm15:themeFamily xmlns:thm15="http://schemas.microsoft.com/office/thememl/2012/main" name="Main Event" id="{AC372BB4-D83D-411E-B849-B641926BA760}" vid="{686B1E04-F35C-4AB5-985D-0C358CA11055}"/>
    </a:ext>
  </a:extLst>
</a:theme>
</file>

<file path=ppt/theme/theme4.xml><?xml version="1.0" encoding="utf-8"?>
<a:theme xmlns:a="http://schemas.openxmlformats.org/drawingml/2006/main" name="3_Evento principal">
  <a:themeElements>
    <a:clrScheme name="Evento principal">
      <a:dk1>
        <a:sysClr val="windowText" lastClr="000000"/>
      </a:dk1>
      <a:lt1>
        <a:sysClr val="window" lastClr="FFFFFF"/>
      </a:lt1>
      <a:dk2>
        <a:srgbClr val="424242"/>
      </a:dk2>
      <a:lt2>
        <a:srgbClr val="C8C8C8"/>
      </a:lt2>
      <a:accent1>
        <a:srgbClr val="EE8011"/>
      </a:accent1>
      <a:accent2>
        <a:srgbClr val="CEC079"/>
      </a:accent2>
      <a:accent3>
        <a:srgbClr val="93A569"/>
      </a:accent3>
      <a:accent4>
        <a:srgbClr val="69A58B"/>
      </a:accent4>
      <a:accent5>
        <a:srgbClr val="6DAABD"/>
      </a:accent5>
      <a:accent6>
        <a:srgbClr val="B24A4B"/>
      </a:accent6>
      <a:hlink>
        <a:srgbClr val="EE8E11"/>
      </a:hlink>
      <a:folHlink>
        <a:srgbClr val="BFAE7F"/>
      </a:folHlink>
    </a:clrScheme>
    <a:fontScheme name="Personalizado 1">
      <a:majorFont>
        <a:latin typeface="Impact"/>
        <a:ea typeface=""/>
        <a:cs typeface=""/>
      </a:majorFont>
      <a:minorFont>
        <a:latin typeface="HP Simplified"/>
        <a:ea typeface=""/>
        <a:cs typeface=""/>
      </a:minorFont>
    </a:fontScheme>
    <a:fmtScheme name="Evento principal">
      <a:fillStyleLst>
        <a:solidFill>
          <a:schemeClr val="phClr"/>
        </a:solidFill>
        <a:solidFill>
          <a:schemeClr val="phClr">
            <a:tint val="69000"/>
            <a:satMod val="105000"/>
            <a:lumMod val="110000"/>
          </a:schemeClr>
        </a:solidFill>
        <a:blipFill>
          <a:blip xmlns:r="http://schemas.openxmlformats.org/officeDocument/2006/relationships" r:embed="rId1">
            <a:duotone>
              <a:schemeClr val="phClr">
                <a:shade val="88000"/>
                <a:lumMod val="88000"/>
              </a:schemeClr>
              <a:schemeClr val="phClr"/>
            </a:duotone>
          </a:blip>
          <a:tile tx="0" ty="0" sx="100000" sy="100000" flip="none" algn="tl"/>
        </a:blipFill>
      </a:fillStyleLst>
      <a:lnStyleLst>
        <a:ln w="9525" cap="flat" cmpd="sng" algn="ctr">
          <a:solidFill>
            <a:schemeClr val="phClr">
              <a:shade val="60000"/>
            </a:scheme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effectStyle>
        <a:effectStyle>
          <a:effectLst>
            <a:outerShdw blurRad="25400" dist="127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88000"/>
              </a:schemeClr>
            </a:gs>
          </a:gsLst>
          <a:lin ang="5400000" scaled="0"/>
        </a:gradFill>
        <a:blipFill>
          <a:blip xmlns:r="http://schemas.openxmlformats.org/officeDocument/2006/relationships" r:embed="rId2">
            <a:duotone>
              <a:schemeClr val="phClr">
                <a:shade val="48000"/>
                <a:satMod val="110000"/>
                <a:lumMod val="40000"/>
              </a:schemeClr>
              <a:schemeClr val="phClr">
                <a:tint val="90000"/>
                <a:lumMod val="106000"/>
              </a:schemeClr>
            </a:duotone>
          </a:blip>
          <a:stretch/>
        </a:blipFill>
      </a:bgFillStyleLst>
    </a:fmtScheme>
  </a:themeElements>
  <a:objectDefaults/>
  <a:extraClrSchemeLst/>
  <a:extLst>
    <a:ext uri="{05A4C25C-085E-4340-85A3-A5531E510DB2}">
      <thm15:themeFamily xmlns:thm15="http://schemas.microsoft.com/office/thememl/2012/main" name="Main Event" id="{AC372BB4-D83D-411E-B849-B641926BA760}" vid="{686B1E04-F35C-4AB5-985D-0C358CA11055}"/>
    </a:ext>
  </a:extLst>
</a:theme>
</file>

<file path=docProps/app.xml><?xml version="1.0" encoding="utf-8"?>
<Properties xmlns="http://schemas.openxmlformats.org/officeDocument/2006/extended-properties" xmlns:vt="http://schemas.openxmlformats.org/officeDocument/2006/docPropsVTypes">
  <Template>Evento principal</Template>
  <TotalTime>1844</TotalTime>
  <Words>353</Words>
  <Application>Microsoft Office PowerPoint</Application>
  <PresentationFormat>Panorámica</PresentationFormat>
  <Paragraphs>25</Paragraphs>
  <Slides>7</Slides>
  <Notes>0</Notes>
  <HiddenSlides>0</HiddenSlides>
  <MMClips>0</MMClips>
  <ScaleCrop>false</ScaleCrop>
  <HeadingPairs>
    <vt:vector size="6" baseType="variant">
      <vt:variant>
        <vt:lpstr>Fuentes usadas</vt:lpstr>
      </vt:variant>
      <vt:variant>
        <vt:i4>4</vt:i4>
      </vt:variant>
      <vt:variant>
        <vt:lpstr>Tema</vt:lpstr>
      </vt:variant>
      <vt:variant>
        <vt:i4>4</vt:i4>
      </vt:variant>
      <vt:variant>
        <vt:lpstr>Títulos de diapositiva</vt:lpstr>
      </vt:variant>
      <vt:variant>
        <vt:i4>7</vt:i4>
      </vt:variant>
    </vt:vector>
  </HeadingPairs>
  <TitlesOfParts>
    <vt:vector size="15" baseType="lpstr">
      <vt:lpstr>Arial</vt:lpstr>
      <vt:lpstr>Calibri Light</vt:lpstr>
      <vt:lpstr>HP Simplified</vt:lpstr>
      <vt:lpstr>Impact</vt:lpstr>
      <vt:lpstr>1_Evento principal</vt:lpstr>
      <vt:lpstr>Evento principal</vt:lpstr>
      <vt:lpstr>2_Evento principal</vt:lpstr>
      <vt:lpstr>3_Evento principal</vt:lpstr>
      <vt:lpstr>Pseudo-CODIGO</vt:lpstr>
      <vt:lpstr>objetivos</vt:lpstr>
      <vt:lpstr>Expresiones </vt:lpstr>
      <vt:lpstr>Operadores</vt:lpstr>
      <vt:lpstr>Funciones</vt:lpstr>
      <vt:lpstr>Funciones</vt:lpstr>
      <vt:lpstr>Expresiones  Coloquiales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Teoría de Grafos</dc:title>
  <dc:creator>Rolando E. Montero A.</dc:creator>
  <cp:lastModifiedBy>Rolando E. Montero A.</cp:lastModifiedBy>
  <cp:revision>89</cp:revision>
  <dcterms:created xsi:type="dcterms:W3CDTF">2020-07-09T09:00:48Z</dcterms:created>
  <dcterms:modified xsi:type="dcterms:W3CDTF">2021-03-20T20:04:32Z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2012-05-19T00:00:00Z</vt:filetime>
  </property>
  <property fmtid="{D5CDD505-2E9C-101B-9397-08002B2CF9AE}" pid="3" name="Creator">
    <vt:lpwstr>Microsoft® Office PowerPoint® 2007</vt:lpwstr>
  </property>
  <property fmtid="{D5CDD505-2E9C-101B-9397-08002B2CF9AE}" pid="4" name="LastSaved">
    <vt:filetime>2020-07-09T00:00:00Z</vt:filetime>
  </property>
</Properties>
</file>