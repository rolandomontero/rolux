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3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3" r:id="rId1"/>
    <p:sldMasterId id="2147483769" r:id="rId2"/>
    <p:sldMasterId id="2147483787" r:id="rId3"/>
    <p:sldMasterId id="2147483805" r:id="rId4"/>
  </p:sldMasterIdLst>
  <p:sldIdLst>
    <p:sldId id="305" r:id="rId5"/>
    <p:sldId id="306" r:id="rId6"/>
    <p:sldId id="257" r:id="rId7"/>
    <p:sldId id="258" r:id="rId8"/>
    <p:sldId id="308" r:id="rId9"/>
    <p:sldId id="313" r:id="rId10"/>
    <p:sldId id="314" r:id="rId11"/>
    <p:sldId id="310" r:id="rId12"/>
    <p:sldId id="315" r:id="rId13"/>
    <p:sldId id="316" r:id="rId14"/>
    <p:sldId id="309" r:id="rId15"/>
    <p:sldId id="317" r:id="rId16"/>
    <p:sldId id="318" r:id="rId17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4A4B"/>
    <a:srgbClr val="F7CDBC"/>
    <a:srgbClr val="EE8011"/>
    <a:srgbClr val="FFF2CC"/>
    <a:srgbClr val="1863AF"/>
    <a:srgbClr val="E5FFE5"/>
    <a:srgbClr val="5D4BCE"/>
    <a:srgbClr val="CFA561"/>
    <a:srgbClr val="CCB2FF"/>
    <a:srgbClr val="9D61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B2B5CF-F913-44FF-9BBF-112D976BD1A5}" v="23" dt="2022-06-28T13:35:12.14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3727" autoAdjust="0"/>
  </p:normalViewPr>
  <p:slideViewPr>
    <p:cSldViewPr>
      <p:cViewPr varScale="1">
        <p:scale>
          <a:sx n="63" d="100"/>
          <a:sy n="63" d="100"/>
        </p:scale>
        <p:origin x="78" y="192"/>
      </p:cViewPr>
      <p:guideLst>
        <p:guide orient="horz" pos="1968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lando E. Montero A." userId="db44b2c1daed2876" providerId="LiveId" clId="{882E1B3A-580D-4B63-AC30-2A6C83E003F2}"/>
    <pc:docChg chg="undo custSel addSld delSld modSld sldOrd modMainMaster">
      <pc:chgData name="Rolando E. Montero A." userId="db44b2c1daed2876" providerId="LiveId" clId="{882E1B3A-580D-4B63-AC30-2A6C83E003F2}" dt="2020-08-24T15:43:00.351" v="1530" actId="20577"/>
      <pc:docMkLst>
        <pc:docMk/>
      </pc:docMkLst>
      <pc:sldChg chg="modSp">
        <pc:chgData name="Rolando E. Montero A." userId="db44b2c1daed2876" providerId="LiveId" clId="{882E1B3A-580D-4B63-AC30-2A6C83E003F2}" dt="2020-08-24T15:43:00.351" v="1530" actId="20577"/>
        <pc:sldMkLst>
          <pc:docMk/>
          <pc:sldMk cId="1154411732" sldId="308"/>
        </pc:sldMkLst>
        <pc:graphicFrameChg chg="mod">
          <ac:chgData name="Rolando E. Montero A." userId="db44b2c1daed2876" providerId="LiveId" clId="{882E1B3A-580D-4B63-AC30-2A6C83E003F2}" dt="2020-08-24T15:43:00.351" v="1530" actId="20577"/>
          <ac:graphicFrameMkLst>
            <pc:docMk/>
            <pc:sldMk cId="1154411732" sldId="308"/>
            <ac:graphicFrameMk id="7" creationId="{8CEF3C75-22FB-436B-B139-04E4645D820A}"/>
          </ac:graphicFrameMkLst>
        </pc:graphicFrameChg>
      </pc:sldChg>
      <pc:sldChg chg="delSp modSp mod">
        <pc:chgData name="Rolando E. Montero A." userId="db44b2c1daed2876" providerId="LiveId" clId="{882E1B3A-580D-4B63-AC30-2A6C83E003F2}" dt="2020-08-24T15:40:22.766" v="1521" actId="6549"/>
        <pc:sldMkLst>
          <pc:docMk/>
          <pc:sldMk cId="2474666180" sldId="309"/>
        </pc:sldMkLst>
        <pc:spChg chg="mod">
          <ac:chgData name="Rolando E. Montero A." userId="db44b2c1daed2876" providerId="LiveId" clId="{882E1B3A-580D-4B63-AC30-2A6C83E003F2}" dt="2020-08-24T14:48:01.698" v="486" actId="20577"/>
          <ac:spMkLst>
            <pc:docMk/>
            <pc:sldMk cId="2474666180" sldId="309"/>
            <ac:spMk id="2" creationId="{FD0527A8-85A6-44A2-8A78-C4BA4E1364E0}"/>
          </ac:spMkLst>
        </pc:spChg>
        <pc:spChg chg="mod">
          <ac:chgData name="Rolando E. Montero A." userId="db44b2c1daed2876" providerId="LiveId" clId="{882E1B3A-580D-4B63-AC30-2A6C83E003F2}" dt="2020-08-24T15:40:22.766" v="1521" actId="6549"/>
          <ac:spMkLst>
            <pc:docMk/>
            <pc:sldMk cId="2474666180" sldId="309"/>
            <ac:spMk id="3" creationId="{3B87B0A5-F419-4834-9784-E1D4934CE3AE}"/>
          </ac:spMkLst>
        </pc:spChg>
        <pc:picChg chg="del">
          <ac:chgData name="Rolando E. Montero A." userId="db44b2c1daed2876" providerId="LiveId" clId="{882E1B3A-580D-4B63-AC30-2A6C83E003F2}" dt="2020-08-24T14:47:49.660" v="473" actId="478"/>
          <ac:picMkLst>
            <pc:docMk/>
            <pc:sldMk cId="2474666180" sldId="309"/>
            <ac:picMk id="8" creationId="{7FA5A2F5-0C56-4A5F-91B4-69B0CF1287B9}"/>
          </ac:picMkLst>
        </pc:picChg>
      </pc:sldChg>
      <pc:sldChg chg="addSp modSp mod">
        <pc:chgData name="Rolando E. Montero A." userId="db44b2c1daed2876" providerId="LiveId" clId="{882E1B3A-580D-4B63-AC30-2A6C83E003F2}" dt="2020-08-24T14:38:02.309" v="342" actId="207"/>
        <pc:sldMkLst>
          <pc:docMk/>
          <pc:sldMk cId="322873346" sldId="310"/>
        </pc:sldMkLst>
        <pc:spChg chg="mod">
          <ac:chgData name="Rolando E. Montero A." userId="db44b2c1daed2876" providerId="LiveId" clId="{882E1B3A-580D-4B63-AC30-2A6C83E003F2}" dt="2020-08-24T14:38:02.309" v="342" actId="207"/>
          <ac:spMkLst>
            <pc:docMk/>
            <pc:sldMk cId="322873346" sldId="310"/>
            <ac:spMk id="3" creationId="{3B87B0A5-F419-4834-9784-E1D4934CE3AE}"/>
          </ac:spMkLst>
        </pc:spChg>
        <pc:spChg chg="add mod">
          <ac:chgData name="Rolando E. Montero A." userId="db44b2c1daed2876" providerId="LiveId" clId="{882E1B3A-580D-4B63-AC30-2A6C83E003F2}" dt="2020-08-24T14:33:14" v="80" actId="2711"/>
          <ac:spMkLst>
            <pc:docMk/>
            <pc:sldMk cId="322873346" sldId="310"/>
            <ac:spMk id="7" creationId="{5BD8C6F3-0267-4B5B-B6FE-C3022FA808CA}"/>
          </ac:spMkLst>
        </pc:spChg>
        <pc:spChg chg="add mod ord">
          <ac:chgData name="Rolando E. Montero A." userId="db44b2c1daed2876" providerId="LiveId" clId="{882E1B3A-580D-4B63-AC30-2A6C83E003F2}" dt="2020-08-24T14:33:37.018" v="85" actId="167"/>
          <ac:spMkLst>
            <pc:docMk/>
            <pc:sldMk cId="322873346" sldId="310"/>
            <ac:spMk id="9" creationId="{82781D17-3433-4129-B4CF-5D87EF05C8BA}"/>
          </ac:spMkLst>
        </pc:spChg>
        <pc:picChg chg="add mod">
          <ac:chgData name="Rolando E. Montero A." userId="db44b2c1daed2876" providerId="LiveId" clId="{882E1B3A-580D-4B63-AC30-2A6C83E003F2}" dt="2020-08-24T14:33:02.874" v="77" actId="1076"/>
          <ac:picMkLst>
            <pc:docMk/>
            <pc:sldMk cId="322873346" sldId="310"/>
            <ac:picMk id="8" creationId="{444B40F3-20A1-4420-A4E2-D945CA823AA4}"/>
          </ac:picMkLst>
        </pc:picChg>
      </pc:sldChg>
      <pc:sldChg chg="del">
        <pc:chgData name="Rolando E. Montero A." userId="db44b2c1daed2876" providerId="LiveId" clId="{882E1B3A-580D-4B63-AC30-2A6C83E003F2}" dt="2020-08-24T14:47:53.540" v="474" actId="47"/>
        <pc:sldMkLst>
          <pc:docMk/>
          <pc:sldMk cId="2024728830" sldId="311"/>
        </pc:sldMkLst>
      </pc:sldChg>
      <pc:sldChg chg="del">
        <pc:chgData name="Rolando E. Montero A." userId="db44b2c1daed2876" providerId="LiveId" clId="{882E1B3A-580D-4B63-AC30-2A6C83E003F2}" dt="2020-08-24T14:47:53.540" v="474" actId="47"/>
        <pc:sldMkLst>
          <pc:docMk/>
          <pc:sldMk cId="3483406884" sldId="312"/>
        </pc:sldMkLst>
      </pc:sldChg>
      <pc:sldChg chg="addSp delSp modSp add mod modClrScheme chgLayout">
        <pc:chgData name="Rolando E. Montero A." userId="db44b2c1daed2876" providerId="LiveId" clId="{882E1B3A-580D-4B63-AC30-2A6C83E003F2}" dt="2020-08-24T15:36:26.011" v="1517" actId="6549"/>
        <pc:sldMkLst>
          <pc:docMk/>
          <pc:sldMk cId="1689023364" sldId="315"/>
        </pc:sldMkLst>
        <pc:spChg chg="mod ord">
          <ac:chgData name="Rolando E. Montero A." userId="db44b2c1daed2876" providerId="LiveId" clId="{882E1B3A-580D-4B63-AC30-2A6C83E003F2}" dt="2020-08-24T14:46:48.228" v="466" actId="1076"/>
          <ac:spMkLst>
            <pc:docMk/>
            <pc:sldMk cId="1689023364" sldId="315"/>
            <ac:spMk id="2" creationId="{FD0527A8-85A6-44A2-8A78-C4BA4E1364E0}"/>
          </ac:spMkLst>
        </pc:spChg>
        <pc:spChg chg="mod ord">
          <ac:chgData name="Rolando E. Montero A." userId="db44b2c1daed2876" providerId="LiveId" clId="{882E1B3A-580D-4B63-AC30-2A6C83E003F2}" dt="2020-08-24T15:36:26.011" v="1517" actId="6549"/>
          <ac:spMkLst>
            <pc:docMk/>
            <pc:sldMk cId="1689023364" sldId="315"/>
            <ac:spMk id="3" creationId="{3B87B0A5-F419-4834-9784-E1D4934CE3AE}"/>
          </ac:spMkLst>
        </pc:spChg>
        <pc:spChg chg="add del mod">
          <ac:chgData name="Rolando E. Montero A." userId="db44b2c1daed2876" providerId="LiveId" clId="{882E1B3A-580D-4B63-AC30-2A6C83E003F2}" dt="2020-08-24T14:39:16.662" v="381"/>
          <ac:spMkLst>
            <pc:docMk/>
            <pc:sldMk cId="1689023364" sldId="315"/>
            <ac:spMk id="5" creationId="{41696C47-61D2-4838-86E9-A47AC1DBC021}"/>
          </ac:spMkLst>
        </pc:spChg>
        <pc:spChg chg="del">
          <ac:chgData name="Rolando E. Montero A." userId="db44b2c1daed2876" providerId="LiveId" clId="{882E1B3A-580D-4B63-AC30-2A6C83E003F2}" dt="2020-08-24T14:43:31.075" v="436" actId="478"/>
          <ac:spMkLst>
            <pc:docMk/>
            <pc:sldMk cId="1689023364" sldId="315"/>
            <ac:spMk id="7" creationId="{5BD8C6F3-0267-4B5B-B6FE-C3022FA808CA}"/>
          </ac:spMkLst>
        </pc:spChg>
        <pc:spChg chg="del">
          <ac:chgData name="Rolando E. Montero A." userId="db44b2c1daed2876" providerId="LiveId" clId="{882E1B3A-580D-4B63-AC30-2A6C83E003F2}" dt="2020-08-24T14:43:31.075" v="436" actId="478"/>
          <ac:spMkLst>
            <pc:docMk/>
            <pc:sldMk cId="1689023364" sldId="315"/>
            <ac:spMk id="9" creationId="{82781D17-3433-4129-B4CF-5D87EF05C8BA}"/>
          </ac:spMkLst>
        </pc:spChg>
        <pc:spChg chg="add del mod">
          <ac:chgData name="Rolando E. Montero A." userId="db44b2c1daed2876" providerId="LiveId" clId="{882E1B3A-580D-4B63-AC30-2A6C83E003F2}" dt="2020-08-24T14:39:16.662" v="381"/>
          <ac:spMkLst>
            <pc:docMk/>
            <pc:sldMk cId="1689023364" sldId="315"/>
            <ac:spMk id="10" creationId="{27BA8CAB-5306-42CA-AEF6-C03254D9016A}"/>
          </ac:spMkLst>
        </pc:spChg>
        <pc:spChg chg="add mod">
          <ac:chgData name="Rolando E. Montero A." userId="db44b2c1daed2876" providerId="LiveId" clId="{882E1B3A-580D-4B63-AC30-2A6C83E003F2}" dt="2020-08-24T14:47:25.594" v="471" actId="1076"/>
          <ac:spMkLst>
            <pc:docMk/>
            <pc:sldMk cId="1689023364" sldId="315"/>
            <ac:spMk id="12" creationId="{7C684B6F-2985-4237-8303-EA6FE6800166}"/>
          </ac:spMkLst>
        </pc:spChg>
        <pc:picChg chg="del">
          <ac:chgData name="Rolando E. Montero A." userId="db44b2c1daed2876" providerId="LiveId" clId="{882E1B3A-580D-4B63-AC30-2A6C83E003F2}" dt="2020-08-24T14:43:31.075" v="436" actId="478"/>
          <ac:picMkLst>
            <pc:docMk/>
            <pc:sldMk cId="1689023364" sldId="315"/>
            <ac:picMk id="8" creationId="{444B40F3-20A1-4420-A4E2-D945CA823AA4}"/>
          </ac:picMkLst>
        </pc:picChg>
        <pc:picChg chg="add mod">
          <ac:chgData name="Rolando E. Montero A." userId="db44b2c1daed2876" providerId="LiveId" clId="{882E1B3A-580D-4B63-AC30-2A6C83E003F2}" dt="2020-08-24T14:47:27.172" v="472" actId="1037"/>
          <ac:picMkLst>
            <pc:docMk/>
            <pc:sldMk cId="1689023364" sldId="315"/>
            <ac:picMk id="1028" creationId="{27863D5E-7ECB-4D9F-970B-3AB7EA78D0ED}"/>
          </ac:picMkLst>
        </pc:picChg>
      </pc:sldChg>
      <pc:sldChg chg="delSp modSp add mod ord">
        <pc:chgData name="Rolando E. Montero A." userId="db44b2c1daed2876" providerId="LiveId" clId="{882E1B3A-580D-4B63-AC30-2A6C83E003F2}" dt="2020-08-24T15:14:28.854" v="1497" actId="20577"/>
        <pc:sldMkLst>
          <pc:docMk/>
          <pc:sldMk cId="3623549037" sldId="316"/>
        </pc:sldMkLst>
        <pc:spChg chg="mod">
          <ac:chgData name="Rolando E. Montero A." userId="db44b2c1daed2876" providerId="LiveId" clId="{882E1B3A-580D-4B63-AC30-2A6C83E003F2}" dt="2020-08-24T15:14:28.854" v="1497" actId="20577"/>
          <ac:spMkLst>
            <pc:docMk/>
            <pc:sldMk cId="3623549037" sldId="316"/>
            <ac:spMk id="3" creationId="{3B87B0A5-F419-4834-9784-E1D4934CE3AE}"/>
          </ac:spMkLst>
        </pc:spChg>
        <pc:spChg chg="del mod">
          <ac:chgData name="Rolando E. Montero A." userId="db44b2c1daed2876" providerId="LiveId" clId="{882E1B3A-580D-4B63-AC30-2A6C83E003F2}" dt="2020-08-24T14:51:15.736" v="496" actId="478"/>
          <ac:spMkLst>
            <pc:docMk/>
            <pc:sldMk cId="3623549037" sldId="316"/>
            <ac:spMk id="7" creationId="{5BD8C6F3-0267-4B5B-B6FE-C3022FA808CA}"/>
          </ac:spMkLst>
        </pc:spChg>
        <pc:spChg chg="del mod">
          <ac:chgData name="Rolando E. Montero A." userId="db44b2c1daed2876" providerId="LiveId" clId="{882E1B3A-580D-4B63-AC30-2A6C83E003F2}" dt="2020-08-24T14:51:11.766" v="495" actId="478"/>
          <ac:spMkLst>
            <pc:docMk/>
            <pc:sldMk cId="3623549037" sldId="316"/>
            <ac:spMk id="9" creationId="{82781D17-3433-4129-B4CF-5D87EF05C8BA}"/>
          </ac:spMkLst>
        </pc:spChg>
        <pc:picChg chg="del mod">
          <ac:chgData name="Rolando E. Montero A." userId="db44b2c1daed2876" providerId="LiveId" clId="{882E1B3A-580D-4B63-AC30-2A6C83E003F2}" dt="2020-08-24T14:51:15.736" v="496" actId="478"/>
          <ac:picMkLst>
            <pc:docMk/>
            <pc:sldMk cId="3623549037" sldId="316"/>
            <ac:picMk id="8" creationId="{444B40F3-20A1-4420-A4E2-D945CA823AA4}"/>
          </ac:picMkLst>
        </pc:picChg>
      </pc:sldChg>
      <pc:sldChg chg="modSp add mod">
        <pc:chgData name="Rolando E. Montero A." userId="db44b2c1daed2876" providerId="LiveId" clId="{882E1B3A-580D-4B63-AC30-2A6C83E003F2}" dt="2020-08-24T15:10:10.217" v="1318" actId="1076"/>
        <pc:sldMkLst>
          <pc:docMk/>
          <pc:sldMk cId="2648652626" sldId="317"/>
        </pc:sldMkLst>
        <pc:spChg chg="mod">
          <ac:chgData name="Rolando E. Montero A." userId="db44b2c1daed2876" providerId="LiveId" clId="{882E1B3A-580D-4B63-AC30-2A6C83E003F2}" dt="2020-08-24T15:10:02.321" v="1317" actId="14100"/>
          <ac:spMkLst>
            <pc:docMk/>
            <pc:sldMk cId="2648652626" sldId="317"/>
            <ac:spMk id="2" creationId="{FD0527A8-85A6-44A2-8A78-C4BA4E1364E0}"/>
          </ac:spMkLst>
        </pc:spChg>
        <pc:spChg chg="mod">
          <ac:chgData name="Rolando E. Montero A." userId="db44b2c1daed2876" providerId="LiveId" clId="{882E1B3A-580D-4B63-AC30-2A6C83E003F2}" dt="2020-08-24T15:10:10.217" v="1318" actId="1076"/>
          <ac:spMkLst>
            <pc:docMk/>
            <pc:sldMk cId="2648652626" sldId="317"/>
            <ac:spMk id="3" creationId="{3B87B0A5-F419-4834-9784-E1D4934CE3AE}"/>
          </ac:spMkLst>
        </pc:spChg>
      </pc:sldChg>
      <pc:sldChg chg="modSp add mod">
        <pc:chgData name="Rolando E. Montero A." userId="db44b2c1daed2876" providerId="LiveId" clId="{882E1B3A-580D-4B63-AC30-2A6C83E003F2}" dt="2020-08-24T15:15:17.236" v="1513" actId="20577"/>
        <pc:sldMkLst>
          <pc:docMk/>
          <pc:sldMk cId="872849663" sldId="318"/>
        </pc:sldMkLst>
        <pc:spChg chg="mod">
          <ac:chgData name="Rolando E. Montero A." userId="db44b2c1daed2876" providerId="LiveId" clId="{882E1B3A-580D-4B63-AC30-2A6C83E003F2}" dt="2020-08-24T15:15:17.236" v="1513" actId="20577"/>
          <ac:spMkLst>
            <pc:docMk/>
            <pc:sldMk cId="872849663" sldId="318"/>
            <ac:spMk id="3" creationId="{3B87B0A5-F419-4834-9784-E1D4934CE3AE}"/>
          </ac:spMkLst>
        </pc:spChg>
      </pc:sldChg>
      <pc:sldMasterChg chg="modSldLayout">
        <pc:chgData name="Rolando E. Montero A." userId="db44b2c1daed2876" providerId="LiveId" clId="{882E1B3A-580D-4B63-AC30-2A6C83E003F2}" dt="2020-08-24T14:47:13.514" v="470" actId="14100"/>
        <pc:sldMasterMkLst>
          <pc:docMk/>
          <pc:sldMasterMk cId="1604139482" sldId="2147483805"/>
        </pc:sldMasterMkLst>
        <pc:sldLayoutChg chg="addSp modSp mod">
          <pc:chgData name="Rolando E. Montero A." userId="db44b2c1daed2876" providerId="LiveId" clId="{882E1B3A-580D-4B63-AC30-2A6C83E003F2}" dt="2020-08-24T14:47:13.514" v="470" actId="14100"/>
          <pc:sldLayoutMkLst>
            <pc:docMk/>
            <pc:sldMasterMk cId="1604139482" sldId="2147483805"/>
            <pc:sldLayoutMk cId="3870706642" sldId="2147483823"/>
          </pc:sldLayoutMkLst>
          <pc:spChg chg="add mod ord">
            <ac:chgData name="Rolando E. Montero A." userId="db44b2c1daed2876" providerId="LiveId" clId="{882E1B3A-580D-4B63-AC30-2A6C83E003F2}" dt="2020-08-24T14:47:13.514" v="470" actId="14100"/>
            <ac:spMkLst>
              <pc:docMk/>
              <pc:sldMasterMk cId="1604139482" sldId="2147483805"/>
              <pc:sldLayoutMk cId="3870706642" sldId="2147483823"/>
              <ac:spMk id="3" creationId="{C2F48E26-9330-43B2-8120-27626ED95C89}"/>
            </ac:spMkLst>
          </pc:spChg>
        </pc:sldLayoutChg>
      </pc:sldMasterChg>
    </pc:docChg>
  </pc:docChgLst>
  <pc:docChgLst>
    <pc:chgData name="Rolando E. Montero A." userId="db44b2c1daed2876" providerId="LiveId" clId="{A8B2B5CF-F913-44FF-9BBF-112D976BD1A5}"/>
    <pc:docChg chg="custSel modSld">
      <pc:chgData name="Rolando E. Montero A." userId="db44b2c1daed2876" providerId="LiveId" clId="{A8B2B5CF-F913-44FF-9BBF-112D976BD1A5}" dt="2022-06-28T13:35:12.143" v="59"/>
      <pc:docMkLst>
        <pc:docMk/>
      </pc:docMkLst>
      <pc:sldChg chg="modSp mod">
        <pc:chgData name="Rolando E. Montero A." userId="db44b2c1daed2876" providerId="LiveId" clId="{A8B2B5CF-F913-44FF-9BBF-112D976BD1A5}" dt="2022-06-28T13:29:49.038" v="0" actId="33524"/>
        <pc:sldMkLst>
          <pc:docMk/>
          <pc:sldMk cId="1726479055" sldId="257"/>
        </pc:sldMkLst>
        <pc:spChg chg="mod">
          <ac:chgData name="Rolando E. Montero A." userId="db44b2c1daed2876" providerId="LiveId" clId="{A8B2B5CF-F913-44FF-9BBF-112D976BD1A5}" dt="2022-06-28T13:29:49.038" v="0" actId="33524"/>
          <ac:spMkLst>
            <pc:docMk/>
            <pc:sldMk cId="1726479055" sldId="257"/>
            <ac:spMk id="8" creationId="{D736735F-7160-44EF-B0D9-DA5DDCE271EF}"/>
          </ac:spMkLst>
        </pc:spChg>
      </pc:sldChg>
      <pc:sldChg chg="addSp delSp modSp mod modAnim">
        <pc:chgData name="Rolando E. Montero A." userId="db44b2c1daed2876" providerId="LiveId" clId="{A8B2B5CF-F913-44FF-9BBF-112D976BD1A5}" dt="2022-06-28T13:35:12.143" v="59"/>
        <pc:sldMkLst>
          <pc:docMk/>
          <pc:sldMk cId="4192240997" sldId="258"/>
        </pc:sldMkLst>
        <pc:spChg chg="add mod">
          <ac:chgData name="Rolando E. Montero A." userId="db44b2c1daed2876" providerId="LiveId" clId="{A8B2B5CF-F913-44FF-9BBF-112D976BD1A5}" dt="2022-06-28T13:33:32.874" v="49" actId="555"/>
          <ac:spMkLst>
            <pc:docMk/>
            <pc:sldMk cId="4192240997" sldId="258"/>
            <ac:spMk id="9" creationId="{80C45679-7F27-ABF9-C9B1-6E445B596F1F}"/>
          </ac:spMkLst>
        </pc:spChg>
        <pc:spChg chg="add del mod">
          <ac:chgData name="Rolando E. Montero A." userId="db44b2c1daed2876" providerId="LiveId" clId="{A8B2B5CF-F913-44FF-9BBF-112D976BD1A5}" dt="2022-06-28T13:31:32.539" v="10"/>
          <ac:spMkLst>
            <pc:docMk/>
            <pc:sldMk cId="4192240997" sldId="258"/>
            <ac:spMk id="14" creationId="{A89361AC-2618-82BE-E495-248D5F7F3977}"/>
          </ac:spMkLst>
        </pc:spChg>
        <pc:spChg chg="add mod">
          <ac:chgData name="Rolando E. Montero A." userId="db44b2c1daed2876" providerId="LiveId" clId="{A8B2B5CF-F913-44FF-9BBF-112D976BD1A5}" dt="2022-06-28T13:33:47.593" v="51" actId="554"/>
          <ac:spMkLst>
            <pc:docMk/>
            <pc:sldMk cId="4192240997" sldId="258"/>
            <ac:spMk id="15" creationId="{2ED45EDE-1B84-F445-6302-F6701AD09A35}"/>
          </ac:spMkLst>
        </pc:spChg>
        <pc:spChg chg="add mod">
          <ac:chgData name="Rolando E. Montero A." userId="db44b2c1daed2876" providerId="LiveId" clId="{A8B2B5CF-F913-44FF-9BBF-112D976BD1A5}" dt="2022-06-28T13:33:32.874" v="49" actId="555"/>
          <ac:spMkLst>
            <pc:docMk/>
            <pc:sldMk cId="4192240997" sldId="258"/>
            <ac:spMk id="16" creationId="{C49B7ADE-85EA-D0FA-6C05-4CC319F121E2}"/>
          </ac:spMkLst>
        </pc:spChg>
        <pc:spChg chg="add mod">
          <ac:chgData name="Rolando E. Montero A." userId="db44b2c1daed2876" providerId="LiveId" clId="{A8B2B5CF-F913-44FF-9BBF-112D976BD1A5}" dt="2022-06-28T13:33:47.593" v="51" actId="554"/>
          <ac:spMkLst>
            <pc:docMk/>
            <pc:sldMk cId="4192240997" sldId="258"/>
            <ac:spMk id="17" creationId="{AD970E1E-DF71-3C1D-083A-854814D78461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33F612-D58A-463A-BFC9-70C576E15BD2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</dgm:pt>
    <dgm:pt modelId="{B28A1334-0A85-4D59-9AFF-4FEBA5A2E694}">
      <dgm:prSet phldrT="[Texto]"/>
      <dgm:spPr/>
      <dgm:t>
        <a:bodyPr/>
        <a:lstStyle/>
        <a:p>
          <a:r>
            <a:rPr lang="es-CL" dirty="0"/>
            <a:t>¿Qué sabemos?</a:t>
          </a:r>
        </a:p>
      </dgm:t>
    </dgm:pt>
    <dgm:pt modelId="{66F3B9D2-ED58-49BE-9C05-A74C7773B6A2}" type="parTrans" cxnId="{81488707-E36A-4496-A840-B0423BD895C8}">
      <dgm:prSet/>
      <dgm:spPr/>
      <dgm:t>
        <a:bodyPr/>
        <a:lstStyle/>
        <a:p>
          <a:endParaRPr lang="es-CL"/>
        </a:p>
      </dgm:t>
    </dgm:pt>
    <dgm:pt modelId="{9BB87A08-BD24-46D6-9574-1367C5845D4B}" type="sibTrans" cxnId="{81488707-E36A-4496-A840-B0423BD895C8}">
      <dgm:prSet/>
      <dgm:spPr/>
      <dgm:t>
        <a:bodyPr/>
        <a:lstStyle/>
        <a:p>
          <a:endParaRPr lang="es-CL"/>
        </a:p>
      </dgm:t>
    </dgm:pt>
    <dgm:pt modelId="{437C4974-E0E7-45B2-83F2-EB1BAD849920}">
      <dgm:prSet phldrT="[Texto]"/>
      <dgm:spPr/>
      <dgm:t>
        <a:bodyPr/>
        <a:lstStyle/>
        <a:p>
          <a:r>
            <a:rPr lang="es-CL" dirty="0"/>
            <a:t>¿Cuales son las variables</a:t>
          </a:r>
        </a:p>
      </dgm:t>
    </dgm:pt>
    <dgm:pt modelId="{511E129B-2C7E-4A5E-8A66-D61DFEB97343}" type="parTrans" cxnId="{B6962355-E746-4103-A815-7023A0A5B499}">
      <dgm:prSet/>
      <dgm:spPr/>
      <dgm:t>
        <a:bodyPr/>
        <a:lstStyle/>
        <a:p>
          <a:endParaRPr lang="es-CL"/>
        </a:p>
      </dgm:t>
    </dgm:pt>
    <dgm:pt modelId="{8C52A707-7796-4E11-BDE7-6A8301D6900D}" type="sibTrans" cxnId="{B6962355-E746-4103-A815-7023A0A5B499}">
      <dgm:prSet/>
      <dgm:spPr/>
      <dgm:t>
        <a:bodyPr/>
        <a:lstStyle/>
        <a:p>
          <a:endParaRPr lang="es-CL"/>
        </a:p>
      </dgm:t>
    </dgm:pt>
    <dgm:pt modelId="{3BE39E82-B6E9-4720-B4AB-D17A1616AC36}">
      <dgm:prSet phldrT="[Texto]"/>
      <dgm:spPr/>
      <dgm:t>
        <a:bodyPr/>
        <a:lstStyle/>
        <a:p>
          <a:r>
            <a:rPr lang="es-CL" dirty="0"/>
            <a:t>Algoritmo</a:t>
          </a:r>
        </a:p>
      </dgm:t>
    </dgm:pt>
    <dgm:pt modelId="{E102D255-8918-4CEA-B84D-D43C8701EC53}" type="parTrans" cxnId="{D8BE9E54-801B-45D1-8474-64DDE8642EE0}">
      <dgm:prSet/>
      <dgm:spPr/>
      <dgm:t>
        <a:bodyPr/>
        <a:lstStyle/>
        <a:p>
          <a:endParaRPr lang="es-CL"/>
        </a:p>
      </dgm:t>
    </dgm:pt>
    <dgm:pt modelId="{12F7465D-CC97-469F-AAF8-FC45AE72FB54}" type="sibTrans" cxnId="{D8BE9E54-801B-45D1-8474-64DDE8642EE0}">
      <dgm:prSet/>
      <dgm:spPr/>
      <dgm:t>
        <a:bodyPr/>
        <a:lstStyle/>
        <a:p>
          <a:endParaRPr lang="es-CL"/>
        </a:p>
      </dgm:t>
    </dgm:pt>
    <dgm:pt modelId="{A7210E1C-94A5-4080-A2CA-B10524543ACF}" type="pres">
      <dgm:prSet presAssocID="{A533F612-D58A-463A-BFC9-70C576E15BD2}" presName="linearFlow" presStyleCnt="0">
        <dgm:presLayoutVars>
          <dgm:dir/>
          <dgm:resizeHandles val="exact"/>
        </dgm:presLayoutVars>
      </dgm:prSet>
      <dgm:spPr/>
    </dgm:pt>
    <dgm:pt modelId="{2C91A0F7-1D81-4F6C-A08A-208F2627B214}" type="pres">
      <dgm:prSet presAssocID="{B28A1334-0A85-4D59-9AFF-4FEBA5A2E694}" presName="composite" presStyleCnt="0"/>
      <dgm:spPr/>
    </dgm:pt>
    <dgm:pt modelId="{A15742E2-0FAA-41F3-95B7-98455792891D}" type="pres">
      <dgm:prSet presAssocID="{B28A1334-0A85-4D59-9AFF-4FEBA5A2E694}" presName="imgShp" presStyleLbl="fgImgPlace1" presStyleIdx="0" presStyleCnt="3"/>
      <dgm:spPr>
        <a:solidFill>
          <a:srgbClr val="F7CDBC"/>
        </a:solidFill>
      </dgm:spPr>
      <dgm:extLst>
        <a:ext uri="{E40237B7-FDA0-4F09-8148-C483321AD2D9}">
          <dgm14:cNvPr xmlns:dgm14="http://schemas.microsoft.com/office/drawing/2010/diagram" id="0" name="" descr="Calculadora"/>
        </a:ext>
      </dgm:extLst>
    </dgm:pt>
    <dgm:pt modelId="{AB526FBF-5088-4EF1-951C-AAD2B7805AF3}" type="pres">
      <dgm:prSet presAssocID="{B28A1334-0A85-4D59-9AFF-4FEBA5A2E694}" presName="txShp" presStyleLbl="node1" presStyleIdx="0" presStyleCnt="3">
        <dgm:presLayoutVars>
          <dgm:bulletEnabled val="1"/>
        </dgm:presLayoutVars>
      </dgm:prSet>
      <dgm:spPr/>
    </dgm:pt>
    <dgm:pt modelId="{89B32378-8088-426A-8CCB-41A2148B77B5}" type="pres">
      <dgm:prSet presAssocID="{9BB87A08-BD24-46D6-9574-1367C5845D4B}" presName="spacing" presStyleCnt="0"/>
      <dgm:spPr/>
    </dgm:pt>
    <dgm:pt modelId="{65BA466F-3EFB-4E2A-9E34-D7E4C69D73E1}" type="pres">
      <dgm:prSet presAssocID="{437C4974-E0E7-45B2-83F2-EB1BAD849920}" presName="composite" presStyleCnt="0"/>
      <dgm:spPr/>
    </dgm:pt>
    <dgm:pt modelId="{56E82B35-505B-4805-8C41-44627EB3A486}" type="pres">
      <dgm:prSet presAssocID="{437C4974-E0E7-45B2-83F2-EB1BAD849920}" presName="imgShp" presStyleLbl="fgImgPlace1" presStyleIdx="1" presStyleCnt="3"/>
      <dgm:spPr>
        <a:solidFill>
          <a:srgbClr val="F7CDBC"/>
        </a:solidFill>
      </dgm:spPr>
    </dgm:pt>
    <dgm:pt modelId="{CDC95750-D50B-4E82-9FB7-2C4239EAD52B}" type="pres">
      <dgm:prSet presAssocID="{437C4974-E0E7-45B2-83F2-EB1BAD849920}" presName="txShp" presStyleLbl="node1" presStyleIdx="1" presStyleCnt="3">
        <dgm:presLayoutVars>
          <dgm:bulletEnabled val="1"/>
        </dgm:presLayoutVars>
      </dgm:prSet>
      <dgm:spPr/>
    </dgm:pt>
    <dgm:pt modelId="{C4AEC4FB-7377-4573-BF52-095A30AA1486}" type="pres">
      <dgm:prSet presAssocID="{8C52A707-7796-4E11-BDE7-6A8301D6900D}" presName="spacing" presStyleCnt="0"/>
      <dgm:spPr/>
    </dgm:pt>
    <dgm:pt modelId="{1508937D-024F-4FF1-BCEE-EC3E3E3A7640}" type="pres">
      <dgm:prSet presAssocID="{3BE39E82-B6E9-4720-B4AB-D17A1616AC36}" presName="composite" presStyleCnt="0"/>
      <dgm:spPr/>
    </dgm:pt>
    <dgm:pt modelId="{A55C902D-D081-4302-9DD4-6394A2440F31}" type="pres">
      <dgm:prSet presAssocID="{3BE39E82-B6E9-4720-B4AB-D17A1616AC36}" presName="imgShp" presStyleLbl="fgImgPlace1" presStyleIdx="2" presStyleCnt="3"/>
      <dgm:spPr>
        <a:solidFill>
          <a:srgbClr val="F7CDBC"/>
        </a:solidFill>
      </dgm:spPr>
    </dgm:pt>
    <dgm:pt modelId="{A5EF84B8-D0C5-4F33-82D1-9216FF632C76}" type="pres">
      <dgm:prSet presAssocID="{3BE39E82-B6E9-4720-B4AB-D17A1616AC36}" presName="txShp" presStyleLbl="node1" presStyleIdx="2" presStyleCnt="3">
        <dgm:presLayoutVars>
          <dgm:bulletEnabled val="1"/>
        </dgm:presLayoutVars>
      </dgm:prSet>
      <dgm:spPr/>
    </dgm:pt>
  </dgm:ptLst>
  <dgm:cxnLst>
    <dgm:cxn modelId="{81488707-E36A-4496-A840-B0423BD895C8}" srcId="{A533F612-D58A-463A-BFC9-70C576E15BD2}" destId="{B28A1334-0A85-4D59-9AFF-4FEBA5A2E694}" srcOrd="0" destOrd="0" parTransId="{66F3B9D2-ED58-49BE-9C05-A74C7773B6A2}" sibTransId="{9BB87A08-BD24-46D6-9574-1367C5845D4B}"/>
    <dgm:cxn modelId="{1949CD1B-0B19-4E39-99FE-8A4548325123}" type="presOf" srcId="{3BE39E82-B6E9-4720-B4AB-D17A1616AC36}" destId="{A5EF84B8-D0C5-4F33-82D1-9216FF632C76}" srcOrd="0" destOrd="0" presId="urn:microsoft.com/office/officeart/2005/8/layout/vList3"/>
    <dgm:cxn modelId="{88C3FF72-5599-4785-A771-617C715C9353}" type="presOf" srcId="{437C4974-E0E7-45B2-83F2-EB1BAD849920}" destId="{CDC95750-D50B-4E82-9FB7-2C4239EAD52B}" srcOrd="0" destOrd="0" presId="urn:microsoft.com/office/officeart/2005/8/layout/vList3"/>
    <dgm:cxn modelId="{D8BE9E54-801B-45D1-8474-64DDE8642EE0}" srcId="{A533F612-D58A-463A-BFC9-70C576E15BD2}" destId="{3BE39E82-B6E9-4720-B4AB-D17A1616AC36}" srcOrd="2" destOrd="0" parTransId="{E102D255-8918-4CEA-B84D-D43C8701EC53}" sibTransId="{12F7465D-CC97-469F-AAF8-FC45AE72FB54}"/>
    <dgm:cxn modelId="{B6962355-E746-4103-A815-7023A0A5B499}" srcId="{A533F612-D58A-463A-BFC9-70C576E15BD2}" destId="{437C4974-E0E7-45B2-83F2-EB1BAD849920}" srcOrd="1" destOrd="0" parTransId="{511E129B-2C7E-4A5E-8A66-D61DFEB97343}" sibTransId="{8C52A707-7796-4E11-BDE7-6A8301D6900D}"/>
    <dgm:cxn modelId="{BC46F0D3-2E3F-4B1A-9ACB-A7B71F26670A}" type="presOf" srcId="{B28A1334-0A85-4D59-9AFF-4FEBA5A2E694}" destId="{AB526FBF-5088-4EF1-951C-AAD2B7805AF3}" srcOrd="0" destOrd="0" presId="urn:microsoft.com/office/officeart/2005/8/layout/vList3"/>
    <dgm:cxn modelId="{061DFFDD-2EE8-49AE-A9BE-87914DF837BD}" type="presOf" srcId="{A533F612-D58A-463A-BFC9-70C576E15BD2}" destId="{A7210E1C-94A5-4080-A2CA-B10524543ACF}" srcOrd="0" destOrd="0" presId="urn:microsoft.com/office/officeart/2005/8/layout/vList3"/>
    <dgm:cxn modelId="{828AAFAB-BAEE-4DEF-B2CE-F9BEF8793391}" type="presParOf" srcId="{A7210E1C-94A5-4080-A2CA-B10524543ACF}" destId="{2C91A0F7-1D81-4F6C-A08A-208F2627B214}" srcOrd="0" destOrd="0" presId="urn:microsoft.com/office/officeart/2005/8/layout/vList3"/>
    <dgm:cxn modelId="{3B9936A2-8C17-4255-BCAF-A9C7BBB3FC8F}" type="presParOf" srcId="{2C91A0F7-1D81-4F6C-A08A-208F2627B214}" destId="{A15742E2-0FAA-41F3-95B7-98455792891D}" srcOrd="0" destOrd="0" presId="urn:microsoft.com/office/officeart/2005/8/layout/vList3"/>
    <dgm:cxn modelId="{303632D5-27AE-47DD-BA7D-1AA5894D4340}" type="presParOf" srcId="{2C91A0F7-1D81-4F6C-A08A-208F2627B214}" destId="{AB526FBF-5088-4EF1-951C-AAD2B7805AF3}" srcOrd="1" destOrd="0" presId="urn:microsoft.com/office/officeart/2005/8/layout/vList3"/>
    <dgm:cxn modelId="{36D0F894-7076-4420-AEB6-7ADA23C95458}" type="presParOf" srcId="{A7210E1C-94A5-4080-A2CA-B10524543ACF}" destId="{89B32378-8088-426A-8CCB-41A2148B77B5}" srcOrd="1" destOrd="0" presId="urn:microsoft.com/office/officeart/2005/8/layout/vList3"/>
    <dgm:cxn modelId="{AC1EC83E-F5BA-4E81-8ECA-D793DCAB283B}" type="presParOf" srcId="{A7210E1C-94A5-4080-A2CA-B10524543ACF}" destId="{65BA466F-3EFB-4E2A-9E34-D7E4C69D73E1}" srcOrd="2" destOrd="0" presId="urn:microsoft.com/office/officeart/2005/8/layout/vList3"/>
    <dgm:cxn modelId="{699EFA80-3506-47E1-AA93-27912E35DFEC}" type="presParOf" srcId="{65BA466F-3EFB-4E2A-9E34-D7E4C69D73E1}" destId="{56E82B35-505B-4805-8C41-44627EB3A486}" srcOrd="0" destOrd="0" presId="urn:microsoft.com/office/officeart/2005/8/layout/vList3"/>
    <dgm:cxn modelId="{E4554C2E-A754-4300-8401-052B5274B841}" type="presParOf" srcId="{65BA466F-3EFB-4E2A-9E34-D7E4C69D73E1}" destId="{CDC95750-D50B-4E82-9FB7-2C4239EAD52B}" srcOrd="1" destOrd="0" presId="urn:microsoft.com/office/officeart/2005/8/layout/vList3"/>
    <dgm:cxn modelId="{9D5334BD-9686-4D52-8F95-51BD966AD165}" type="presParOf" srcId="{A7210E1C-94A5-4080-A2CA-B10524543ACF}" destId="{C4AEC4FB-7377-4573-BF52-095A30AA1486}" srcOrd="3" destOrd="0" presId="urn:microsoft.com/office/officeart/2005/8/layout/vList3"/>
    <dgm:cxn modelId="{9773014B-996C-4A1C-B459-2C4EAA170A2B}" type="presParOf" srcId="{A7210E1C-94A5-4080-A2CA-B10524543ACF}" destId="{1508937D-024F-4FF1-BCEE-EC3E3E3A7640}" srcOrd="4" destOrd="0" presId="urn:microsoft.com/office/officeart/2005/8/layout/vList3"/>
    <dgm:cxn modelId="{8D179F0E-554B-46AD-AC43-63B77436C798}" type="presParOf" srcId="{1508937D-024F-4FF1-BCEE-EC3E3E3A7640}" destId="{A55C902D-D081-4302-9DD4-6394A2440F31}" srcOrd="0" destOrd="0" presId="urn:microsoft.com/office/officeart/2005/8/layout/vList3"/>
    <dgm:cxn modelId="{5D418F87-7197-4232-88E8-9A996075CB67}" type="presParOf" srcId="{1508937D-024F-4FF1-BCEE-EC3E3E3A7640}" destId="{A5EF84B8-D0C5-4F33-82D1-9216FF632C76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526FBF-5088-4EF1-951C-AAD2B7805AF3}">
      <dsp:nvSpPr>
        <dsp:cNvPr id="0" name=""/>
        <dsp:cNvSpPr/>
      </dsp:nvSpPr>
      <dsp:spPr>
        <a:xfrm rot="10800000">
          <a:off x="1134505" y="833"/>
          <a:ext cx="3462655" cy="104933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2727" tIns="114300" rIns="21336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000" kern="1200" dirty="0"/>
            <a:t>¿Qué sabemos?</a:t>
          </a:r>
        </a:p>
      </dsp:txBody>
      <dsp:txXfrm rot="10800000">
        <a:off x="1396838" y="833"/>
        <a:ext cx="3200322" cy="1049332"/>
      </dsp:txXfrm>
    </dsp:sp>
    <dsp:sp modelId="{A15742E2-0FAA-41F3-95B7-98455792891D}">
      <dsp:nvSpPr>
        <dsp:cNvPr id="0" name=""/>
        <dsp:cNvSpPr/>
      </dsp:nvSpPr>
      <dsp:spPr>
        <a:xfrm>
          <a:off x="609839" y="833"/>
          <a:ext cx="1049332" cy="1049332"/>
        </a:xfrm>
        <a:prstGeom prst="ellipse">
          <a:avLst/>
        </a:prstGeom>
        <a:solidFill>
          <a:srgbClr val="F7CDBC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C95750-D50B-4E82-9FB7-2C4239EAD52B}">
      <dsp:nvSpPr>
        <dsp:cNvPr id="0" name=""/>
        <dsp:cNvSpPr/>
      </dsp:nvSpPr>
      <dsp:spPr>
        <a:xfrm rot="10800000">
          <a:off x="1134505" y="1363400"/>
          <a:ext cx="3462655" cy="104933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2727" tIns="114300" rIns="21336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000" kern="1200" dirty="0"/>
            <a:t>¿Cuales son las variables</a:t>
          </a:r>
        </a:p>
      </dsp:txBody>
      <dsp:txXfrm rot="10800000">
        <a:off x="1396838" y="1363400"/>
        <a:ext cx="3200322" cy="1049332"/>
      </dsp:txXfrm>
    </dsp:sp>
    <dsp:sp modelId="{56E82B35-505B-4805-8C41-44627EB3A486}">
      <dsp:nvSpPr>
        <dsp:cNvPr id="0" name=""/>
        <dsp:cNvSpPr/>
      </dsp:nvSpPr>
      <dsp:spPr>
        <a:xfrm>
          <a:off x="609839" y="1363400"/>
          <a:ext cx="1049332" cy="1049332"/>
        </a:xfrm>
        <a:prstGeom prst="ellipse">
          <a:avLst/>
        </a:prstGeom>
        <a:solidFill>
          <a:srgbClr val="F7CDBC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EF84B8-D0C5-4F33-82D1-9216FF632C76}">
      <dsp:nvSpPr>
        <dsp:cNvPr id="0" name=""/>
        <dsp:cNvSpPr/>
      </dsp:nvSpPr>
      <dsp:spPr>
        <a:xfrm rot="10800000">
          <a:off x="1134505" y="2725966"/>
          <a:ext cx="3462655" cy="104933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2727" tIns="114300" rIns="21336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000" kern="1200" dirty="0"/>
            <a:t>Algoritmo</a:t>
          </a:r>
        </a:p>
      </dsp:txBody>
      <dsp:txXfrm rot="10800000">
        <a:off x="1396838" y="2725966"/>
        <a:ext cx="3200322" cy="1049332"/>
      </dsp:txXfrm>
    </dsp:sp>
    <dsp:sp modelId="{A55C902D-D081-4302-9DD4-6394A2440F31}">
      <dsp:nvSpPr>
        <dsp:cNvPr id="0" name=""/>
        <dsp:cNvSpPr/>
      </dsp:nvSpPr>
      <dsp:spPr>
        <a:xfrm>
          <a:off x="609839" y="2725966"/>
          <a:ext cx="1049332" cy="1049332"/>
        </a:xfrm>
        <a:prstGeom prst="ellipse">
          <a:avLst/>
        </a:prstGeom>
        <a:solidFill>
          <a:srgbClr val="F7CDBC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9144" y="4882896"/>
            <a:ext cx="4050792" cy="11978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68056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>
            <a:lvl1pPr>
              <a:buSzPct val="110000"/>
              <a:defRPr/>
            </a:lvl1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>
            <a:lvl1pPr>
              <a:defRPr>
                <a:latin typeface="HP Simplified" panose="020B0604020204020204" pitchFamily="34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6/28/2022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>
            <a:lvl1pPr>
              <a:defRPr>
                <a:latin typeface="HP Simplified" panose="020B0604020204020204" pitchFamily="34" charset="0"/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>
            <a:lvl1pPr>
              <a:defRPr>
                <a:latin typeface="HP Simplified" panose="020B0604020204020204" pitchFamily="34" charset="0"/>
              </a:defRPr>
            </a:lvl1pPr>
          </a:lstStyle>
          <a:p>
            <a:fld id="{B6F15528-21DE-4FAA-801E-634DDDAF4B2B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9584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38389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195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37460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1498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28533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96812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48998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37223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010650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233016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32348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347522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887584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576923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379855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9144" y="4882896"/>
            <a:ext cx="4050792" cy="1197864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accent1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209243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85256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26638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90285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187818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415914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3904584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659016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6891296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932021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1353980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0313573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0355531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589334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4888707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2332554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842245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9144" y="4882896"/>
            <a:ext cx="4050792" cy="11978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accent1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5320516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5476817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5200445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6648517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3253022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8944493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971701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2847033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6754443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3321611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974157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5324408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9348384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2969782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1425745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3233370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5244556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9144" y="4882896"/>
            <a:ext cx="4050792" cy="11978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accent1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8281302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>
            <a:noAutofit/>
          </a:bodyPr>
          <a:lstStyle>
            <a:lvl1pPr>
              <a:defRPr sz="3600" cap="none" baseline="0"/>
            </a:lvl1pPr>
            <a:lvl2pPr>
              <a:defRPr sz="3200" cap="none" baseline="0"/>
            </a:lvl2pPr>
            <a:lvl3pPr>
              <a:defRPr sz="2800" cap="none" baseline="0"/>
            </a:lvl3pPr>
            <a:lvl4pPr>
              <a:defRPr sz="2400" cap="none" baseline="0"/>
            </a:lvl4pPr>
            <a:lvl5pPr>
              <a:defRPr sz="2400" cap="none" baseline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5438035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10">
            <a:extLst>
              <a:ext uri="{FF2B5EF4-FFF2-40B4-BE49-F238E27FC236}">
                <a16:creationId xmlns:a16="http://schemas.microsoft.com/office/drawing/2014/main" id="{C2F48E26-9330-43B2-8120-27626ED95C89}"/>
              </a:ext>
            </a:extLst>
          </p:cNvPr>
          <p:cNvSpPr/>
          <p:nvPr userDrawn="1"/>
        </p:nvSpPr>
        <p:spPr>
          <a:xfrm>
            <a:off x="381000" y="61519"/>
            <a:ext cx="11811000" cy="6644081"/>
          </a:xfrm>
          <a:prstGeom prst="rect">
            <a:avLst/>
          </a:pr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>
            <a:noAutofit/>
          </a:bodyPr>
          <a:lstStyle>
            <a:lvl1pPr>
              <a:defRPr sz="3600" cap="none" baseline="0"/>
            </a:lvl1pPr>
            <a:lvl2pPr>
              <a:defRPr sz="3200" cap="none" baseline="0"/>
            </a:lvl2pPr>
            <a:lvl3pPr>
              <a:defRPr sz="2800" cap="none" baseline="0"/>
            </a:lvl3pPr>
            <a:lvl4pPr>
              <a:defRPr sz="2400" cap="none" baseline="0"/>
            </a:lvl4pPr>
            <a:lvl5pPr>
              <a:defRPr sz="2400" cap="none" baseline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7070664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8215095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379657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7436261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3525317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1752013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2288313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389651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5915004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0454209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3786776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1900227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0892136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0611676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3090462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2661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17" Type="http://schemas.openxmlformats.org/officeDocument/2006/relationships/slideLayout" Target="../slideLayouts/slideLayout51.xml"/><Relationship Id="rId2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50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44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4.xml"/><Relationship Id="rId18" Type="http://schemas.openxmlformats.org/officeDocument/2006/relationships/slideLayout" Target="../slideLayouts/slideLayout69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17" Type="http://schemas.openxmlformats.org/officeDocument/2006/relationships/slideLayout" Target="../slideLayouts/slideLayout68.xml"/><Relationship Id="rId2" Type="http://schemas.openxmlformats.org/officeDocument/2006/relationships/slideLayout" Target="../slideLayouts/slideLayout53.xml"/><Relationship Id="rId16" Type="http://schemas.openxmlformats.org/officeDocument/2006/relationships/slideLayout" Target="../slideLayouts/slideLayout67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1.xml"/><Relationship Id="rId19" Type="http://schemas.openxmlformats.org/officeDocument/2006/relationships/theme" Target="../theme/theme4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1" name="Rectangle 10"/>
          <p:cNvSpPr/>
          <p:nvPr/>
        </p:nvSpPr>
        <p:spPr>
          <a:xfrm>
            <a:off x="1" y="0"/>
            <a:ext cx="11979952" cy="6644081"/>
          </a:xfrm>
          <a:prstGeom prst="rect">
            <a:avLst/>
          </a:pr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41088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8634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  <p:sldLayoutId id="2147483747" r:id="rId14"/>
    <p:sldLayoutId id="2147483748" r:id="rId15"/>
    <p:sldLayoutId id="2147483749" r:id="rId16"/>
    <p:sldLayoutId id="2147483750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3600" kern="1200" cap="none" baseline="0">
          <a:solidFill>
            <a:schemeClr val="tx1"/>
          </a:solidFill>
          <a:effectLst/>
          <a:latin typeface="HP Simplified" panose="020B0604020204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3200" kern="1200" cap="none" baseline="0">
          <a:solidFill>
            <a:schemeClr val="tx1"/>
          </a:solidFill>
          <a:effectLst/>
          <a:latin typeface="HP Simplified" panose="020B06040202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800" kern="1200" cap="none" baseline="0">
          <a:solidFill>
            <a:schemeClr val="tx1"/>
          </a:solidFill>
          <a:effectLst/>
          <a:latin typeface="HP Simplified" panose="020B06040202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400" kern="1200" cap="none" baseline="0">
          <a:solidFill>
            <a:schemeClr val="tx1"/>
          </a:solidFill>
          <a:effectLst/>
          <a:latin typeface="HP Simplified" panose="020B06040202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400" kern="1200" cap="none" baseline="0">
          <a:solidFill>
            <a:schemeClr val="tx1"/>
          </a:solidFill>
          <a:effectLst/>
          <a:latin typeface="HP Simplified" panose="020B06040202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DC48ED7C-D9A5-4EA8-B309-6E368BFA8F2B}" type="datetimeFigureOut">
              <a:rPr lang="en-US" dirty="0"/>
              <a:t>6/28/2022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5913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  <p:sldLayoutId id="2147483781" r:id="rId12"/>
    <p:sldLayoutId id="2147483782" r:id="rId13"/>
    <p:sldLayoutId id="2147483783" r:id="rId14"/>
    <p:sldLayoutId id="2147483784" r:id="rId15"/>
    <p:sldLayoutId id="2147483785" r:id="rId16"/>
    <p:sldLayoutId id="214748378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Arial" panose="020B0604020202020204" pitchFamily="34" charset="0"/>
        <a:buChar char="•"/>
        <a:defRPr sz="3600" kern="1200" cap="none" baseline="0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Arial" panose="020B0604020202020204" pitchFamily="34" charset="0"/>
        <a:buChar char="•"/>
        <a:defRPr sz="3200" kern="1200" cap="none" baseline="0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Arial" panose="020B0604020202020204" pitchFamily="34" charset="0"/>
        <a:buChar char="•"/>
        <a:defRPr sz="2800" kern="1200" cap="none" baseline="0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Arial" panose="020B0604020202020204" pitchFamily="34" charset="0"/>
        <a:buChar char="•"/>
        <a:defRPr sz="2400" kern="1200" cap="none" baseline="0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Arial" panose="020B0604020202020204" pitchFamily="34" charset="0"/>
        <a:buChar char="•"/>
        <a:defRPr sz="2400" kern="1200" cap="none" baseline="0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1" name="Rectangle 10"/>
          <p:cNvSpPr/>
          <p:nvPr/>
        </p:nvSpPr>
        <p:spPr>
          <a:xfrm>
            <a:off x="106024" y="61519"/>
            <a:ext cx="11979952" cy="6644081"/>
          </a:xfrm>
          <a:prstGeom prst="rect">
            <a:avLst/>
          </a:pr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479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  <p:sldLayoutId id="2147483792" r:id="rId5"/>
    <p:sldLayoutId id="2147483793" r:id="rId6"/>
    <p:sldLayoutId id="2147483794" r:id="rId7"/>
    <p:sldLayoutId id="2147483795" r:id="rId8"/>
    <p:sldLayoutId id="2147483796" r:id="rId9"/>
    <p:sldLayoutId id="2147483797" r:id="rId10"/>
    <p:sldLayoutId id="2147483798" r:id="rId11"/>
    <p:sldLayoutId id="2147483799" r:id="rId12"/>
    <p:sldLayoutId id="2147483800" r:id="rId13"/>
    <p:sldLayoutId id="2147483801" r:id="rId14"/>
    <p:sldLayoutId id="2147483802" r:id="rId15"/>
    <p:sldLayoutId id="2147483803" r:id="rId16"/>
    <p:sldLayoutId id="2147483804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1" name="Rectangle 10"/>
          <p:cNvSpPr/>
          <p:nvPr/>
        </p:nvSpPr>
        <p:spPr>
          <a:xfrm>
            <a:off x="381000" y="61519"/>
            <a:ext cx="11125199" cy="6644081"/>
          </a:xfrm>
          <a:prstGeom prst="rect">
            <a:avLst/>
          </a:pr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4139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23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  <p:sldLayoutId id="2147483821" r:id="rId17"/>
    <p:sldLayoutId id="2147483822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3.xml"/></Relationships>
</file>

<file path=ppt/slides/_rels/slide5.xml.rels><?xml version="1.0" encoding="UTF-8" standalone="yes"?>
<Relationships xmlns="http://schemas.openxmlformats.org/package/2006/relationships"><Relationship Id="rId18" Type="http://schemas.openxmlformats.org/officeDocument/2006/relationships/diagramColors" Target="../diagrams/colors1.xml"/><Relationship Id="rId21" Type="http://schemas.openxmlformats.org/officeDocument/2006/relationships/image" Target="../media/image7.svg"/><Relationship Id="rId17" Type="http://schemas.openxmlformats.org/officeDocument/2006/relationships/diagramQuickStyle" Target="../diagrams/quickStyle1.xml"/><Relationship Id="rId25" Type="http://schemas.openxmlformats.org/officeDocument/2006/relationships/image" Target="../media/image11.svg"/><Relationship Id="rId16" Type="http://schemas.openxmlformats.org/officeDocument/2006/relationships/diagramLayout" Target="../diagrams/layout1.xml"/><Relationship Id="rId20" Type="http://schemas.openxmlformats.org/officeDocument/2006/relationships/image" Target="../media/image6.png"/><Relationship Id="rId1" Type="http://schemas.openxmlformats.org/officeDocument/2006/relationships/slideLayout" Target="../slideLayouts/slideLayout19.xml"/><Relationship Id="rId24" Type="http://schemas.openxmlformats.org/officeDocument/2006/relationships/image" Target="../media/image10.png"/><Relationship Id="rId15" Type="http://schemas.openxmlformats.org/officeDocument/2006/relationships/diagramData" Target="../diagrams/data1.xml"/><Relationship Id="rId23" Type="http://schemas.openxmlformats.org/officeDocument/2006/relationships/image" Target="../media/image9.svg"/><Relationship Id="rId19" Type="http://schemas.microsoft.com/office/2007/relationships/diagramDrawing" Target="../diagrams/drawing1.xml"/><Relationship Id="rId14" Type="http://schemas.openxmlformats.org/officeDocument/2006/relationships/image" Target="../media/image16.png"/><Relationship Id="rId22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3.xml"/><Relationship Id="rId5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3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3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4.xml"/><Relationship Id="rId5" Type="http://schemas.openxmlformats.org/officeDocument/2006/relationships/image" Target="../media/image15.png"/><Relationship Id="rId4" Type="http://schemas.openxmlformats.org/officeDocument/2006/relationships/image" Target="../media/image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3.xml"/><Relationship Id="rId4" Type="http://schemas.openxmlformats.org/officeDocument/2006/relationships/image" Target="../media/image9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3.xml"/><Relationship Id="rId4" Type="http://schemas.openxmlformats.org/officeDocument/2006/relationships/image" Target="../media/image9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3.xml"/><Relationship Id="rId4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B9814E9-AA5A-44D6-AC60-BAD70EFEA6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Pseudo-CODIGO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518F2013-4D40-4305-9C6C-77B2D54E26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L" sz="1800" kern="1400" spc="-5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RESOLUCION DE PROBLEMAS </a:t>
            </a:r>
            <a:endParaRPr lang="es-CL" sz="1800" kern="1400" spc="-50" dirty="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823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274ACA-D4BC-485B-985B-829E1C7C2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/>
              <a:t>objetivos</a:t>
            </a:r>
            <a:endParaRPr lang="es-CL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CBA8ED9-7B10-41FF-A749-A414E997D4D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s-CL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C8276553-2A79-437F-B57F-448598174C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7989602"/>
              </p:ext>
            </p:extLst>
          </p:nvPr>
        </p:nvGraphicFramePr>
        <p:xfrm>
          <a:off x="685799" y="1772960"/>
          <a:ext cx="10515601" cy="4001390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1999444">
                  <a:extLst>
                    <a:ext uri="{9D8B030D-6E8A-4147-A177-3AD203B41FA5}">
                      <a16:colId xmlns:a16="http://schemas.microsoft.com/office/drawing/2014/main" val="2332767990"/>
                    </a:ext>
                  </a:extLst>
                </a:gridCol>
                <a:gridCol w="8516157">
                  <a:extLst>
                    <a:ext uri="{9D8B030D-6E8A-4147-A177-3AD203B41FA5}">
                      <a16:colId xmlns:a16="http://schemas.microsoft.com/office/drawing/2014/main" val="3367803006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R="147320"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800" kern="50" dirty="0">
                          <a:effectLst/>
                          <a:latin typeface="HP Simplified" panose="020B0604020204020204" pitchFamily="34" charset="0"/>
                        </a:rPr>
                        <a:t>Propósito</a:t>
                      </a:r>
                      <a:endParaRPr lang="es-CL" sz="1800" kern="50" dirty="0">
                        <a:effectLst/>
                        <a:latin typeface="HP Simplified" panose="020B0604020204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800" dirty="0">
                          <a:effectLst/>
                          <a:latin typeface="HP Simplified" panose="020B0604020204020204" pitchFamily="34" charset="0"/>
                        </a:rPr>
                        <a:t>Resolver problemas definiendo formalmente un modelo de computación.</a:t>
                      </a:r>
                      <a:endParaRPr lang="es-CL" sz="1800" dirty="0">
                        <a:solidFill>
                          <a:srgbClr val="000000"/>
                        </a:solidFill>
                        <a:effectLst/>
                        <a:latin typeface="HP Simplified" panose="020B0604020204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553596175"/>
                  </a:ext>
                </a:extLst>
              </a:tr>
              <a:tr h="2209800">
                <a:tc>
                  <a:txBody>
                    <a:bodyPr/>
                    <a:lstStyle/>
                    <a:p>
                      <a:pPr marR="147320"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800" kern="50" dirty="0">
                          <a:effectLst/>
                          <a:latin typeface="HP Simplified" panose="020B0604020204020204" pitchFamily="34" charset="0"/>
                        </a:rPr>
                        <a:t>Objetivos</a:t>
                      </a:r>
                      <a:endParaRPr lang="es-CL" sz="1800" kern="50" dirty="0">
                        <a:effectLst/>
                        <a:latin typeface="HP Simplified" panose="020B0604020204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811213" indent="-811213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811213" algn="l"/>
                        </a:tabLst>
                      </a:pPr>
                      <a:r>
                        <a:rPr lang="es-ES" sz="1800" b="1" kern="50" dirty="0">
                          <a:effectLst/>
                          <a:latin typeface="HP Simplified" panose="020B0604020204020204" pitchFamily="34" charset="0"/>
                        </a:rPr>
                        <a:t>OA 3 </a:t>
                      </a:r>
                      <a:r>
                        <a:rPr lang="es-ES" sz="1800" kern="50" dirty="0">
                          <a:effectLst/>
                          <a:latin typeface="HP Simplified" panose="020B0604020204020204" pitchFamily="34" charset="0"/>
                        </a:rPr>
                        <a:t>	</a:t>
                      </a:r>
                      <a:r>
                        <a:rPr lang="es-MX" sz="1800" kern="50" dirty="0">
                          <a:effectLst/>
                          <a:latin typeface="HP Simplified" panose="020B0604020204020204" pitchFamily="34" charset="0"/>
                        </a:rPr>
                        <a:t>Desarrollar y programar algoritmos para ejecutar procedimientos matemáticos, realizar cálculos y obtener términos definidos por una regla o patrón.</a:t>
                      </a:r>
                    </a:p>
                    <a:p>
                      <a:pPr marL="811213" indent="-811213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811213" algn="l"/>
                        </a:tabLst>
                      </a:pPr>
                      <a:r>
                        <a:rPr lang="es-ES" sz="1800" b="1" kern="50" dirty="0">
                          <a:effectLst/>
                          <a:latin typeface="HP Simplified" panose="020B0604020204020204" pitchFamily="34" charset="0"/>
                        </a:rPr>
                        <a:t>OA g </a:t>
                      </a:r>
                      <a:r>
                        <a:rPr lang="es-ES" sz="1800" kern="50" dirty="0">
                          <a:effectLst/>
                          <a:latin typeface="HP Simplified" panose="020B0604020204020204" pitchFamily="34" charset="0"/>
                        </a:rPr>
                        <a:t>	Elaborar representaciones, tanto en forma manual como digital, y justificar cómo una misma información puede ser utilizada según el tipo de representación.</a:t>
                      </a:r>
                    </a:p>
                    <a:p>
                      <a:pPr marL="811213" indent="-811213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811213" algn="l"/>
                        </a:tabLst>
                      </a:pPr>
                      <a:r>
                        <a:rPr lang="es-MX" sz="1800" b="1" kern="50" dirty="0">
                          <a:effectLst/>
                          <a:latin typeface="HP Simplified" panose="020B0604020204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OA j</a:t>
                      </a:r>
                      <a:r>
                        <a:rPr lang="es-MX" sz="1800" kern="50" dirty="0">
                          <a:effectLst/>
                          <a:latin typeface="HP Simplified" panose="020B0604020204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	Desarrollar un trabajo colaborativo en línea para discusión y resolución de tareas matemáticas, usando herramientas electrónicas de productividad, entornos virtuales y redes sociales.</a:t>
                      </a:r>
                      <a:endParaRPr lang="es-CL" sz="1800" kern="50" dirty="0">
                        <a:effectLst/>
                        <a:latin typeface="HP Simplified" panose="020B0604020204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535054022"/>
                  </a:ext>
                </a:extLst>
              </a:tr>
              <a:tr h="967826">
                <a:tc>
                  <a:txBody>
                    <a:bodyPr/>
                    <a:lstStyle/>
                    <a:p>
                      <a:pPr marR="147320"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800" kern="50" dirty="0">
                          <a:effectLst/>
                          <a:latin typeface="HP Simplified" panose="020B0604020204020204" pitchFamily="34" charset="0"/>
                        </a:rPr>
                        <a:t>Actitudes</a:t>
                      </a:r>
                      <a:endParaRPr lang="es-CL" sz="1800" kern="50" dirty="0">
                        <a:effectLst/>
                        <a:latin typeface="HP Simplified" panose="020B0604020204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800" kern="50" dirty="0">
                          <a:effectLst/>
                          <a:latin typeface="HP Simplified" panose="020B0604020204020204" pitchFamily="34" charset="0"/>
                        </a:rPr>
                        <a:t>Aprovechar las herramientas disponibles para aprender y resolver problemas.</a:t>
                      </a:r>
                      <a:endParaRPr lang="es-ES" sz="1800" kern="50" dirty="0">
                        <a:effectLst/>
                        <a:latin typeface="HP Simplified" panose="020B0604020204020204" pitchFamily="34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800" kern="50" dirty="0">
                          <a:effectLst/>
                          <a:latin typeface="HP Simplified" panose="020B0604020204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Trabajar colaborativamente en la generación, desarrollo y gestión de proyectos y la resolución de problemas, integrando las diferentes ideas y puntos de vista.</a:t>
                      </a:r>
                      <a:endParaRPr lang="es-CL" sz="1800" kern="50" dirty="0">
                        <a:effectLst/>
                        <a:latin typeface="HP Simplified" panose="020B0604020204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06084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0105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BE8281-4E51-4156-B8FD-ABDD954C8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945" y="131617"/>
            <a:ext cx="10394707" cy="1151965"/>
          </a:xfrm>
        </p:spPr>
        <p:txBody>
          <a:bodyPr>
            <a:normAutofit/>
          </a:bodyPr>
          <a:lstStyle/>
          <a:p>
            <a:r>
              <a:rPr lang="es-CL" dirty="0"/>
              <a:t>¿Recordemos, algo?</a:t>
            </a: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D736735F-7160-44EF-B0D9-DA5DDCE271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1945" y="1592341"/>
            <a:ext cx="10394707" cy="3311189"/>
          </a:xfrm>
        </p:spPr>
        <p:txBody>
          <a:bodyPr/>
          <a:lstStyle/>
          <a:p>
            <a:pPr marL="539750" indent="-539750"/>
            <a:r>
              <a:rPr lang="es-ES" b="1" dirty="0"/>
              <a:t>Pensamiento Computacional </a:t>
            </a:r>
            <a:r>
              <a:rPr lang="es-ES" dirty="0"/>
              <a:t>se define como el proceso por el cual un individuo, a través de habilidades propias de la computación y del pensamiento crítico, del pensamiento lateral y otros más, logra hacerles frente a problemas de distinta índole.</a:t>
            </a:r>
            <a:endParaRPr lang="es-CL" dirty="0"/>
          </a:p>
        </p:txBody>
      </p:sp>
      <p:pic>
        <p:nvPicPr>
          <p:cNvPr id="4" name="Picture 38" descr="Resultado de imagen para emoticones">
            <a:extLst>
              <a:ext uri="{FF2B5EF4-FFF2-40B4-BE49-F238E27FC236}">
                <a16:creationId xmlns:a16="http://schemas.microsoft.com/office/drawing/2014/main" id="{58F4511A-0D8C-40F7-A90E-775B68675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5547813"/>
            <a:ext cx="868363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Bocadillo nube: nube 2">
            <a:extLst>
              <a:ext uri="{FF2B5EF4-FFF2-40B4-BE49-F238E27FC236}">
                <a16:creationId xmlns:a16="http://schemas.microsoft.com/office/drawing/2014/main" id="{C3A10413-15F2-4F16-A32D-06E9B210B54E}"/>
              </a:ext>
            </a:extLst>
          </p:cNvPr>
          <p:cNvSpPr/>
          <p:nvPr/>
        </p:nvSpPr>
        <p:spPr>
          <a:xfrm>
            <a:off x="6248400" y="3783781"/>
            <a:ext cx="5119832" cy="2548257"/>
          </a:xfrm>
          <a:prstGeom prst="cloudCallout">
            <a:avLst>
              <a:gd name="adj1" fmla="val -58996"/>
              <a:gd name="adj2" fmla="val 2118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800" dirty="0">
                <a:latin typeface="Arial" panose="020B0604020202020204" pitchFamily="34" charset="0"/>
                <a:cs typeface="Arial" panose="020B0604020202020204" pitchFamily="34" charset="0"/>
              </a:rPr>
              <a:t>¿Me parece conocida esta definición?</a:t>
            </a:r>
          </a:p>
        </p:txBody>
      </p:sp>
    </p:spTree>
    <p:extLst>
      <p:ext uri="{BB962C8B-B14F-4D97-AF65-F5344CB8AC3E}">
        <p14:creationId xmlns:p14="http://schemas.microsoft.com/office/powerpoint/2010/main" val="1726479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3F920086-A9C3-4F11-AF73-E3DC42FA11E2}"/>
              </a:ext>
            </a:extLst>
          </p:cNvPr>
          <p:cNvSpPr/>
          <p:nvPr/>
        </p:nvSpPr>
        <p:spPr>
          <a:xfrm>
            <a:off x="2960693" y="1736303"/>
            <a:ext cx="5504432" cy="3611552"/>
          </a:xfrm>
          <a:custGeom>
            <a:avLst/>
            <a:gdLst>
              <a:gd name="connsiteX0" fmla="*/ 0 w 4909219"/>
              <a:gd name="connsiteY0" fmla="*/ 618101 h 3708534"/>
              <a:gd name="connsiteX1" fmla="*/ 618101 w 4909219"/>
              <a:gd name="connsiteY1" fmla="*/ 0 h 3708534"/>
              <a:gd name="connsiteX2" fmla="*/ 4291118 w 4909219"/>
              <a:gd name="connsiteY2" fmla="*/ 0 h 3708534"/>
              <a:gd name="connsiteX3" fmla="*/ 4909219 w 4909219"/>
              <a:gd name="connsiteY3" fmla="*/ 618101 h 3708534"/>
              <a:gd name="connsiteX4" fmla="*/ 4909219 w 4909219"/>
              <a:gd name="connsiteY4" fmla="*/ 3090433 h 3708534"/>
              <a:gd name="connsiteX5" fmla="*/ 4291118 w 4909219"/>
              <a:gd name="connsiteY5" fmla="*/ 3708534 h 3708534"/>
              <a:gd name="connsiteX6" fmla="*/ 618101 w 4909219"/>
              <a:gd name="connsiteY6" fmla="*/ 3708534 h 3708534"/>
              <a:gd name="connsiteX7" fmla="*/ 0 w 4909219"/>
              <a:gd name="connsiteY7" fmla="*/ 3090433 h 3708534"/>
              <a:gd name="connsiteX8" fmla="*/ 0 w 4909219"/>
              <a:gd name="connsiteY8" fmla="*/ 618101 h 3708534"/>
              <a:gd name="connsiteX0" fmla="*/ 0 w 4909219"/>
              <a:gd name="connsiteY0" fmla="*/ 618101 h 3708534"/>
              <a:gd name="connsiteX1" fmla="*/ 618101 w 4909219"/>
              <a:gd name="connsiteY1" fmla="*/ 0 h 3708534"/>
              <a:gd name="connsiteX2" fmla="*/ 4291118 w 4909219"/>
              <a:gd name="connsiteY2" fmla="*/ 0 h 3708534"/>
              <a:gd name="connsiteX3" fmla="*/ 4909219 w 4909219"/>
              <a:gd name="connsiteY3" fmla="*/ 618101 h 3708534"/>
              <a:gd name="connsiteX4" fmla="*/ 4909219 w 4909219"/>
              <a:gd name="connsiteY4" fmla="*/ 3090433 h 3708534"/>
              <a:gd name="connsiteX5" fmla="*/ 4291118 w 4909219"/>
              <a:gd name="connsiteY5" fmla="*/ 3708534 h 3708534"/>
              <a:gd name="connsiteX6" fmla="*/ 618101 w 4909219"/>
              <a:gd name="connsiteY6" fmla="*/ 3708534 h 3708534"/>
              <a:gd name="connsiteX7" fmla="*/ 277091 w 4909219"/>
              <a:gd name="connsiteY7" fmla="*/ 2494687 h 3708534"/>
              <a:gd name="connsiteX8" fmla="*/ 0 w 4909219"/>
              <a:gd name="connsiteY8" fmla="*/ 618101 h 3708534"/>
              <a:gd name="connsiteX0" fmla="*/ 210197 w 5119416"/>
              <a:gd name="connsiteY0" fmla="*/ 618101 h 3708534"/>
              <a:gd name="connsiteX1" fmla="*/ 828298 w 5119416"/>
              <a:gd name="connsiteY1" fmla="*/ 0 h 3708534"/>
              <a:gd name="connsiteX2" fmla="*/ 4501315 w 5119416"/>
              <a:gd name="connsiteY2" fmla="*/ 0 h 3708534"/>
              <a:gd name="connsiteX3" fmla="*/ 5119416 w 5119416"/>
              <a:gd name="connsiteY3" fmla="*/ 618101 h 3708534"/>
              <a:gd name="connsiteX4" fmla="*/ 5119416 w 5119416"/>
              <a:gd name="connsiteY4" fmla="*/ 3090433 h 3708534"/>
              <a:gd name="connsiteX5" fmla="*/ 4501315 w 5119416"/>
              <a:gd name="connsiteY5" fmla="*/ 3708534 h 3708534"/>
              <a:gd name="connsiteX6" fmla="*/ 828298 w 5119416"/>
              <a:gd name="connsiteY6" fmla="*/ 3708534 h 3708534"/>
              <a:gd name="connsiteX7" fmla="*/ 487288 w 5119416"/>
              <a:gd name="connsiteY7" fmla="*/ 2494687 h 3708534"/>
              <a:gd name="connsiteX8" fmla="*/ 210197 w 5119416"/>
              <a:gd name="connsiteY8" fmla="*/ 618101 h 3708534"/>
              <a:gd name="connsiteX0" fmla="*/ 77028 w 5235629"/>
              <a:gd name="connsiteY0" fmla="*/ 784356 h 3708534"/>
              <a:gd name="connsiteX1" fmla="*/ 944511 w 5235629"/>
              <a:gd name="connsiteY1" fmla="*/ 0 h 3708534"/>
              <a:gd name="connsiteX2" fmla="*/ 4617528 w 5235629"/>
              <a:gd name="connsiteY2" fmla="*/ 0 h 3708534"/>
              <a:gd name="connsiteX3" fmla="*/ 5235629 w 5235629"/>
              <a:gd name="connsiteY3" fmla="*/ 618101 h 3708534"/>
              <a:gd name="connsiteX4" fmla="*/ 5235629 w 5235629"/>
              <a:gd name="connsiteY4" fmla="*/ 3090433 h 3708534"/>
              <a:gd name="connsiteX5" fmla="*/ 4617528 w 5235629"/>
              <a:gd name="connsiteY5" fmla="*/ 3708534 h 3708534"/>
              <a:gd name="connsiteX6" fmla="*/ 944511 w 5235629"/>
              <a:gd name="connsiteY6" fmla="*/ 3708534 h 3708534"/>
              <a:gd name="connsiteX7" fmla="*/ 603501 w 5235629"/>
              <a:gd name="connsiteY7" fmla="*/ 2494687 h 3708534"/>
              <a:gd name="connsiteX8" fmla="*/ 77028 w 5235629"/>
              <a:gd name="connsiteY8" fmla="*/ 784356 h 3708534"/>
              <a:gd name="connsiteX0" fmla="*/ 169928 w 5328529"/>
              <a:gd name="connsiteY0" fmla="*/ 784356 h 3708534"/>
              <a:gd name="connsiteX1" fmla="*/ 1037411 w 5328529"/>
              <a:gd name="connsiteY1" fmla="*/ 0 h 3708534"/>
              <a:gd name="connsiteX2" fmla="*/ 4710428 w 5328529"/>
              <a:gd name="connsiteY2" fmla="*/ 0 h 3708534"/>
              <a:gd name="connsiteX3" fmla="*/ 5328529 w 5328529"/>
              <a:gd name="connsiteY3" fmla="*/ 618101 h 3708534"/>
              <a:gd name="connsiteX4" fmla="*/ 5328529 w 5328529"/>
              <a:gd name="connsiteY4" fmla="*/ 3090433 h 3708534"/>
              <a:gd name="connsiteX5" fmla="*/ 4710428 w 5328529"/>
              <a:gd name="connsiteY5" fmla="*/ 3708534 h 3708534"/>
              <a:gd name="connsiteX6" fmla="*/ 1037411 w 5328529"/>
              <a:gd name="connsiteY6" fmla="*/ 3708534 h 3708534"/>
              <a:gd name="connsiteX7" fmla="*/ 696401 w 5328529"/>
              <a:gd name="connsiteY7" fmla="*/ 2494687 h 3708534"/>
              <a:gd name="connsiteX8" fmla="*/ 169928 w 5328529"/>
              <a:gd name="connsiteY8" fmla="*/ 784356 h 3708534"/>
              <a:gd name="connsiteX0" fmla="*/ 268827 w 5427428"/>
              <a:gd name="connsiteY0" fmla="*/ 784356 h 3708534"/>
              <a:gd name="connsiteX1" fmla="*/ 1136310 w 5427428"/>
              <a:gd name="connsiteY1" fmla="*/ 0 h 3708534"/>
              <a:gd name="connsiteX2" fmla="*/ 4809327 w 5427428"/>
              <a:gd name="connsiteY2" fmla="*/ 0 h 3708534"/>
              <a:gd name="connsiteX3" fmla="*/ 5427428 w 5427428"/>
              <a:gd name="connsiteY3" fmla="*/ 618101 h 3708534"/>
              <a:gd name="connsiteX4" fmla="*/ 5427428 w 5427428"/>
              <a:gd name="connsiteY4" fmla="*/ 3090433 h 3708534"/>
              <a:gd name="connsiteX5" fmla="*/ 4809327 w 5427428"/>
              <a:gd name="connsiteY5" fmla="*/ 3708534 h 3708534"/>
              <a:gd name="connsiteX6" fmla="*/ 1136310 w 5427428"/>
              <a:gd name="connsiteY6" fmla="*/ 3708534 h 3708534"/>
              <a:gd name="connsiteX7" fmla="*/ 573627 w 5427428"/>
              <a:gd name="connsiteY7" fmla="*/ 2328432 h 3708534"/>
              <a:gd name="connsiteX8" fmla="*/ 268827 w 5427428"/>
              <a:gd name="connsiteY8" fmla="*/ 784356 h 3708534"/>
              <a:gd name="connsiteX0" fmla="*/ 268827 w 5427428"/>
              <a:gd name="connsiteY0" fmla="*/ 784356 h 3708534"/>
              <a:gd name="connsiteX1" fmla="*/ 1136310 w 5427428"/>
              <a:gd name="connsiteY1" fmla="*/ 0 h 3708534"/>
              <a:gd name="connsiteX2" fmla="*/ 4809327 w 5427428"/>
              <a:gd name="connsiteY2" fmla="*/ 0 h 3708534"/>
              <a:gd name="connsiteX3" fmla="*/ 5427428 w 5427428"/>
              <a:gd name="connsiteY3" fmla="*/ 618101 h 3708534"/>
              <a:gd name="connsiteX4" fmla="*/ 5427428 w 5427428"/>
              <a:gd name="connsiteY4" fmla="*/ 3090433 h 3708534"/>
              <a:gd name="connsiteX5" fmla="*/ 4809327 w 5427428"/>
              <a:gd name="connsiteY5" fmla="*/ 3708534 h 3708534"/>
              <a:gd name="connsiteX6" fmla="*/ 1732055 w 5427428"/>
              <a:gd name="connsiteY6" fmla="*/ 2614025 h 3708534"/>
              <a:gd name="connsiteX7" fmla="*/ 573627 w 5427428"/>
              <a:gd name="connsiteY7" fmla="*/ 2328432 h 3708534"/>
              <a:gd name="connsiteX8" fmla="*/ 268827 w 5427428"/>
              <a:gd name="connsiteY8" fmla="*/ 784356 h 3708534"/>
              <a:gd name="connsiteX0" fmla="*/ 268827 w 5427428"/>
              <a:gd name="connsiteY0" fmla="*/ 784356 h 3708534"/>
              <a:gd name="connsiteX1" fmla="*/ 1136310 w 5427428"/>
              <a:gd name="connsiteY1" fmla="*/ 0 h 3708534"/>
              <a:gd name="connsiteX2" fmla="*/ 4809327 w 5427428"/>
              <a:gd name="connsiteY2" fmla="*/ 0 h 3708534"/>
              <a:gd name="connsiteX3" fmla="*/ 5427428 w 5427428"/>
              <a:gd name="connsiteY3" fmla="*/ 618101 h 3708534"/>
              <a:gd name="connsiteX4" fmla="*/ 5427428 w 5427428"/>
              <a:gd name="connsiteY4" fmla="*/ 3090433 h 3708534"/>
              <a:gd name="connsiteX5" fmla="*/ 4809327 w 5427428"/>
              <a:gd name="connsiteY5" fmla="*/ 3708534 h 3708534"/>
              <a:gd name="connsiteX6" fmla="*/ 2161546 w 5427428"/>
              <a:gd name="connsiteY6" fmla="*/ 2891116 h 3708534"/>
              <a:gd name="connsiteX7" fmla="*/ 573627 w 5427428"/>
              <a:gd name="connsiteY7" fmla="*/ 2328432 h 3708534"/>
              <a:gd name="connsiteX8" fmla="*/ 268827 w 5427428"/>
              <a:gd name="connsiteY8" fmla="*/ 784356 h 3708534"/>
              <a:gd name="connsiteX0" fmla="*/ 268827 w 5427428"/>
              <a:gd name="connsiteY0" fmla="*/ 784356 h 3708534"/>
              <a:gd name="connsiteX1" fmla="*/ 1136310 w 5427428"/>
              <a:gd name="connsiteY1" fmla="*/ 0 h 3708534"/>
              <a:gd name="connsiteX2" fmla="*/ 4809327 w 5427428"/>
              <a:gd name="connsiteY2" fmla="*/ 0 h 3708534"/>
              <a:gd name="connsiteX3" fmla="*/ 5427428 w 5427428"/>
              <a:gd name="connsiteY3" fmla="*/ 618101 h 3708534"/>
              <a:gd name="connsiteX4" fmla="*/ 5427428 w 5427428"/>
              <a:gd name="connsiteY4" fmla="*/ 3090433 h 3708534"/>
              <a:gd name="connsiteX5" fmla="*/ 4809327 w 5427428"/>
              <a:gd name="connsiteY5" fmla="*/ 3708534 h 3708534"/>
              <a:gd name="connsiteX6" fmla="*/ 2286237 w 5427428"/>
              <a:gd name="connsiteY6" fmla="*/ 3015807 h 3708534"/>
              <a:gd name="connsiteX7" fmla="*/ 573627 w 5427428"/>
              <a:gd name="connsiteY7" fmla="*/ 2328432 h 3708534"/>
              <a:gd name="connsiteX8" fmla="*/ 268827 w 5427428"/>
              <a:gd name="connsiteY8" fmla="*/ 784356 h 3708534"/>
              <a:gd name="connsiteX0" fmla="*/ 276131 w 5434732"/>
              <a:gd name="connsiteY0" fmla="*/ 784356 h 3708534"/>
              <a:gd name="connsiteX1" fmla="*/ 1143614 w 5434732"/>
              <a:gd name="connsiteY1" fmla="*/ 0 h 3708534"/>
              <a:gd name="connsiteX2" fmla="*/ 4816631 w 5434732"/>
              <a:gd name="connsiteY2" fmla="*/ 0 h 3708534"/>
              <a:gd name="connsiteX3" fmla="*/ 5434732 w 5434732"/>
              <a:gd name="connsiteY3" fmla="*/ 618101 h 3708534"/>
              <a:gd name="connsiteX4" fmla="*/ 5434732 w 5434732"/>
              <a:gd name="connsiteY4" fmla="*/ 3090433 h 3708534"/>
              <a:gd name="connsiteX5" fmla="*/ 4816631 w 5434732"/>
              <a:gd name="connsiteY5" fmla="*/ 3708534 h 3708534"/>
              <a:gd name="connsiteX6" fmla="*/ 2293541 w 5434732"/>
              <a:gd name="connsiteY6" fmla="*/ 3015807 h 3708534"/>
              <a:gd name="connsiteX7" fmla="*/ 567076 w 5434732"/>
              <a:gd name="connsiteY7" fmla="*/ 2273014 h 3708534"/>
              <a:gd name="connsiteX8" fmla="*/ 276131 w 5434732"/>
              <a:gd name="connsiteY8" fmla="*/ 784356 h 3708534"/>
              <a:gd name="connsiteX0" fmla="*/ 247666 w 5461685"/>
              <a:gd name="connsiteY0" fmla="*/ 687374 h 3708534"/>
              <a:gd name="connsiteX1" fmla="*/ 1170567 w 5461685"/>
              <a:gd name="connsiteY1" fmla="*/ 0 h 3708534"/>
              <a:gd name="connsiteX2" fmla="*/ 4843584 w 5461685"/>
              <a:gd name="connsiteY2" fmla="*/ 0 h 3708534"/>
              <a:gd name="connsiteX3" fmla="*/ 5461685 w 5461685"/>
              <a:gd name="connsiteY3" fmla="*/ 618101 h 3708534"/>
              <a:gd name="connsiteX4" fmla="*/ 5461685 w 5461685"/>
              <a:gd name="connsiteY4" fmla="*/ 3090433 h 3708534"/>
              <a:gd name="connsiteX5" fmla="*/ 4843584 w 5461685"/>
              <a:gd name="connsiteY5" fmla="*/ 3708534 h 3708534"/>
              <a:gd name="connsiteX6" fmla="*/ 2320494 w 5461685"/>
              <a:gd name="connsiteY6" fmla="*/ 3015807 h 3708534"/>
              <a:gd name="connsiteX7" fmla="*/ 594029 w 5461685"/>
              <a:gd name="connsiteY7" fmla="*/ 2273014 h 3708534"/>
              <a:gd name="connsiteX8" fmla="*/ 247666 w 5461685"/>
              <a:gd name="connsiteY8" fmla="*/ 687374 h 3708534"/>
              <a:gd name="connsiteX0" fmla="*/ 247666 w 5461685"/>
              <a:gd name="connsiteY0" fmla="*/ 687374 h 3708534"/>
              <a:gd name="connsiteX1" fmla="*/ 1336822 w 5461685"/>
              <a:gd name="connsiteY1" fmla="*/ 0 h 3708534"/>
              <a:gd name="connsiteX2" fmla="*/ 4843584 w 5461685"/>
              <a:gd name="connsiteY2" fmla="*/ 0 h 3708534"/>
              <a:gd name="connsiteX3" fmla="*/ 5461685 w 5461685"/>
              <a:gd name="connsiteY3" fmla="*/ 618101 h 3708534"/>
              <a:gd name="connsiteX4" fmla="*/ 5461685 w 5461685"/>
              <a:gd name="connsiteY4" fmla="*/ 3090433 h 3708534"/>
              <a:gd name="connsiteX5" fmla="*/ 4843584 w 5461685"/>
              <a:gd name="connsiteY5" fmla="*/ 3708534 h 3708534"/>
              <a:gd name="connsiteX6" fmla="*/ 2320494 w 5461685"/>
              <a:gd name="connsiteY6" fmla="*/ 3015807 h 3708534"/>
              <a:gd name="connsiteX7" fmla="*/ 594029 w 5461685"/>
              <a:gd name="connsiteY7" fmla="*/ 2273014 h 3708534"/>
              <a:gd name="connsiteX8" fmla="*/ 247666 w 5461685"/>
              <a:gd name="connsiteY8" fmla="*/ 687374 h 3708534"/>
              <a:gd name="connsiteX0" fmla="*/ 247666 w 5461685"/>
              <a:gd name="connsiteY0" fmla="*/ 687374 h 3708534"/>
              <a:gd name="connsiteX1" fmla="*/ 1336822 w 5461685"/>
              <a:gd name="connsiteY1" fmla="*/ 0 h 3708534"/>
              <a:gd name="connsiteX2" fmla="*/ 4843584 w 5461685"/>
              <a:gd name="connsiteY2" fmla="*/ 0 h 3708534"/>
              <a:gd name="connsiteX3" fmla="*/ 5461685 w 5461685"/>
              <a:gd name="connsiteY3" fmla="*/ 618101 h 3708534"/>
              <a:gd name="connsiteX4" fmla="*/ 5461685 w 5461685"/>
              <a:gd name="connsiteY4" fmla="*/ 3090433 h 3708534"/>
              <a:gd name="connsiteX5" fmla="*/ 4843584 w 5461685"/>
              <a:gd name="connsiteY5" fmla="*/ 3708534 h 3708534"/>
              <a:gd name="connsiteX6" fmla="*/ 2320494 w 5461685"/>
              <a:gd name="connsiteY6" fmla="*/ 3015807 h 3708534"/>
              <a:gd name="connsiteX7" fmla="*/ 594029 w 5461685"/>
              <a:gd name="connsiteY7" fmla="*/ 2273014 h 3708534"/>
              <a:gd name="connsiteX8" fmla="*/ 247666 w 5461685"/>
              <a:gd name="connsiteY8" fmla="*/ 687374 h 3708534"/>
              <a:gd name="connsiteX0" fmla="*/ 247666 w 5461685"/>
              <a:gd name="connsiteY0" fmla="*/ 687374 h 3708534"/>
              <a:gd name="connsiteX1" fmla="*/ 1336822 w 5461685"/>
              <a:gd name="connsiteY1" fmla="*/ 0 h 3708534"/>
              <a:gd name="connsiteX2" fmla="*/ 4843584 w 5461685"/>
              <a:gd name="connsiteY2" fmla="*/ 0 h 3708534"/>
              <a:gd name="connsiteX3" fmla="*/ 5461685 w 5461685"/>
              <a:gd name="connsiteY3" fmla="*/ 618101 h 3708534"/>
              <a:gd name="connsiteX4" fmla="*/ 5461685 w 5461685"/>
              <a:gd name="connsiteY4" fmla="*/ 3090433 h 3708534"/>
              <a:gd name="connsiteX5" fmla="*/ 4843584 w 5461685"/>
              <a:gd name="connsiteY5" fmla="*/ 3708534 h 3708534"/>
              <a:gd name="connsiteX6" fmla="*/ 2320494 w 5461685"/>
              <a:gd name="connsiteY6" fmla="*/ 3015807 h 3708534"/>
              <a:gd name="connsiteX7" fmla="*/ 594029 w 5461685"/>
              <a:gd name="connsiteY7" fmla="*/ 2273014 h 3708534"/>
              <a:gd name="connsiteX8" fmla="*/ 247666 w 5461685"/>
              <a:gd name="connsiteY8" fmla="*/ 687374 h 3708534"/>
              <a:gd name="connsiteX0" fmla="*/ 290413 w 5504432"/>
              <a:gd name="connsiteY0" fmla="*/ 687374 h 3708534"/>
              <a:gd name="connsiteX1" fmla="*/ 1379569 w 5504432"/>
              <a:gd name="connsiteY1" fmla="*/ 0 h 3708534"/>
              <a:gd name="connsiteX2" fmla="*/ 4886331 w 5504432"/>
              <a:gd name="connsiteY2" fmla="*/ 0 h 3708534"/>
              <a:gd name="connsiteX3" fmla="*/ 5504432 w 5504432"/>
              <a:gd name="connsiteY3" fmla="*/ 618101 h 3708534"/>
              <a:gd name="connsiteX4" fmla="*/ 5504432 w 5504432"/>
              <a:gd name="connsiteY4" fmla="*/ 3090433 h 3708534"/>
              <a:gd name="connsiteX5" fmla="*/ 4886331 w 5504432"/>
              <a:gd name="connsiteY5" fmla="*/ 3708534 h 3708534"/>
              <a:gd name="connsiteX6" fmla="*/ 2363241 w 5504432"/>
              <a:gd name="connsiteY6" fmla="*/ 3015807 h 3708534"/>
              <a:gd name="connsiteX7" fmla="*/ 636776 w 5504432"/>
              <a:gd name="connsiteY7" fmla="*/ 2273014 h 3708534"/>
              <a:gd name="connsiteX8" fmla="*/ 290413 w 5504432"/>
              <a:gd name="connsiteY8" fmla="*/ 687374 h 3708534"/>
              <a:gd name="connsiteX0" fmla="*/ 290413 w 5504432"/>
              <a:gd name="connsiteY0" fmla="*/ 687374 h 3611552"/>
              <a:gd name="connsiteX1" fmla="*/ 1379569 w 5504432"/>
              <a:gd name="connsiteY1" fmla="*/ 0 h 3611552"/>
              <a:gd name="connsiteX2" fmla="*/ 4886331 w 5504432"/>
              <a:gd name="connsiteY2" fmla="*/ 0 h 3611552"/>
              <a:gd name="connsiteX3" fmla="*/ 5504432 w 5504432"/>
              <a:gd name="connsiteY3" fmla="*/ 618101 h 3611552"/>
              <a:gd name="connsiteX4" fmla="*/ 5504432 w 5504432"/>
              <a:gd name="connsiteY4" fmla="*/ 3090433 h 3611552"/>
              <a:gd name="connsiteX5" fmla="*/ 4886331 w 5504432"/>
              <a:gd name="connsiteY5" fmla="*/ 3611552 h 3611552"/>
              <a:gd name="connsiteX6" fmla="*/ 2363241 w 5504432"/>
              <a:gd name="connsiteY6" fmla="*/ 3015807 h 3611552"/>
              <a:gd name="connsiteX7" fmla="*/ 636776 w 5504432"/>
              <a:gd name="connsiteY7" fmla="*/ 2273014 h 3611552"/>
              <a:gd name="connsiteX8" fmla="*/ 290413 w 5504432"/>
              <a:gd name="connsiteY8" fmla="*/ 687374 h 3611552"/>
              <a:gd name="connsiteX0" fmla="*/ 290413 w 5504432"/>
              <a:gd name="connsiteY0" fmla="*/ 687374 h 3611552"/>
              <a:gd name="connsiteX1" fmla="*/ 1379569 w 5504432"/>
              <a:gd name="connsiteY1" fmla="*/ 0 h 3611552"/>
              <a:gd name="connsiteX2" fmla="*/ 4886331 w 5504432"/>
              <a:gd name="connsiteY2" fmla="*/ 0 h 3611552"/>
              <a:gd name="connsiteX3" fmla="*/ 5338178 w 5504432"/>
              <a:gd name="connsiteY3" fmla="*/ 659664 h 3611552"/>
              <a:gd name="connsiteX4" fmla="*/ 5504432 w 5504432"/>
              <a:gd name="connsiteY4" fmla="*/ 3090433 h 3611552"/>
              <a:gd name="connsiteX5" fmla="*/ 4886331 w 5504432"/>
              <a:gd name="connsiteY5" fmla="*/ 3611552 h 3611552"/>
              <a:gd name="connsiteX6" fmla="*/ 2363241 w 5504432"/>
              <a:gd name="connsiteY6" fmla="*/ 3015807 h 3611552"/>
              <a:gd name="connsiteX7" fmla="*/ 636776 w 5504432"/>
              <a:gd name="connsiteY7" fmla="*/ 2273014 h 3611552"/>
              <a:gd name="connsiteX8" fmla="*/ 290413 w 5504432"/>
              <a:gd name="connsiteY8" fmla="*/ 687374 h 3611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04432" h="3611552">
                <a:moveTo>
                  <a:pt x="290413" y="687374"/>
                </a:moveTo>
                <a:cubicBezTo>
                  <a:pt x="456668" y="456843"/>
                  <a:pt x="1038201" y="0"/>
                  <a:pt x="1379569" y="0"/>
                </a:cubicBezTo>
                <a:lnTo>
                  <a:pt x="4886331" y="0"/>
                </a:lnTo>
                <a:cubicBezTo>
                  <a:pt x="5227699" y="0"/>
                  <a:pt x="5338178" y="318296"/>
                  <a:pt x="5338178" y="659664"/>
                </a:cubicBezTo>
                <a:lnTo>
                  <a:pt x="5504432" y="3090433"/>
                </a:lnTo>
                <a:cubicBezTo>
                  <a:pt x="5504432" y="3431801"/>
                  <a:pt x="5227699" y="3611552"/>
                  <a:pt x="4886331" y="3611552"/>
                </a:cubicBezTo>
                <a:lnTo>
                  <a:pt x="2363241" y="3015807"/>
                </a:lnTo>
                <a:cubicBezTo>
                  <a:pt x="2021873" y="3015807"/>
                  <a:pt x="636776" y="2614382"/>
                  <a:pt x="636776" y="2273014"/>
                </a:cubicBezTo>
                <a:cubicBezTo>
                  <a:pt x="-263770" y="1351921"/>
                  <a:pt x="-42096" y="1483776"/>
                  <a:pt x="290413" y="68737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C03CB71-36D4-46AA-A737-A3176C506A7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55708" y="1066800"/>
            <a:ext cx="8079690" cy="547254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8BE8281-4E51-4156-B8FD-ABDD954C8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837" y="131617"/>
            <a:ext cx="10723416" cy="1151965"/>
          </a:xfrm>
        </p:spPr>
        <p:txBody>
          <a:bodyPr>
            <a:normAutofit/>
          </a:bodyPr>
          <a:lstStyle/>
          <a:p>
            <a:r>
              <a:rPr lang="es-CL" dirty="0"/>
              <a:t>el Pensamiento Computacional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0D311213-AD03-4391-852E-901996405839}"/>
              </a:ext>
            </a:extLst>
          </p:cNvPr>
          <p:cNvSpPr/>
          <p:nvPr/>
        </p:nvSpPr>
        <p:spPr>
          <a:xfrm>
            <a:off x="394853" y="1062622"/>
            <a:ext cx="3200400" cy="1905000"/>
          </a:xfrm>
          <a:prstGeom prst="roundRect">
            <a:avLst/>
          </a:prstGeom>
          <a:solidFill>
            <a:srgbClr val="A826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latin typeface="HP Simplified" panose="020B0606020204020204" pitchFamily="34" charset="0"/>
              </a:rPr>
              <a:t>DESCOMPOSICIÓN</a:t>
            </a:r>
          </a:p>
          <a:p>
            <a:pPr algn="ctr"/>
            <a:r>
              <a:rPr lang="es-ES" dirty="0">
                <a:latin typeface="HP Simplified" panose="020B0606020204020204" pitchFamily="34" charset="0"/>
              </a:rPr>
              <a:t>Consiste en el procedimiento por el cual un problema de mayor complejidad se desarticula en pequeñas series más manejables.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FE335C70-94D6-4B8F-A290-3F65DFEA716E}"/>
              </a:ext>
            </a:extLst>
          </p:cNvPr>
          <p:cNvSpPr/>
          <p:nvPr/>
        </p:nvSpPr>
        <p:spPr>
          <a:xfrm>
            <a:off x="394853" y="4253345"/>
            <a:ext cx="4595003" cy="2147455"/>
          </a:xfrm>
          <a:prstGeom prst="roundRect">
            <a:avLst>
              <a:gd name="adj" fmla="val 11506"/>
            </a:avLst>
          </a:prstGeom>
          <a:solidFill>
            <a:srgbClr val="3C7B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latin typeface="HP Simplified" panose="020B0606020204020204" pitchFamily="34" charset="0"/>
              </a:rPr>
              <a:t>PATRONES</a:t>
            </a:r>
            <a:endParaRPr lang="es-ES" dirty="0">
              <a:latin typeface="HP Simplified" panose="020B0606020204020204" pitchFamily="34" charset="0"/>
            </a:endParaRPr>
          </a:p>
          <a:p>
            <a:pPr algn="ctr"/>
            <a:r>
              <a:rPr lang="es-ES" dirty="0">
                <a:latin typeface="HP Simplified" panose="020B0606020204020204" pitchFamily="34" charset="0"/>
              </a:rPr>
              <a:t>luego de la desarticulación del problema complejo, las pequeñas series son enfrentadas de forma individual de manera que puedan ser resueltas de forma similar a problemas frecuentados anteriormente.</a:t>
            </a:r>
            <a:endParaRPr lang="es-CL" dirty="0">
              <a:latin typeface="HP Simplified" panose="020B0606020204020204" pitchFamily="34" charset="0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61807121-33D5-4B29-9C73-5646DB26C2E5}"/>
              </a:ext>
            </a:extLst>
          </p:cNvPr>
          <p:cNvSpPr/>
          <p:nvPr/>
        </p:nvSpPr>
        <p:spPr>
          <a:xfrm>
            <a:off x="7924799" y="1079939"/>
            <a:ext cx="3394364" cy="1887683"/>
          </a:xfrm>
          <a:prstGeom prst="roundRect">
            <a:avLst/>
          </a:prstGeom>
          <a:solidFill>
            <a:srgbClr val="41A7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latin typeface="HP Simplified" panose="020B0606020204020204" pitchFamily="34" charset="0"/>
              </a:rPr>
              <a:t>ABSTRACCIÓN</a:t>
            </a:r>
          </a:p>
          <a:p>
            <a:pPr algn="ctr"/>
            <a:r>
              <a:rPr lang="es-ES" dirty="0">
                <a:latin typeface="HP Simplified" panose="020B0606020204020204" pitchFamily="34" charset="0"/>
              </a:rPr>
              <a:t>Consiste en la omisión de información irrelevante al problema propuesto.</a:t>
            </a:r>
            <a:endParaRPr lang="es-CL" dirty="0">
              <a:latin typeface="HP Simplified" panose="020B0606020204020204" pitchFamily="34" charset="0"/>
            </a:endParaRP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8930E416-F51E-491B-8ADA-E0CC8631E730}"/>
              </a:ext>
            </a:extLst>
          </p:cNvPr>
          <p:cNvSpPr/>
          <p:nvPr/>
        </p:nvSpPr>
        <p:spPr>
          <a:xfrm>
            <a:off x="8562109" y="4253345"/>
            <a:ext cx="2757054" cy="1711036"/>
          </a:xfrm>
          <a:prstGeom prst="roundRect">
            <a:avLst/>
          </a:prstGeom>
          <a:solidFill>
            <a:srgbClr val="F5A7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latin typeface="HP Simplified" panose="020B0606020204020204" pitchFamily="34" charset="0"/>
              </a:rPr>
              <a:t> </a:t>
            </a:r>
            <a:r>
              <a:rPr lang="es-ES" b="1" dirty="0">
                <a:latin typeface="HP Simplified" panose="020B0606020204020204" pitchFamily="34" charset="0"/>
              </a:rPr>
              <a:t>ALGORITMOS</a:t>
            </a:r>
          </a:p>
          <a:p>
            <a:pPr algn="ctr"/>
            <a:r>
              <a:rPr lang="es-ES" dirty="0">
                <a:latin typeface="HP Simplified" panose="020B0606020204020204" pitchFamily="34" charset="0"/>
              </a:rPr>
              <a:t>se presentan pasos para la resolución de cada problema.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80C45679-7F27-ABF9-C9B1-6E445B596F1F}"/>
              </a:ext>
            </a:extLst>
          </p:cNvPr>
          <p:cNvSpPr/>
          <p:nvPr/>
        </p:nvSpPr>
        <p:spPr>
          <a:xfrm>
            <a:off x="5635553" y="2661031"/>
            <a:ext cx="360000" cy="360000"/>
          </a:xfrm>
          <a:prstGeom prst="roundRect">
            <a:avLst/>
          </a:prstGeom>
          <a:solidFill>
            <a:srgbClr val="A826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latin typeface="Arial Black" panose="020B0A04020102020204" pitchFamily="34" charset="0"/>
              </a:rPr>
              <a:t>1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2ED45EDE-1B84-F445-6302-F6701AD09A35}"/>
              </a:ext>
            </a:extLst>
          </p:cNvPr>
          <p:cNvSpPr/>
          <p:nvPr/>
        </p:nvSpPr>
        <p:spPr>
          <a:xfrm>
            <a:off x="5623454" y="3182079"/>
            <a:ext cx="360000" cy="360000"/>
          </a:xfrm>
          <a:prstGeom prst="roundRect">
            <a:avLst>
              <a:gd name="adj" fmla="val 11506"/>
            </a:avLst>
          </a:prstGeom>
          <a:solidFill>
            <a:srgbClr val="3C7B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latin typeface="HP Simplified" panose="020B0606020204020204" pitchFamily="34" charset="0"/>
              </a:rPr>
              <a:t>2</a:t>
            </a:r>
            <a:endParaRPr lang="es-CL" dirty="0">
              <a:latin typeface="HP Simplified" panose="020B0606020204020204" pitchFamily="34" charset="0"/>
            </a:endParaRP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C49B7ADE-85EA-D0FA-6C05-4CC319F121E2}"/>
              </a:ext>
            </a:extLst>
          </p:cNvPr>
          <p:cNvSpPr/>
          <p:nvPr/>
        </p:nvSpPr>
        <p:spPr>
          <a:xfrm>
            <a:off x="6280087" y="2661031"/>
            <a:ext cx="360000" cy="360000"/>
          </a:xfrm>
          <a:prstGeom prst="roundRect">
            <a:avLst/>
          </a:prstGeom>
          <a:solidFill>
            <a:srgbClr val="41A7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latin typeface="HP Simplified" panose="020B0606020204020204" pitchFamily="34" charset="0"/>
              </a:rPr>
              <a:t>3</a:t>
            </a:r>
            <a:endParaRPr lang="es-CL" dirty="0">
              <a:latin typeface="HP Simplified" panose="020B0606020204020204" pitchFamily="34" charset="0"/>
            </a:endParaRP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AD970E1E-DF71-3C1D-083A-854814D78461}"/>
              </a:ext>
            </a:extLst>
          </p:cNvPr>
          <p:cNvSpPr/>
          <p:nvPr/>
        </p:nvSpPr>
        <p:spPr>
          <a:xfrm>
            <a:off x="6234545" y="3182079"/>
            <a:ext cx="360000" cy="360000"/>
          </a:xfrm>
          <a:prstGeom prst="roundRect">
            <a:avLst/>
          </a:prstGeom>
          <a:solidFill>
            <a:srgbClr val="F5A7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latin typeface="HP Simplified" panose="020B0606020204020204" pitchFamily="34" charset="0"/>
              </a:rPr>
              <a:t>4</a:t>
            </a:r>
            <a:endParaRPr lang="es-ES" dirty="0">
              <a:latin typeface="HP Simplified" panose="020B0606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2240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 animBg="1"/>
      <p:bldP spid="12" grpId="0" animBg="1"/>
      <p:bldP spid="13" grpId="0" animBg="1"/>
      <p:bldP spid="9" grpId="0" animBg="1"/>
      <p:bldP spid="15" grpId="0" animBg="1"/>
      <p:bldP spid="16" grpId="0" animBg="1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EBAD61-B030-478F-9EFC-587E811BE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97156"/>
            <a:ext cx="10396882" cy="1151965"/>
          </a:xfrm>
        </p:spPr>
        <p:txBody>
          <a:bodyPr>
            <a:normAutofit/>
          </a:bodyPr>
          <a:lstStyle/>
          <a:p>
            <a:r>
              <a:rPr lang="es-CL" dirty="0"/>
              <a:t>MI ALGORITMO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490040E4-F064-42A8-89C3-A1A1F51CB4FA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685801" y="2063396"/>
                <a:ext cx="6553200" cy="2460351"/>
              </a:xfrm>
            </p:spPr>
            <p:txBody>
              <a:bodyPr/>
              <a:lstStyle/>
              <a:p>
                <a:r>
                  <a:rPr lang="es-MX" sz="2800" dirty="0"/>
                  <a:t>Crea un algoritmo que calcule las raíces de una ecuación cuadrática de la forma.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s-MX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MX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MX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MX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s-MX" i="1" dirty="0" err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i="1" dirty="0" err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MX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s-MX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490040E4-F064-42A8-89C3-A1A1F51CB4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685801" y="2063396"/>
                <a:ext cx="6553200" cy="2460351"/>
              </a:xfrm>
              <a:blipFill>
                <a:blip r:embed="rId14"/>
                <a:stretch>
                  <a:fillRect l="-2047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8CEF3C75-22FB-436B-B139-04E4645D82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41828875"/>
              </p:ext>
            </p:extLst>
          </p:nvPr>
        </p:nvGraphicFramePr>
        <p:xfrm>
          <a:off x="6858000" y="1634846"/>
          <a:ext cx="5207001" cy="37761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5" r:lo="rId16" r:qs="rId17" r:cs="rId18"/>
          </a:graphicData>
        </a:graphic>
      </p:graphicFrame>
      <p:pic>
        <p:nvPicPr>
          <p:cNvPr id="9" name="Gráfico 8" descr="Calculadora">
            <a:extLst>
              <a:ext uri="{FF2B5EF4-FFF2-40B4-BE49-F238E27FC236}">
                <a16:creationId xmlns:a16="http://schemas.microsoft.com/office/drawing/2014/main" id="{A47C1833-0876-4359-9F1B-E6DD3164F3B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620000" y="3162912"/>
            <a:ext cx="720000" cy="720000"/>
          </a:xfrm>
          <a:prstGeom prst="rect">
            <a:avLst/>
          </a:prstGeom>
        </p:spPr>
      </p:pic>
      <p:pic>
        <p:nvPicPr>
          <p:cNvPr id="11" name="Gráfico 10" descr="Gráfico de decisión">
            <a:extLst>
              <a:ext uri="{FF2B5EF4-FFF2-40B4-BE49-F238E27FC236}">
                <a16:creationId xmlns:a16="http://schemas.microsoft.com/office/drawing/2014/main" id="{554CA69F-4D55-41B9-B4B3-C97FB5BDFA48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620000" y="4523747"/>
            <a:ext cx="720000" cy="720000"/>
          </a:xfrm>
          <a:prstGeom prst="rect">
            <a:avLst/>
          </a:prstGeom>
        </p:spPr>
      </p:pic>
      <p:pic>
        <p:nvPicPr>
          <p:cNvPr id="13" name="Gráfico 12" descr="Cabeza con engranajes">
            <a:extLst>
              <a:ext uri="{FF2B5EF4-FFF2-40B4-BE49-F238E27FC236}">
                <a16:creationId xmlns:a16="http://schemas.microsoft.com/office/drawing/2014/main" id="{835921AD-7775-4A2D-BE0E-33AF23D37816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620000" y="1802077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411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e 5">
            <a:extLst>
              <a:ext uri="{FF2B5EF4-FFF2-40B4-BE49-F238E27FC236}">
                <a16:creationId xmlns:a16="http://schemas.microsoft.com/office/drawing/2014/main" id="{14268FAE-AFC9-440C-BB59-E1E0DCFF6353}"/>
              </a:ext>
            </a:extLst>
          </p:cNvPr>
          <p:cNvSpPr/>
          <p:nvPr/>
        </p:nvSpPr>
        <p:spPr>
          <a:xfrm>
            <a:off x="672600" y="381000"/>
            <a:ext cx="1080000" cy="1080000"/>
          </a:xfrm>
          <a:prstGeom prst="ellipse">
            <a:avLst/>
          </a:prstGeom>
          <a:solidFill>
            <a:srgbClr val="F7CDBC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D0527A8-85A6-44A2-8A78-C4BA4E136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660" y="354501"/>
            <a:ext cx="9304373" cy="1151965"/>
          </a:xfrm>
        </p:spPr>
        <p:txBody>
          <a:bodyPr>
            <a:noAutofit/>
          </a:bodyPr>
          <a:lstStyle/>
          <a:p>
            <a:pPr lvl="0"/>
            <a:r>
              <a:rPr lang="es-CL" sz="4800" dirty="0"/>
              <a:t>¿Qué sabemos?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87B0A5-F419-4834-9784-E1D4934CE3A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7578" y="2438400"/>
            <a:ext cx="10172822" cy="3311189"/>
          </a:xfrm>
        </p:spPr>
        <p:txBody>
          <a:bodyPr/>
          <a:lstStyle/>
          <a:p>
            <a:r>
              <a:rPr lang="es-MX" sz="2800" dirty="0"/>
              <a:t>La ecuación de segundo grado donde </a:t>
            </a:r>
            <a:r>
              <a:rPr lang="es-MX" sz="2800" b="1" i="1" dirty="0"/>
              <a:t>x</a:t>
            </a:r>
            <a:r>
              <a:rPr lang="es-MX" sz="2800" dirty="0"/>
              <a:t> es la variable, y </a:t>
            </a:r>
            <a:r>
              <a:rPr lang="es-MX" sz="2800" b="1" dirty="0"/>
              <a:t>a</a:t>
            </a:r>
            <a:r>
              <a:rPr lang="es-MX" sz="2800" dirty="0"/>
              <a:t>, </a:t>
            </a:r>
            <a:r>
              <a:rPr lang="es-MX" sz="2800" b="1" dirty="0"/>
              <a:t>b</a:t>
            </a:r>
            <a:r>
              <a:rPr lang="es-MX" sz="2800" dirty="0"/>
              <a:t> y </a:t>
            </a:r>
            <a:r>
              <a:rPr lang="es-MX" sz="2800" b="1" dirty="0"/>
              <a:t>c</a:t>
            </a:r>
            <a:r>
              <a:rPr lang="es-MX" sz="2800" dirty="0"/>
              <a:t> constantes; </a:t>
            </a:r>
            <a:r>
              <a:rPr lang="es-MX" sz="2800" b="1" dirty="0"/>
              <a:t>a</a:t>
            </a:r>
            <a:r>
              <a:rPr lang="es-MX" sz="2800" dirty="0"/>
              <a:t> es el coeficiente cuadrático (distinto de 0), </a:t>
            </a:r>
            <a:r>
              <a:rPr lang="es-MX" sz="2800" b="1" dirty="0"/>
              <a:t>b</a:t>
            </a:r>
            <a:r>
              <a:rPr lang="es-MX" sz="2800" dirty="0"/>
              <a:t> el coeficiente lineal y </a:t>
            </a:r>
            <a:r>
              <a:rPr lang="es-MX" sz="2800" b="1" dirty="0"/>
              <a:t>c</a:t>
            </a:r>
            <a:r>
              <a:rPr lang="es-MX" sz="2800" dirty="0"/>
              <a:t> es el término independiente. </a:t>
            </a:r>
          </a:p>
          <a:p>
            <a:r>
              <a:rPr lang="es-MX" sz="2800" dirty="0"/>
              <a:t>Este polinomio se puede interpretar mediante la gráfica de una función cuadrática, es decir, por una parábola. </a:t>
            </a:r>
          </a:p>
        </p:txBody>
      </p:sp>
      <p:pic>
        <p:nvPicPr>
          <p:cNvPr id="4" name="Gráfico 3" descr="Cabeza con engranajes">
            <a:extLst>
              <a:ext uri="{FF2B5EF4-FFF2-40B4-BE49-F238E27FC236}">
                <a16:creationId xmlns:a16="http://schemas.microsoft.com/office/drawing/2014/main" id="{DB4A7723-9003-410D-81F6-891123FDE1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2600" y="570483"/>
            <a:ext cx="720000" cy="72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EDAF21E9-0538-41F4-96B2-539AEF526742}"/>
                  </a:ext>
                </a:extLst>
              </p:cNvPr>
              <p:cNvSpPr txBox="1"/>
              <p:nvPr/>
            </p:nvSpPr>
            <p:spPr>
              <a:xfrm>
                <a:off x="2685989" y="1461000"/>
                <a:ext cx="6096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40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s-MX" sz="40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400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MX" sz="400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MX" sz="40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MX" sz="40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s-MX" sz="4000" i="1" dirty="0" err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MX" sz="4000" i="1" dirty="0" err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MX" sz="40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s-MX" sz="400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CL" sz="4000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EDAF21E9-0538-41F4-96B2-539AEF5267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5989" y="1461000"/>
                <a:ext cx="6096000" cy="7078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9202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e 5">
            <a:extLst>
              <a:ext uri="{FF2B5EF4-FFF2-40B4-BE49-F238E27FC236}">
                <a16:creationId xmlns:a16="http://schemas.microsoft.com/office/drawing/2014/main" id="{14268FAE-AFC9-440C-BB59-E1E0DCFF6353}"/>
              </a:ext>
            </a:extLst>
          </p:cNvPr>
          <p:cNvSpPr/>
          <p:nvPr/>
        </p:nvSpPr>
        <p:spPr>
          <a:xfrm>
            <a:off x="672600" y="381000"/>
            <a:ext cx="1080000" cy="1080000"/>
          </a:xfrm>
          <a:prstGeom prst="ellipse">
            <a:avLst/>
          </a:prstGeom>
          <a:solidFill>
            <a:srgbClr val="F7CDBC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D0527A8-85A6-44A2-8A78-C4BA4E136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660" y="354501"/>
            <a:ext cx="9304373" cy="1151965"/>
          </a:xfrm>
        </p:spPr>
        <p:txBody>
          <a:bodyPr>
            <a:noAutofit/>
          </a:bodyPr>
          <a:lstStyle/>
          <a:p>
            <a:pPr lvl="0"/>
            <a:r>
              <a:rPr lang="es-CL" sz="4800" dirty="0"/>
              <a:t>¿Qué sabemos?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87B0A5-F419-4834-9784-E1D4934CE3A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7578" y="2438400"/>
            <a:ext cx="6591422" cy="3311189"/>
          </a:xfrm>
        </p:spPr>
        <p:txBody>
          <a:bodyPr/>
          <a:lstStyle/>
          <a:p>
            <a:r>
              <a:rPr lang="es-MX" sz="2800" dirty="0"/>
              <a:t>Esta representación gráfica es útil, porque las abscisas de las intersecciones o punto de tangencia de esta gráfica, en el caso de existir, con el eje X son las raíces reales de la ecuación. </a:t>
            </a:r>
          </a:p>
          <a:p>
            <a:r>
              <a:rPr lang="es-MX" sz="2800" dirty="0"/>
              <a:t>Si la parábola no corta el eje X las raíces son números complejos, corresponden a un discriminante negativo.</a:t>
            </a:r>
            <a:endParaRPr lang="es-CL" sz="2800" dirty="0"/>
          </a:p>
        </p:txBody>
      </p:sp>
      <p:pic>
        <p:nvPicPr>
          <p:cNvPr id="4" name="Gráfico 3" descr="Cabeza con engranajes">
            <a:extLst>
              <a:ext uri="{FF2B5EF4-FFF2-40B4-BE49-F238E27FC236}">
                <a16:creationId xmlns:a16="http://schemas.microsoft.com/office/drawing/2014/main" id="{DB4A7723-9003-410D-81F6-891123FDE1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2600" y="570483"/>
            <a:ext cx="720000" cy="7200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2EAD029F-6DAE-4953-A4D3-3CD654F7796F}"/>
              </a:ext>
            </a:extLst>
          </p:cNvPr>
          <p:cNvSpPr txBox="1"/>
          <p:nvPr/>
        </p:nvSpPr>
        <p:spPr>
          <a:xfrm>
            <a:off x="7477383" y="5825852"/>
            <a:ext cx="41050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200" dirty="0"/>
              <a:t>De </a:t>
            </a:r>
            <a:r>
              <a:rPr lang="es-MX" sz="1200" dirty="0" err="1"/>
              <a:t>Drini</a:t>
            </a:r>
            <a:r>
              <a:rPr lang="es-MX" sz="1200" dirty="0"/>
              <a:t> - Trabajo propio, CC BY-SA 4.0, https://commons.wikimedia.org/w/index.php?curid=5011314</a:t>
            </a:r>
            <a:endParaRPr lang="es-CL" sz="12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C486F48-3119-4AA7-8948-F1B089C3F8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165" y="570483"/>
            <a:ext cx="3849844" cy="5179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148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82781D17-3433-4129-B4CF-5D87EF05C8BA}"/>
              </a:ext>
            </a:extLst>
          </p:cNvPr>
          <p:cNvSpPr/>
          <p:nvPr/>
        </p:nvSpPr>
        <p:spPr>
          <a:xfrm>
            <a:off x="7086600" y="152400"/>
            <a:ext cx="3657601" cy="1810457"/>
          </a:xfrm>
          <a:prstGeom prst="roundRect">
            <a:avLst>
              <a:gd name="adj" fmla="val 10545"/>
            </a:avLst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14268FAE-AFC9-440C-BB59-E1E0DCFF6353}"/>
              </a:ext>
            </a:extLst>
          </p:cNvPr>
          <p:cNvSpPr/>
          <p:nvPr/>
        </p:nvSpPr>
        <p:spPr>
          <a:xfrm>
            <a:off x="672600" y="381000"/>
            <a:ext cx="1080000" cy="1080000"/>
          </a:xfrm>
          <a:prstGeom prst="ellipse">
            <a:avLst/>
          </a:prstGeom>
          <a:solidFill>
            <a:srgbClr val="F7CDBC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D0527A8-85A6-44A2-8A78-C4BA4E136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2601" y="354501"/>
            <a:ext cx="8811600" cy="1151965"/>
          </a:xfrm>
        </p:spPr>
        <p:txBody>
          <a:bodyPr/>
          <a:lstStyle/>
          <a:p>
            <a:r>
              <a:rPr lang="es-CL" dirty="0"/>
              <a:t>Variables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87B0A5-F419-4834-9784-E1D4934CE3A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515599" cy="3311189"/>
          </a:xfrm>
        </p:spPr>
        <p:txBody>
          <a:bodyPr/>
          <a:lstStyle/>
          <a:p>
            <a:pPr marL="0" indent="0">
              <a:buNone/>
            </a:pPr>
            <a:r>
              <a:rPr lang="es-CL" sz="2800" dirty="0"/>
              <a:t>En nuestro caso la variable son </a:t>
            </a:r>
            <a:r>
              <a:rPr lang="es-CL" sz="2800" b="1" dirty="0">
                <a:solidFill>
                  <a:srgbClr val="C00000"/>
                </a:solidFill>
              </a:rPr>
              <a:t>a</a:t>
            </a:r>
            <a:r>
              <a:rPr lang="es-CL" sz="2800" dirty="0"/>
              <a:t>, </a:t>
            </a:r>
            <a:r>
              <a:rPr lang="es-CL" sz="2800" b="1" dirty="0">
                <a:solidFill>
                  <a:srgbClr val="C00000"/>
                </a:solidFill>
              </a:rPr>
              <a:t>b</a:t>
            </a:r>
            <a:r>
              <a:rPr lang="es-CL" sz="2800" dirty="0"/>
              <a:t> y </a:t>
            </a:r>
            <a:r>
              <a:rPr lang="es-CL" sz="2800" b="1" dirty="0">
                <a:solidFill>
                  <a:srgbClr val="C00000"/>
                </a:solidFill>
              </a:rPr>
              <a:t>c</a:t>
            </a:r>
            <a:r>
              <a:rPr lang="es-CL" sz="2800" dirty="0"/>
              <a:t>. Esto lo sabemos de la ecuación general para la obtención de raíces. Sin embargo existe un problema al calcular esta ecuación, debido a la raíz la cual el </a:t>
            </a:r>
            <a:r>
              <a:rPr lang="es-CL" sz="2800" dirty="0" err="1"/>
              <a:t>subradical</a:t>
            </a:r>
            <a:r>
              <a:rPr lang="es-CL" sz="2800" dirty="0"/>
              <a:t> debe ser mayor o igual a cero.</a:t>
            </a:r>
          </a:p>
          <a:p>
            <a:pPr marL="0" indent="0">
              <a:buNone/>
            </a:pPr>
            <a:r>
              <a:rPr lang="es-CL" sz="2800" b="1" dirty="0">
                <a:solidFill>
                  <a:srgbClr val="C00000"/>
                </a:solidFill>
              </a:rPr>
              <a:t>¿Cómo evitamos este error?</a:t>
            </a:r>
          </a:p>
          <a:p>
            <a:pPr marL="0" indent="0">
              <a:buNone/>
            </a:pPr>
            <a:r>
              <a:rPr lang="es-CL" sz="2800" dirty="0"/>
              <a:t>Calculando el discriminante </a:t>
            </a:r>
            <a:r>
              <a:rPr lang="es-CL" sz="2800" b="1" dirty="0">
                <a:solidFill>
                  <a:srgbClr val="C00000"/>
                </a:solidFill>
              </a:rPr>
              <a:t>Δ</a:t>
            </a:r>
          </a:p>
        </p:txBody>
      </p:sp>
      <p:pic>
        <p:nvPicPr>
          <p:cNvPr id="4" name="Gráfico 3" descr="Calculadora">
            <a:extLst>
              <a:ext uri="{FF2B5EF4-FFF2-40B4-BE49-F238E27FC236}">
                <a16:creationId xmlns:a16="http://schemas.microsoft.com/office/drawing/2014/main" id="{8840AF35-DF9F-41A6-94AE-CB6B0AB3EE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2600" y="570483"/>
            <a:ext cx="720000" cy="7200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5BD8C6F3-0267-4B5B-B6FE-C3022FA808CA}"/>
              </a:ext>
            </a:extLst>
          </p:cNvPr>
          <p:cNvSpPr txBox="1"/>
          <p:nvPr/>
        </p:nvSpPr>
        <p:spPr>
          <a:xfrm>
            <a:off x="7227417" y="1316526"/>
            <a:ext cx="32956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0" i="0" dirty="0">
                <a:solidFill>
                  <a:srgbClr val="202122"/>
                </a:solidFill>
                <a:effectLst/>
              </a:rPr>
              <a:t> Fórmula general para la obtención de raíces:</a:t>
            </a:r>
            <a:endParaRPr lang="es-CL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44B40F3-20A1-4420-A4E2-D945CA823A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7417" y="266343"/>
            <a:ext cx="3295650" cy="96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73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e 5">
            <a:extLst>
              <a:ext uri="{FF2B5EF4-FFF2-40B4-BE49-F238E27FC236}">
                <a16:creationId xmlns:a16="http://schemas.microsoft.com/office/drawing/2014/main" id="{14268FAE-AFC9-440C-BB59-E1E0DCFF6353}"/>
              </a:ext>
            </a:extLst>
          </p:cNvPr>
          <p:cNvSpPr/>
          <p:nvPr/>
        </p:nvSpPr>
        <p:spPr>
          <a:xfrm>
            <a:off x="672600" y="381000"/>
            <a:ext cx="1080000" cy="1080000"/>
          </a:xfrm>
          <a:prstGeom prst="ellipse">
            <a:avLst/>
          </a:prstGeom>
          <a:solidFill>
            <a:srgbClr val="F7CDBC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D0527A8-85A6-44A2-8A78-C4BA4E136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2600" y="502832"/>
            <a:ext cx="9150083" cy="855302"/>
          </a:xfrm>
        </p:spPr>
        <p:txBody>
          <a:bodyPr/>
          <a:lstStyle/>
          <a:p>
            <a:r>
              <a:rPr lang="es-CL" dirty="0"/>
              <a:t>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B87B0A5-F419-4834-9784-E1D4934CE3AE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658745" y="2343475"/>
                <a:ext cx="7467599" cy="331118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s-CL" sz="2800" dirty="0"/>
                  <a:t>El discriminante </a:t>
                </a:r>
                <a:r>
                  <a:rPr lang="es-CL" sz="2800" b="1" dirty="0">
                    <a:solidFill>
                      <a:srgbClr val="C00000"/>
                    </a:solidFill>
                  </a:rPr>
                  <a:t>Δ</a:t>
                </a:r>
                <a:r>
                  <a:rPr lang="es-CL" sz="2800" dirty="0"/>
                  <a:t> , se define 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s-CL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i="1"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US" sz="2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𝒂𝒄</m:t>
                    </m:r>
                  </m:oMath>
                </a14:m>
                <a:endParaRPr lang="es-CL" sz="2800" dirty="0"/>
              </a:p>
              <a:p>
                <a:pPr marL="179388" indent="0">
                  <a:buNone/>
                </a:pPr>
                <a:r>
                  <a:rPr lang="es-MX" sz="2800" b="0" i="0" dirty="0">
                    <a:solidFill>
                      <a:srgbClr val="202122"/>
                    </a:solidFill>
                    <a:effectLst/>
                    <a:latin typeface="Arial" panose="020B0604020202020204" pitchFamily="34" charset="0"/>
                  </a:rPr>
                  <a:t> </a:t>
                </a:r>
                <a:r>
                  <a:rPr lang="es-CL" sz="2800" b="1" dirty="0">
                    <a:solidFill>
                      <a:srgbClr val="C00000"/>
                    </a:solidFill>
                  </a:rPr>
                  <a:t> </a:t>
                </a:r>
                <a:r>
                  <a:rPr lang="es-CL" sz="2800" b="1" dirty="0">
                    <a:solidFill>
                      <a:srgbClr val="0070C0"/>
                    </a:solidFill>
                  </a:rPr>
                  <a:t>Δ &gt;0</a:t>
                </a:r>
                <a:r>
                  <a:rPr lang="es-CL" sz="2800" dirty="0"/>
                  <a:t>  :</a:t>
                </a:r>
                <a:r>
                  <a:rPr lang="es-MX" sz="2800" b="0" i="0" dirty="0">
                    <a:solidFill>
                      <a:srgbClr val="202122"/>
                    </a:solidFill>
                    <a:effectLst/>
                  </a:rPr>
                  <a:t>dos raíces reales distintas. la parábola corta el eje de las abscisas en dos puntos diferentes.</a:t>
                </a:r>
              </a:p>
              <a:p>
                <a:pPr marL="179388" indent="0">
                  <a:buNone/>
                </a:pPr>
                <a:r>
                  <a:rPr lang="es-CL" sz="2800" b="1" dirty="0">
                    <a:solidFill>
                      <a:srgbClr val="C00000"/>
                    </a:solidFill>
                  </a:rPr>
                  <a:t>Δ =0</a:t>
                </a:r>
                <a:r>
                  <a:rPr lang="es-MX" sz="2800" dirty="0"/>
                  <a:t>: una raíz real, pero de multiplicidad dos o doble. La parábola solo toca en un único punto al eje de las abscisas.</a:t>
                </a:r>
              </a:p>
              <a:p>
                <a:pPr marL="179388" indent="0">
                  <a:buNone/>
                </a:pPr>
                <a:r>
                  <a:rPr lang="es-CL" sz="2800" b="1" dirty="0">
                    <a:solidFill>
                      <a:srgbClr val="FFFF00"/>
                    </a:solidFill>
                  </a:rPr>
                  <a:t>Δ &lt;0</a:t>
                </a:r>
                <a:r>
                  <a:rPr lang="es-MX" sz="2800" dirty="0"/>
                  <a:t>: dos raíces complejas conjugadas. La parábola no corta al eje de las abscisas.</a:t>
                </a:r>
                <a:endParaRPr lang="es-CL" sz="280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B87B0A5-F419-4834-9784-E1D4934CE3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658745" y="2343475"/>
                <a:ext cx="7467599" cy="3311189"/>
              </a:xfrm>
              <a:blipFill>
                <a:blip r:embed="rId2"/>
                <a:stretch>
                  <a:fillRect l="-1633" t="-26654" r="-2612" b="-31066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Gráfico 3" descr="Calculadora">
            <a:extLst>
              <a:ext uri="{FF2B5EF4-FFF2-40B4-BE49-F238E27FC236}">
                <a16:creationId xmlns:a16="http://schemas.microsoft.com/office/drawing/2014/main" id="{8840AF35-DF9F-41A6-94AE-CB6B0AB3EE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2600" y="570483"/>
            <a:ext cx="720000" cy="720000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7C684B6F-2985-4237-8303-EA6FE6800166}"/>
              </a:ext>
            </a:extLst>
          </p:cNvPr>
          <p:cNvSpPr txBox="1"/>
          <p:nvPr/>
        </p:nvSpPr>
        <p:spPr>
          <a:xfrm>
            <a:off x="8310716" y="5791200"/>
            <a:ext cx="32766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050" dirty="0"/>
              <a:t>De </a:t>
            </a:r>
            <a:r>
              <a:rPr lang="es-CL" sz="1050" dirty="0" err="1"/>
              <a:t>KSmrq</a:t>
            </a:r>
            <a:r>
              <a:rPr lang="es-CL" sz="1050" dirty="0"/>
              <a:t> - </a:t>
            </a:r>
            <a:r>
              <a:rPr lang="es-CL" sz="1050" dirty="0" err="1"/>
              <a:t>self-made</a:t>
            </a:r>
            <a:r>
              <a:rPr lang="es-CL" sz="1050" dirty="0"/>
              <a:t> </a:t>
            </a:r>
            <a:r>
              <a:rPr lang="es-CL" sz="1050" dirty="0" err="1"/>
              <a:t>using</a:t>
            </a:r>
            <a:r>
              <a:rPr lang="es-CL" sz="1050" dirty="0"/>
              <a:t> </a:t>
            </a:r>
            <a:r>
              <a:rPr lang="es-CL" sz="1050" dirty="0" err="1"/>
              <a:t>text</a:t>
            </a:r>
            <a:r>
              <a:rPr lang="es-CL" sz="1050" dirty="0"/>
              <a:t> editor </a:t>
            </a:r>
            <a:r>
              <a:rPr lang="es-CL" sz="1050" dirty="0" err="1"/>
              <a:t>to</a:t>
            </a:r>
            <a:r>
              <a:rPr lang="es-CL" sz="1050" dirty="0"/>
              <a:t> produce SVG, Batik </a:t>
            </a:r>
            <a:r>
              <a:rPr lang="es-CL" sz="1050" dirty="0" err="1"/>
              <a:t>to</a:t>
            </a:r>
            <a:r>
              <a:rPr lang="es-CL" sz="1050" dirty="0"/>
              <a:t> render, CC BY-SA 3.0, https://commons.wikimedia.org/w/index.php?curid=2114019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7863D5E-7ECB-4D9F-970B-3AB7EA78D0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0" y="1752599"/>
            <a:ext cx="3881283" cy="3881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90233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e 5">
            <a:extLst>
              <a:ext uri="{FF2B5EF4-FFF2-40B4-BE49-F238E27FC236}">
                <a16:creationId xmlns:a16="http://schemas.microsoft.com/office/drawing/2014/main" id="{14268FAE-AFC9-440C-BB59-E1E0DCFF6353}"/>
              </a:ext>
            </a:extLst>
          </p:cNvPr>
          <p:cNvSpPr/>
          <p:nvPr/>
        </p:nvSpPr>
        <p:spPr>
          <a:xfrm>
            <a:off x="672600" y="381000"/>
            <a:ext cx="1080000" cy="1080000"/>
          </a:xfrm>
          <a:prstGeom prst="ellipse">
            <a:avLst/>
          </a:prstGeom>
          <a:solidFill>
            <a:srgbClr val="F7CDBC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D0527A8-85A6-44A2-8A78-C4BA4E136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2601" y="354501"/>
            <a:ext cx="8811600" cy="1151965"/>
          </a:xfrm>
        </p:spPr>
        <p:txBody>
          <a:bodyPr/>
          <a:lstStyle/>
          <a:p>
            <a:r>
              <a:rPr lang="es-CL" dirty="0"/>
              <a:t>Variables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87B0A5-F419-4834-9784-E1D4934CE3A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2600" y="1828800"/>
            <a:ext cx="10528800" cy="4267200"/>
          </a:xfrm>
        </p:spPr>
        <p:txBody>
          <a:bodyPr/>
          <a:lstStyle/>
          <a:p>
            <a:pPr marL="0" indent="0" algn="just">
              <a:buNone/>
            </a:pPr>
            <a:r>
              <a:rPr lang="es-CL" sz="2800" dirty="0"/>
              <a:t>En resumen, podemos definir cuatro variables que debe ingresar el </a:t>
            </a:r>
            <a:r>
              <a:rPr lang="es-CL" sz="2800" i="1" dirty="0">
                <a:solidFill>
                  <a:schemeClr val="accent5">
                    <a:lumMod val="50000"/>
                  </a:schemeClr>
                </a:solidFill>
              </a:rPr>
              <a:t>usuario</a:t>
            </a:r>
          </a:p>
          <a:p>
            <a:pPr marL="0" indent="0" algn="just">
              <a:buNone/>
              <a:tabLst>
                <a:tab pos="4668838" algn="l"/>
              </a:tabLst>
            </a:pPr>
            <a:r>
              <a:rPr lang="es-CL" sz="2800" b="1" dirty="0">
                <a:solidFill>
                  <a:schemeClr val="bg2">
                    <a:lumMod val="50000"/>
                  </a:schemeClr>
                </a:solidFill>
              </a:rPr>
              <a:t>Coeficientes de la Ecuación: 	</a:t>
            </a:r>
            <a:r>
              <a:rPr lang="es-CL" sz="2800" b="1" dirty="0">
                <a:solidFill>
                  <a:srgbClr val="C00000"/>
                </a:solidFill>
              </a:rPr>
              <a:t>a</a:t>
            </a:r>
            <a:r>
              <a:rPr lang="es-CL" sz="2800" dirty="0"/>
              <a:t>, </a:t>
            </a:r>
            <a:r>
              <a:rPr lang="es-CL" sz="2800" b="1" dirty="0">
                <a:solidFill>
                  <a:srgbClr val="C00000"/>
                </a:solidFill>
              </a:rPr>
              <a:t>b</a:t>
            </a:r>
            <a:r>
              <a:rPr lang="es-CL" sz="2800" dirty="0"/>
              <a:t> y </a:t>
            </a:r>
            <a:r>
              <a:rPr lang="es-CL" sz="2800" b="1" dirty="0">
                <a:solidFill>
                  <a:srgbClr val="C00000"/>
                </a:solidFill>
              </a:rPr>
              <a:t>c</a:t>
            </a:r>
            <a:r>
              <a:rPr lang="es-CL" sz="2800" dirty="0"/>
              <a:t> (Reales)</a:t>
            </a:r>
          </a:p>
          <a:p>
            <a:pPr marL="0" indent="0" algn="just">
              <a:buNone/>
              <a:tabLst>
                <a:tab pos="4668838" algn="l"/>
              </a:tabLst>
            </a:pPr>
            <a:r>
              <a:rPr lang="es-CL" sz="2800" b="1" dirty="0">
                <a:solidFill>
                  <a:schemeClr val="bg2">
                    <a:lumMod val="50000"/>
                  </a:schemeClr>
                </a:solidFill>
              </a:rPr>
              <a:t>Variable auxiliar: 	</a:t>
            </a:r>
            <a:r>
              <a:rPr lang="es-CL" sz="2800" b="1" dirty="0">
                <a:solidFill>
                  <a:srgbClr val="C00000"/>
                </a:solidFill>
              </a:rPr>
              <a:t>d </a:t>
            </a:r>
            <a:r>
              <a:rPr lang="es-CL" sz="2800" dirty="0"/>
              <a:t> (Discriminante, Real)</a:t>
            </a:r>
          </a:p>
          <a:p>
            <a:pPr marL="0" indent="0" algn="just">
              <a:buNone/>
              <a:tabLst>
                <a:tab pos="4668838" algn="l"/>
              </a:tabLst>
            </a:pPr>
            <a:r>
              <a:rPr lang="es-CL" sz="2800" dirty="0"/>
              <a:t>	</a:t>
            </a:r>
            <a:r>
              <a:rPr lang="es-CL" sz="2800" b="1" dirty="0">
                <a:solidFill>
                  <a:srgbClr val="B24A4B"/>
                </a:solidFill>
              </a:rPr>
              <a:t>re</a:t>
            </a:r>
            <a:r>
              <a:rPr lang="es-CL" sz="2800" dirty="0"/>
              <a:t> (Calculo real) </a:t>
            </a:r>
          </a:p>
          <a:p>
            <a:pPr marL="0" indent="0" algn="just">
              <a:buNone/>
              <a:tabLst>
                <a:tab pos="4668838" algn="l"/>
              </a:tabLst>
            </a:pPr>
            <a:r>
              <a:rPr lang="es-CL" sz="2800" b="1" dirty="0">
                <a:solidFill>
                  <a:srgbClr val="B24A4B"/>
                </a:solidFill>
              </a:rPr>
              <a:t>	</a:t>
            </a:r>
            <a:r>
              <a:rPr lang="es-CL" sz="2800" b="1" dirty="0" err="1">
                <a:solidFill>
                  <a:srgbClr val="B24A4B"/>
                </a:solidFill>
              </a:rPr>
              <a:t>im</a:t>
            </a:r>
            <a:r>
              <a:rPr lang="es-CL" sz="2800" b="1" dirty="0">
                <a:solidFill>
                  <a:srgbClr val="B24A4B"/>
                </a:solidFill>
              </a:rPr>
              <a:t> </a:t>
            </a:r>
            <a:r>
              <a:rPr lang="es-CL" sz="2800" dirty="0"/>
              <a:t>(calculo imaginario)</a:t>
            </a:r>
          </a:p>
          <a:p>
            <a:pPr marL="0" indent="0" algn="just">
              <a:buNone/>
              <a:tabLst>
                <a:tab pos="4668838" algn="l"/>
              </a:tabLst>
            </a:pPr>
            <a:r>
              <a:rPr lang="es-CL" sz="2800" b="1" dirty="0">
                <a:solidFill>
                  <a:schemeClr val="bg2">
                    <a:lumMod val="50000"/>
                  </a:schemeClr>
                </a:solidFill>
              </a:rPr>
              <a:t>Soluciones</a:t>
            </a:r>
            <a:r>
              <a:rPr lang="es-CL" sz="2800" dirty="0"/>
              <a:t>	</a:t>
            </a:r>
            <a:r>
              <a:rPr lang="es-CL" sz="2800" b="1" dirty="0">
                <a:solidFill>
                  <a:srgbClr val="B24A4B"/>
                </a:solidFill>
              </a:rPr>
              <a:t>x</a:t>
            </a:r>
            <a:r>
              <a:rPr lang="es-CL" sz="2800" b="1" baseline="-25000" dirty="0">
                <a:solidFill>
                  <a:srgbClr val="B24A4B"/>
                </a:solidFill>
              </a:rPr>
              <a:t>1</a:t>
            </a:r>
            <a:r>
              <a:rPr lang="es-CL" sz="2800" dirty="0"/>
              <a:t>, </a:t>
            </a:r>
            <a:r>
              <a:rPr lang="es-CL" sz="2800" b="1" dirty="0">
                <a:solidFill>
                  <a:srgbClr val="B24A4B"/>
                </a:solidFill>
              </a:rPr>
              <a:t>x</a:t>
            </a:r>
            <a:r>
              <a:rPr lang="es-CL" sz="2800" b="1" baseline="-25000" dirty="0">
                <a:solidFill>
                  <a:srgbClr val="B24A4B"/>
                </a:solidFill>
              </a:rPr>
              <a:t>2</a:t>
            </a:r>
          </a:p>
        </p:txBody>
      </p:sp>
      <p:pic>
        <p:nvPicPr>
          <p:cNvPr id="4" name="Gráfico 3" descr="Calculadora">
            <a:extLst>
              <a:ext uri="{FF2B5EF4-FFF2-40B4-BE49-F238E27FC236}">
                <a16:creationId xmlns:a16="http://schemas.microsoft.com/office/drawing/2014/main" id="{8840AF35-DF9F-41A6-94AE-CB6B0AB3EE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2600" y="570483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549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e 5">
            <a:extLst>
              <a:ext uri="{FF2B5EF4-FFF2-40B4-BE49-F238E27FC236}">
                <a16:creationId xmlns:a16="http://schemas.microsoft.com/office/drawing/2014/main" id="{14268FAE-AFC9-440C-BB59-E1E0DCFF6353}"/>
              </a:ext>
            </a:extLst>
          </p:cNvPr>
          <p:cNvSpPr/>
          <p:nvPr/>
        </p:nvSpPr>
        <p:spPr>
          <a:xfrm>
            <a:off x="672600" y="381000"/>
            <a:ext cx="1080000" cy="1080000"/>
          </a:xfrm>
          <a:prstGeom prst="ellipse">
            <a:avLst/>
          </a:prstGeom>
          <a:solidFill>
            <a:srgbClr val="F7CDBC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D0527A8-85A6-44A2-8A78-C4BA4E136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660" y="354501"/>
            <a:ext cx="9304373" cy="1151965"/>
          </a:xfrm>
        </p:spPr>
        <p:txBody>
          <a:bodyPr/>
          <a:lstStyle/>
          <a:p>
            <a:r>
              <a:rPr lang="es-CL" dirty="0"/>
              <a:t>EL ALGORITMO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B87B0A5-F419-4834-9784-E1D4934CE3AE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685801" y="2063396"/>
                <a:ext cx="10388232" cy="3311189"/>
              </a:xfrm>
            </p:spPr>
            <p:txBody>
              <a:bodyPr/>
              <a:lstStyle/>
              <a:p>
                <a:pPr marL="514350" indent="-514350">
                  <a:buSzPct val="110000"/>
                  <a:buFont typeface="+mj-lt"/>
                  <a:buAutoNum type="arabicPeriod"/>
                </a:pPr>
                <a:r>
                  <a:rPr lang="es-MX" sz="2800" dirty="0"/>
                  <a:t>Definir variables iniciales</a:t>
                </a:r>
              </a:p>
              <a:p>
                <a:pPr marL="514350" indent="-514350">
                  <a:buSzPct val="110000"/>
                  <a:buFont typeface="+mj-lt"/>
                  <a:buAutoNum type="arabicPeriod"/>
                </a:pPr>
                <a:r>
                  <a:rPr lang="es-MX" sz="2800" dirty="0"/>
                  <a:t>Solicitar al usuario ingresar los coeficientes de la ecuación:</a:t>
                </a:r>
                <a:r>
                  <a:rPr lang="es-CL" sz="2800" b="1" dirty="0">
                    <a:solidFill>
                      <a:srgbClr val="C00000"/>
                    </a:solidFill>
                  </a:rPr>
                  <a:t> a</a:t>
                </a:r>
                <a:r>
                  <a:rPr lang="es-CL" sz="2800" dirty="0"/>
                  <a:t>, </a:t>
                </a:r>
                <a:r>
                  <a:rPr lang="es-CL" sz="2800" b="1" dirty="0">
                    <a:solidFill>
                      <a:srgbClr val="C00000"/>
                    </a:solidFill>
                  </a:rPr>
                  <a:t>b</a:t>
                </a:r>
                <a:r>
                  <a:rPr lang="es-CL" sz="2800" dirty="0"/>
                  <a:t> y </a:t>
                </a:r>
                <a:r>
                  <a:rPr lang="es-CL" sz="2800" b="1" dirty="0">
                    <a:solidFill>
                      <a:srgbClr val="C00000"/>
                    </a:solidFill>
                  </a:rPr>
                  <a:t>c</a:t>
                </a:r>
                <a:r>
                  <a:rPr lang="es-CL" sz="2800" dirty="0"/>
                  <a:t> </a:t>
                </a:r>
              </a:p>
              <a:p>
                <a:pPr marL="514350" indent="-514350">
                  <a:buSzPct val="110000"/>
                  <a:buFont typeface="+mj-lt"/>
                  <a:buAutoNum type="arabicPeriod"/>
                </a:pPr>
                <a:r>
                  <a:rPr lang="es-MX" sz="2800" dirty="0"/>
                  <a:t>Calcular discriminante </a:t>
                </a:r>
                <a:r>
                  <a:rPr lang="es-MX" sz="2800" b="1" dirty="0">
                    <a:solidFill>
                      <a:srgbClr val="B24A4B"/>
                    </a:solidFill>
                  </a:rPr>
                  <a:t>d</a:t>
                </a:r>
                <a14:m>
                  <m:oMath xmlns:m="http://schemas.openxmlformats.org/officeDocument/2006/math">
                    <m:r>
                      <a:rPr lang="es-CL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i="1"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US" sz="2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𝒂𝒄</m:t>
                    </m:r>
                  </m:oMath>
                </a14:m>
                <a:endParaRPr lang="es-MX" sz="2800" dirty="0"/>
              </a:p>
              <a:p>
                <a:pPr marL="514350" indent="-514350">
                  <a:buSzPct val="110000"/>
                  <a:buFont typeface="+mj-lt"/>
                  <a:buAutoNum type="arabicPeriod"/>
                </a:pPr>
                <a:r>
                  <a:rPr lang="es-MX" sz="2800" dirty="0"/>
                  <a:t>Definir si el discriminante  es </a:t>
                </a:r>
                <a:r>
                  <a:rPr lang="es-MX" sz="2800" i="1" dirty="0"/>
                  <a:t>mayor</a:t>
                </a:r>
                <a:r>
                  <a:rPr lang="es-MX" sz="2800" dirty="0"/>
                  <a:t>, </a:t>
                </a:r>
                <a:r>
                  <a:rPr lang="es-MX" sz="2800" i="1" dirty="0"/>
                  <a:t>igual</a:t>
                </a:r>
                <a:r>
                  <a:rPr lang="es-MX" sz="2800" dirty="0"/>
                  <a:t> o </a:t>
                </a:r>
                <a:r>
                  <a:rPr lang="es-MX" sz="2800" i="1" dirty="0"/>
                  <a:t>menor</a:t>
                </a:r>
                <a:r>
                  <a:rPr lang="es-MX" sz="2800" dirty="0"/>
                  <a:t> a cero. </a:t>
                </a:r>
              </a:p>
              <a:p>
                <a:pPr marL="514350" indent="-514350">
                  <a:buSzPct val="110000"/>
                  <a:buFont typeface="+mj-lt"/>
                  <a:buAutoNum type="arabicPeriod"/>
                </a:pPr>
                <a:endParaRPr lang="es-CL" sz="280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B87B0A5-F419-4834-9784-E1D4934CE3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685801" y="2063396"/>
                <a:ext cx="10388232" cy="3311189"/>
              </a:xfrm>
              <a:blipFill>
                <a:blip r:embed="rId2"/>
                <a:stretch>
                  <a:fillRect l="-1350" r="-411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Gráfico 4" descr="Gráfico de decisión">
            <a:extLst>
              <a:ext uri="{FF2B5EF4-FFF2-40B4-BE49-F238E27FC236}">
                <a16:creationId xmlns:a16="http://schemas.microsoft.com/office/drawing/2014/main" id="{5C1D8617-CC99-496D-8575-193CDEBF5C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510" y="561000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6661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e 5">
            <a:extLst>
              <a:ext uri="{FF2B5EF4-FFF2-40B4-BE49-F238E27FC236}">
                <a16:creationId xmlns:a16="http://schemas.microsoft.com/office/drawing/2014/main" id="{14268FAE-AFC9-440C-BB59-E1E0DCFF6353}"/>
              </a:ext>
            </a:extLst>
          </p:cNvPr>
          <p:cNvSpPr/>
          <p:nvPr/>
        </p:nvSpPr>
        <p:spPr>
          <a:xfrm>
            <a:off x="672600" y="381000"/>
            <a:ext cx="1080000" cy="1080000"/>
          </a:xfrm>
          <a:prstGeom prst="ellipse">
            <a:avLst/>
          </a:prstGeom>
          <a:solidFill>
            <a:srgbClr val="F7CDBC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D0527A8-85A6-44A2-8A78-C4BA4E136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7510" y="354501"/>
            <a:ext cx="9156523" cy="1151965"/>
          </a:xfrm>
        </p:spPr>
        <p:txBody>
          <a:bodyPr/>
          <a:lstStyle/>
          <a:p>
            <a:r>
              <a:rPr lang="es-CL" dirty="0"/>
              <a:t>EL ALGORITMO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B87B0A5-F419-4834-9784-E1D4934CE3AE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685801" y="1721102"/>
                <a:ext cx="10388232" cy="4233604"/>
              </a:xfrm>
            </p:spPr>
            <p:txBody>
              <a:bodyPr/>
              <a:lstStyle/>
              <a:p>
                <a:pPr marL="514350" indent="-514350">
                  <a:buSzPct val="110000"/>
                  <a:buFont typeface="+mj-lt"/>
                  <a:buAutoNum type="arabicPeriod" startAt="5"/>
                </a:pPr>
                <a:r>
                  <a:rPr lang="es-MX" sz="2800" dirty="0"/>
                  <a:t>Caso mayor a cero (d&gt;0):</a:t>
                </a:r>
              </a:p>
              <a:p>
                <a:pPr lvl="1">
                  <a:buSzPct val="110000"/>
                </a:pPr>
                <a:r>
                  <a:rPr lang="es-MX" sz="2400" dirty="0"/>
                  <a:t>Calcular soluciones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CL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s-CL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CL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rad>
                      </m:num>
                      <m:den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es-MX" sz="2400" dirty="0"/>
                  <a:t> 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CL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s-CL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CL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ra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endParaRPr lang="es-MX" sz="2400" dirty="0"/>
              </a:p>
              <a:p>
                <a:pPr lvl="1">
                  <a:buSzPct val="110000"/>
                </a:pPr>
                <a:r>
                  <a:rPr lang="es-MX" sz="2400" dirty="0"/>
                  <a:t>Presentamos solución indicando que son dos soluciones reales.</a:t>
                </a:r>
              </a:p>
              <a:p>
                <a:pPr marL="514350" indent="-514350">
                  <a:buSzPct val="110000"/>
                  <a:buFont typeface="+mj-lt"/>
                  <a:buAutoNum type="arabicPeriod" startAt="5"/>
                </a:pPr>
                <a:r>
                  <a:rPr lang="es-MX" sz="2800" dirty="0"/>
                  <a:t>Caso igual a cero (d=0):</a:t>
                </a:r>
              </a:p>
              <a:p>
                <a:pPr lvl="1">
                  <a:buSzPct val="110000"/>
                </a:pPr>
                <a:r>
                  <a:rPr lang="es-MX" sz="2400" dirty="0"/>
                  <a:t> Calcular soluciones </a:t>
                </a:r>
                <a14:m>
                  <m:oMath xmlns:m="http://schemas.openxmlformats.org/officeDocument/2006/math">
                    <m:r>
                      <a:rPr lang="es-CL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endParaRPr lang="es-MX" sz="2400" dirty="0"/>
              </a:p>
              <a:p>
                <a:pPr lvl="1">
                  <a:buSzPct val="110000"/>
                </a:pPr>
                <a:r>
                  <a:rPr lang="es-MX" sz="2400" dirty="0"/>
                  <a:t>Presentamos solución que es una única solución real.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B87B0A5-F419-4834-9784-E1D4934CE3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685801" y="1721102"/>
                <a:ext cx="10388232" cy="4233604"/>
              </a:xfrm>
              <a:blipFill>
                <a:blip r:embed="rId2"/>
                <a:stretch>
                  <a:fillRect l="-1350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Gráfico 4" descr="Gráfico de decisión">
            <a:extLst>
              <a:ext uri="{FF2B5EF4-FFF2-40B4-BE49-F238E27FC236}">
                <a16:creationId xmlns:a16="http://schemas.microsoft.com/office/drawing/2014/main" id="{5C1D8617-CC99-496D-8575-193CDEBF5C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510" y="561000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6526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e 5">
            <a:extLst>
              <a:ext uri="{FF2B5EF4-FFF2-40B4-BE49-F238E27FC236}">
                <a16:creationId xmlns:a16="http://schemas.microsoft.com/office/drawing/2014/main" id="{14268FAE-AFC9-440C-BB59-E1E0DCFF6353}"/>
              </a:ext>
            </a:extLst>
          </p:cNvPr>
          <p:cNvSpPr/>
          <p:nvPr/>
        </p:nvSpPr>
        <p:spPr>
          <a:xfrm>
            <a:off x="672600" y="381000"/>
            <a:ext cx="1080000" cy="1080000"/>
          </a:xfrm>
          <a:prstGeom prst="ellipse">
            <a:avLst/>
          </a:prstGeom>
          <a:solidFill>
            <a:srgbClr val="F7CDBC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D0527A8-85A6-44A2-8A78-C4BA4E136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660" y="354501"/>
            <a:ext cx="9304373" cy="1151965"/>
          </a:xfrm>
        </p:spPr>
        <p:txBody>
          <a:bodyPr/>
          <a:lstStyle/>
          <a:p>
            <a:r>
              <a:rPr lang="es-CL" dirty="0"/>
              <a:t>EL ALGORITMO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B87B0A5-F419-4834-9784-E1D4934CE3AE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685801" y="2063396"/>
                <a:ext cx="10388232" cy="3311189"/>
              </a:xfrm>
            </p:spPr>
            <p:txBody>
              <a:bodyPr/>
              <a:lstStyle/>
              <a:p>
                <a:pPr marL="514350" indent="-514350">
                  <a:buSzPct val="110000"/>
                  <a:buFont typeface="+mj-lt"/>
                  <a:buAutoNum type="arabicPeriod" startAt="5"/>
                </a:pPr>
                <a:r>
                  <a:rPr lang="es-MX" sz="2800" dirty="0"/>
                  <a:t>Caso menor a cero (d&lt;0):</a:t>
                </a:r>
              </a:p>
              <a:p>
                <a:pPr lvl="1">
                  <a:buSzPct val="110000"/>
                </a:pPr>
                <a:r>
                  <a:rPr lang="es-MX" sz="2400" dirty="0"/>
                  <a:t>Cambiamos el signo del discriminante d</a:t>
                </a:r>
                <a:r>
                  <a:rPr lang="es-CL" sz="2400" dirty="0"/>
                  <a:t>← -d y calculamos</a:t>
                </a:r>
              </a:p>
              <a:p>
                <a:pPr lvl="1">
                  <a:buSzPct val="110000"/>
                </a:pPr>
                <a:r>
                  <a:rPr lang="es-MX" sz="2400" dirty="0"/>
                  <a:t>Calcular soluciones </a:t>
                </a:r>
                <a14:m>
                  <m:oMath xmlns:m="http://schemas.openxmlformats.org/officeDocument/2006/math">
                    <m:r>
                      <a:rPr lang="es-CL" sz="2400" b="0" i="1" smtClean="0">
                        <a:latin typeface="Cambria Math" panose="02040503050406030204" pitchFamily="18" charset="0"/>
                      </a:rPr>
                      <m:t>𝑟𝑒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es-MX" sz="2400" dirty="0"/>
                  <a:t>  y </a:t>
                </a:r>
                <a14:m>
                  <m:oMath xmlns:m="http://schemas.openxmlformats.org/officeDocument/2006/math">
                    <m:r>
                      <a:rPr lang="es-CL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CL" sz="240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s-CL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CL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ra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endParaRPr lang="es-MX" sz="2400" dirty="0"/>
              </a:p>
              <a:p>
                <a:pPr lvl="1">
                  <a:buSzPct val="110000"/>
                </a:pPr>
                <a:r>
                  <a:rPr lang="es-CL" sz="2400" dirty="0"/>
                  <a:t>Presentamos la solución indicando que son raíces complejas, agregando una </a:t>
                </a:r>
                <a:r>
                  <a:rPr lang="es-CL" sz="2400" b="1" i="1" dirty="0">
                    <a:solidFill>
                      <a:srgbClr val="B24A4B"/>
                    </a:solidFill>
                  </a:rPr>
                  <a:t>i</a:t>
                </a:r>
                <a:r>
                  <a:rPr lang="es-CL" sz="2400" dirty="0"/>
                  <a:t> en la raíz</a:t>
                </a:r>
              </a:p>
              <a:p>
                <a:pPr lvl="1">
                  <a:buSzPct val="110000"/>
                  <a:tabLst>
                    <a:tab pos="4308475" algn="l"/>
                  </a:tabLst>
                </a:pPr>
                <a:r>
                  <a:rPr lang="es-CL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x</a:t>
                </a:r>
                <a:r>
                  <a:rPr lang="es-CL" sz="2400" baseline="-25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1</a:t>
                </a:r>
                <a:r>
                  <a:rPr lang="es-CL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= re -  </a:t>
                </a:r>
                <a:r>
                  <a:rPr lang="es-CL" sz="24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im</a:t>
                </a:r>
                <a:r>
                  <a:rPr lang="es-CL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es-CL" sz="2400" b="1" i="1" dirty="0">
                    <a:solidFill>
                      <a:schemeClr val="accent6"/>
                    </a:solidFill>
                  </a:rPr>
                  <a:t>i</a:t>
                </a:r>
                <a:r>
                  <a:rPr lang="es-CL" sz="2400" baseline="-25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	</a:t>
                </a:r>
                <a:r>
                  <a:rPr lang="es-CL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x</a:t>
                </a:r>
                <a:r>
                  <a:rPr lang="es-CL" sz="2400" baseline="-25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2</a:t>
                </a:r>
                <a:r>
                  <a:rPr lang="es-CL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= re +  </a:t>
                </a:r>
                <a:r>
                  <a:rPr lang="es-CL" sz="24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im</a:t>
                </a:r>
                <a:r>
                  <a:rPr lang="es-CL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  <a:r>
                  <a:rPr lang="es-CL" sz="2400" b="1" i="1" dirty="0">
                    <a:solidFill>
                      <a:schemeClr val="accent6"/>
                    </a:solidFill>
                  </a:rPr>
                  <a:t>i</a:t>
                </a:r>
                <a:r>
                  <a:rPr lang="es-CL" sz="2400" baseline="-25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</a:t>
                </a:r>
              </a:p>
              <a:p>
                <a:pPr lvl="1">
                  <a:buSzPct val="110000"/>
                </a:pPr>
                <a:endParaRPr lang="es-MX" sz="240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B87B0A5-F419-4834-9784-E1D4934CE3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685801" y="2063396"/>
                <a:ext cx="10388232" cy="3311189"/>
              </a:xfrm>
              <a:blipFill>
                <a:blip r:embed="rId2"/>
                <a:stretch>
                  <a:fillRect l="-1350" t="-8456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Gráfico 4" descr="Gráfico de decisión">
            <a:extLst>
              <a:ext uri="{FF2B5EF4-FFF2-40B4-BE49-F238E27FC236}">
                <a16:creationId xmlns:a16="http://schemas.microsoft.com/office/drawing/2014/main" id="{5C1D8617-CC99-496D-8575-193CDEBF5C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510" y="561000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8496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Evento principal">
  <a:themeElements>
    <a:clrScheme name="Evento principal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8FA751"/>
      </a:accent1>
      <a:accent2>
        <a:srgbClr val="629D7D"/>
      </a:accent2>
      <a:accent3>
        <a:srgbClr val="5A7AAB"/>
      </a:accent3>
      <a:accent4>
        <a:srgbClr val="AA618F"/>
      </a:accent4>
      <a:accent5>
        <a:srgbClr val="BA5445"/>
      </a:accent5>
      <a:accent6>
        <a:srgbClr val="C8A547"/>
      </a:accent6>
      <a:hlink>
        <a:srgbClr val="91BF1A"/>
      </a:hlink>
      <a:folHlink>
        <a:srgbClr val="ADBE82"/>
      </a:folHlink>
    </a:clrScheme>
    <a:fontScheme name="Evento principal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vento principal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CF823853-53CC-4249-AEDB-2EA9F718B2D2}"/>
    </a:ext>
  </a:extLst>
</a:theme>
</file>

<file path=ppt/theme/theme2.xml><?xml version="1.0" encoding="utf-8"?>
<a:theme xmlns:a="http://schemas.openxmlformats.org/drawingml/2006/main" name="Evento principal">
  <a:themeElements>
    <a:clrScheme name="Evento principal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EE8011"/>
      </a:accent1>
      <a:accent2>
        <a:srgbClr val="CEC079"/>
      </a:accent2>
      <a:accent3>
        <a:srgbClr val="93A569"/>
      </a:accent3>
      <a:accent4>
        <a:srgbClr val="69A58B"/>
      </a:accent4>
      <a:accent5>
        <a:srgbClr val="6DAABD"/>
      </a:accent5>
      <a:accent6>
        <a:srgbClr val="B24A4B"/>
      </a:accent6>
      <a:hlink>
        <a:srgbClr val="EE8E11"/>
      </a:hlink>
      <a:folHlink>
        <a:srgbClr val="BFAE7F"/>
      </a:folHlink>
    </a:clrScheme>
    <a:fontScheme name="Personalizado 1">
      <a:majorFont>
        <a:latin typeface="Impact"/>
        <a:ea typeface=""/>
        <a:cs typeface=""/>
      </a:majorFont>
      <a:minorFont>
        <a:latin typeface="HP Simplified"/>
        <a:ea typeface=""/>
        <a:cs typeface=""/>
      </a:minorFont>
    </a:fontScheme>
    <a:fmtScheme name="Evento principal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686B1E04-F35C-4AB5-985D-0C358CA11055}"/>
    </a:ext>
  </a:extLst>
</a:theme>
</file>

<file path=ppt/theme/theme3.xml><?xml version="1.0" encoding="utf-8"?>
<a:theme xmlns:a="http://schemas.openxmlformats.org/drawingml/2006/main" name="2_Evento principal">
  <a:themeElements>
    <a:clrScheme name="Evento principal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EE8011"/>
      </a:accent1>
      <a:accent2>
        <a:srgbClr val="CEC079"/>
      </a:accent2>
      <a:accent3>
        <a:srgbClr val="93A569"/>
      </a:accent3>
      <a:accent4>
        <a:srgbClr val="69A58B"/>
      </a:accent4>
      <a:accent5>
        <a:srgbClr val="6DAABD"/>
      </a:accent5>
      <a:accent6>
        <a:srgbClr val="B24A4B"/>
      </a:accent6>
      <a:hlink>
        <a:srgbClr val="EE8E11"/>
      </a:hlink>
      <a:folHlink>
        <a:srgbClr val="BFAE7F"/>
      </a:folHlink>
    </a:clrScheme>
    <a:fontScheme name="Personalizado 1">
      <a:majorFont>
        <a:latin typeface="Impact"/>
        <a:ea typeface=""/>
        <a:cs typeface=""/>
      </a:majorFont>
      <a:minorFont>
        <a:latin typeface="HP Simplified"/>
        <a:ea typeface=""/>
        <a:cs typeface=""/>
      </a:minorFont>
    </a:fontScheme>
    <a:fmtScheme name="Evento principal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686B1E04-F35C-4AB5-985D-0C358CA11055}"/>
    </a:ext>
  </a:extLst>
</a:theme>
</file>

<file path=ppt/theme/theme4.xml><?xml version="1.0" encoding="utf-8"?>
<a:theme xmlns:a="http://schemas.openxmlformats.org/drawingml/2006/main" name="3_Evento principal">
  <a:themeElements>
    <a:clrScheme name="Evento principal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EE8011"/>
      </a:accent1>
      <a:accent2>
        <a:srgbClr val="CEC079"/>
      </a:accent2>
      <a:accent3>
        <a:srgbClr val="93A569"/>
      </a:accent3>
      <a:accent4>
        <a:srgbClr val="69A58B"/>
      </a:accent4>
      <a:accent5>
        <a:srgbClr val="6DAABD"/>
      </a:accent5>
      <a:accent6>
        <a:srgbClr val="B24A4B"/>
      </a:accent6>
      <a:hlink>
        <a:srgbClr val="EE8E11"/>
      </a:hlink>
      <a:folHlink>
        <a:srgbClr val="BFAE7F"/>
      </a:folHlink>
    </a:clrScheme>
    <a:fontScheme name="Personalizado 1">
      <a:majorFont>
        <a:latin typeface="Impact"/>
        <a:ea typeface=""/>
        <a:cs typeface=""/>
      </a:majorFont>
      <a:minorFont>
        <a:latin typeface="HP Simplified"/>
        <a:ea typeface=""/>
        <a:cs typeface=""/>
      </a:minorFont>
    </a:fontScheme>
    <a:fmtScheme name="Evento principal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686B1E04-F35C-4AB5-985D-0C358CA110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Evento principal</Template>
  <TotalTime>1973</TotalTime>
  <Words>867</Words>
  <Application>Microsoft Office PowerPoint</Application>
  <PresentationFormat>Panorámica</PresentationFormat>
  <Paragraphs>78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4</vt:i4>
      </vt:variant>
      <vt:variant>
        <vt:lpstr>Títulos de diapositiva</vt:lpstr>
      </vt:variant>
      <vt:variant>
        <vt:i4>13</vt:i4>
      </vt:variant>
    </vt:vector>
  </HeadingPairs>
  <TitlesOfParts>
    <vt:vector size="23" baseType="lpstr">
      <vt:lpstr>Arial</vt:lpstr>
      <vt:lpstr>Arial Black</vt:lpstr>
      <vt:lpstr>Calibri Light</vt:lpstr>
      <vt:lpstr>Cambria Math</vt:lpstr>
      <vt:lpstr>HP Simplified</vt:lpstr>
      <vt:lpstr>Impact</vt:lpstr>
      <vt:lpstr>1_Evento principal</vt:lpstr>
      <vt:lpstr>Evento principal</vt:lpstr>
      <vt:lpstr>2_Evento principal</vt:lpstr>
      <vt:lpstr>3_Evento principal</vt:lpstr>
      <vt:lpstr>Pseudo-CODIGO</vt:lpstr>
      <vt:lpstr>objetivos</vt:lpstr>
      <vt:lpstr>¿Recordemos, algo?</vt:lpstr>
      <vt:lpstr>el Pensamiento Computacional</vt:lpstr>
      <vt:lpstr>MI ALGORITMO </vt:lpstr>
      <vt:lpstr>¿Qué sabemos?</vt:lpstr>
      <vt:lpstr>¿Qué sabemos?</vt:lpstr>
      <vt:lpstr>Variables</vt:lpstr>
      <vt:lpstr>Variables</vt:lpstr>
      <vt:lpstr>Variables</vt:lpstr>
      <vt:lpstr>EL ALGORITMO</vt:lpstr>
      <vt:lpstr>EL ALGORITMO</vt:lpstr>
      <vt:lpstr>EL ALGORITMO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Teoría de Grafos</dc:title>
  <dc:creator>Rolando E. Montero A.</dc:creator>
  <cp:lastModifiedBy>Rolando E. Montero A.</cp:lastModifiedBy>
  <cp:revision>97</cp:revision>
  <dcterms:created xsi:type="dcterms:W3CDTF">2020-07-09T09:00:48Z</dcterms:created>
  <dcterms:modified xsi:type="dcterms:W3CDTF">2022-06-28T13:35:22Z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2012-05-19T00:00:00Z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2020-07-09T00:00:00Z</vt:filetime>
  </property>
</Properties>
</file>