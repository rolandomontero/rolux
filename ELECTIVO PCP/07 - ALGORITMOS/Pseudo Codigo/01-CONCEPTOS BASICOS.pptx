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  <p:sldMasterId id="2147483769" r:id="rId2"/>
    <p:sldMasterId id="2147483787" r:id="rId3"/>
    <p:sldMasterId id="2147483805" r:id="rId4"/>
  </p:sldMasterIdLst>
  <p:sldIdLst>
    <p:sldId id="305" r:id="rId5"/>
    <p:sldId id="306" r:id="rId6"/>
    <p:sldId id="318" r:id="rId7"/>
    <p:sldId id="323" r:id="rId8"/>
    <p:sldId id="308" r:id="rId9"/>
    <p:sldId id="314" r:id="rId10"/>
    <p:sldId id="309" r:id="rId11"/>
    <p:sldId id="310" r:id="rId12"/>
    <p:sldId id="311" r:id="rId13"/>
    <p:sldId id="312" r:id="rId14"/>
    <p:sldId id="317" r:id="rId15"/>
    <p:sldId id="315" r:id="rId16"/>
    <p:sldId id="313" r:id="rId17"/>
    <p:sldId id="316" r:id="rId18"/>
    <p:sldId id="320" r:id="rId19"/>
    <p:sldId id="321" r:id="rId20"/>
    <p:sldId id="322" r:id="rId21"/>
    <p:sldId id="319" r:id="rId22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1A4F15AA-EEFD-4DA6-9914-DB499A8DC780}">
          <p14:sldIdLst>
            <p14:sldId id="305"/>
            <p14:sldId id="306"/>
            <p14:sldId id="318"/>
            <p14:sldId id="323"/>
            <p14:sldId id="308"/>
          </p14:sldIdLst>
        </p14:section>
        <p14:section name="Primitivas Secuenciales" id="{FA51CCC9-C9D8-456A-B3B4-90A56E5ACC27}">
          <p14:sldIdLst>
            <p14:sldId id="314"/>
            <p14:sldId id="309"/>
            <p14:sldId id="310"/>
            <p14:sldId id="311"/>
            <p14:sldId id="312"/>
            <p14:sldId id="317"/>
          </p14:sldIdLst>
        </p14:section>
        <p14:section name="Estructura de Control" id="{E9B39F70-DAEB-4CAC-B829-D1B6AA4D0B3F}">
          <p14:sldIdLst>
            <p14:sldId id="315"/>
            <p14:sldId id="313"/>
            <p14:sldId id="316"/>
            <p14:sldId id="320"/>
            <p14:sldId id="321"/>
            <p14:sldId id="322"/>
            <p14:sldId id="3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4A4B"/>
    <a:srgbClr val="FFF2CC"/>
    <a:srgbClr val="1863AF"/>
    <a:srgbClr val="E5FFE5"/>
    <a:srgbClr val="5D4BCE"/>
    <a:srgbClr val="CFA561"/>
    <a:srgbClr val="CCB2FF"/>
    <a:srgbClr val="9D61C8"/>
    <a:srgbClr val="F2CCFF"/>
    <a:srgbClr val="90D7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907" autoAdjust="0"/>
    <p:restoredTop sz="93727" autoAdjust="0"/>
  </p:normalViewPr>
  <p:slideViewPr>
    <p:cSldViewPr>
      <p:cViewPr varScale="1">
        <p:scale>
          <a:sx n="70" d="100"/>
          <a:sy n="70" d="100"/>
        </p:scale>
        <p:origin x="294" y="60"/>
      </p:cViewPr>
      <p:guideLst>
        <p:guide orient="horz" pos="196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lando E. Montero A." userId="db44b2c1daed2876" providerId="LiveId" clId="{7D2A46B1-8B17-4188-B292-08EB5D1AC53C}"/>
    <pc:docChg chg="modSld">
      <pc:chgData name="Rolando E. Montero A." userId="db44b2c1daed2876" providerId="LiveId" clId="{7D2A46B1-8B17-4188-B292-08EB5D1AC53C}" dt="2020-08-17T14:45:43.469" v="30" actId="6549"/>
      <pc:docMkLst>
        <pc:docMk/>
      </pc:docMkLst>
      <pc:sldChg chg="modSp mod">
        <pc:chgData name="Rolando E. Montero A." userId="db44b2c1daed2876" providerId="LiveId" clId="{7D2A46B1-8B17-4188-B292-08EB5D1AC53C}" dt="2020-08-17T14:34:36.567" v="10" actId="404"/>
        <pc:sldMkLst>
          <pc:docMk/>
          <pc:sldMk cId="2400105456" sldId="306"/>
        </pc:sldMkLst>
        <pc:graphicFrameChg chg="mod modGraphic">
          <ac:chgData name="Rolando E. Montero A." userId="db44b2c1daed2876" providerId="LiveId" clId="{7D2A46B1-8B17-4188-B292-08EB5D1AC53C}" dt="2020-08-17T14:34:36.567" v="10" actId="404"/>
          <ac:graphicFrameMkLst>
            <pc:docMk/>
            <pc:sldMk cId="2400105456" sldId="306"/>
            <ac:graphicFrameMk id="4" creationId="{C8276553-2A79-437F-B57F-448598174CD7}"/>
          </ac:graphicFrameMkLst>
        </pc:graphicFrameChg>
      </pc:sldChg>
      <pc:sldChg chg="addSp modSp mod">
        <pc:chgData name="Rolando E. Montero A." userId="db44b2c1daed2876" providerId="LiveId" clId="{7D2A46B1-8B17-4188-B292-08EB5D1AC53C}" dt="2020-08-17T14:45:43.469" v="30" actId="6549"/>
        <pc:sldMkLst>
          <pc:docMk/>
          <pc:sldMk cId="1091599082" sldId="323"/>
        </pc:sldMkLst>
        <pc:spChg chg="add mod ord">
          <ac:chgData name="Rolando E. Montero A." userId="db44b2c1daed2876" providerId="LiveId" clId="{7D2A46B1-8B17-4188-B292-08EB5D1AC53C}" dt="2020-08-17T14:45:34.813" v="20" actId="167"/>
          <ac:spMkLst>
            <pc:docMk/>
            <pc:sldMk cId="1091599082" sldId="323"/>
            <ac:spMk id="3" creationId="{650CD8A7-E3F3-484D-82AE-C1FD20F79B5C}"/>
          </ac:spMkLst>
        </pc:spChg>
        <pc:spChg chg="mod">
          <ac:chgData name="Rolando E. Montero A." userId="db44b2c1daed2876" providerId="LiveId" clId="{7D2A46B1-8B17-4188-B292-08EB5D1AC53C}" dt="2020-08-17T14:45:43.469" v="30" actId="6549"/>
          <ac:spMkLst>
            <pc:docMk/>
            <pc:sldMk cId="1091599082" sldId="323"/>
            <ac:spMk id="16" creationId="{A4BC86C4-5594-4182-853D-DFDF2CA31FAD}"/>
          </ac:spMkLst>
        </pc:spChg>
      </pc:sldChg>
    </pc:docChg>
  </pc:docChgLst>
  <pc:docChgLst>
    <pc:chgData name="Rolando E. Montero A." userId="db44b2c1daed2876" providerId="LiveId" clId="{E09ACD9B-535A-4278-943F-78820556D61A}"/>
    <pc:docChg chg="undo custSel addSld modSld modMainMaster modSection">
      <pc:chgData name="Rolando E. Montero A." userId="db44b2c1daed2876" providerId="LiveId" clId="{E09ACD9B-535A-4278-943F-78820556D61A}" dt="2020-08-17T04:32:08.871" v="1326" actId="14100"/>
      <pc:docMkLst>
        <pc:docMk/>
      </pc:docMkLst>
      <pc:sldChg chg="modSp mod">
        <pc:chgData name="Rolando E. Montero A." userId="db44b2c1daed2876" providerId="LiveId" clId="{E09ACD9B-535A-4278-943F-78820556D61A}" dt="2020-08-17T04:02:40.849" v="888" actId="14861"/>
        <pc:sldMkLst>
          <pc:docMk/>
          <pc:sldMk cId="1154411732" sldId="308"/>
        </pc:sldMkLst>
        <pc:spChg chg="mod">
          <ac:chgData name="Rolando E. Montero A." userId="db44b2c1daed2876" providerId="LiveId" clId="{E09ACD9B-535A-4278-943F-78820556D61A}" dt="2020-08-17T04:02:40.849" v="888" actId="14861"/>
          <ac:spMkLst>
            <pc:docMk/>
            <pc:sldMk cId="1154411732" sldId="308"/>
            <ac:spMk id="28" creationId="{81988146-547E-4594-9A44-F1325FF5EB59}"/>
          </ac:spMkLst>
        </pc:spChg>
        <pc:spChg chg="mod">
          <ac:chgData name="Rolando E. Montero A." userId="db44b2c1daed2876" providerId="LiveId" clId="{E09ACD9B-535A-4278-943F-78820556D61A}" dt="2020-08-17T04:02:40.849" v="888" actId="14861"/>
          <ac:spMkLst>
            <pc:docMk/>
            <pc:sldMk cId="1154411732" sldId="308"/>
            <ac:spMk id="33" creationId="{B43AF25E-5AAE-4CEB-9012-D9C592CCD598}"/>
          </ac:spMkLst>
        </pc:spChg>
      </pc:sldChg>
      <pc:sldChg chg="modSp mod">
        <pc:chgData name="Rolando E. Montero A." userId="db44b2c1daed2876" providerId="LiveId" clId="{E09ACD9B-535A-4278-943F-78820556D61A}" dt="2020-08-17T04:24:47.241" v="1273" actId="1076"/>
        <pc:sldMkLst>
          <pc:docMk/>
          <pc:sldMk cId="3883758030" sldId="309"/>
        </pc:sldMkLst>
        <pc:picChg chg="mod">
          <ac:chgData name="Rolando E. Montero A." userId="db44b2c1daed2876" providerId="LiveId" clId="{E09ACD9B-535A-4278-943F-78820556D61A}" dt="2020-08-17T04:24:47.241" v="1273" actId="1076"/>
          <ac:picMkLst>
            <pc:docMk/>
            <pc:sldMk cId="3883758030" sldId="309"/>
            <ac:picMk id="9" creationId="{03D5A4BD-DC5F-4FA2-A5C7-B6DB293B3CBC}"/>
          </ac:picMkLst>
        </pc:picChg>
      </pc:sldChg>
      <pc:sldChg chg="addSp delSp modSp mod">
        <pc:chgData name="Rolando E. Montero A." userId="db44b2c1daed2876" providerId="LiveId" clId="{E09ACD9B-535A-4278-943F-78820556D61A}" dt="2020-08-17T03:27:44.905" v="348" actId="20577"/>
        <pc:sldMkLst>
          <pc:docMk/>
          <pc:sldMk cId="2814499859" sldId="313"/>
        </pc:sldMkLst>
        <pc:spChg chg="mod">
          <ac:chgData name="Rolando E. Montero A." userId="db44b2c1daed2876" providerId="LiveId" clId="{E09ACD9B-535A-4278-943F-78820556D61A}" dt="2020-08-17T02:47:48.502" v="293" actId="1076"/>
          <ac:spMkLst>
            <pc:docMk/>
            <pc:sldMk cId="2814499859" sldId="313"/>
            <ac:spMk id="2" creationId="{DC91255B-7731-4249-8352-7B5FBB08C66A}"/>
          </ac:spMkLst>
        </pc:spChg>
        <pc:spChg chg="mod">
          <ac:chgData name="Rolando E. Montero A." userId="db44b2c1daed2876" providerId="LiveId" clId="{E09ACD9B-535A-4278-943F-78820556D61A}" dt="2020-08-17T02:47:43.909" v="290" actId="14100"/>
          <ac:spMkLst>
            <pc:docMk/>
            <pc:sldMk cId="2814499859" sldId="313"/>
            <ac:spMk id="3" creationId="{9C48F516-ADE9-43DD-A0A9-12754CDAE916}"/>
          </ac:spMkLst>
        </pc:spChg>
        <pc:spChg chg="mod">
          <ac:chgData name="Rolando E. Montero A." userId="db44b2c1daed2876" providerId="LiveId" clId="{E09ACD9B-535A-4278-943F-78820556D61A}" dt="2020-08-17T02:43:35.300" v="266" actId="14861"/>
          <ac:spMkLst>
            <pc:docMk/>
            <pc:sldMk cId="2814499859" sldId="313"/>
            <ac:spMk id="5" creationId="{D01C04E5-DF36-41EA-BE5B-5AA8662CBB39}"/>
          </ac:spMkLst>
        </pc:spChg>
        <pc:spChg chg="mod">
          <ac:chgData name="Rolando E. Montero A." userId="db44b2c1daed2876" providerId="LiveId" clId="{E09ACD9B-535A-4278-943F-78820556D61A}" dt="2020-08-17T02:40:29.444" v="238" actId="313"/>
          <ac:spMkLst>
            <pc:docMk/>
            <pc:sldMk cId="2814499859" sldId="313"/>
            <ac:spMk id="28" creationId="{68ECFF0A-EC9B-4FB2-9995-DACB7FA6A697}"/>
          </ac:spMkLst>
        </pc:spChg>
        <pc:spChg chg="mod">
          <ac:chgData name="Rolando E. Montero A." userId="db44b2c1daed2876" providerId="LiveId" clId="{E09ACD9B-535A-4278-943F-78820556D61A}" dt="2020-08-17T02:40:49.587" v="243" actId="122"/>
          <ac:spMkLst>
            <pc:docMk/>
            <pc:sldMk cId="2814499859" sldId="313"/>
            <ac:spMk id="29" creationId="{E46A8EBA-8D24-4D25-B80B-FAD611972AAE}"/>
          </ac:spMkLst>
        </pc:spChg>
        <pc:spChg chg="mod">
          <ac:chgData name="Rolando E. Montero A." userId="db44b2c1daed2876" providerId="LiveId" clId="{E09ACD9B-535A-4278-943F-78820556D61A}" dt="2020-08-17T02:40:49.587" v="243" actId="122"/>
          <ac:spMkLst>
            <pc:docMk/>
            <pc:sldMk cId="2814499859" sldId="313"/>
            <ac:spMk id="30" creationId="{8F589A56-C1F5-4940-B4C1-3BC176FDB135}"/>
          </ac:spMkLst>
        </pc:spChg>
        <pc:spChg chg="mod">
          <ac:chgData name="Rolando E. Montero A." userId="db44b2c1daed2876" providerId="LiveId" clId="{E09ACD9B-535A-4278-943F-78820556D61A}" dt="2020-08-17T03:27:44.905" v="348" actId="20577"/>
          <ac:spMkLst>
            <pc:docMk/>
            <pc:sldMk cId="2814499859" sldId="313"/>
            <ac:spMk id="32" creationId="{F2A84B2F-BF61-4253-82F4-0F98678C1788}"/>
          </ac:spMkLst>
        </pc:spChg>
        <pc:picChg chg="add del mod modCrop">
          <ac:chgData name="Rolando E. Montero A." userId="db44b2c1daed2876" providerId="LiveId" clId="{E09ACD9B-535A-4278-943F-78820556D61A}" dt="2020-08-17T02:48:24.210" v="298" actId="14100"/>
          <ac:picMkLst>
            <pc:docMk/>
            <pc:sldMk cId="2814499859" sldId="313"/>
            <ac:picMk id="6" creationId="{F8A71774-33B8-46C4-808A-BD0CD46918D7}"/>
          </ac:picMkLst>
        </pc:picChg>
        <pc:picChg chg="add mod">
          <ac:chgData name="Rolando E. Montero A." userId="db44b2c1daed2876" providerId="LiveId" clId="{E09ACD9B-535A-4278-943F-78820556D61A}" dt="2020-08-17T02:47:04.309" v="280"/>
          <ac:picMkLst>
            <pc:docMk/>
            <pc:sldMk cId="2814499859" sldId="313"/>
            <ac:picMk id="17" creationId="{0B7986BE-F21A-4D7E-A1CA-FE3ECE3A344C}"/>
          </ac:picMkLst>
        </pc:picChg>
      </pc:sldChg>
      <pc:sldChg chg="modSp mod">
        <pc:chgData name="Rolando E. Montero A." userId="db44b2c1daed2876" providerId="LiveId" clId="{E09ACD9B-535A-4278-943F-78820556D61A}" dt="2020-08-17T02:43:47.443" v="267" actId="14861"/>
        <pc:sldMkLst>
          <pc:docMk/>
          <pc:sldMk cId="4285994453" sldId="315"/>
        </pc:sldMkLst>
        <pc:spChg chg="mod">
          <ac:chgData name="Rolando E. Montero A." userId="db44b2c1daed2876" providerId="LiveId" clId="{E09ACD9B-535A-4278-943F-78820556D61A}" dt="2020-08-17T02:43:47.443" v="267" actId="14861"/>
          <ac:spMkLst>
            <pc:docMk/>
            <pc:sldMk cId="4285994453" sldId="315"/>
            <ac:spMk id="7" creationId="{9F24FCE6-B052-4EA8-917D-1DC0AA4B4762}"/>
          </ac:spMkLst>
        </pc:spChg>
      </pc:sldChg>
      <pc:sldChg chg="modSp mod">
        <pc:chgData name="Rolando E. Montero A." userId="db44b2c1daed2876" providerId="LiveId" clId="{E09ACD9B-535A-4278-943F-78820556D61A}" dt="2020-08-17T02:48:54.636" v="303" actId="1076"/>
        <pc:sldMkLst>
          <pc:docMk/>
          <pc:sldMk cId="2830807176" sldId="316"/>
        </pc:sldMkLst>
        <pc:spChg chg="mod">
          <ac:chgData name="Rolando E. Montero A." userId="db44b2c1daed2876" providerId="LiveId" clId="{E09ACD9B-535A-4278-943F-78820556D61A}" dt="2020-08-17T02:48:40.165" v="300" actId="14100"/>
          <ac:spMkLst>
            <pc:docMk/>
            <pc:sldMk cId="2830807176" sldId="316"/>
            <ac:spMk id="3" creationId="{9C48F516-ADE9-43DD-A0A9-12754CDAE916}"/>
          </ac:spMkLst>
        </pc:spChg>
        <pc:spChg chg="mod">
          <ac:chgData name="Rolando E. Montero A." userId="db44b2c1daed2876" providerId="LiveId" clId="{E09ACD9B-535A-4278-943F-78820556D61A}" dt="2020-08-17T02:43:15.175" v="264" actId="14861"/>
          <ac:spMkLst>
            <pc:docMk/>
            <pc:sldMk cId="2830807176" sldId="316"/>
            <ac:spMk id="5" creationId="{D01C04E5-DF36-41EA-BE5B-5AA8662CBB39}"/>
          </ac:spMkLst>
        </pc:spChg>
        <pc:picChg chg="mod">
          <ac:chgData name="Rolando E. Montero A." userId="db44b2c1daed2876" providerId="LiveId" clId="{E09ACD9B-535A-4278-943F-78820556D61A}" dt="2020-08-17T02:48:54.636" v="303" actId="1076"/>
          <ac:picMkLst>
            <pc:docMk/>
            <pc:sldMk cId="2830807176" sldId="316"/>
            <ac:picMk id="18" creationId="{ECEE2820-7133-4107-A606-172C5E08F2A7}"/>
          </ac:picMkLst>
        </pc:picChg>
      </pc:sldChg>
      <pc:sldChg chg="addSp delSp modSp new mod modAnim">
        <pc:chgData name="Rolando E. Montero A." userId="db44b2c1daed2876" providerId="LiveId" clId="{E09ACD9B-535A-4278-943F-78820556D61A}" dt="2020-08-17T04:09:12.417" v="985" actId="1038"/>
        <pc:sldMkLst>
          <pc:docMk/>
          <pc:sldMk cId="309541891" sldId="317"/>
        </pc:sldMkLst>
        <pc:spChg chg="mod">
          <ac:chgData name="Rolando E. Montero A." userId="db44b2c1daed2876" providerId="LiveId" clId="{E09ACD9B-535A-4278-943F-78820556D61A}" dt="2020-08-17T02:38:41.123" v="225" actId="14100"/>
          <ac:spMkLst>
            <pc:docMk/>
            <pc:sldMk cId="309541891" sldId="317"/>
            <ac:spMk id="2" creationId="{4EEFD78F-59F3-41F8-95AD-771532A86BD1}"/>
          </ac:spMkLst>
        </pc:spChg>
        <pc:spChg chg="mod">
          <ac:chgData name="Rolando E. Montero A." userId="db44b2c1daed2876" providerId="LiveId" clId="{E09ACD9B-535A-4278-943F-78820556D61A}" dt="2020-08-17T02:28:05" v="172" actId="404"/>
          <ac:spMkLst>
            <pc:docMk/>
            <pc:sldMk cId="309541891" sldId="317"/>
            <ac:spMk id="3" creationId="{9A47F338-844A-43E6-8475-59F09642A91E}"/>
          </ac:spMkLst>
        </pc:spChg>
        <pc:spChg chg="add mod">
          <ac:chgData name="Rolando E. Montero A." userId="db44b2c1daed2876" providerId="LiveId" clId="{E09ACD9B-535A-4278-943F-78820556D61A}" dt="2020-08-17T02:38:36.872" v="224" actId="1076"/>
          <ac:spMkLst>
            <pc:docMk/>
            <pc:sldMk cId="309541891" sldId="317"/>
            <ac:spMk id="9" creationId="{DAFC8B9C-03A5-44C8-9634-961D47CF6A00}"/>
          </ac:spMkLst>
        </pc:spChg>
        <pc:picChg chg="add del mod modCrop">
          <ac:chgData name="Rolando E. Montero A." userId="db44b2c1daed2876" providerId="LiveId" clId="{E09ACD9B-535A-4278-943F-78820556D61A}" dt="2020-08-17T02:32:09.596" v="188" actId="478"/>
          <ac:picMkLst>
            <pc:docMk/>
            <pc:sldMk cId="309541891" sldId="317"/>
            <ac:picMk id="4" creationId="{1B119468-F056-40D6-A5C6-F5A0394CA5A8}"/>
          </ac:picMkLst>
        </pc:picChg>
        <pc:picChg chg="add mod">
          <ac:chgData name="Rolando E. Montero A." userId="db44b2c1daed2876" providerId="LiveId" clId="{E09ACD9B-535A-4278-943F-78820556D61A}" dt="2020-08-17T04:09:12.417" v="985" actId="1038"/>
          <ac:picMkLst>
            <pc:docMk/>
            <pc:sldMk cId="309541891" sldId="317"/>
            <ac:picMk id="5" creationId="{BC4DB69C-1CF1-462A-AEB1-E479C163D16F}"/>
          </ac:picMkLst>
        </pc:picChg>
        <pc:picChg chg="add mod">
          <ac:chgData name="Rolando E. Montero A." userId="db44b2c1daed2876" providerId="LiveId" clId="{E09ACD9B-535A-4278-943F-78820556D61A}" dt="2020-08-17T04:09:12.417" v="985" actId="1038"/>
          <ac:picMkLst>
            <pc:docMk/>
            <pc:sldMk cId="309541891" sldId="317"/>
            <ac:picMk id="7" creationId="{A38A677F-CC7C-44FF-9D13-EBC54A6C5EFE}"/>
          </ac:picMkLst>
        </pc:picChg>
      </pc:sldChg>
      <pc:sldChg chg="addSp delSp modSp new mod">
        <pc:chgData name="Rolando E. Montero A." userId="db44b2c1daed2876" providerId="LiveId" clId="{E09ACD9B-535A-4278-943F-78820556D61A}" dt="2020-08-17T04:26:32.470" v="1278" actId="114"/>
        <pc:sldMkLst>
          <pc:docMk/>
          <pc:sldMk cId="1676351416" sldId="318"/>
        </pc:sldMkLst>
        <pc:spChg chg="mod">
          <ac:chgData name="Rolando E. Montero A." userId="db44b2c1daed2876" providerId="LiveId" clId="{E09ACD9B-535A-4278-943F-78820556D61A}" dt="2020-08-17T04:20:04.216" v="1236"/>
          <ac:spMkLst>
            <pc:docMk/>
            <pc:sldMk cId="1676351416" sldId="318"/>
            <ac:spMk id="2" creationId="{BE95A470-AFCC-4E9B-AA0D-767DAC49C5B6}"/>
          </ac:spMkLst>
        </pc:spChg>
        <pc:spChg chg="mod">
          <ac:chgData name="Rolando E. Montero A." userId="db44b2c1daed2876" providerId="LiveId" clId="{E09ACD9B-535A-4278-943F-78820556D61A}" dt="2020-08-17T04:26:32.470" v="1278" actId="114"/>
          <ac:spMkLst>
            <pc:docMk/>
            <pc:sldMk cId="1676351416" sldId="318"/>
            <ac:spMk id="3" creationId="{911FFB15-4807-4FBB-9DD0-16E26DB82A94}"/>
          </ac:spMkLst>
        </pc:spChg>
        <pc:spChg chg="add del mod">
          <ac:chgData name="Rolando E. Montero A." userId="db44b2c1daed2876" providerId="LiveId" clId="{E09ACD9B-535A-4278-943F-78820556D61A}" dt="2020-08-17T03:57:53.140" v="715" actId="478"/>
          <ac:spMkLst>
            <pc:docMk/>
            <pc:sldMk cId="1676351416" sldId="318"/>
            <ac:spMk id="4" creationId="{7987662B-41AB-4AF6-AF1F-97EA16CD723C}"/>
          </ac:spMkLst>
        </pc:spChg>
        <pc:spChg chg="add del mod">
          <ac:chgData name="Rolando E. Montero A." userId="db44b2c1daed2876" providerId="LiveId" clId="{E09ACD9B-535A-4278-943F-78820556D61A}" dt="2020-08-17T04:19:33.289" v="1229" actId="478"/>
          <ac:spMkLst>
            <pc:docMk/>
            <pc:sldMk cId="1676351416" sldId="318"/>
            <ac:spMk id="6" creationId="{2E4D9319-C9D9-4D1A-A39B-16922A9C9E51}"/>
          </ac:spMkLst>
        </pc:spChg>
        <pc:picChg chg="add mod">
          <ac:chgData name="Rolando E. Montero A." userId="db44b2c1daed2876" providerId="LiveId" clId="{E09ACD9B-535A-4278-943F-78820556D61A}" dt="2020-08-17T04:26:04.263" v="1275" actId="1076"/>
          <ac:picMkLst>
            <pc:docMk/>
            <pc:sldMk cId="1676351416" sldId="318"/>
            <ac:picMk id="1026" creationId="{41B59046-46E3-4190-8D34-7D21B703E78E}"/>
          </ac:picMkLst>
        </pc:picChg>
      </pc:sldChg>
      <pc:sldChg chg="addSp delSp modSp new mod delAnim modAnim">
        <pc:chgData name="Rolando E. Montero A." userId="db44b2c1daed2876" providerId="LiveId" clId="{E09ACD9B-535A-4278-943F-78820556D61A}" dt="2020-08-17T04:32:08.871" v="1326" actId="14100"/>
        <pc:sldMkLst>
          <pc:docMk/>
          <pc:sldMk cId="1020702419" sldId="319"/>
        </pc:sldMkLst>
        <pc:spChg chg="mod">
          <ac:chgData name="Rolando E. Montero A." userId="db44b2c1daed2876" providerId="LiveId" clId="{E09ACD9B-535A-4278-943F-78820556D61A}" dt="2020-08-17T04:08:31.489" v="976" actId="14100"/>
          <ac:spMkLst>
            <pc:docMk/>
            <pc:sldMk cId="1020702419" sldId="319"/>
            <ac:spMk id="2" creationId="{2609BCC3-54F3-45B1-90C5-312212562838}"/>
          </ac:spMkLst>
        </pc:spChg>
        <pc:spChg chg="mod">
          <ac:chgData name="Rolando E. Montero A." userId="db44b2c1daed2876" providerId="LiveId" clId="{E09ACD9B-535A-4278-943F-78820556D61A}" dt="2020-08-17T04:29:19.424" v="1319" actId="1076"/>
          <ac:spMkLst>
            <pc:docMk/>
            <pc:sldMk cId="1020702419" sldId="319"/>
            <ac:spMk id="3" creationId="{20A084C5-4B5D-4D00-A228-20B95AF1C714}"/>
          </ac:spMkLst>
        </pc:spChg>
        <pc:spChg chg="add mod">
          <ac:chgData name="Rolando E. Montero A." userId="db44b2c1daed2876" providerId="LiveId" clId="{E09ACD9B-535A-4278-943F-78820556D61A}" dt="2020-08-17T04:08:29.063" v="975" actId="1076"/>
          <ac:spMkLst>
            <pc:docMk/>
            <pc:sldMk cId="1020702419" sldId="319"/>
            <ac:spMk id="5" creationId="{0746830C-70FC-45DF-921B-31251DE589AB}"/>
          </ac:spMkLst>
        </pc:spChg>
        <pc:picChg chg="add del mod">
          <ac:chgData name="Rolando E. Montero A." userId="db44b2c1daed2876" providerId="LiveId" clId="{E09ACD9B-535A-4278-943F-78820556D61A}" dt="2020-08-17T04:18:20.502" v="1222" actId="478"/>
          <ac:picMkLst>
            <pc:docMk/>
            <pc:sldMk cId="1020702419" sldId="319"/>
            <ac:picMk id="7" creationId="{449357F3-FD23-4E1A-8B0B-F6D9F1CABF62}"/>
          </ac:picMkLst>
        </pc:picChg>
        <pc:picChg chg="add del mod">
          <ac:chgData name="Rolando E. Montero A." userId="db44b2c1daed2876" providerId="LiveId" clId="{E09ACD9B-535A-4278-943F-78820556D61A}" dt="2020-08-17T04:31:59.240" v="1324" actId="478"/>
          <ac:picMkLst>
            <pc:docMk/>
            <pc:sldMk cId="1020702419" sldId="319"/>
            <ac:picMk id="9" creationId="{AA0318B6-1100-45C3-BBAE-430C3BC3BE4E}"/>
          </ac:picMkLst>
        </pc:picChg>
        <pc:picChg chg="add mod">
          <ac:chgData name="Rolando E. Montero A." userId="db44b2c1daed2876" providerId="LiveId" clId="{E09ACD9B-535A-4278-943F-78820556D61A}" dt="2020-08-17T04:32:08.871" v="1326" actId="14100"/>
          <ac:picMkLst>
            <pc:docMk/>
            <pc:sldMk cId="1020702419" sldId="319"/>
            <ac:picMk id="11" creationId="{0AC37487-C5C8-4F49-A824-D359D023FDEC}"/>
          </ac:picMkLst>
        </pc:picChg>
      </pc:sldChg>
      <pc:sldChg chg="addSp delSp modSp add mod">
        <pc:chgData name="Rolando E. Montero A." userId="db44b2c1daed2876" providerId="LiveId" clId="{E09ACD9B-535A-4278-943F-78820556D61A}" dt="2020-08-17T03:49:04.903" v="599" actId="1582"/>
        <pc:sldMkLst>
          <pc:docMk/>
          <pc:sldMk cId="4064081256" sldId="320"/>
        </pc:sldMkLst>
        <pc:spChg chg="mod">
          <ac:chgData name="Rolando E. Montero A." userId="db44b2c1daed2876" providerId="LiveId" clId="{E09ACD9B-535A-4278-943F-78820556D61A}" dt="2020-08-17T02:44:30.886" v="271"/>
          <ac:spMkLst>
            <pc:docMk/>
            <pc:sldMk cId="4064081256" sldId="320"/>
            <ac:spMk id="2" creationId="{DC91255B-7731-4249-8352-7B5FBB08C66A}"/>
          </ac:spMkLst>
        </pc:spChg>
        <pc:spChg chg="mod">
          <ac:chgData name="Rolando E. Montero A." userId="db44b2c1daed2876" providerId="LiveId" clId="{E09ACD9B-535A-4278-943F-78820556D61A}" dt="2020-08-17T03:37:25.678" v="432" actId="1076"/>
          <ac:spMkLst>
            <pc:docMk/>
            <pc:sldMk cId="4064081256" sldId="320"/>
            <ac:spMk id="3" creationId="{9C48F516-ADE9-43DD-A0A9-12754CDAE916}"/>
          </ac:spMkLst>
        </pc:spChg>
        <pc:spChg chg="mod">
          <ac:chgData name="Rolando E. Montero A." userId="db44b2c1daed2876" providerId="LiveId" clId="{E09ACD9B-535A-4278-943F-78820556D61A}" dt="2020-08-17T03:27:56.189" v="360" actId="20577"/>
          <ac:spMkLst>
            <pc:docMk/>
            <pc:sldMk cId="4064081256" sldId="320"/>
            <ac:spMk id="4" creationId="{AEF8113C-28F3-4609-AEF3-AC64F3662DF8}"/>
          </ac:spMkLst>
        </pc:spChg>
        <pc:spChg chg="add del mod">
          <ac:chgData name="Rolando E. Montero A." userId="db44b2c1daed2876" providerId="LiveId" clId="{E09ACD9B-535A-4278-943F-78820556D61A}" dt="2020-08-17T02:43:58.931" v="268" actId="1076"/>
          <ac:spMkLst>
            <pc:docMk/>
            <pc:sldMk cId="4064081256" sldId="320"/>
            <ac:spMk id="5" creationId="{D01C04E5-DF36-41EA-BE5B-5AA8662CBB39}"/>
          </ac:spMkLst>
        </pc:spChg>
        <pc:spChg chg="add del mod">
          <ac:chgData name="Rolando E. Montero A." userId="db44b2c1daed2876" providerId="LiveId" clId="{E09ACD9B-535A-4278-943F-78820556D61A}" dt="2020-08-17T02:42:37.122" v="256" actId="22"/>
          <ac:spMkLst>
            <pc:docMk/>
            <pc:sldMk cId="4064081256" sldId="320"/>
            <ac:spMk id="6" creationId="{9075AB90-AF4F-4F5E-9D5B-96F0AEA950B0}"/>
          </ac:spMkLst>
        </pc:spChg>
        <pc:spChg chg="add del mod">
          <ac:chgData name="Rolando E. Montero A." userId="db44b2c1daed2876" providerId="LiveId" clId="{E09ACD9B-535A-4278-943F-78820556D61A}" dt="2020-08-17T02:42:54.312" v="261" actId="478"/>
          <ac:spMkLst>
            <pc:docMk/>
            <pc:sldMk cId="4064081256" sldId="320"/>
            <ac:spMk id="8" creationId="{8B1E539B-DBB8-4A41-B44A-BF066A095D74}"/>
          </ac:spMkLst>
        </pc:spChg>
        <pc:spChg chg="add del mod">
          <ac:chgData name="Rolando E. Montero A." userId="db44b2c1daed2876" providerId="LiveId" clId="{E09ACD9B-535A-4278-943F-78820556D61A}" dt="2020-08-17T03:34:52.834" v="415"/>
          <ac:spMkLst>
            <pc:docMk/>
            <pc:sldMk cId="4064081256" sldId="320"/>
            <ac:spMk id="11" creationId="{ED98DCB7-9E67-4AE6-B8D5-0CC5969DAC0E}"/>
          </ac:spMkLst>
        </pc:spChg>
        <pc:spChg chg="add del mod">
          <ac:chgData name="Rolando E. Montero A." userId="db44b2c1daed2876" providerId="LiveId" clId="{E09ACD9B-535A-4278-943F-78820556D61A}" dt="2020-08-17T03:34:52.834" v="415"/>
          <ac:spMkLst>
            <pc:docMk/>
            <pc:sldMk cId="4064081256" sldId="320"/>
            <ac:spMk id="12" creationId="{14AB45A1-556D-4940-A3FF-7DF5CFB2C973}"/>
          </ac:spMkLst>
        </pc:spChg>
        <pc:spChg chg="add mod">
          <ac:chgData name="Rolando E. Montero A." userId="db44b2c1daed2876" providerId="LiveId" clId="{E09ACD9B-535A-4278-943F-78820556D61A}" dt="2020-08-17T03:48:27.841" v="593" actId="164"/>
          <ac:spMkLst>
            <pc:docMk/>
            <pc:sldMk cId="4064081256" sldId="320"/>
            <ac:spMk id="14" creationId="{138C8BC2-1F8D-4B03-BA51-55AAF2F6C6E6}"/>
          </ac:spMkLst>
        </pc:spChg>
        <pc:spChg chg="add del mod">
          <ac:chgData name="Rolando E. Montero A." userId="db44b2c1daed2876" providerId="LiveId" clId="{E09ACD9B-535A-4278-943F-78820556D61A}" dt="2020-08-17T03:37:30.216" v="433" actId="478"/>
          <ac:spMkLst>
            <pc:docMk/>
            <pc:sldMk cId="4064081256" sldId="320"/>
            <ac:spMk id="16" creationId="{80F76C37-A165-4888-BCD7-2445D761BB33}"/>
          </ac:spMkLst>
        </pc:spChg>
        <pc:spChg chg="add mod">
          <ac:chgData name="Rolando E. Montero A." userId="db44b2c1daed2876" providerId="LiveId" clId="{E09ACD9B-535A-4278-943F-78820556D61A}" dt="2020-08-17T03:49:04.903" v="599" actId="1582"/>
          <ac:spMkLst>
            <pc:docMk/>
            <pc:sldMk cId="4064081256" sldId="320"/>
            <ac:spMk id="31" creationId="{CFC4F4B8-BDFD-4DE2-A17B-65C35978875B}"/>
          </ac:spMkLst>
        </pc:spChg>
        <pc:spChg chg="mod">
          <ac:chgData name="Rolando E. Montero A." userId="db44b2c1daed2876" providerId="LiveId" clId="{E09ACD9B-535A-4278-943F-78820556D61A}" dt="2020-08-17T03:48:27.841" v="593" actId="164"/>
          <ac:spMkLst>
            <pc:docMk/>
            <pc:sldMk cId="4064081256" sldId="320"/>
            <ac:spMk id="40" creationId="{D7B2036B-8AFD-434C-A653-2E09A57F1A3B}"/>
          </ac:spMkLst>
        </pc:spChg>
        <pc:grpChg chg="add mod">
          <ac:chgData name="Rolando E. Montero A." userId="db44b2c1daed2876" providerId="LiveId" clId="{E09ACD9B-535A-4278-943F-78820556D61A}" dt="2020-08-17T03:34:48.983" v="414" actId="164"/>
          <ac:grpSpMkLst>
            <pc:docMk/>
            <pc:sldMk cId="4064081256" sldId="320"/>
            <ac:grpSpMk id="19" creationId="{E285E1D3-914C-42A8-940F-88F12038BE5D}"/>
          </ac:grpSpMkLst>
        </pc:grpChg>
        <pc:grpChg chg="add mod">
          <ac:chgData name="Rolando E. Montero A." userId="db44b2c1daed2876" providerId="LiveId" clId="{E09ACD9B-535A-4278-943F-78820556D61A}" dt="2020-08-17T03:48:32.485" v="594" actId="1076"/>
          <ac:grpSpMkLst>
            <pc:docMk/>
            <pc:sldMk cId="4064081256" sldId="320"/>
            <ac:grpSpMk id="25" creationId="{F2259BDD-2EAD-4B88-8ECC-5E2BB1798A98}"/>
          </ac:grpSpMkLst>
        </pc:grpChg>
        <pc:grpChg chg="del">
          <ac:chgData name="Rolando E. Montero A." userId="db44b2c1daed2876" providerId="LiveId" clId="{E09ACD9B-535A-4278-943F-78820556D61A}" dt="2020-08-17T03:29:19.606" v="365" actId="478"/>
          <ac:grpSpMkLst>
            <pc:docMk/>
            <pc:sldMk cId="4064081256" sldId="320"/>
            <ac:grpSpMk id="39" creationId="{079A1455-AB7E-45A1-8F88-9C9934D6C7A3}"/>
          </ac:grpSpMkLst>
        </pc:grpChg>
        <pc:picChg chg="del">
          <ac:chgData name="Rolando E. Montero A." userId="db44b2c1daed2876" providerId="LiveId" clId="{E09ACD9B-535A-4278-943F-78820556D61A}" dt="2020-08-17T02:47:08.590" v="281" actId="478"/>
          <ac:picMkLst>
            <pc:docMk/>
            <pc:sldMk cId="4064081256" sldId="320"/>
            <ac:picMk id="18" creationId="{ECEE2820-7133-4107-A606-172C5E08F2A7}"/>
          </ac:picMkLst>
        </pc:picChg>
        <pc:picChg chg="add del mod">
          <ac:chgData name="Rolando E. Montero A." userId="db44b2c1daed2876" providerId="LiveId" clId="{E09ACD9B-535A-4278-943F-78820556D61A}" dt="2020-08-17T03:37:44.647" v="446" actId="478"/>
          <ac:picMkLst>
            <pc:docMk/>
            <pc:sldMk cId="4064081256" sldId="320"/>
            <ac:picMk id="21" creationId="{FCCFE41E-4696-452E-BCA3-E31AD19DE144}"/>
          </ac:picMkLst>
        </pc:picChg>
        <pc:picChg chg="add mod modCrop">
          <ac:chgData name="Rolando E. Montero A." userId="db44b2c1daed2876" providerId="LiveId" clId="{E09ACD9B-535A-4278-943F-78820556D61A}" dt="2020-08-17T03:48:45.210" v="596" actId="14861"/>
          <ac:picMkLst>
            <pc:docMk/>
            <pc:sldMk cId="4064081256" sldId="320"/>
            <ac:picMk id="27" creationId="{E800296B-B4C4-4494-9E28-FEB938578B1B}"/>
          </ac:picMkLst>
        </pc:picChg>
        <pc:cxnChg chg="mod">
          <ac:chgData name="Rolando E. Montero A." userId="db44b2c1daed2876" providerId="LiveId" clId="{E09ACD9B-535A-4278-943F-78820556D61A}" dt="2020-08-17T03:29:19.606" v="365" actId="478"/>
          <ac:cxnSpMkLst>
            <pc:docMk/>
            <pc:sldMk cId="4064081256" sldId="320"/>
            <ac:cxnSpMk id="9" creationId="{454B12CE-A623-46C2-A179-3C682C05E326}"/>
          </ac:cxnSpMkLst>
        </pc:cxnChg>
        <pc:cxnChg chg="mod">
          <ac:chgData name="Rolando E. Montero A." userId="db44b2c1daed2876" providerId="LiveId" clId="{E09ACD9B-535A-4278-943F-78820556D61A}" dt="2020-08-17T03:29:19.606" v="365" actId="478"/>
          <ac:cxnSpMkLst>
            <pc:docMk/>
            <pc:sldMk cId="4064081256" sldId="320"/>
            <ac:cxnSpMk id="22" creationId="{53ECDCA6-6B0C-40E8-B057-60C1BAA68E81}"/>
          </ac:cxnSpMkLst>
        </pc:cxnChg>
      </pc:sldChg>
      <pc:sldChg chg="addSp delSp modSp add mod modAnim">
        <pc:chgData name="Rolando E. Montero A." userId="db44b2c1daed2876" providerId="LiveId" clId="{E09ACD9B-535A-4278-943F-78820556D61A}" dt="2020-08-17T03:51:04.311" v="662" actId="20577"/>
        <pc:sldMkLst>
          <pc:docMk/>
          <pc:sldMk cId="3518375221" sldId="321"/>
        </pc:sldMkLst>
        <pc:spChg chg="mod">
          <ac:chgData name="Rolando E. Montero A." userId="db44b2c1daed2876" providerId="LiveId" clId="{E09ACD9B-535A-4278-943F-78820556D61A}" dt="2020-08-17T03:49:37.232" v="606" actId="6549"/>
          <ac:spMkLst>
            <pc:docMk/>
            <pc:sldMk cId="3518375221" sldId="321"/>
            <ac:spMk id="3" creationId="{9C48F516-ADE9-43DD-A0A9-12754CDAE916}"/>
          </ac:spMkLst>
        </pc:spChg>
        <pc:spChg chg="mod">
          <ac:chgData name="Rolando E. Montero A." userId="db44b2c1daed2876" providerId="LiveId" clId="{E09ACD9B-535A-4278-943F-78820556D61A}" dt="2020-08-17T03:26:50.858" v="314"/>
          <ac:spMkLst>
            <pc:docMk/>
            <pc:sldMk cId="3518375221" sldId="321"/>
            <ac:spMk id="4" creationId="{AEF8113C-28F3-4609-AEF3-AC64F3662DF8}"/>
          </ac:spMkLst>
        </pc:spChg>
        <pc:spChg chg="add del">
          <ac:chgData name="Rolando E. Montero A." userId="db44b2c1daed2876" providerId="LiveId" clId="{E09ACD9B-535A-4278-943F-78820556D61A}" dt="2020-08-17T03:45:46.027" v="565" actId="478"/>
          <ac:spMkLst>
            <pc:docMk/>
            <pc:sldMk cId="3518375221" sldId="321"/>
            <ac:spMk id="11" creationId="{3AAF7546-D999-432B-86E9-C7D54D046367}"/>
          </ac:spMkLst>
        </pc:spChg>
        <pc:spChg chg="add del mod">
          <ac:chgData name="Rolando E. Montero A." userId="db44b2c1daed2876" providerId="LiveId" clId="{E09ACD9B-535A-4278-943F-78820556D61A}" dt="2020-08-17T03:45:16.380" v="553"/>
          <ac:spMkLst>
            <pc:docMk/>
            <pc:sldMk cId="3518375221" sldId="321"/>
            <ac:spMk id="12" creationId="{AE3519E0-7C3C-4A6F-9986-809898DC5241}"/>
          </ac:spMkLst>
        </pc:spChg>
        <pc:spChg chg="add del mod">
          <ac:chgData name="Rolando E. Montero A." userId="db44b2c1daed2876" providerId="LiveId" clId="{E09ACD9B-535A-4278-943F-78820556D61A}" dt="2020-08-17T03:43:57.271" v="536"/>
          <ac:spMkLst>
            <pc:docMk/>
            <pc:sldMk cId="3518375221" sldId="321"/>
            <ac:spMk id="14" creationId="{B510E78F-F420-48EC-9109-0B2324B7B6A8}"/>
          </ac:spMkLst>
        </pc:spChg>
        <pc:spChg chg="add mod ord">
          <ac:chgData name="Rolando E. Montero A." userId="db44b2c1daed2876" providerId="LiveId" clId="{E09ACD9B-535A-4278-943F-78820556D61A}" dt="2020-08-17T03:47:38.059" v="582" actId="164"/>
          <ac:spMkLst>
            <pc:docMk/>
            <pc:sldMk cId="3518375221" sldId="321"/>
            <ac:spMk id="16" creationId="{FE7BF401-071E-4FB6-93BC-E42BD6AF00F7}"/>
          </ac:spMkLst>
        </pc:spChg>
        <pc:spChg chg="add del mod">
          <ac:chgData name="Rolando E. Montero A." userId="db44b2c1daed2876" providerId="LiveId" clId="{E09ACD9B-535A-4278-943F-78820556D61A}" dt="2020-08-17T03:45:16.380" v="553"/>
          <ac:spMkLst>
            <pc:docMk/>
            <pc:sldMk cId="3518375221" sldId="321"/>
            <ac:spMk id="18" creationId="{D8BF6A9C-8155-4FA2-A51F-B5ABFC562C99}"/>
          </ac:spMkLst>
        </pc:spChg>
        <pc:spChg chg="add mod">
          <ac:chgData name="Rolando E. Montero A." userId="db44b2c1daed2876" providerId="LiveId" clId="{E09ACD9B-535A-4278-943F-78820556D61A}" dt="2020-08-17T03:48:12.647" v="591" actId="403"/>
          <ac:spMkLst>
            <pc:docMk/>
            <pc:sldMk cId="3518375221" sldId="321"/>
            <ac:spMk id="24" creationId="{65D365F4-306C-4657-AFDF-A6C34F4A0E8D}"/>
          </ac:spMkLst>
        </pc:spChg>
        <pc:spChg chg="mod">
          <ac:chgData name="Rolando E. Montero A." userId="db44b2c1daed2876" providerId="LiveId" clId="{E09ACD9B-535A-4278-943F-78820556D61A}" dt="2020-08-17T03:47:38.059" v="582" actId="164"/>
          <ac:spMkLst>
            <pc:docMk/>
            <pc:sldMk cId="3518375221" sldId="321"/>
            <ac:spMk id="40" creationId="{3F155E56-EEE6-4EDA-B983-D387A7BDA309}"/>
          </ac:spMkLst>
        </pc:spChg>
        <pc:spChg chg="add mod">
          <ac:chgData name="Rolando E. Montero A." userId="db44b2c1daed2876" providerId="LiveId" clId="{E09ACD9B-535A-4278-943F-78820556D61A}" dt="2020-08-17T03:51:04.311" v="662" actId="20577"/>
          <ac:spMkLst>
            <pc:docMk/>
            <pc:sldMk cId="3518375221" sldId="321"/>
            <ac:spMk id="41" creationId="{8856A257-A0E7-4DAA-9010-6C9102BF28DB}"/>
          </ac:spMkLst>
        </pc:spChg>
        <pc:grpChg chg="add mod">
          <ac:chgData name="Rolando E. Montero A." userId="db44b2c1daed2876" providerId="LiveId" clId="{E09ACD9B-535A-4278-943F-78820556D61A}" dt="2020-08-17T03:47:44.689" v="583" actId="1076"/>
          <ac:grpSpMkLst>
            <pc:docMk/>
            <pc:sldMk cId="3518375221" sldId="321"/>
            <ac:grpSpMk id="19" creationId="{D921D314-3C5C-495B-A974-EE02D51FB852}"/>
          </ac:grpSpMkLst>
        </pc:grpChg>
        <pc:grpChg chg="del">
          <ac:chgData name="Rolando E. Montero A." userId="db44b2c1daed2876" providerId="LiveId" clId="{E09ACD9B-535A-4278-943F-78820556D61A}" dt="2020-08-17T03:30:41.016" v="379" actId="478"/>
          <ac:grpSpMkLst>
            <pc:docMk/>
            <pc:sldMk cId="3518375221" sldId="321"/>
            <ac:grpSpMk id="39" creationId="{079A1455-AB7E-45A1-8F88-9C9934D6C7A3}"/>
          </ac:grpSpMkLst>
        </pc:grpChg>
        <pc:picChg chg="add del mod">
          <ac:chgData name="Rolando E. Montero A." userId="db44b2c1daed2876" providerId="LiveId" clId="{E09ACD9B-535A-4278-943F-78820556D61A}" dt="2020-08-17T03:48:03.163" v="588" actId="478"/>
          <ac:picMkLst>
            <pc:docMk/>
            <pc:sldMk cId="3518375221" sldId="321"/>
            <ac:picMk id="10" creationId="{2FA35A78-F3B2-43A8-9EE4-ACD96FDE5283}"/>
          </ac:picMkLst>
        </pc:picChg>
        <pc:picChg chg="add mod modCrop">
          <ac:chgData name="Rolando E. Montero A." userId="db44b2c1daed2876" providerId="LiveId" clId="{E09ACD9B-535A-4278-943F-78820556D61A}" dt="2020-08-17T03:47:07.037" v="576" actId="14861"/>
          <ac:picMkLst>
            <pc:docMk/>
            <pc:sldMk cId="3518375221" sldId="321"/>
            <ac:picMk id="23" creationId="{128AD266-FA25-4217-942B-B15C836C98CD}"/>
          </ac:picMkLst>
        </pc:picChg>
        <pc:picChg chg="del">
          <ac:chgData name="Rolando E. Montero A." userId="db44b2c1daed2876" providerId="LiveId" clId="{E09ACD9B-535A-4278-943F-78820556D61A}" dt="2020-08-17T03:30:32.891" v="376" actId="478"/>
          <ac:picMkLst>
            <pc:docMk/>
            <pc:sldMk cId="3518375221" sldId="321"/>
            <ac:picMk id="27" creationId="{E800296B-B4C4-4494-9E28-FEB938578B1B}"/>
          </ac:picMkLst>
        </pc:picChg>
        <pc:cxnChg chg="mod">
          <ac:chgData name="Rolando E. Montero A." userId="db44b2c1daed2876" providerId="LiveId" clId="{E09ACD9B-535A-4278-943F-78820556D61A}" dt="2020-08-17T03:30:41.016" v="379" actId="478"/>
          <ac:cxnSpMkLst>
            <pc:docMk/>
            <pc:sldMk cId="3518375221" sldId="321"/>
            <ac:cxnSpMk id="9" creationId="{454B12CE-A623-46C2-A179-3C682C05E326}"/>
          </ac:cxnSpMkLst>
        </pc:cxnChg>
        <pc:cxnChg chg="mod">
          <ac:chgData name="Rolando E. Montero A." userId="db44b2c1daed2876" providerId="LiveId" clId="{E09ACD9B-535A-4278-943F-78820556D61A}" dt="2020-08-17T03:30:41.016" v="379" actId="478"/>
          <ac:cxnSpMkLst>
            <pc:docMk/>
            <pc:sldMk cId="3518375221" sldId="321"/>
            <ac:cxnSpMk id="22" creationId="{53ECDCA6-6B0C-40E8-B057-60C1BAA68E81}"/>
          </ac:cxnSpMkLst>
        </pc:cxnChg>
      </pc:sldChg>
      <pc:sldChg chg="addSp delSp modSp add mod">
        <pc:chgData name="Rolando E. Montero A." userId="db44b2c1daed2876" providerId="LiveId" clId="{E09ACD9B-535A-4278-943F-78820556D61A}" dt="2020-08-17T04:07:37.122" v="961" actId="1076"/>
        <pc:sldMkLst>
          <pc:docMk/>
          <pc:sldMk cId="2253210213" sldId="322"/>
        </pc:sldMkLst>
        <pc:spChg chg="mod">
          <ac:chgData name="Rolando E. Montero A." userId="db44b2c1daed2876" providerId="LiveId" clId="{E09ACD9B-535A-4278-943F-78820556D61A}" dt="2020-08-17T04:07:18.656" v="958" actId="403"/>
          <ac:spMkLst>
            <pc:docMk/>
            <pc:sldMk cId="2253210213" sldId="322"/>
            <ac:spMk id="3" creationId="{9C48F516-ADE9-43DD-A0A9-12754CDAE916}"/>
          </ac:spMkLst>
        </pc:spChg>
        <pc:spChg chg="mod">
          <ac:chgData name="Rolando E. Montero A." userId="db44b2c1daed2876" providerId="LiveId" clId="{E09ACD9B-535A-4278-943F-78820556D61A}" dt="2020-08-17T03:51:47.974" v="667"/>
          <ac:spMkLst>
            <pc:docMk/>
            <pc:sldMk cId="2253210213" sldId="322"/>
            <ac:spMk id="4" creationId="{AEF8113C-28F3-4609-AEF3-AC64F3662DF8}"/>
          </ac:spMkLst>
        </pc:spChg>
        <pc:spChg chg="mod">
          <ac:chgData name="Rolando E. Montero A." userId="db44b2c1daed2876" providerId="LiveId" clId="{E09ACD9B-535A-4278-943F-78820556D61A}" dt="2020-08-17T04:06:40.633" v="939" actId="404"/>
          <ac:spMkLst>
            <pc:docMk/>
            <pc:sldMk cId="2253210213" sldId="322"/>
            <ac:spMk id="13" creationId="{45E4BF85-F130-4116-8FC0-DA05634FD9E6}"/>
          </ac:spMkLst>
        </pc:spChg>
        <pc:spChg chg="mod">
          <ac:chgData name="Rolando E. Montero A." userId="db44b2c1daed2876" providerId="LiveId" clId="{E09ACD9B-535A-4278-943F-78820556D61A}" dt="2020-08-17T04:03:21.081" v="889"/>
          <ac:spMkLst>
            <pc:docMk/>
            <pc:sldMk cId="2253210213" sldId="322"/>
            <ac:spMk id="14" creationId="{957025BE-8788-4274-9993-1BEC1CB376FA}"/>
          </ac:spMkLst>
        </pc:spChg>
        <pc:spChg chg="mod">
          <ac:chgData name="Rolando E. Montero A." userId="db44b2c1daed2876" providerId="LiveId" clId="{E09ACD9B-535A-4278-943F-78820556D61A}" dt="2020-08-17T04:07:01.422" v="952" actId="1076"/>
          <ac:spMkLst>
            <pc:docMk/>
            <pc:sldMk cId="2253210213" sldId="322"/>
            <ac:spMk id="24" creationId="{65D365F4-306C-4657-AFDF-A6C34F4A0E8D}"/>
          </ac:spMkLst>
        </pc:spChg>
        <pc:grpChg chg="add mod">
          <ac:chgData name="Rolando E. Montero A." userId="db44b2c1daed2876" providerId="LiveId" clId="{E09ACD9B-535A-4278-943F-78820556D61A}" dt="2020-08-17T04:07:29.254" v="959" actId="1076"/>
          <ac:grpSpMkLst>
            <pc:docMk/>
            <pc:sldMk cId="2253210213" sldId="322"/>
            <ac:grpSpMk id="12" creationId="{E46506A4-0FA0-4B29-998D-D4FDABF5685F}"/>
          </ac:grpSpMkLst>
        </pc:grpChg>
        <pc:grpChg chg="del">
          <ac:chgData name="Rolando E. Montero A." userId="db44b2c1daed2876" providerId="LiveId" clId="{E09ACD9B-535A-4278-943F-78820556D61A}" dt="2020-08-17T03:54:08.662" v="695" actId="478"/>
          <ac:grpSpMkLst>
            <pc:docMk/>
            <pc:sldMk cId="2253210213" sldId="322"/>
            <ac:grpSpMk id="19" creationId="{D921D314-3C5C-495B-A974-EE02D51FB852}"/>
          </ac:grpSpMkLst>
        </pc:grpChg>
        <pc:picChg chg="add mod modCrop">
          <ac:chgData name="Rolando E. Montero A." userId="db44b2c1daed2876" providerId="LiveId" clId="{E09ACD9B-535A-4278-943F-78820556D61A}" dt="2020-08-17T04:07:37.122" v="961" actId="1076"/>
          <ac:picMkLst>
            <pc:docMk/>
            <pc:sldMk cId="2253210213" sldId="322"/>
            <ac:picMk id="11" creationId="{BC83F28A-30B0-473C-ABEF-13077B7CDDBF}"/>
          </ac:picMkLst>
        </pc:picChg>
        <pc:picChg chg="del">
          <ac:chgData name="Rolando E. Montero A." userId="db44b2c1daed2876" providerId="LiveId" clId="{E09ACD9B-535A-4278-943F-78820556D61A}" dt="2020-08-17T03:53:18.364" v="682" actId="478"/>
          <ac:picMkLst>
            <pc:docMk/>
            <pc:sldMk cId="2253210213" sldId="322"/>
            <ac:picMk id="23" creationId="{128AD266-FA25-4217-942B-B15C836C98CD}"/>
          </ac:picMkLst>
        </pc:picChg>
      </pc:sldChg>
      <pc:sldChg chg="addSp delSp modSp new mod">
        <pc:chgData name="Rolando E. Montero A." userId="db44b2c1daed2876" providerId="LiveId" clId="{E09ACD9B-535A-4278-943F-78820556D61A}" dt="2020-08-17T04:28:52.731" v="1316" actId="14100"/>
        <pc:sldMkLst>
          <pc:docMk/>
          <pc:sldMk cId="1091599082" sldId="323"/>
        </pc:sldMkLst>
        <pc:spChg chg="mod">
          <ac:chgData name="Rolando E. Montero A." userId="db44b2c1daed2876" providerId="LiveId" clId="{E09ACD9B-535A-4278-943F-78820556D61A}" dt="2020-08-17T04:21:48.936" v="1263" actId="27636"/>
          <ac:spMkLst>
            <pc:docMk/>
            <pc:sldMk cId="1091599082" sldId="323"/>
            <ac:spMk id="2" creationId="{A16ABCAF-C836-4F03-9461-3187346E2F76}"/>
          </ac:spMkLst>
        </pc:spChg>
        <pc:spChg chg="del">
          <ac:chgData name="Rolando E. Montero A." userId="db44b2c1daed2876" providerId="LiveId" clId="{E09ACD9B-535A-4278-943F-78820556D61A}" dt="2020-08-17T03:58:17.026" v="720" actId="478"/>
          <ac:spMkLst>
            <pc:docMk/>
            <pc:sldMk cId="1091599082" sldId="323"/>
            <ac:spMk id="3" creationId="{4A085B08-5B82-4F1A-88E9-9DF074B7B65F}"/>
          </ac:spMkLst>
        </pc:spChg>
        <pc:spChg chg="add mod">
          <ac:chgData name="Rolando E. Montero A." userId="db44b2c1daed2876" providerId="LiveId" clId="{E09ACD9B-535A-4278-943F-78820556D61A}" dt="2020-08-17T03:59:19.512" v="755" actId="20577"/>
          <ac:spMkLst>
            <pc:docMk/>
            <pc:sldMk cId="1091599082" sldId="323"/>
            <ac:spMk id="5" creationId="{53B98002-F752-4D88-BED1-4A7F88781DEC}"/>
          </ac:spMkLst>
        </pc:spChg>
        <pc:spChg chg="add mod">
          <ac:chgData name="Rolando E. Montero A." userId="db44b2c1daed2876" providerId="LiveId" clId="{E09ACD9B-535A-4278-943F-78820556D61A}" dt="2020-08-17T03:59:35.747" v="768" actId="207"/>
          <ac:spMkLst>
            <pc:docMk/>
            <pc:sldMk cId="1091599082" sldId="323"/>
            <ac:spMk id="7" creationId="{660708AF-4C7D-4B3F-B7DE-A42B583A05B3}"/>
          </ac:spMkLst>
        </pc:spChg>
        <pc:spChg chg="add mod">
          <ac:chgData name="Rolando E. Montero A." userId="db44b2c1daed2876" providerId="LiveId" clId="{E09ACD9B-535A-4278-943F-78820556D61A}" dt="2020-08-17T04:28:52.731" v="1316" actId="14100"/>
          <ac:spMkLst>
            <pc:docMk/>
            <pc:sldMk cId="1091599082" sldId="323"/>
            <ac:spMk id="10" creationId="{86B9FEC0-2A27-4420-945C-931470C53113}"/>
          </ac:spMkLst>
        </pc:spChg>
        <pc:spChg chg="add mod">
          <ac:chgData name="Rolando E. Montero A." userId="db44b2c1daed2876" providerId="LiveId" clId="{E09ACD9B-535A-4278-943F-78820556D61A}" dt="2020-08-17T04:02:26.472" v="887" actId="14100"/>
          <ac:spMkLst>
            <pc:docMk/>
            <pc:sldMk cId="1091599082" sldId="323"/>
            <ac:spMk id="14" creationId="{5FB4F54F-DC74-4F5B-8FDD-6C235EDED62F}"/>
          </ac:spMkLst>
        </pc:spChg>
        <pc:spChg chg="add mod">
          <ac:chgData name="Rolando E. Montero A." userId="db44b2c1daed2876" providerId="LiveId" clId="{E09ACD9B-535A-4278-943F-78820556D61A}" dt="2020-08-17T04:27:34.736" v="1280" actId="20577"/>
          <ac:spMkLst>
            <pc:docMk/>
            <pc:sldMk cId="1091599082" sldId="323"/>
            <ac:spMk id="16" creationId="{A4BC86C4-5594-4182-853D-DFDF2CA31FAD}"/>
          </ac:spMkLst>
        </pc:spChg>
        <pc:spChg chg="add mod">
          <ac:chgData name="Rolando E. Montero A." userId="db44b2c1daed2876" providerId="LiveId" clId="{E09ACD9B-535A-4278-943F-78820556D61A}" dt="2020-08-17T04:21:22.965" v="1258" actId="1076"/>
          <ac:spMkLst>
            <pc:docMk/>
            <pc:sldMk cId="1091599082" sldId="323"/>
            <ac:spMk id="18" creationId="{A4E29E51-A107-4307-A8F6-583F6CAFEFC4}"/>
          </ac:spMkLst>
        </pc:spChg>
        <pc:picChg chg="add del mod">
          <ac:chgData name="Rolando E. Montero A." userId="db44b2c1daed2876" providerId="LiveId" clId="{E09ACD9B-535A-4278-943F-78820556D61A}" dt="2020-08-17T03:59:37.872" v="769" actId="478"/>
          <ac:picMkLst>
            <pc:docMk/>
            <pc:sldMk cId="1091599082" sldId="323"/>
            <ac:picMk id="9" creationId="{CB3715FF-8D2A-47A2-8C07-4AED266CFAC7}"/>
          </ac:picMkLst>
        </pc:picChg>
        <pc:picChg chg="add del mod">
          <ac:chgData name="Rolando E. Montero A." userId="db44b2c1daed2876" providerId="LiveId" clId="{E09ACD9B-535A-4278-943F-78820556D61A}" dt="2020-08-17T04:01:20.682" v="836" actId="478"/>
          <ac:picMkLst>
            <pc:docMk/>
            <pc:sldMk cId="1091599082" sldId="323"/>
            <ac:picMk id="12" creationId="{20B7EDF8-5AE7-4A5B-932E-85CEE6EBACB4}"/>
          </ac:picMkLst>
        </pc:picChg>
      </pc:sldChg>
      <pc:sldMasterChg chg="modSldLayout">
        <pc:chgData name="Rolando E. Montero A." userId="db44b2c1daed2876" providerId="LiveId" clId="{E09ACD9B-535A-4278-943F-78820556D61A}" dt="2020-08-17T02:27:37.373" v="166" actId="403"/>
        <pc:sldMasterMkLst>
          <pc:docMk/>
          <pc:sldMasterMk cId="1604139482" sldId="2147483805"/>
        </pc:sldMasterMkLst>
        <pc:sldLayoutChg chg="modSp">
          <pc:chgData name="Rolando E. Montero A." userId="db44b2c1daed2876" providerId="LiveId" clId="{E09ACD9B-535A-4278-943F-78820556D61A}" dt="2020-08-17T02:27:37.373" v="166" actId="403"/>
          <pc:sldLayoutMkLst>
            <pc:docMk/>
            <pc:sldMasterMk cId="1604139482" sldId="2147483805"/>
            <pc:sldLayoutMk cId="4154380359" sldId="2147483807"/>
          </pc:sldLayoutMkLst>
          <pc:spChg chg="mod">
            <ac:chgData name="Rolando E. Montero A." userId="db44b2c1daed2876" providerId="LiveId" clId="{E09ACD9B-535A-4278-943F-78820556D61A}" dt="2020-08-17T02:27:37.373" v="166" actId="403"/>
            <ac:spMkLst>
              <pc:docMk/>
              <pc:sldMasterMk cId="1604139482" sldId="2147483805"/>
              <pc:sldLayoutMk cId="4154380359" sldId="2147483807"/>
              <ac:spMk id="12" creationId="{00000000-0000-0000-0000-000000000000}"/>
            </ac:spMkLst>
          </pc:spChg>
        </pc:sldLayoutChg>
      </pc:sldMasterChg>
    </pc:docChg>
  </pc:docChgLst>
  <pc:docChgLst>
    <pc:chgData name="Rolando E. Montero A." userId="db44b2c1daed2876" providerId="LiveId" clId="{9F84E42F-E0F2-4049-AC94-860D6B83F0C6}"/>
    <pc:docChg chg="undo custSel addSld delSld modSld modMainMaster addSection modSection">
      <pc:chgData name="Rolando E. Montero A." userId="db44b2c1daed2876" providerId="LiveId" clId="{9F84E42F-E0F2-4049-AC94-860D6B83F0C6}" dt="2020-08-13T05:04:59.152" v="929" actId="1076"/>
      <pc:docMkLst>
        <pc:docMk/>
      </pc:docMkLst>
      <pc:sldChg chg="modSp mod">
        <pc:chgData name="Rolando E. Montero A." userId="db44b2c1daed2876" providerId="LiveId" clId="{9F84E42F-E0F2-4049-AC94-860D6B83F0C6}" dt="2020-08-13T04:04:13.190" v="79"/>
        <pc:sldMkLst>
          <pc:docMk/>
          <pc:sldMk cId="191823659" sldId="305"/>
        </pc:sldMkLst>
        <pc:spChg chg="mod">
          <ac:chgData name="Rolando E. Montero A." userId="db44b2c1daed2876" providerId="LiveId" clId="{9F84E42F-E0F2-4049-AC94-860D6B83F0C6}" dt="2020-08-13T04:04:13.190" v="79"/>
          <ac:spMkLst>
            <pc:docMk/>
            <pc:sldMk cId="191823659" sldId="305"/>
            <ac:spMk id="4" creationId="{4B9814E9-AA5A-44D6-AC60-BAD70EFEA632}"/>
          </ac:spMkLst>
        </pc:spChg>
        <pc:spChg chg="mod">
          <ac:chgData name="Rolando E. Montero A." userId="db44b2c1daed2876" providerId="LiveId" clId="{9F84E42F-E0F2-4049-AC94-860D6B83F0C6}" dt="2020-08-13T04:04:03.191" v="78" actId="20577"/>
          <ac:spMkLst>
            <pc:docMk/>
            <pc:sldMk cId="191823659" sldId="305"/>
            <ac:spMk id="5" creationId="{518F2013-4D40-4305-9C6C-77B2D54E2670}"/>
          </ac:spMkLst>
        </pc:spChg>
      </pc:sldChg>
      <pc:sldChg chg="addSp delSp modSp mod modClrScheme chgLayout">
        <pc:chgData name="Rolando E. Montero A." userId="db44b2c1daed2876" providerId="LiveId" clId="{9F84E42F-E0F2-4049-AC94-860D6B83F0C6}" dt="2020-08-13T04:01:35.132" v="46" actId="14100"/>
        <pc:sldMkLst>
          <pc:docMk/>
          <pc:sldMk cId="2400105456" sldId="306"/>
        </pc:sldMkLst>
        <pc:spChg chg="mod ord">
          <ac:chgData name="Rolando E. Montero A." userId="db44b2c1daed2876" providerId="LiveId" clId="{9F84E42F-E0F2-4049-AC94-860D6B83F0C6}" dt="2020-08-13T04:01:25.970" v="45" actId="700"/>
          <ac:spMkLst>
            <pc:docMk/>
            <pc:sldMk cId="2400105456" sldId="306"/>
            <ac:spMk id="2" creationId="{A6274ACA-D4BC-485B-985B-829E1C7C23A6}"/>
          </ac:spMkLst>
        </pc:spChg>
        <pc:spChg chg="add del mod ord">
          <ac:chgData name="Rolando E. Montero A." userId="db44b2c1daed2876" providerId="LiveId" clId="{9F84E42F-E0F2-4049-AC94-860D6B83F0C6}" dt="2020-08-13T04:01:25.970" v="45" actId="700"/>
          <ac:spMkLst>
            <pc:docMk/>
            <pc:sldMk cId="2400105456" sldId="306"/>
            <ac:spMk id="3" creationId="{4A803D28-6BEE-4A57-94DC-733FA0B89B03}"/>
          </ac:spMkLst>
        </pc:spChg>
        <pc:spChg chg="del mod ord">
          <ac:chgData name="Rolando E. Montero A." userId="db44b2c1daed2876" providerId="LiveId" clId="{9F84E42F-E0F2-4049-AC94-860D6B83F0C6}" dt="2020-08-13T03:58:17.605" v="35" actId="700"/>
          <ac:spMkLst>
            <pc:docMk/>
            <pc:sldMk cId="2400105456" sldId="306"/>
            <ac:spMk id="5" creationId="{2539C80E-4749-4631-ACA2-61B9740C66B2}"/>
          </ac:spMkLst>
        </pc:spChg>
        <pc:spChg chg="add mod ord">
          <ac:chgData name="Rolando E. Montero A." userId="db44b2c1daed2876" providerId="LiveId" clId="{9F84E42F-E0F2-4049-AC94-860D6B83F0C6}" dt="2020-08-13T04:01:25.970" v="45" actId="700"/>
          <ac:spMkLst>
            <pc:docMk/>
            <pc:sldMk cId="2400105456" sldId="306"/>
            <ac:spMk id="6" creationId="{9CBA8ED9-7B10-41FF-A749-A414E997D4DF}"/>
          </ac:spMkLst>
        </pc:spChg>
        <pc:graphicFrameChg chg="mod modGraphic">
          <ac:chgData name="Rolando E. Montero A." userId="db44b2c1daed2876" providerId="LiveId" clId="{9F84E42F-E0F2-4049-AC94-860D6B83F0C6}" dt="2020-08-13T04:01:35.132" v="46" actId="14100"/>
          <ac:graphicFrameMkLst>
            <pc:docMk/>
            <pc:sldMk cId="2400105456" sldId="306"/>
            <ac:graphicFrameMk id="4" creationId="{C8276553-2A79-437F-B57F-448598174CD7}"/>
          </ac:graphicFrameMkLst>
        </pc:graphicFrameChg>
      </pc:sldChg>
      <pc:sldChg chg="modSp del mod chgLayout">
        <pc:chgData name="Rolando E. Montero A." userId="db44b2c1daed2876" providerId="LiveId" clId="{9F84E42F-E0F2-4049-AC94-860D6B83F0C6}" dt="2020-08-13T04:04:52.865" v="81" actId="47"/>
        <pc:sldMkLst>
          <pc:docMk/>
          <pc:sldMk cId="1571415155" sldId="307"/>
        </pc:sldMkLst>
        <pc:spChg chg="mod ord">
          <ac:chgData name="Rolando E. Montero A." userId="db44b2c1daed2876" providerId="LiveId" clId="{9F84E42F-E0F2-4049-AC94-860D6B83F0C6}" dt="2020-08-13T03:59:16.599" v="38" actId="700"/>
          <ac:spMkLst>
            <pc:docMk/>
            <pc:sldMk cId="1571415155" sldId="307"/>
            <ac:spMk id="2" creationId="{1509E83D-81CE-491E-B16A-9388FF082C0D}"/>
          </ac:spMkLst>
        </pc:spChg>
        <pc:spChg chg="mod ord">
          <ac:chgData name="Rolando E. Montero A." userId="db44b2c1daed2876" providerId="LiveId" clId="{9F84E42F-E0F2-4049-AC94-860D6B83F0C6}" dt="2020-08-13T03:59:16.599" v="38" actId="700"/>
          <ac:spMkLst>
            <pc:docMk/>
            <pc:sldMk cId="1571415155" sldId="307"/>
            <ac:spMk id="3" creationId="{093916CF-9FD9-4EFA-9658-6F65F7B9239A}"/>
          </ac:spMkLst>
        </pc:spChg>
      </pc:sldChg>
      <pc:sldChg chg="modSp del">
        <pc:chgData name="Rolando E. Montero A." userId="db44b2c1daed2876" providerId="LiveId" clId="{9F84E42F-E0F2-4049-AC94-860D6B83F0C6}" dt="2020-08-13T03:59:10.714" v="37" actId="47"/>
        <pc:sldMkLst>
          <pc:docMk/>
          <pc:sldMk cId="188148074" sldId="308"/>
        </pc:sldMkLst>
        <pc:spChg chg="mod">
          <ac:chgData name="Rolando E. Montero A." userId="db44b2c1daed2876" providerId="LiveId" clId="{9F84E42F-E0F2-4049-AC94-860D6B83F0C6}" dt="2020-08-13T03:40:33.489" v="2"/>
          <ac:spMkLst>
            <pc:docMk/>
            <pc:sldMk cId="188148074" sldId="308"/>
            <ac:spMk id="2" creationId="{52D477E5-735F-4C66-A092-8CA679443F89}"/>
          </ac:spMkLst>
        </pc:spChg>
      </pc:sldChg>
      <pc:sldChg chg="addSp delSp modSp new add del mod modClrScheme chgLayout">
        <pc:chgData name="Rolando E. Montero A." userId="db44b2c1daed2876" providerId="LiveId" clId="{9F84E42F-E0F2-4049-AC94-860D6B83F0C6}" dt="2020-08-13T04:23:56.697" v="482" actId="1076"/>
        <pc:sldMkLst>
          <pc:docMk/>
          <pc:sldMk cId="1154411732" sldId="308"/>
        </pc:sldMkLst>
        <pc:spChg chg="add del mod ord">
          <ac:chgData name="Rolando E. Montero A." userId="db44b2c1daed2876" providerId="LiveId" clId="{9F84E42F-E0F2-4049-AC94-860D6B83F0C6}" dt="2020-08-13T04:22:38.581" v="468" actId="1076"/>
          <ac:spMkLst>
            <pc:docMk/>
            <pc:sldMk cId="1154411732" sldId="308"/>
            <ac:spMk id="2" creationId="{4BEBAD61-B030-478F-9EFC-587E811BE169}"/>
          </ac:spMkLst>
        </pc:spChg>
        <pc:spChg chg="del">
          <ac:chgData name="Rolando E. Montero A." userId="db44b2c1daed2876" providerId="LiveId" clId="{9F84E42F-E0F2-4049-AC94-860D6B83F0C6}" dt="2020-08-13T04:05:14.736" v="82" actId="1032"/>
          <ac:spMkLst>
            <pc:docMk/>
            <pc:sldMk cId="1154411732" sldId="308"/>
            <ac:spMk id="3" creationId="{688B4A3E-BC94-4DD8-AE46-866C7BF2C436}"/>
          </ac:spMkLst>
        </pc:spChg>
        <pc:spChg chg="mod">
          <ac:chgData name="Rolando E. Montero A." userId="db44b2c1daed2876" providerId="LiveId" clId="{9F84E42F-E0F2-4049-AC94-860D6B83F0C6}" dt="2020-08-13T04:15:26.496" v="172" actId="18245"/>
          <ac:spMkLst>
            <pc:docMk/>
            <pc:sldMk cId="1154411732" sldId="308"/>
            <ac:spMk id="6" creationId="{D66C3865-DC17-4F5B-BA0A-E035C30225A9}"/>
          </ac:spMkLst>
        </pc:spChg>
        <pc:spChg chg="mod">
          <ac:chgData name="Rolando E. Montero A." userId="db44b2c1daed2876" providerId="LiveId" clId="{9F84E42F-E0F2-4049-AC94-860D6B83F0C6}" dt="2020-08-13T04:15:26.496" v="172" actId="18245"/>
          <ac:spMkLst>
            <pc:docMk/>
            <pc:sldMk cId="1154411732" sldId="308"/>
            <ac:spMk id="7" creationId="{2CC832CB-99DD-465A-AE23-6219B6C8C6C7}"/>
          </ac:spMkLst>
        </pc:spChg>
        <pc:spChg chg="mod">
          <ac:chgData name="Rolando E. Montero A." userId="db44b2c1daed2876" providerId="LiveId" clId="{9F84E42F-E0F2-4049-AC94-860D6B83F0C6}" dt="2020-08-13T04:15:26.496" v="172" actId="18245"/>
          <ac:spMkLst>
            <pc:docMk/>
            <pc:sldMk cId="1154411732" sldId="308"/>
            <ac:spMk id="8" creationId="{0859AFA3-ADF3-49C3-AE71-7D848D84979D}"/>
          </ac:spMkLst>
        </pc:spChg>
        <pc:spChg chg="mod">
          <ac:chgData name="Rolando E. Montero A." userId="db44b2c1daed2876" providerId="LiveId" clId="{9F84E42F-E0F2-4049-AC94-860D6B83F0C6}" dt="2020-08-13T04:15:26.496" v="172" actId="18245"/>
          <ac:spMkLst>
            <pc:docMk/>
            <pc:sldMk cId="1154411732" sldId="308"/>
            <ac:spMk id="9" creationId="{4546CDA3-0121-43B0-BF18-6426A019EB44}"/>
          </ac:spMkLst>
        </pc:spChg>
        <pc:spChg chg="mod">
          <ac:chgData name="Rolando E. Montero A." userId="db44b2c1daed2876" providerId="LiveId" clId="{9F84E42F-E0F2-4049-AC94-860D6B83F0C6}" dt="2020-08-13T04:15:26.496" v="172" actId="18245"/>
          <ac:spMkLst>
            <pc:docMk/>
            <pc:sldMk cId="1154411732" sldId="308"/>
            <ac:spMk id="10" creationId="{CE7E6E70-D4B2-481D-B357-6D6FA20DEE5B}"/>
          </ac:spMkLst>
        </pc:spChg>
        <pc:spChg chg="mod">
          <ac:chgData name="Rolando E. Montero A." userId="db44b2c1daed2876" providerId="LiveId" clId="{9F84E42F-E0F2-4049-AC94-860D6B83F0C6}" dt="2020-08-13T04:15:26.496" v="172" actId="18245"/>
          <ac:spMkLst>
            <pc:docMk/>
            <pc:sldMk cId="1154411732" sldId="308"/>
            <ac:spMk id="11" creationId="{F24951C8-5B07-468F-9C6A-F8FF86D47717}"/>
          </ac:spMkLst>
        </pc:spChg>
        <pc:spChg chg="mod">
          <ac:chgData name="Rolando E. Montero A." userId="db44b2c1daed2876" providerId="LiveId" clId="{9F84E42F-E0F2-4049-AC94-860D6B83F0C6}" dt="2020-08-13T04:15:26.496" v="172" actId="18245"/>
          <ac:spMkLst>
            <pc:docMk/>
            <pc:sldMk cId="1154411732" sldId="308"/>
            <ac:spMk id="12" creationId="{0B75EFD0-4B45-484D-AF71-35B8F9B7677D}"/>
          </ac:spMkLst>
        </pc:spChg>
        <pc:spChg chg="mod">
          <ac:chgData name="Rolando E. Montero A." userId="db44b2c1daed2876" providerId="LiveId" clId="{9F84E42F-E0F2-4049-AC94-860D6B83F0C6}" dt="2020-08-13T04:15:26.496" v="172" actId="18245"/>
          <ac:spMkLst>
            <pc:docMk/>
            <pc:sldMk cId="1154411732" sldId="308"/>
            <ac:spMk id="13" creationId="{DF40A48C-6E7B-4ADA-AF89-82F54A82D257}"/>
          </ac:spMkLst>
        </pc:spChg>
        <pc:spChg chg="mod">
          <ac:chgData name="Rolando E. Montero A." userId="db44b2c1daed2876" providerId="LiveId" clId="{9F84E42F-E0F2-4049-AC94-860D6B83F0C6}" dt="2020-08-13T04:15:26.496" v="172" actId="18245"/>
          <ac:spMkLst>
            <pc:docMk/>
            <pc:sldMk cId="1154411732" sldId="308"/>
            <ac:spMk id="14" creationId="{362D31BC-1AE7-42DF-92E5-BEF4C054EFF9}"/>
          </ac:spMkLst>
        </pc:spChg>
        <pc:spChg chg="mod">
          <ac:chgData name="Rolando E. Montero A." userId="db44b2c1daed2876" providerId="LiveId" clId="{9F84E42F-E0F2-4049-AC94-860D6B83F0C6}" dt="2020-08-13T04:15:26.496" v="172" actId="18245"/>
          <ac:spMkLst>
            <pc:docMk/>
            <pc:sldMk cId="1154411732" sldId="308"/>
            <ac:spMk id="15" creationId="{C31F7EEA-6E7C-4418-A87B-E4596E6CB429}"/>
          </ac:spMkLst>
        </pc:spChg>
        <pc:spChg chg="mod">
          <ac:chgData name="Rolando E. Montero A." userId="db44b2c1daed2876" providerId="LiveId" clId="{9F84E42F-E0F2-4049-AC94-860D6B83F0C6}" dt="2020-08-13T04:15:26.496" v="172" actId="18245"/>
          <ac:spMkLst>
            <pc:docMk/>
            <pc:sldMk cId="1154411732" sldId="308"/>
            <ac:spMk id="16" creationId="{3B11D0B1-FE94-4041-8622-B802B921D744}"/>
          </ac:spMkLst>
        </pc:spChg>
        <pc:spChg chg="mod">
          <ac:chgData name="Rolando E. Montero A." userId="db44b2c1daed2876" providerId="LiveId" clId="{9F84E42F-E0F2-4049-AC94-860D6B83F0C6}" dt="2020-08-13T04:15:26.496" v="172" actId="18245"/>
          <ac:spMkLst>
            <pc:docMk/>
            <pc:sldMk cId="1154411732" sldId="308"/>
            <ac:spMk id="17" creationId="{B7725196-F451-4A9A-9CC8-726E6C2C9675}"/>
          </ac:spMkLst>
        </pc:spChg>
        <pc:spChg chg="mod">
          <ac:chgData name="Rolando E. Montero A." userId="db44b2c1daed2876" providerId="LiveId" clId="{9F84E42F-E0F2-4049-AC94-860D6B83F0C6}" dt="2020-08-13T04:15:26.496" v="172" actId="18245"/>
          <ac:spMkLst>
            <pc:docMk/>
            <pc:sldMk cId="1154411732" sldId="308"/>
            <ac:spMk id="18" creationId="{EF5B3900-8914-4029-BD88-B1B0D5FCC47E}"/>
          </ac:spMkLst>
        </pc:spChg>
        <pc:spChg chg="mod">
          <ac:chgData name="Rolando E. Montero A." userId="db44b2c1daed2876" providerId="LiveId" clId="{9F84E42F-E0F2-4049-AC94-860D6B83F0C6}" dt="2020-08-13T04:15:26.496" v="172" actId="18245"/>
          <ac:spMkLst>
            <pc:docMk/>
            <pc:sldMk cId="1154411732" sldId="308"/>
            <ac:spMk id="19" creationId="{282A2CC9-AC00-4111-BC33-82F1724F641C}"/>
          </ac:spMkLst>
        </pc:spChg>
        <pc:spChg chg="mod">
          <ac:chgData name="Rolando E. Montero A." userId="db44b2c1daed2876" providerId="LiveId" clId="{9F84E42F-E0F2-4049-AC94-860D6B83F0C6}" dt="2020-08-13T04:15:26.496" v="172" actId="18245"/>
          <ac:spMkLst>
            <pc:docMk/>
            <pc:sldMk cId="1154411732" sldId="308"/>
            <ac:spMk id="20" creationId="{9D687B9B-1723-4EB5-8DEA-D4D2D807B8EB}"/>
          </ac:spMkLst>
        </pc:spChg>
        <pc:spChg chg="mod">
          <ac:chgData name="Rolando E. Montero A." userId="db44b2c1daed2876" providerId="LiveId" clId="{9F84E42F-E0F2-4049-AC94-860D6B83F0C6}" dt="2020-08-13T04:15:26.496" v="172" actId="18245"/>
          <ac:spMkLst>
            <pc:docMk/>
            <pc:sldMk cId="1154411732" sldId="308"/>
            <ac:spMk id="21" creationId="{B2C28364-2BA7-4D8D-8987-E92E4CA96B31}"/>
          </ac:spMkLst>
        </pc:spChg>
        <pc:spChg chg="mod">
          <ac:chgData name="Rolando E. Montero A." userId="db44b2c1daed2876" providerId="LiveId" clId="{9F84E42F-E0F2-4049-AC94-860D6B83F0C6}" dt="2020-08-13T04:15:26.496" v="172" actId="18245"/>
          <ac:spMkLst>
            <pc:docMk/>
            <pc:sldMk cId="1154411732" sldId="308"/>
            <ac:spMk id="22" creationId="{95CA366D-BC65-4B1A-A87D-1FBE8F2D1BB4}"/>
          </ac:spMkLst>
        </pc:spChg>
        <pc:spChg chg="mod">
          <ac:chgData name="Rolando E. Montero A." userId="db44b2c1daed2876" providerId="LiveId" clId="{9F84E42F-E0F2-4049-AC94-860D6B83F0C6}" dt="2020-08-13T04:15:26.496" v="172" actId="18245"/>
          <ac:spMkLst>
            <pc:docMk/>
            <pc:sldMk cId="1154411732" sldId="308"/>
            <ac:spMk id="23" creationId="{3E5CB7DA-1294-4EE9-9B79-825B66A8B94E}"/>
          </ac:spMkLst>
        </pc:spChg>
        <pc:spChg chg="mod">
          <ac:chgData name="Rolando E. Montero A." userId="db44b2c1daed2876" providerId="LiveId" clId="{9F84E42F-E0F2-4049-AC94-860D6B83F0C6}" dt="2020-08-13T04:12:44.250" v="137" actId="18245"/>
          <ac:spMkLst>
            <pc:docMk/>
            <pc:sldMk cId="1154411732" sldId="308"/>
            <ac:spMk id="24" creationId="{1BBD37BF-5137-48C2-B15F-CB6517896468}"/>
          </ac:spMkLst>
        </pc:spChg>
        <pc:spChg chg="add del mod ord">
          <ac:chgData name="Rolando E. Montero A." userId="db44b2c1daed2876" providerId="LiveId" clId="{9F84E42F-E0F2-4049-AC94-860D6B83F0C6}" dt="2020-08-13T04:15:23.317" v="169" actId="700"/>
          <ac:spMkLst>
            <pc:docMk/>
            <pc:sldMk cId="1154411732" sldId="308"/>
            <ac:spMk id="25" creationId="{8FEEEBF3-45B3-46F8-BD1E-299187F4B55C}"/>
          </ac:spMkLst>
        </pc:spChg>
        <pc:spChg chg="add del mod ord">
          <ac:chgData name="Rolando E. Montero A." userId="db44b2c1daed2876" providerId="LiveId" clId="{9F84E42F-E0F2-4049-AC94-860D6B83F0C6}" dt="2020-08-13T04:15:23.317" v="169" actId="700"/>
          <ac:spMkLst>
            <pc:docMk/>
            <pc:sldMk cId="1154411732" sldId="308"/>
            <ac:spMk id="26" creationId="{90E574B6-FDC2-4AC9-98DC-2C75526BB8C5}"/>
          </ac:spMkLst>
        </pc:spChg>
        <pc:spChg chg="mod">
          <ac:chgData name="Rolando E. Montero A." userId="db44b2c1daed2876" providerId="LiveId" clId="{9F84E42F-E0F2-4049-AC94-860D6B83F0C6}" dt="2020-08-13T04:19:58.261" v="439" actId="1076"/>
          <ac:spMkLst>
            <pc:docMk/>
            <pc:sldMk cId="1154411732" sldId="308"/>
            <ac:spMk id="28" creationId="{81988146-547E-4594-9A44-F1325FF5EB59}"/>
          </ac:spMkLst>
        </pc:spChg>
        <pc:spChg chg="mod">
          <ac:chgData name="Rolando E. Montero A." userId="db44b2c1daed2876" providerId="LiveId" clId="{9F84E42F-E0F2-4049-AC94-860D6B83F0C6}" dt="2020-08-13T04:20:06.121" v="440" actId="1076"/>
          <ac:spMkLst>
            <pc:docMk/>
            <pc:sldMk cId="1154411732" sldId="308"/>
            <ac:spMk id="29" creationId="{72E4869D-D481-4CF4-BB90-EF9B58C97103}"/>
          </ac:spMkLst>
        </pc:spChg>
        <pc:spChg chg="mod">
          <ac:chgData name="Rolando E. Montero A." userId="db44b2c1daed2876" providerId="LiveId" clId="{9F84E42F-E0F2-4049-AC94-860D6B83F0C6}" dt="2020-08-13T04:23:56.697" v="482" actId="1076"/>
          <ac:spMkLst>
            <pc:docMk/>
            <pc:sldMk cId="1154411732" sldId="308"/>
            <ac:spMk id="30" creationId="{38A85866-089E-42D3-B2C8-4F063BCDE5FC}"/>
          </ac:spMkLst>
        </pc:spChg>
        <pc:spChg chg="mod">
          <ac:chgData name="Rolando E. Montero A." userId="db44b2c1daed2876" providerId="LiveId" clId="{9F84E42F-E0F2-4049-AC94-860D6B83F0C6}" dt="2020-08-13T04:23:54.218" v="481" actId="948"/>
          <ac:spMkLst>
            <pc:docMk/>
            <pc:sldMk cId="1154411732" sldId="308"/>
            <ac:spMk id="31" creationId="{2C98837C-1D06-4C96-9C9F-B0AC909F3C31}"/>
          </ac:spMkLst>
        </pc:spChg>
        <pc:spChg chg="del mod">
          <ac:chgData name="Rolando E. Montero A." userId="db44b2c1daed2876" providerId="LiveId" clId="{9F84E42F-E0F2-4049-AC94-860D6B83F0C6}" dt="2020-08-13T04:21:02.282" v="450" actId="478"/>
          <ac:spMkLst>
            <pc:docMk/>
            <pc:sldMk cId="1154411732" sldId="308"/>
            <ac:spMk id="32" creationId="{BB49BC3D-FCFB-4302-8676-936F63BC3B80}"/>
          </ac:spMkLst>
        </pc:spChg>
        <pc:spChg chg="mod">
          <ac:chgData name="Rolando E. Montero A." userId="db44b2c1daed2876" providerId="LiveId" clId="{9F84E42F-E0F2-4049-AC94-860D6B83F0C6}" dt="2020-08-13T04:21:08.687" v="451" actId="1076"/>
          <ac:spMkLst>
            <pc:docMk/>
            <pc:sldMk cId="1154411732" sldId="308"/>
            <ac:spMk id="33" creationId="{B43AF25E-5AAE-4CEB-9012-D9C592CCD598}"/>
          </ac:spMkLst>
        </pc:spChg>
        <pc:spChg chg="mod">
          <ac:chgData name="Rolando E. Montero A." userId="db44b2c1daed2876" providerId="LiveId" clId="{9F84E42F-E0F2-4049-AC94-860D6B83F0C6}" dt="2020-08-13T04:21:30.956" v="452" actId="1076"/>
          <ac:spMkLst>
            <pc:docMk/>
            <pc:sldMk cId="1154411732" sldId="308"/>
            <ac:spMk id="34" creationId="{DD59D016-81D1-4135-8FB8-AD8E8CCA2940}"/>
          </ac:spMkLst>
        </pc:spChg>
        <pc:spChg chg="mod">
          <ac:chgData name="Rolando E. Montero A." userId="db44b2c1daed2876" providerId="LiveId" clId="{9F84E42F-E0F2-4049-AC94-860D6B83F0C6}" dt="2020-08-13T04:21:55.786" v="456" actId="1076"/>
          <ac:spMkLst>
            <pc:docMk/>
            <pc:sldMk cId="1154411732" sldId="308"/>
            <ac:spMk id="35" creationId="{6EF13FCC-192C-428C-BFC7-AC23E7D5E995}"/>
          </ac:spMkLst>
        </pc:spChg>
        <pc:spChg chg="mod">
          <ac:chgData name="Rolando E. Montero A." userId="db44b2c1daed2876" providerId="LiveId" clId="{9F84E42F-E0F2-4049-AC94-860D6B83F0C6}" dt="2020-08-13T04:21:36.677" v="453" actId="1076"/>
          <ac:spMkLst>
            <pc:docMk/>
            <pc:sldMk cId="1154411732" sldId="308"/>
            <ac:spMk id="36" creationId="{914CECFC-60F0-48F0-B556-397231E07E2D}"/>
          </ac:spMkLst>
        </pc:spChg>
        <pc:spChg chg="mod">
          <ac:chgData name="Rolando E. Montero A." userId="db44b2c1daed2876" providerId="LiveId" clId="{9F84E42F-E0F2-4049-AC94-860D6B83F0C6}" dt="2020-08-13T04:22:22.061" v="464" actId="1076"/>
          <ac:spMkLst>
            <pc:docMk/>
            <pc:sldMk cId="1154411732" sldId="308"/>
            <ac:spMk id="37" creationId="{02052D6A-C9E2-496A-BD7E-85A17D6F3B43}"/>
          </ac:spMkLst>
        </pc:spChg>
        <pc:spChg chg="mod">
          <ac:chgData name="Rolando E. Montero A." userId="db44b2c1daed2876" providerId="LiveId" clId="{9F84E42F-E0F2-4049-AC94-860D6B83F0C6}" dt="2020-08-13T04:22:05.900" v="458" actId="1076"/>
          <ac:spMkLst>
            <pc:docMk/>
            <pc:sldMk cId="1154411732" sldId="308"/>
            <ac:spMk id="38" creationId="{C4157982-BC36-4510-A814-0B767FFCABEF}"/>
          </ac:spMkLst>
        </pc:spChg>
        <pc:spChg chg="mod">
          <ac:chgData name="Rolando E. Montero A." userId="db44b2c1daed2876" providerId="LiveId" clId="{9F84E42F-E0F2-4049-AC94-860D6B83F0C6}" dt="2020-08-13T04:21:41.580" v="454" actId="1076"/>
          <ac:spMkLst>
            <pc:docMk/>
            <pc:sldMk cId="1154411732" sldId="308"/>
            <ac:spMk id="39" creationId="{B91CA52B-8547-4A53-9BD9-6BC92F11D482}"/>
          </ac:spMkLst>
        </pc:spChg>
        <pc:spChg chg="mod">
          <ac:chgData name="Rolando E. Montero A." userId="db44b2c1daed2876" providerId="LiveId" clId="{9F84E42F-E0F2-4049-AC94-860D6B83F0C6}" dt="2020-08-13T04:22:29.044" v="465" actId="1076"/>
          <ac:spMkLst>
            <pc:docMk/>
            <pc:sldMk cId="1154411732" sldId="308"/>
            <ac:spMk id="40" creationId="{3A8670EC-CA12-4C7C-BA64-6AD01C9CC160}"/>
          </ac:spMkLst>
        </pc:spChg>
        <pc:spChg chg="add del">
          <ac:chgData name="Rolando E. Montero A." userId="db44b2c1daed2876" providerId="LiveId" clId="{9F84E42F-E0F2-4049-AC94-860D6B83F0C6}" dt="2020-08-13T04:23:00.372" v="471" actId="22"/>
          <ac:spMkLst>
            <pc:docMk/>
            <pc:sldMk cId="1154411732" sldId="308"/>
            <ac:spMk id="42" creationId="{F77B1EC8-734C-490C-9341-2B95AFEE125B}"/>
          </ac:spMkLst>
        </pc:spChg>
        <pc:grpChg chg="mod">
          <ac:chgData name="Rolando E. Montero A." userId="db44b2c1daed2876" providerId="LiveId" clId="{9F84E42F-E0F2-4049-AC94-860D6B83F0C6}" dt="2020-08-13T04:15:26.496" v="172" actId="18245"/>
          <ac:grpSpMkLst>
            <pc:docMk/>
            <pc:sldMk cId="1154411732" sldId="308"/>
            <ac:grpSpMk id="5" creationId="{B27CCD8C-3DE3-4932-87E7-7835247DDBAA}"/>
          </ac:grpSpMkLst>
        </pc:grpChg>
        <pc:grpChg chg="mod">
          <ac:chgData name="Rolando E. Montero A." userId="db44b2c1daed2876" providerId="LiveId" clId="{9F84E42F-E0F2-4049-AC94-860D6B83F0C6}" dt="2020-08-13T04:22:46.819" v="469" actId="1076"/>
          <ac:grpSpMkLst>
            <pc:docMk/>
            <pc:sldMk cId="1154411732" sldId="308"/>
            <ac:grpSpMk id="27" creationId="{57E754A6-66B7-456E-A016-12FB96832AFE}"/>
          </ac:grpSpMkLst>
        </pc:grpChg>
        <pc:graphicFrameChg chg="add del mod ord modGraphic">
          <ac:chgData name="Rolando E. Montero A." userId="db44b2c1daed2876" providerId="LiveId" clId="{9F84E42F-E0F2-4049-AC94-860D6B83F0C6}" dt="2020-08-13T04:16:38.743" v="208" actId="18245"/>
          <ac:graphicFrameMkLst>
            <pc:docMk/>
            <pc:sldMk cId="1154411732" sldId="308"/>
            <ac:graphicFrameMk id="4" creationId="{ED6E37CA-61F2-4851-8CC4-92F9920EC18F}"/>
          </ac:graphicFrameMkLst>
        </pc:graphicFrameChg>
      </pc:sldChg>
      <pc:sldChg chg="addSp delSp modSp new add del mod">
        <pc:chgData name="Rolando E. Montero A." userId="db44b2c1daed2876" providerId="LiveId" clId="{9F84E42F-E0F2-4049-AC94-860D6B83F0C6}" dt="2020-08-13T04:30:34.749" v="548" actId="1076"/>
        <pc:sldMkLst>
          <pc:docMk/>
          <pc:sldMk cId="3883758030" sldId="309"/>
        </pc:sldMkLst>
        <pc:spChg chg="mod">
          <ac:chgData name="Rolando E. Montero A." userId="db44b2c1daed2876" providerId="LiveId" clId="{9F84E42F-E0F2-4049-AC94-860D6B83F0C6}" dt="2020-08-13T04:24:05.734" v="484" actId="14100"/>
          <ac:spMkLst>
            <pc:docMk/>
            <pc:sldMk cId="3883758030" sldId="309"/>
            <ac:spMk id="2" creationId="{24F60035-71BE-45EE-86B3-7C9952AAD434}"/>
          </ac:spMkLst>
        </pc:spChg>
        <pc:spChg chg="mod">
          <ac:chgData name="Rolando E. Montero A." userId="db44b2c1daed2876" providerId="LiveId" clId="{9F84E42F-E0F2-4049-AC94-860D6B83F0C6}" dt="2020-08-13T04:24:30.554" v="490" actId="1076"/>
          <ac:spMkLst>
            <pc:docMk/>
            <pc:sldMk cId="3883758030" sldId="309"/>
            <ac:spMk id="3" creationId="{D00019BA-28DD-4C95-BE10-76EBE9F77E0B}"/>
          </ac:spMkLst>
        </pc:spChg>
        <pc:spChg chg="add del">
          <ac:chgData name="Rolando E. Montero A." userId="db44b2c1daed2876" providerId="LiveId" clId="{9F84E42F-E0F2-4049-AC94-860D6B83F0C6}" dt="2020-08-13T04:23:08.987" v="473" actId="478"/>
          <ac:spMkLst>
            <pc:docMk/>
            <pc:sldMk cId="3883758030" sldId="309"/>
            <ac:spMk id="5" creationId="{3161CFFD-D473-4B70-9189-99698C8C6032}"/>
          </ac:spMkLst>
        </pc:spChg>
        <pc:spChg chg="add mod">
          <ac:chgData name="Rolando E. Montero A." userId="db44b2c1daed2876" providerId="LiveId" clId="{9F84E42F-E0F2-4049-AC94-860D6B83F0C6}" dt="2020-08-13T04:24:14.301" v="486" actId="1076"/>
          <ac:spMkLst>
            <pc:docMk/>
            <pc:sldMk cId="3883758030" sldId="309"/>
            <ac:spMk id="7" creationId="{1DF6BA23-965C-4E39-B01F-682144CC0F21}"/>
          </ac:spMkLst>
        </pc:spChg>
        <pc:spChg chg="add mod">
          <ac:chgData name="Rolando E. Montero A." userId="db44b2c1daed2876" providerId="LiveId" clId="{9F84E42F-E0F2-4049-AC94-860D6B83F0C6}" dt="2020-08-13T04:27:44.452" v="514" actId="1076"/>
          <ac:spMkLst>
            <pc:docMk/>
            <pc:sldMk cId="3883758030" sldId="309"/>
            <ac:spMk id="8" creationId="{9C59153B-05ED-4033-8AAC-60ED39D83CD2}"/>
          </ac:spMkLst>
        </pc:spChg>
        <pc:picChg chg="add mod">
          <ac:chgData name="Rolando E. Montero A." userId="db44b2c1daed2876" providerId="LiveId" clId="{9F84E42F-E0F2-4049-AC94-860D6B83F0C6}" dt="2020-08-13T04:30:34.749" v="548" actId="1076"/>
          <ac:picMkLst>
            <pc:docMk/>
            <pc:sldMk cId="3883758030" sldId="309"/>
            <ac:picMk id="9" creationId="{03D5A4BD-DC5F-4FA2-A5C7-B6DB293B3CBC}"/>
          </ac:picMkLst>
        </pc:picChg>
      </pc:sldChg>
      <pc:sldChg chg="modSp del mod">
        <pc:chgData name="Rolando E. Montero A." userId="db44b2c1daed2876" providerId="LiveId" clId="{9F84E42F-E0F2-4049-AC94-860D6B83F0C6}" dt="2020-08-13T03:59:10.714" v="37" actId="47"/>
        <pc:sldMkLst>
          <pc:docMk/>
          <pc:sldMk cId="4095867753" sldId="309"/>
        </pc:sldMkLst>
        <pc:spChg chg="mod">
          <ac:chgData name="Rolando E. Montero A." userId="db44b2c1daed2876" providerId="LiveId" clId="{9F84E42F-E0F2-4049-AC94-860D6B83F0C6}" dt="2020-08-13T03:40:33.489" v="2"/>
          <ac:spMkLst>
            <pc:docMk/>
            <pc:sldMk cId="4095867753" sldId="309"/>
            <ac:spMk id="2" creationId="{E7375604-D35A-40D3-8FBD-E3F92933337E}"/>
          </ac:spMkLst>
        </pc:spChg>
        <pc:spChg chg="mod">
          <ac:chgData name="Rolando E. Montero A." userId="db44b2c1daed2876" providerId="LiveId" clId="{9F84E42F-E0F2-4049-AC94-860D6B83F0C6}" dt="2020-08-13T03:56:32.027" v="31" actId="27636"/>
          <ac:spMkLst>
            <pc:docMk/>
            <pc:sldMk cId="4095867753" sldId="309"/>
            <ac:spMk id="3" creationId="{7367288D-1ADB-4756-9F20-3AB9EE26929E}"/>
          </ac:spMkLst>
        </pc:spChg>
      </pc:sldChg>
      <pc:sldChg chg="addSp modSp new mod">
        <pc:chgData name="Rolando E. Montero A." userId="db44b2c1daed2876" providerId="LiveId" clId="{9F84E42F-E0F2-4049-AC94-860D6B83F0C6}" dt="2020-08-13T04:40:16.290" v="647" actId="1076"/>
        <pc:sldMkLst>
          <pc:docMk/>
          <pc:sldMk cId="2078886785" sldId="310"/>
        </pc:sldMkLst>
        <pc:spChg chg="mod">
          <ac:chgData name="Rolando E. Montero A." userId="db44b2c1daed2876" providerId="LiveId" clId="{9F84E42F-E0F2-4049-AC94-860D6B83F0C6}" dt="2020-08-13T04:28:24.881" v="518" actId="14100"/>
          <ac:spMkLst>
            <pc:docMk/>
            <pc:sldMk cId="2078886785" sldId="310"/>
            <ac:spMk id="2" creationId="{BBFDFBE8-05C9-46E0-BE37-ECEE1A912D0F}"/>
          </ac:spMkLst>
        </pc:spChg>
        <pc:spChg chg="mod">
          <ac:chgData name="Rolando E. Montero A." userId="db44b2c1daed2876" providerId="LiveId" clId="{9F84E42F-E0F2-4049-AC94-860D6B83F0C6}" dt="2020-08-13T04:40:16.290" v="647" actId="1076"/>
          <ac:spMkLst>
            <pc:docMk/>
            <pc:sldMk cId="2078886785" sldId="310"/>
            <ac:spMk id="3" creationId="{885E9075-8E84-4B09-B00D-78438F3CEF2A}"/>
          </ac:spMkLst>
        </pc:spChg>
        <pc:spChg chg="add">
          <ac:chgData name="Rolando E. Montero A." userId="db44b2c1daed2876" providerId="LiveId" clId="{9F84E42F-E0F2-4049-AC94-860D6B83F0C6}" dt="2020-08-13T04:28:26.145" v="519" actId="22"/>
          <ac:spMkLst>
            <pc:docMk/>
            <pc:sldMk cId="2078886785" sldId="310"/>
            <ac:spMk id="5" creationId="{E56A0598-D8B9-45AC-B074-302D00677EB6}"/>
          </ac:spMkLst>
        </pc:spChg>
        <pc:spChg chg="add mod">
          <ac:chgData name="Rolando E. Montero A." userId="db44b2c1daed2876" providerId="LiveId" clId="{9F84E42F-E0F2-4049-AC94-860D6B83F0C6}" dt="2020-08-13T04:32:49.236" v="585" actId="20577"/>
          <ac:spMkLst>
            <pc:docMk/>
            <pc:sldMk cId="2078886785" sldId="310"/>
            <ac:spMk id="8" creationId="{87752DE2-8D57-453A-9837-9932F0B20445}"/>
          </ac:spMkLst>
        </pc:spChg>
        <pc:picChg chg="add mod">
          <ac:chgData name="Rolando E. Montero A." userId="db44b2c1daed2876" providerId="LiveId" clId="{9F84E42F-E0F2-4049-AC94-860D6B83F0C6}" dt="2020-08-13T04:40:13.382" v="646" actId="14100"/>
          <ac:picMkLst>
            <pc:docMk/>
            <pc:sldMk cId="2078886785" sldId="310"/>
            <ac:picMk id="6" creationId="{F779D8EE-C37D-4A11-8ADA-1BA3675D78DC}"/>
          </ac:picMkLst>
        </pc:picChg>
      </pc:sldChg>
      <pc:sldChg chg="modSp del">
        <pc:chgData name="Rolando E. Montero A." userId="db44b2c1daed2876" providerId="LiveId" clId="{9F84E42F-E0F2-4049-AC94-860D6B83F0C6}" dt="2020-08-13T03:59:10.714" v="37" actId="47"/>
        <pc:sldMkLst>
          <pc:docMk/>
          <pc:sldMk cId="2637434108" sldId="310"/>
        </pc:sldMkLst>
        <pc:spChg chg="mod">
          <ac:chgData name="Rolando E. Montero A." userId="db44b2c1daed2876" providerId="LiveId" clId="{9F84E42F-E0F2-4049-AC94-860D6B83F0C6}" dt="2020-08-13T03:40:33.489" v="2"/>
          <ac:spMkLst>
            <pc:docMk/>
            <pc:sldMk cId="2637434108" sldId="310"/>
            <ac:spMk id="2" creationId="{93AFA893-F81F-43B9-8D40-0C7F19084554}"/>
          </ac:spMkLst>
        </pc:spChg>
      </pc:sldChg>
      <pc:sldChg chg="modSp del mod">
        <pc:chgData name="Rolando E. Montero A." userId="db44b2c1daed2876" providerId="LiveId" clId="{9F84E42F-E0F2-4049-AC94-860D6B83F0C6}" dt="2020-08-13T03:59:10.714" v="37" actId="47"/>
        <pc:sldMkLst>
          <pc:docMk/>
          <pc:sldMk cId="1198384361" sldId="311"/>
        </pc:sldMkLst>
        <pc:spChg chg="mod">
          <ac:chgData name="Rolando E. Montero A." userId="db44b2c1daed2876" providerId="LiveId" clId="{9F84E42F-E0F2-4049-AC94-860D6B83F0C6}" dt="2020-08-13T03:40:33.489" v="2"/>
          <ac:spMkLst>
            <pc:docMk/>
            <pc:sldMk cId="1198384361" sldId="311"/>
            <ac:spMk id="2" creationId="{59809020-B85F-4727-AB1D-26E67B40B6AE}"/>
          </ac:spMkLst>
        </pc:spChg>
        <pc:spChg chg="mod">
          <ac:chgData name="Rolando E. Montero A." userId="db44b2c1daed2876" providerId="LiveId" clId="{9F84E42F-E0F2-4049-AC94-860D6B83F0C6}" dt="2020-08-13T03:56:29.525" v="29" actId="27636"/>
          <ac:spMkLst>
            <pc:docMk/>
            <pc:sldMk cId="1198384361" sldId="311"/>
            <ac:spMk id="3" creationId="{E83F5DBE-8B7F-4DD6-8412-DFF22A5A7268}"/>
          </ac:spMkLst>
        </pc:spChg>
      </pc:sldChg>
      <pc:sldChg chg="addSp delSp modSp add mod">
        <pc:chgData name="Rolando E. Montero A." userId="db44b2c1daed2876" providerId="LiveId" clId="{9F84E42F-E0F2-4049-AC94-860D6B83F0C6}" dt="2020-08-13T04:41:44.407" v="651" actId="208"/>
        <pc:sldMkLst>
          <pc:docMk/>
          <pc:sldMk cId="3947388508" sldId="311"/>
        </pc:sldMkLst>
        <pc:spChg chg="mod">
          <ac:chgData name="Rolando E. Montero A." userId="db44b2c1daed2876" providerId="LiveId" clId="{9F84E42F-E0F2-4049-AC94-860D6B83F0C6}" dt="2020-08-13T04:33:14.406" v="587"/>
          <ac:spMkLst>
            <pc:docMk/>
            <pc:sldMk cId="3947388508" sldId="311"/>
            <ac:spMk id="2" creationId="{BBFDFBE8-05C9-46E0-BE37-ECEE1A912D0F}"/>
          </ac:spMkLst>
        </pc:spChg>
        <pc:spChg chg="mod">
          <ac:chgData name="Rolando E. Montero A." userId="db44b2c1daed2876" providerId="LiveId" clId="{9F84E42F-E0F2-4049-AC94-860D6B83F0C6}" dt="2020-08-13T04:39:45.231" v="641" actId="1076"/>
          <ac:spMkLst>
            <pc:docMk/>
            <pc:sldMk cId="3947388508" sldId="311"/>
            <ac:spMk id="3" creationId="{885E9075-8E84-4B09-B00D-78438F3CEF2A}"/>
          </ac:spMkLst>
        </pc:spChg>
        <pc:spChg chg="mod">
          <ac:chgData name="Rolando E. Montero A." userId="db44b2c1daed2876" providerId="LiveId" clId="{9F84E42F-E0F2-4049-AC94-860D6B83F0C6}" dt="2020-08-13T04:41:44.407" v="651" actId="208"/>
          <ac:spMkLst>
            <pc:docMk/>
            <pc:sldMk cId="3947388508" sldId="311"/>
            <ac:spMk id="8" creationId="{87752DE2-8D57-453A-9837-9932F0B20445}"/>
          </ac:spMkLst>
        </pc:spChg>
        <pc:picChg chg="del mod">
          <ac:chgData name="Rolando E. Montero A." userId="db44b2c1daed2876" providerId="LiveId" clId="{9F84E42F-E0F2-4049-AC94-860D6B83F0C6}" dt="2020-08-13T04:33:27.535" v="589" actId="478"/>
          <ac:picMkLst>
            <pc:docMk/>
            <pc:sldMk cId="3947388508" sldId="311"/>
            <ac:picMk id="6" creationId="{F779D8EE-C37D-4A11-8ADA-1BA3675D78DC}"/>
          </ac:picMkLst>
        </pc:picChg>
        <pc:picChg chg="add mod">
          <ac:chgData name="Rolando E. Montero A." userId="db44b2c1daed2876" providerId="LiveId" clId="{9F84E42F-E0F2-4049-AC94-860D6B83F0C6}" dt="2020-08-13T04:40:23.098" v="649" actId="14100"/>
          <ac:picMkLst>
            <pc:docMk/>
            <pc:sldMk cId="3947388508" sldId="311"/>
            <ac:picMk id="7" creationId="{76316741-0CD3-473C-8535-98BF92C73DA6}"/>
          </ac:picMkLst>
        </pc:picChg>
      </pc:sldChg>
      <pc:sldChg chg="delSp modSp add mod">
        <pc:chgData name="Rolando E. Montero A." userId="db44b2c1daed2876" providerId="LiveId" clId="{9F84E42F-E0F2-4049-AC94-860D6B83F0C6}" dt="2020-08-13T04:39:57.533" v="643" actId="1076"/>
        <pc:sldMkLst>
          <pc:docMk/>
          <pc:sldMk cId="684440861" sldId="312"/>
        </pc:sldMkLst>
        <pc:spChg chg="mod">
          <ac:chgData name="Rolando E. Montero A." userId="db44b2c1daed2876" providerId="LiveId" clId="{9F84E42F-E0F2-4049-AC94-860D6B83F0C6}" dt="2020-08-13T04:39:57.533" v="643" actId="1076"/>
          <ac:spMkLst>
            <pc:docMk/>
            <pc:sldMk cId="684440861" sldId="312"/>
            <ac:spMk id="3" creationId="{885E9075-8E84-4B09-B00D-78438F3CEF2A}"/>
          </ac:spMkLst>
        </pc:spChg>
        <pc:spChg chg="del">
          <ac:chgData name="Rolando E. Montero A." userId="db44b2c1daed2876" providerId="LiveId" clId="{9F84E42F-E0F2-4049-AC94-860D6B83F0C6}" dt="2020-08-13T04:35:21.111" v="600" actId="478"/>
          <ac:spMkLst>
            <pc:docMk/>
            <pc:sldMk cId="684440861" sldId="312"/>
            <ac:spMk id="8" creationId="{87752DE2-8D57-453A-9837-9932F0B20445}"/>
          </ac:spMkLst>
        </pc:spChg>
        <pc:picChg chg="del">
          <ac:chgData name="Rolando E. Montero A." userId="db44b2c1daed2876" providerId="LiveId" clId="{9F84E42F-E0F2-4049-AC94-860D6B83F0C6}" dt="2020-08-13T04:35:26.331" v="602" actId="478"/>
          <ac:picMkLst>
            <pc:docMk/>
            <pc:sldMk cId="684440861" sldId="312"/>
            <ac:picMk id="7" creationId="{76316741-0CD3-473C-8535-98BF92C73DA6}"/>
          </ac:picMkLst>
        </pc:picChg>
      </pc:sldChg>
      <pc:sldChg chg="del">
        <pc:chgData name="Rolando E. Montero A." userId="db44b2c1daed2876" providerId="LiveId" clId="{9F84E42F-E0F2-4049-AC94-860D6B83F0C6}" dt="2020-08-13T03:59:10.714" v="37" actId="47"/>
        <pc:sldMkLst>
          <pc:docMk/>
          <pc:sldMk cId="2037018966" sldId="312"/>
        </pc:sldMkLst>
      </pc:sldChg>
      <pc:sldChg chg="modSp del">
        <pc:chgData name="Rolando E. Montero A." userId="db44b2c1daed2876" providerId="LiveId" clId="{9F84E42F-E0F2-4049-AC94-860D6B83F0C6}" dt="2020-08-13T03:59:10.714" v="37" actId="47"/>
        <pc:sldMkLst>
          <pc:docMk/>
          <pc:sldMk cId="2463615939" sldId="313"/>
        </pc:sldMkLst>
        <pc:spChg chg="mod">
          <ac:chgData name="Rolando E. Montero A." userId="db44b2c1daed2876" providerId="LiveId" clId="{9F84E42F-E0F2-4049-AC94-860D6B83F0C6}" dt="2020-08-13T03:40:33.489" v="2"/>
          <ac:spMkLst>
            <pc:docMk/>
            <pc:sldMk cId="2463615939" sldId="313"/>
            <ac:spMk id="2" creationId="{C5C47C24-C5AB-40D0-813E-0F20D548054F}"/>
          </ac:spMkLst>
        </pc:spChg>
      </pc:sldChg>
      <pc:sldChg chg="addSp modSp new mod">
        <pc:chgData name="Rolando E. Montero A." userId="db44b2c1daed2876" providerId="LiveId" clId="{9F84E42F-E0F2-4049-AC94-860D6B83F0C6}" dt="2020-08-13T04:55:11.732" v="806" actId="403"/>
        <pc:sldMkLst>
          <pc:docMk/>
          <pc:sldMk cId="2814499859" sldId="313"/>
        </pc:sldMkLst>
        <pc:spChg chg="mod">
          <ac:chgData name="Rolando E. Montero A." userId="db44b2c1daed2876" providerId="LiveId" clId="{9F84E42F-E0F2-4049-AC94-860D6B83F0C6}" dt="2020-08-13T04:45:30.277" v="692" actId="14100"/>
          <ac:spMkLst>
            <pc:docMk/>
            <pc:sldMk cId="2814499859" sldId="313"/>
            <ac:spMk id="2" creationId="{DC91255B-7731-4249-8352-7B5FBB08C66A}"/>
          </ac:spMkLst>
        </pc:spChg>
        <pc:spChg chg="mod">
          <ac:chgData name="Rolando E. Montero A." userId="db44b2c1daed2876" providerId="LiveId" clId="{9F84E42F-E0F2-4049-AC94-860D6B83F0C6}" dt="2020-08-13T04:54:47.019" v="796" actId="1076"/>
          <ac:spMkLst>
            <pc:docMk/>
            <pc:sldMk cId="2814499859" sldId="313"/>
            <ac:spMk id="3" creationId="{9C48F516-ADE9-43DD-A0A9-12754CDAE916}"/>
          </ac:spMkLst>
        </pc:spChg>
        <pc:spChg chg="add mod">
          <ac:chgData name="Rolando E. Montero A." userId="db44b2c1daed2876" providerId="LiveId" clId="{9F84E42F-E0F2-4049-AC94-860D6B83F0C6}" dt="2020-08-13T04:45:15.372" v="690" actId="1076"/>
          <ac:spMkLst>
            <pc:docMk/>
            <pc:sldMk cId="2814499859" sldId="313"/>
            <ac:spMk id="5" creationId="{D01C04E5-DF36-41EA-BE5B-5AA8662CBB39}"/>
          </ac:spMkLst>
        </pc:spChg>
        <pc:spChg chg="add mod">
          <ac:chgData name="Rolando E. Montero A." userId="db44b2c1daed2876" providerId="LiveId" clId="{9F84E42F-E0F2-4049-AC94-860D6B83F0C6}" dt="2020-08-13T04:50:30.268" v="713" actId="1582"/>
          <ac:spMkLst>
            <pc:docMk/>
            <pc:sldMk cId="2814499859" sldId="313"/>
            <ac:spMk id="7" creationId="{8001CE8C-5B13-43A9-A54F-4D09AE80A4A8}"/>
          </ac:spMkLst>
        </pc:spChg>
        <pc:spChg chg="add mod">
          <ac:chgData name="Rolando E. Montero A." userId="db44b2c1daed2876" providerId="LiveId" clId="{9F84E42F-E0F2-4049-AC94-860D6B83F0C6}" dt="2020-08-13T04:53:01.701" v="743" actId="1076"/>
          <ac:spMkLst>
            <pc:docMk/>
            <pc:sldMk cId="2814499859" sldId="313"/>
            <ac:spMk id="24" creationId="{C209BBA4-3E0A-4A6A-B14B-86FE242FAD1B}"/>
          </ac:spMkLst>
        </pc:spChg>
        <pc:spChg chg="add mod">
          <ac:chgData name="Rolando E. Montero A." userId="db44b2c1daed2876" providerId="LiveId" clId="{9F84E42F-E0F2-4049-AC94-860D6B83F0C6}" dt="2020-08-13T04:53:16.991" v="747" actId="1076"/>
          <ac:spMkLst>
            <pc:docMk/>
            <pc:sldMk cId="2814499859" sldId="313"/>
            <ac:spMk id="26" creationId="{020FDD88-EFFF-45EA-94F5-10936D1D779A}"/>
          </ac:spMkLst>
        </pc:spChg>
        <pc:spChg chg="add mod">
          <ac:chgData name="Rolando E. Montero A." userId="db44b2c1daed2876" providerId="LiveId" clId="{9F84E42F-E0F2-4049-AC94-860D6B83F0C6}" dt="2020-08-13T04:53:40.709" v="761" actId="1076"/>
          <ac:spMkLst>
            <pc:docMk/>
            <pc:sldMk cId="2814499859" sldId="313"/>
            <ac:spMk id="28" creationId="{68ECFF0A-EC9B-4FB2-9995-DACB7FA6A697}"/>
          </ac:spMkLst>
        </pc:spChg>
        <pc:spChg chg="add mod">
          <ac:chgData name="Rolando E. Montero A." userId="db44b2c1daed2876" providerId="LiveId" clId="{9F84E42F-E0F2-4049-AC94-860D6B83F0C6}" dt="2020-08-13T04:53:58.796" v="782" actId="20577"/>
          <ac:spMkLst>
            <pc:docMk/>
            <pc:sldMk cId="2814499859" sldId="313"/>
            <ac:spMk id="29" creationId="{E46A8EBA-8D24-4D25-B80B-FAD611972AAE}"/>
          </ac:spMkLst>
        </pc:spChg>
        <pc:spChg chg="add mod">
          <ac:chgData name="Rolando E. Montero A." userId="db44b2c1daed2876" providerId="LiveId" clId="{9F84E42F-E0F2-4049-AC94-860D6B83F0C6}" dt="2020-08-13T04:54:07.263" v="794" actId="20577"/>
          <ac:spMkLst>
            <pc:docMk/>
            <pc:sldMk cId="2814499859" sldId="313"/>
            <ac:spMk id="30" creationId="{8F589A56-C1F5-4940-B4C1-3BC176FDB135}"/>
          </ac:spMkLst>
        </pc:spChg>
        <pc:spChg chg="add mod">
          <ac:chgData name="Rolando E. Montero A." userId="db44b2c1daed2876" providerId="LiveId" clId="{9F84E42F-E0F2-4049-AC94-860D6B83F0C6}" dt="2020-08-13T04:55:11.732" v="806" actId="403"/>
          <ac:spMkLst>
            <pc:docMk/>
            <pc:sldMk cId="2814499859" sldId="313"/>
            <ac:spMk id="32" creationId="{F2A84B2F-BF61-4253-82F4-0F98678C1788}"/>
          </ac:spMkLst>
        </pc:spChg>
        <pc:picChg chg="add mod">
          <ac:chgData name="Rolando E. Montero A." userId="db44b2c1daed2876" providerId="LiveId" clId="{9F84E42F-E0F2-4049-AC94-860D6B83F0C6}" dt="2020-08-13T04:47:12.809" v="706" actId="14861"/>
          <ac:picMkLst>
            <pc:docMk/>
            <pc:sldMk cId="2814499859" sldId="313"/>
            <ac:picMk id="6" creationId="{F8A71774-33B8-46C4-808A-BD0CD46918D7}"/>
          </ac:picMkLst>
        </pc:picChg>
        <pc:cxnChg chg="add mod">
          <ac:chgData name="Rolando E. Montero A." userId="db44b2c1daed2876" providerId="LiveId" clId="{9F84E42F-E0F2-4049-AC94-860D6B83F0C6}" dt="2020-08-13T04:51:18.053" v="721" actId="14100"/>
          <ac:cxnSpMkLst>
            <pc:docMk/>
            <pc:sldMk cId="2814499859" sldId="313"/>
            <ac:cxnSpMk id="9" creationId="{454B12CE-A623-46C2-A179-3C682C05E326}"/>
          </ac:cxnSpMkLst>
        </pc:cxnChg>
        <pc:cxnChg chg="add mod">
          <ac:chgData name="Rolando E. Montero A." userId="db44b2c1daed2876" providerId="LiveId" clId="{9F84E42F-E0F2-4049-AC94-860D6B83F0C6}" dt="2020-08-13T04:51:22.257" v="722" actId="14100"/>
          <ac:cxnSpMkLst>
            <pc:docMk/>
            <pc:sldMk cId="2814499859" sldId="313"/>
            <ac:cxnSpMk id="11" creationId="{66E8834A-88BE-4242-9052-66A5FBEB9C2C}"/>
          </ac:cxnSpMkLst>
        </pc:cxnChg>
        <pc:cxnChg chg="add mod">
          <ac:chgData name="Rolando E. Montero A." userId="db44b2c1daed2876" providerId="LiveId" clId="{9F84E42F-E0F2-4049-AC94-860D6B83F0C6}" dt="2020-08-13T04:51:26.276" v="723" actId="14100"/>
          <ac:cxnSpMkLst>
            <pc:docMk/>
            <pc:sldMk cId="2814499859" sldId="313"/>
            <ac:cxnSpMk id="13" creationId="{1E5E0B67-725A-4EE5-8C94-6528DB63602B}"/>
          </ac:cxnSpMkLst>
        </pc:cxnChg>
        <pc:cxnChg chg="add mod">
          <ac:chgData name="Rolando E. Montero A." userId="db44b2c1daed2876" providerId="LiveId" clId="{9F84E42F-E0F2-4049-AC94-860D6B83F0C6}" dt="2020-08-13T04:51:54.138" v="725" actId="108"/>
          <ac:cxnSpMkLst>
            <pc:docMk/>
            <pc:sldMk cId="2814499859" sldId="313"/>
            <ac:cxnSpMk id="22" creationId="{53ECDCA6-6B0C-40E8-B057-60C1BAA68E81}"/>
          </ac:cxnSpMkLst>
        </pc:cxnChg>
      </pc:sldChg>
      <pc:sldChg chg="del">
        <pc:chgData name="Rolando E. Montero A." userId="db44b2c1daed2876" providerId="LiveId" clId="{9F84E42F-E0F2-4049-AC94-860D6B83F0C6}" dt="2020-08-13T03:59:10.714" v="37" actId="47"/>
        <pc:sldMkLst>
          <pc:docMk/>
          <pc:sldMk cId="542622354" sldId="314"/>
        </pc:sldMkLst>
      </pc:sldChg>
      <pc:sldChg chg="addSp delSp modSp new mod modClrScheme chgLayout">
        <pc:chgData name="Rolando E. Montero A." userId="db44b2c1daed2876" providerId="LiveId" clId="{9F84E42F-E0F2-4049-AC94-860D6B83F0C6}" dt="2020-08-13T04:38:16.785" v="635"/>
        <pc:sldMkLst>
          <pc:docMk/>
          <pc:sldMk cId="2371477285" sldId="314"/>
        </pc:sldMkLst>
        <pc:spChg chg="del mod ord">
          <ac:chgData name="Rolando E. Montero A." userId="db44b2c1daed2876" providerId="LiveId" clId="{9F84E42F-E0F2-4049-AC94-860D6B83F0C6}" dt="2020-08-13T04:36:33.067" v="612" actId="700"/>
          <ac:spMkLst>
            <pc:docMk/>
            <pc:sldMk cId="2371477285" sldId="314"/>
            <ac:spMk id="2" creationId="{BDBF262B-D089-4DDD-98A4-007D6A7E0F7B}"/>
          </ac:spMkLst>
        </pc:spChg>
        <pc:spChg chg="del mod ord">
          <ac:chgData name="Rolando E. Montero A." userId="db44b2c1daed2876" providerId="LiveId" clId="{9F84E42F-E0F2-4049-AC94-860D6B83F0C6}" dt="2020-08-13T04:36:33.067" v="612" actId="700"/>
          <ac:spMkLst>
            <pc:docMk/>
            <pc:sldMk cId="2371477285" sldId="314"/>
            <ac:spMk id="3" creationId="{C676FD2B-F260-430A-A93B-81A8491FEADB}"/>
          </ac:spMkLst>
        </pc:spChg>
        <pc:spChg chg="add mod ord">
          <ac:chgData name="Rolando E. Montero A." userId="db44b2c1daed2876" providerId="LiveId" clId="{9F84E42F-E0F2-4049-AC94-860D6B83F0C6}" dt="2020-08-13T04:38:16.785" v="635"/>
          <ac:spMkLst>
            <pc:docMk/>
            <pc:sldMk cId="2371477285" sldId="314"/>
            <ac:spMk id="4" creationId="{E5E6A7AC-08FD-41D8-8D24-59A78A1ADF25}"/>
          </ac:spMkLst>
        </pc:spChg>
        <pc:spChg chg="add mod ord">
          <ac:chgData name="Rolando E. Montero A." userId="db44b2c1daed2876" providerId="LiveId" clId="{9F84E42F-E0F2-4049-AC94-860D6B83F0C6}" dt="2020-08-13T04:37:41.953" v="630" actId="14100"/>
          <ac:spMkLst>
            <pc:docMk/>
            <pc:sldMk cId="2371477285" sldId="314"/>
            <ac:spMk id="5" creationId="{D2FF4696-9463-4BA9-B01C-68BF2F917B8F}"/>
          </ac:spMkLst>
        </pc:spChg>
        <pc:spChg chg="add mod">
          <ac:chgData name="Rolando E. Montero A." userId="db44b2c1daed2876" providerId="LiveId" clId="{9F84E42F-E0F2-4049-AC94-860D6B83F0C6}" dt="2020-08-13T04:37:56.988" v="632" actId="1076"/>
          <ac:spMkLst>
            <pc:docMk/>
            <pc:sldMk cId="2371477285" sldId="314"/>
            <ac:spMk id="7" creationId="{9F24FCE6-B052-4EA8-917D-1DC0AA4B4762}"/>
          </ac:spMkLst>
        </pc:spChg>
        <pc:spChg chg="add mod">
          <ac:chgData name="Rolando E. Montero A." userId="db44b2c1daed2876" providerId="LiveId" clId="{9F84E42F-E0F2-4049-AC94-860D6B83F0C6}" dt="2020-08-13T04:38:09.126" v="634" actId="1076"/>
          <ac:spMkLst>
            <pc:docMk/>
            <pc:sldMk cId="2371477285" sldId="314"/>
            <ac:spMk id="9" creationId="{DC52CFA3-0320-4F40-8FB7-6D766DBA9D81}"/>
          </ac:spMkLst>
        </pc:spChg>
      </pc:sldChg>
      <pc:sldChg chg="modSp del">
        <pc:chgData name="Rolando E. Montero A." userId="db44b2c1daed2876" providerId="LiveId" clId="{9F84E42F-E0F2-4049-AC94-860D6B83F0C6}" dt="2020-08-13T03:59:10.714" v="37" actId="47"/>
        <pc:sldMkLst>
          <pc:docMk/>
          <pc:sldMk cId="2108072847" sldId="315"/>
        </pc:sldMkLst>
        <pc:spChg chg="mod">
          <ac:chgData name="Rolando E. Montero A." userId="db44b2c1daed2876" providerId="LiveId" clId="{9F84E42F-E0F2-4049-AC94-860D6B83F0C6}" dt="2020-08-13T03:40:33.489" v="2"/>
          <ac:spMkLst>
            <pc:docMk/>
            <pc:sldMk cId="2108072847" sldId="315"/>
            <ac:spMk id="2" creationId="{EE6F18DC-67FA-4660-80E6-3D3768C49F8B}"/>
          </ac:spMkLst>
        </pc:spChg>
      </pc:sldChg>
      <pc:sldChg chg="addSp delSp modSp add mod">
        <pc:chgData name="Rolando E. Montero A." userId="db44b2c1daed2876" providerId="LiveId" clId="{9F84E42F-E0F2-4049-AC94-860D6B83F0C6}" dt="2020-08-13T04:44:55.409" v="687"/>
        <pc:sldMkLst>
          <pc:docMk/>
          <pc:sldMk cId="4285994453" sldId="315"/>
        </pc:sldMkLst>
        <pc:spChg chg="add mod">
          <ac:chgData name="Rolando E. Montero A." userId="db44b2c1daed2876" providerId="LiveId" clId="{9F84E42F-E0F2-4049-AC94-860D6B83F0C6}" dt="2020-08-13T04:43:45.415" v="671" actId="1076"/>
          <ac:spMkLst>
            <pc:docMk/>
            <pc:sldMk cId="4285994453" sldId="315"/>
            <ac:spMk id="2" creationId="{34907EA4-20A4-4CE2-B323-A276C10C93EF}"/>
          </ac:spMkLst>
        </pc:spChg>
        <pc:spChg chg="add mod">
          <ac:chgData name="Rolando E. Montero A." userId="db44b2c1daed2876" providerId="LiveId" clId="{9F84E42F-E0F2-4049-AC94-860D6B83F0C6}" dt="2020-08-13T04:44:08.543" v="679" actId="1076"/>
          <ac:spMkLst>
            <pc:docMk/>
            <pc:sldMk cId="4285994453" sldId="315"/>
            <ac:spMk id="3" creationId="{55C89E95-493A-4796-B82E-5CC18827A70D}"/>
          </ac:spMkLst>
        </pc:spChg>
        <pc:spChg chg="mod">
          <ac:chgData name="Rolando E. Montero A." userId="db44b2c1daed2876" providerId="LiveId" clId="{9F84E42F-E0F2-4049-AC94-860D6B83F0C6}" dt="2020-08-13T04:43:27.202" v="667" actId="14100"/>
          <ac:spMkLst>
            <pc:docMk/>
            <pc:sldMk cId="4285994453" sldId="315"/>
            <ac:spMk id="4" creationId="{E5E6A7AC-08FD-41D8-8D24-59A78A1ADF25}"/>
          </ac:spMkLst>
        </pc:spChg>
        <pc:spChg chg="del">
          <ac:chgData name="Rolando E. Montero A." userId="db44b2c1daed2876" providerId="LiveId" clId="{9F84E42F-E0F2-4049-AC94-860D6B83F0C6}" dt="2020-08-13T04:42:07.170" v="653" actId="478"/>
          <ac:spMkLst>
            <pc:docMk/>
            <pc:sldMk cId="4285994453" sldId="315"/>
            <ac:spMk id="5" creationId="{D2FF4696-9463-4BA9-B01C-68BF2F917B8F}"/>
          </ac:spMkLst>
        </pc:spChg>
        <pc:spChg chg="mod">
          <ac:chgData name="Rolando E. Montero A." userId="db44b2c1daed2876" providerId="LiveId" clId="{9F84E42F-E0F2-4049-AC94-860D6B83F0C6}" dt="2020-08-13T04:43:37.769" v="670" actId="14100"/>
          <ac:spMkLst>
            <pc:docMk/>
            <pc:sldMk cId="4285994453" sldId="315"/>
            <ac:spMk id="7" creationId="{9F24FCE6-B052-4EA8-917D-1DC0AA4B4762}"/>
          </ac:spMkLst>
        </pc:spChg>
        <pc:spChg chg="del">
          <ac:chgData name="Rolando E. Montero A." userId="db44b2c1daed2876" providerId="LiveId" clId="{9F84E42F-E0F2-4049-AC94-860D6B83F0C6}" dt="2020-08-13T04:42:10.031" v="655" actId="478"/>
          <ac:spMkLst>
            <pc:docMk/>
            <pc:sldMk cId="4285994453" sldId="315"/>
            <ac:spMk id="9" creationId="{DC52CFA3-0320-4F40-8FB7-6D766DBA9D81}"/>
          </ac:spMkLst>
        </pc:spChg>
        <pc:spChg chg="add del mod">
          <ac:chgData name="Rolando E. Montero A." userId="db44b2c1daed2876" providerId="LiveId" clId="{9F84E42F-E0F2-4049-AC94-860D6B83F0C6}" dt="2020-08-13T04:42:09.232" v="654" actId="478"/>
          <ac:spMkLst>
            <pc:docMk/>
            <pc:sldMk cId="4285994453" sldId="315"/>
            <ac:spMk id="11" creationId="{9E355814-C9BF-4D90-9AD4-47339426B3DA}"/>
          </ac:spMkLst>
        </pc:spChg>
        <pc:spChg chg="add mod">
          <ac:chgData name="Rolando E. Montero A." userId="db44b2c1daed2876" providerId="LiveId" clId="{9F84E42F-E0F2-4049-AC94-860D6B83F0C6}" dt="2020-08-13T04:44:04.352" v="678" actId="1076"/>
          <ac:spMkLst>
            <pc:docMk/>
            <pc:sldMk cId="4285994453" sldId="315"/>
            <ac:spMk id="13" creationId="{E4E9202B-096A-4132-BF5F-F13717ED8BB0}"/>
          </ac:spMkLst>
        </pc:spChg>
        <pc:spChg chg="add mod">
          <ac:chgData name="Rolando E. Montero A." userId="db44b2c1daed2876" providerId="LiveId" clId="{9F84E42F-E0F2-4049-AC94-860D6B83F0C6}" dt="2020-08-13T04:44:55.409" v="687"/>
          <ac:spMkLst>
            <pc:docMk/>
            <pc:sldMk cId="4285994453" sldId="315"/>
            <ac:spMk id="15" creationId="{BCB3EF67-7FA6-4AB2-8C0D-F19004694B7B}"/>
          </ac:spMkLst>
        </pc:spChg>
        <pc:spChg chg="add mod">
          <ac:chgData name="Rolando E. Montero A." userId="db44b2c1daed2876" providerId="LiveId" clId="{9F84E42F-E0F2-4049-AC94-860D6B83F0C6}" dt="2020-08-13T04:43:56.407" v="677" actId="14100"/>
          <ac:spMkLst>
            <pc:docMk/>
            <pc:sldMk cId="4285994453" sldId="315"/>
            <ac:spMk id="17" creationId="{62CE329E-9C31-482D-BC98-2168F7F36C25}"/>
          </ac:spMkLst>
        </pc:spChg>
        <pc:spChg chg="add mod">
          <ac:chgData name="Rolando E. Montero A." userId="db44b2c1daed2876" providerId="LiveId" clId="{9F84E42F-E0F2-4049-AC94-860D6B83F0C6}" dt="2020-08-13T04:44:55.409" v="687"/>
          <ac:spMkLst>
            <pc:docMk/>
            <pc:sldMk cId="4285994453" sldId="315"/>
            <ac:spMk id="19" creationId="{98808393-1987-48D6-BC12-E55B6B66D000}"/>
          </ac:spMkLst>
        </pc:spChg>
      </pc:sldChg>
      <pc:sldChg chg="addSp delSp modSp add mod">
        <pc:chgData name="Rolando E. Montero A." userId="db44b2c1daed2876" providerId="LiveId" clId="{9F84E42F-E0F2-4049-AC94-860D6B83F0C6}" dt="2020-08-13T05:04:59.152" v="929" actId="1076"/>
        <pc:sldMkLst>
          <pc:docMk/>
          <pc:sldMk cId="2830807176" sldId="316"/>
        </pc:sldMkLst>
        <pc:spChg chg="mod">
          <ac:chgData name="Rolando E. Montero A." userId="db44b2c1daed2876" providerId="LiveId" clId="{9F84E42F-E0F2-4049-AC94-860D6B83F0C6}" dt="2020-08-13T05:04:54.682" v="928" actId="1076"/>
          <ac:spMkLst>
            <pc:docMk/>
            <pc:sldMk cId="2830807176" sldId="316"/>
            <ac:spMk id="2" creationId="{DC91255B-7731-4249-8352-7B5FBB08C66A}"/>
          </ac:spMkLst>
        </pc:spChg>
        <pc:spChg chg="mod">
          <ac:chgData name="Rolando E. Montero A." userId="db44b2c1daed2876" providerId="LiveId" clId="{9F84E42F-E0F2-4049-AC94-860D6B83F0C6}" dt="2020-08-13T05:04:43.041" v="927" actId="1076"/>
          <ac:spMkLst>
            <pc:docMk/>
            <pc:sldMk cId="2830807176" sldId="316"/>
            <ac:spMk id="3" creationId="{9C48F516-ADE9-43DD-A0A9-12754CDAE916}"/>
          </ac:spMkLst>
        </pc:spChg>
        <pc:spChg chg="add mod">
          <ac:chgData name="Rolando E. Montero A." userId="db44b2c1daed2876" providerId="LiveId" clId="{9F84E42F-E0F2-4049-AC94-860D6B83F0C6}" dt="2020-08-13T05:04:59.152" v="929" actId="1076"/>
          <ac:spMkLst>
            <pc:docMk/>
            <pc:sldMk cId="2830807176" sldId="316"/>
            <ac:spMk id="4" creationId="{AEF8113C-28F3-4609-AEF3-AC64F3662DF8}"/>
          </ac:spMkLst>
        </pc:spChg>
        <pc:spChg chg="mod">
          <ac:chgData name="Rolando E. Montero A." userId="db44b2c1daed2876" providerId="LiveId" clId="{9F84E42F-E0F2-4049-AC94-860D6B83F0C6}" dt="2020-08-13T05:04:33.842" v="925" actId="164"/>
          <ac:spMkLst>
            <pc:docMk/>
            <pc:sldMk cId="2830807176" sldId="316"/>
            <ac:spMk id="7" creationId="{8001CE8C-5B13-43A9-A54F-4D09AE80A4A8}"/>
          </ac:spMkLst>
        </pc:spChg>
        <pc:spChg chg="add mod">
          <ac:chgData name="Rolando E. Montero A." userId="db44b2c1daed2876" providerId="LiveId" clId="{9F84E42F-E0F2-4049-AC94-860D6B83F0C6}" dt="2020-08-13T05:04:33.842" v="925" actId="164"/>
          <ac:spMkLst>
            <pc:docMk/>
            <pc:sldMk cId="2830807176" sldId="316"/>
            <ac:spMk id="15" creationId="{D6A5680E-14FE-4559-8193-77CFE398EDB4}"/>
          </ac:spMkLst>
        </pc:spChg>
        <pc:spChg chg="add mod">
          <ac:chgData name="Rolando E. Montero A." userId="db44b2c1daed2876" providerId="LiveId" clId="{9F84E42F-E0F2-4049-AC94-860D6B83F0C6}" dt="2020-08-13T05:04:33.842" v="925" actId="164"/>
          <ac:spMkLst>
            <pc:docMk/>
            <pc:sldMk cId="2830807176" sldId="316"/>
            <ac:spMk id="17" creationId="{8901359E-E72B-41C0-8C07-7CFD09C1363A}"/>
          </ac:spMkLst>
        </pc:spChg>
        <pc:spChg chg="add del mod">
          <ac:chgData name="Rolando E. Montero A." userId="db44b2c1daed2876" providerId="LiveId" clId="{9F84E42F-E0F2-4049-AC94-860D6B83F0C6}" dt="2020-08-13T05:01:15.594" v="854" actId="478"/>
          <ac:spMkLst>
            <pc:docMk/>
            <pc:sldMk cId="2830807176" sldId="316"/>
            <ac:spMk id="19" creationId="{F3CD94D4-0392-4402-A224-711AA603C30A}"/>
          </ac:spMkLst>
        </pc:spChg>
        <pc:spChg chg="del mod">
          <ac:chgData name="Rolando E. Montero A." userId="db44b2c1daed2876" providerId="LiveId" clId="{9F84E42F-E0F2-4049-AC94-860D6B83F0C6}" dt="2020-08-13T05:00:13.644" v="835" actId="478"/>
          <ac:spMkLst>
            <pc:docMk/>
            <pc:sldMk cId="2830807176" sldId="316"/>
            <ac:spMk id="24" creationId="{C209BBA4-3E0A-4A6A-B14B-86FE242FAD1B}"/>
          </ac:spMkLst>
        </pc:spChg>
        <pc:spChg chg="mod">
          <ac:chgData name="Rolando E. Montero A." userId="db44b2c1daed2876" providerId="LiveId" clId="{9F84E42F-E0F2-4049-AC94-860D6B83F0C6}" dt="2020-08-13T05:04:33.842" v="925" actId="164"/>
          <ac:spMkLst>
            <pc:docMk/>
            <pc:sldMk cId="2830807176" sldId="316"/>
            <ac:spMk id="26" creationId="{020FDD88-EFFF-45EA-94F5-10936D1D779A}"/>
          </ac:spMkLst>
        </pc:spChg>
        <pc:spChg chg="mod">
          <ac:chgData name="Rolando E. Montero A." userId="db44b2c1daed2876" providerId="LiveId" clId="{9F84E42F-E0F2-4049-AC94-860D6B83F0C6}" dt="2020-08-13T05:04:33.842" v="925" actId="164"/>
          <ac:spMkLst>
            <pc:docMk/>
            <pc:sldMk cId="2830807176" sldId="316"/>
            <ac:spMk id="28" creationId="{68ECFF0A-EC9B-4FB2-9995-DACB7FA6A697}"/>
          </ac:spMkLst>
        </pc:spChg>
        <pc:spChg chg="mod">
          <ac:chgData name="Rolando E. Montero A." userId="db44b2c1daed2876" providerId="LiveId" clId="{9F84E42F-E0F2-4049-AC94-860D6B83F0C6}" dt="2020-08-13T05:04:33.842" v="925" actId="164"/>
          <ac:spMkLst>
            <pc:docMk/>
            <pc:sldMk cId="2830807176" sldId="316"/>
            <ac:spMk id="29" creationId="{E46A8EBA-8D24-4D25-B80B-FAD611972AAE}"/>
          </ac:spMkLst>
        </pc:spChg>
        <pc:spChg chg="mod">
          <ac:chgData name="Rolando E. Montero A." userId="db44b2c1daed2876" providerId="LiveId" clId="{9F84E42F-E0F2-4049-AC94-860D6B83F0C6}" dt="2020-08-13T05:04:33.842" v="925" actId="164"/>
          <ac:spMkLst>
            <pc:docMk/>
            <pc:sldMk cId="2830807176" sldId="316"/>
            <ac:spMk id="30" creationId="{8F589A56-C1F5-4940-B4C1-3BC176FDB135}"/>
          </ac:spMkLst>
        </pc:spChg>
        <pc:spChg chg="add del">
          <ac:chgData name="Rolando E. Montero A." userId="db44b2c1daed2876" providerId="LiveId" clId="{9F84E42F-E0F2-4049-AC94-860D6B83F0C6}" dt="2020-08-13T05:01:37.391" v="858" actId="478"/>
          <ac:spMkLst>
            <pc:docMk/>
            <pc:sldMk cId="2830807176" sldId="316"/>
            <ac:spMk id="31" creationId="{5BBEED60-5F42-4926-A897-DB2D5A240F4D}"/>
          </ac:spMkLst>
        </pc:spChg>
        <pc:spChg chg="add mod">
          <ac:chgData name="Rolando E. Montero A." userId="db44b2c1daed2876" providerId="LiveId" clId="{9F84E42F-E0F2-4049-AC94-860D6B83F0C6}" dt="2020-08-13T05:04:33.842" v="925" actId="164"/>
          <ac:spMkLst>
            <pc:docMk/>
            <pc:sldMk cId="2830807176" sldId="316"/>
            <ac:spMk id="32" creationId="{AC14B570-7CAE-4011-BDF8-75DF27F410DB}"/>
          </ac:spMkLst>
        </pc:spChg>
        <pc:spChg chg="add mod">
          <ac:chgData name="Rolando E. Montero A." userId="db44b2c1daed2876" providerId="LiveId" clId="{9F84E42F-E0F2-4049-AC94-860D6B83F0C6}" dt="2020-08-13T05:04:33.842" v="925" actId="164"/>
          <ac:spMkLst>
            <pc:docMk/>
            <pc:sldMk cId="2830807176" sldId="316"/>
            <ac:spMk id="37" creationId="{F701EE05-CB45-4651-B1A6-5DA7D6CD55B4}"/>
          </ac:spMkLst>
        </pc:spChg>
        <pc:grpChg chg="add mod">
          <ac:chgData name="Rolando E. Montero A." userId="db44b2c1daed2876" providerId="LiveId" clId="{9F84E42F-E0F2-4049-AC94-860D6B83F0C6}" dt="2020-08-13T05:04:37.762" v="926" actId="1076"/>
          <ac:grpSpMkLst>
            <pc:docMk/>
            <pc:sldMk cId="2830807176" sldId="316"/>
            <ac:grpSpMk id="39" creationId="{079A1455-AB7E-45A1-8F88-9C9934D6C7A3}"/>
          </ac:grpSpMkLst>
        </pc:grpChg>
        <pc:picChg chg="del">
          <ac:chgData name="Rolando E. Montero A." userId="db44b2c1daed2876" providerId="LiveId" clId="{9F84E42F-E0F2-4049-AC94-860D6B83F0C6}" dt="2020-08-13T04:56:01.509" v="811" actId="478"/>
          <ac:picMkLst>
            <pc:docMk/>
            <pc:sldMk cId="2830807176" sldId="316"/>
            <ac:picMk id="6" creationId="{F8A71774-33B8-46C4-808A-BD0CD46918D7}"/>
          </ac:picMkLst>
        </pc:picChg>
        <pc:picChg chg="add mod">
          <ac:chgData name="Rolando E. Montero A." userId="db44b2c1daed2876" providerId="LiveId" clId="{9F84E42F-E0F2-4049-AC94-860D6B83F0C6}" dt="2020-08-13T04:56:21.252" v="816" actId="14861"/>
          <ac:picMkLst>
            <pc:docMk/>
            <pc:sldMk cId="2830807176" sldId="316"/>
            <ac:picMk id="18" creationId="{ECEE2820-7133-4107-A606-172C5E08F2A7}"/>
          </ac:picMkLst>
        </pc:picChg>
        <pc:cxnChg chg="mod">
          <ac:chgData name="Rolando E. Montero A." userId="db44b2c1daed2876" providerId="LiveId" clId="{9F84E42F-E0F2-4049-AC94-860D6B83F0C6}" dt="2020-08-13T05:04:33.842" v="925" actId="164"/>
          <ac:cxnSpMkLst>
            <pc:docMk/>
            <pc:sldMk cId="2830807176" sldId="316"/>
            <ac:cxnSpMk id="9" creationId="{454B12CE-A623-46C2-A179-3C682C05E326}"/>
          </ac:cxnSpMkLst>
        </pc:cxnChg>
        <pc:cxnChg chg="del mod">
          <ac:chgData name="Rolando E. Montero A." userId="db44b2c1daed2876" providerId="LiveId" clId="{9F84E42F-E0F2-4049-AC94-860D6B83F0C6}" dt="2020-08-13T05:00:17.640" v="836" actId="478"/>
          <ac:cxnSpMkLst>
            <pc:docMk/>
            <pc:sldMk cId="2830807176" sldId="316"/>
            <ac:cxnSpMk id="11" creationId="{66E8834A-88BE-4242-9052-66A5FBEB9C2C}"/>
          </ac:cxnSpMkLst>
        </pc:cxnChg>
        <pc:cxnChg chg="mod">
          <ac:chgData name="Rolando E. Montero A." userId="db44b2c1daed2876" providerId="LiveId" clId="{9F84E42F-E0F2-4049-AC94-860D6B83F0C6}" dt="2020-08-13T05:04:33.842" v="925" actId="164"/>
          <ac:cxnSpMkLst>
            <pc:docMk/>
            <pc:sldMk cId="2830807176" sldId="316"/>
            <ac:cxnSpMk id="13" creationId="{1E5E0B67-725A-4EE5-8C94-6528DB63602B}"/>
          </ac:cxnSpMkLst>
        </pc:cxnChg>
        <pc:cxnChg chg="mod">
          <ac:chgData name="Rolando E. Montero A." userId="db44b2c1daed2876" providerId="LiveId" clId="{9F84E42F-E0F2-4049-AC94-860D6B83F0C6}" dt="2020-08-13T05:04:33.842" v="925" actId="164"/>
          <ac:cxnSpMkLst>
            <pc:docMk/>
            <pc:sldMk cId="2830807176" sldId="316"/>
            <ac:cxnSpMk id="22" creationId="{53ECDCA6-6B0C-40E8-B057-60C1BAA68E81}"/>
          </ac:cxnSpMkLst>
        </pc:cxnChg>
        <pc:cxnChg chg="add mod">
          <ac:chgData name="Rolando E. Montero A." userId="db44b2c1daed2876" providerId="LiveId" clId="{9F84E42F-E0F2-4049-AC94-860D6B83F0C6}" dt="2020-08-13T05:04:33.842" v="925" actId="164"/>
          <ac:cxnSpMkLst>
            <pc:docMk/>
            <pc:sldMk cId="2830807176" sldId="316"/>
            <ac:cxnSpMk id="35" creationId="{6819A1AD-14B4-4D50-A55F-85011055D0EC}"/>
          </ac:cxnSpMkLst>
        </pc:cxnChg>
        <pc:cxnChg chg="add mod">
          <ac:chgData name="Rolando E. Montero A." userId="db44b2c1daed2876" providerId="LiveId" clId="{9F84E42F-E0F2-4049-AC94-860D6B83F0C6}" dt="2020-08-13T05:04:33.842" v="925" actId="164"/>
          <ac:cxnSpMkLst>
            <pc:docMk/>
            <pc:sldMk cId="2830807176" sldId="316"/>
            <ac:cxnSpMk id="36" creationId="{6C8AB60E-982D-438A-9635-AE5D1C47B688}"/>
          </ac:cxnSpMkLst>
        </pc:cxnChg>
      </pc:sldChg>
      <pc:sldChg chg="modSp del">
        <pc:chgData name="Rolando E. Montero A." userId="db44b2c1daed2876" providerId="LiveId" clId="{9F84E42F-E0F2-4049-AC94-860D6B83F0C6}" dt="2020-08-13T03:59:10.714" v="37" actId="47"/>
        <pc:sldMkLst>
          <pc:docMk/>
          <pc:sldMk cId="3346697726" sldId="316"/>
        </pc:sldMkLst>
        <pc:spChg chg="mod">
          <ac:chgData name="Rolando E. Montero A." userId="db44b2c1daed2876" providerId="LiveId" clId="{9F84E42F-E0F2-4049-AC94-860D6B83F0C6}" dt="2020-08-13T03:40:33.489" v="2"/>
          <ac:spMkLst>
            <pc:docMk/>
            <pc:sldMk cId="3346697726" sldId="316"/>
            <ac:spMk id="2" creationId="{C1011D52-5D16-477C-AEC8-084883B778B0}"/>
          </ac:spMkLst>
        </pc:spChg>
      </pc:sldChg>
      <pc:sldMasterChg chg="modSp">
        <pc:chgData name="Rolando E. Montero A." userId="db44b2c1daed2876" providerId="LiveId" clId="{9F84E42F-E0F2-4049-AC94-860D6B83F0C6}" dt="2020-08-13T03:56:31.971" v="30" actId="403"/>
        <pc:sldMasterMkLst>
          <pc:docMk/>
          <pc:sldMasterMk cId="3865913822" sldId="2147483769"/>
        </pc:sldMasterMkLst>
        <pc:spChg chg="mod">
          <ac:chgData name="Rolando E. Montero A." userId="db44b2c1daed2876" providerId="LiveId" clId="{9F84E42F-E0F2-4049-AC94-860D6B83F0C6}" dt="2020-08-13T03:56:31.971" v="30" actId="403"/>
          <ac:spMkLst>
            <pc:docMk/>
            <pc:sldMasterMk cId="3865913822" sldId="2147483769"/>
            <ac:spMk id="3" creationId="{00000000-0000-0000-0000-000000000000}"/>
          </ac:spMkLst>
        </pc:spChg>
      </pc:sldMasterChg>
      <pc:sldMasterChg chg="addSp delSp modSp mod">
        <pc:chgData name="Rolando E. Montero A." userId="db44b2c1daed2876" providerId="LiveId" clId="{9F84E42F-E0F2-4049-AC94-860D6B83F0C6}" dt="2020-08-13T03:55:09.486" v="22" actId="403"/>
        <pc:sldMasterMkLst>
          <pc:docMk/>
          <pc:sldMasterMk cId="2096479067" sldId="2147483787"/>
        </pc:sldMasterMkLst>
        <pc:spChg chg="mod">
          <ac:chgData name="Rolando E. Montero A." userId="db44b2c1daed2876" providerId="LiveId" clId="{9F84E42F-E0F2-4049-AC94-860D6B83F0C6}" dt="2020-08-13T03:55:09.486" v="22" actId="403"/>
          <ac:spMkLst>
            <pc:docMk/>
            <pc:sldMasterMk cId="2096479067" sldId="2147483787"/>
            <ac:spMk id="3" creationId="{00000000-0000-0000-0000-000000000000}"/>
          </ac:spMkLst>
        </pc:spChg>
        <pc:spChg chg="del">
          <ac:chgData name="Rolando E. Montero A." userId="db44b2c1daed2876" providerId="LiveId" clId="{9F84E42F-E0F2-4049-AC94-860D6B83F0C6}" dt="2020-08-13T03:54:33.822" v="14" actId="478"/>
          <ac:spMkLst>
            <pc:docMk/>
            <pc:sldMasterMk cId="2096479067" sldId="2147483787"/>
            <ac:spMk id="4" creationId="{00000000-0000-0000-0000-000000000000}"/>
          </ac:spMkLst>
        </pc:spChg>
        <pc:spChg chg="del">
          <ac:chgData name="Rolando E. Montero A." userId="db44b2c1daed2876" providerId="LiveId" clId="{9F84E42F-E0F2-4049-AC94-860D6B83F0C6}" dt="2020-08-13T03:54:33.822" v="14" actId="478"/>
          <ac:spMkLst>
            <pc:docMk/>
            <pc:sldMasterMk cId="2096479067" sldId="2147483787"/>
            <ac:spMk id="5" creationId="{00000000-0000-0000-0000-000000000000}"/>
          </ac:spMkLst>
        </pc:spChg>
        <pc:spChg chg="del">
          <ac:chgData name="Rolando E. Montero A." userId="db44b2c1daed2876" providerId="LiveId" clId="{9F84E42F-E0F2-4049-AC94-860D6B83F0C6}" dt="2020-08-13T03:54:33.822" v="14" actId="478"/>
          <ac:spMkLst>
            <pc:docMk/>
            <pc:sldMasterMk cId="2096479067" sldId="2147483787"/>
            <ac:spMk id="6" creationId="{00000000-0000-0000-0000-000000000000}"/>
          </ac:spMkLst>
        </pc:spChg>
        <pc:spChg chg="mod topLvl">
          <ac:chgData name="Rolando E. Montero A." userId="db44b2c1daed2876" providerId="LiveId" clId="{9F84E42F-E0F2-4049-AC94-860D6B83F0C6}" dt="2020-08-13T03:54:59.589" v="20" actId="1036"/>
          <ac:spMkLst>
            <pc:docMk/>
            <pc:sldMasterMk cId="2096479067" sldId="2147483787"/>
            <ac:spMk id="11" creationId="{00000000-0000-0000-0000-000000000000}"/>
          </ac:spMkLst>
        </pc:spChg>
        <pc:spChg chg="del topLvl">
          <ac:chgData name="Rolando E. Montero A." userId="db44b2c1daed2876" providerId="LiveId" clId="{9F84E42F-E0F2-4049-AC94-860D6B83F0C6}" dt="2020-08-13T03:54:49.548" v="18" actId="478"/>
          <ac:spMkLst>
            <pc:docMk/>
            <pc:sldMasterMk cId="2096479067" sldId="2147483787"/>
            <ac:spMk id="12" creationId="{00000000-0000-0000-0000-000000000000}"/>
          </ac:spMkLst>
        </pc:spChg>
        <pc:spChg chg="del">
          <ac:chgData name="Rolando E. Montero A." userId="db44b2c1daed2876" providerId="LiveId" clId="{9F84E42F-E0F2-4049-AC94-860D6B83F0C6}" dt="2020-08-13T03:54:36.548" v="15" actId="478"/>
          <ac:spMkLst>
            <pc:docMk/>
            <pc:sldMasterMk cId="2096479067" sldId="2147483787"/>
            <ac:spMk id="13" creationId="{00000000-0000-0000-0000-000000000000}"/>
          </ac:spMkLst>
        </pc:spChg>
        <pc:grpChg chg="add del">
          <ac:chgData name="Rolando E. Montero A." userId="db44b2c1daed2876" providerId="LiveId" clId="{9F84E42F-E0F2-4049-AC94-860D6B83F0C6}" dt="2020-08-13T03:54:49.548" v="18" actId="478"/>
          <ac:grpSpMkLst>
            <pc:docMk/>
            <pc:sldMasterMk cId="2096479067" sldId="2147483787"/>
            <ac:grpSpMk id="10" creationId="{00000000-0000-0000-0000-000000000000}"/>
          </ac:grpSpMkLst>
        </pc:grpChg>
      </pc:sldMasterChg>
      <pc:sldMasterChg chg="modSp mod modSldLayout">
        <pc:chgData name="Rolando E. Montero A." userId="db44b2c1daed2876" providerId="LiveId" clId="{9F84E42F-E0F2-4049-AC94-860D6B83F0C6}" dt="2020-08-13T04:01:14.437" v="44" actId="478"/>
        <pc:sldMasterMkLst>
          <pc:docMk/>
          <pc:sldMasterMk cId="1604139482" sldId="2147483805"/>
        </pc:sldMasterMkLst>
        <pc:spChg chg="mod">
          <ac:chgData name="Rolando E. Montero A." userId="db44b2c1daed2876" providerId="LiveId" clId="{9F84E42F-E0F2-4049-AC94-860D6B83F0C6}" dt="2020-08-13T04:00:02.241" v="40" actId="14100"/>
          <ac:spMkLst>
            <pc:docMk/>
            <pc:sldMasterMk cId="1604139482" sldId="2147483805"/>
            <ac:spMk id="11" creationId="{00000000-0000-0000-0000-000000000000}"/>
          </ac:spMkLst>
        </pc:spChg>
        <pc:sldLayoutChg chg="addSp delSp modSp mod">
          <pc:chgData name="Rolando E. Montero A." userId="db44b2c1daed2876" providerId="LiveId" clId="{9F84E42F-E0F2-4049-AC94-860D6B83F0C6}" dt="2020-08-13T04:01:14.437" v="44" actId="478"/>
          <pc:sldLayoutMkLst>
            <pc:docMk/>
            <pc:sldMasterMk cId="1604139482" sldId="2147483805"/>
            <pc:sldLayoutMk cId="4154380359" sldId="2147483807"/>
          </pc:sldLayoutMkLst>
          <pc:spChg chg="add del mod">
            <ac:chgData name="Rolando E. Montero A." userId="db44b2c1daed2876" providerId="LiveId" clId="{9F84E42F-E0F2-4049-AC94-860D6B83F0C6}" dt="2020-08-13T04:01:14.437" v="44" actId="478"/>
            <ac:spMkLst>
              <pc:docMk/>
              <pc:sldMasterMk cId="1604139482" sldId="2147483805"/>
              <pc:sldLayoutMk cId="4154380359" sldId="2147483807"/>
              <ac:spMk id="3" creationId="{7A3F6728-8106-4AE1-A831-FC089F450EC9}"/>
            </ac:spMkLst>
          </pc:spChg>
        </pc:sldLayoutChg>
      </pc:sldMasterChg>
    </pc:docChg>
  </pc:docChgLst>
  <pc:docChgLst>
    <pc:chgData name="Rolando E. Montero A." userId="db44b2c1daed2876" providerId="LiveId" clId="{4C993E9B-246E-4D1D-A206-1BCF8D4728D4}"/>
    <pc:docChg chg="modSld">
      <pc:chgData name="Rolando E. Montero A." userId="db44b2c1daed2876" providerId="LiveId" clId="{4C993E9B-246E-4D1D-A206-1BCF8D4728D4}" dt="2020-08-17T15:50:55.060" v="7" actId="20577"/>
      <pc:docMkLst>
        <pc:docMk/>
      </pc:docMkLst>
      <pc:sldChg chg="modSp mod">
        <pc:chgData name="Rolando E. Montero A." userId="db44b2c1daed2876" providerId="LiveId" clId="{4C993E9B-246E-4D1D-A206-1BCF8D4728D4}" dt="2020-08-17T15:50:55.060" v="7" actId="20577"/>
        <pc:sldMkLst>
          <pc:docMk/>
          <pc:sldMk cId="3947388508" sldId="311"/>
        </pc:sldMkLst>
        <pc:spChg chg="mod">
          <ac:chgData name="Rolando E. Montero A." userId="db44b2c1daed2876" providerId="LiveId" clId="{4C993E9B-246E-4D1D-A206-1BCF8D4728D4}" dt="2020-08-17T15:50:55.060" v="7" actId="20577"/>
          <ac:spMkLst>
            <pc:docMk/>
            <pc:sldMk cId="3947388508" sldId="311"/>
            <ac:spMk id="8" creationId="{87752DE2-8D57-453A-9837-9932F0B2044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68056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>
            <a:lvl1pPr>
              <a:buSzPct val="110000"/>
              <a:defRPr/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>
            <a:lvl1pPr>
              <a:defRPr>
                <a:latin typeface="HP Simplified" panose="020B0604020204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>
            <a:lvl1pPr>
              <a:defRPr>
                <a:latin typeface="HP Simplified" panose="020B0604020204020204" pitchFamily="34" charset="0"/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>
                <a:latin typeface="HP Simplified" panose="020B0604020204020204" pitchFamily="34" charset="0"/>
              </a:defRPr>
            </a:lvl1pPr>
          </a:lstStyle>
          <a:p>
            <a:fld id="{B6F15528-21DE-4FAA-801E-634DDDAF4B2B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958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8389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195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7460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149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8533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6812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48998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722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1065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3301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234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4752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87584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7692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79855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20924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85256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663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0285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87818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15914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39045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59016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89129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32021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35398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31357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35553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89334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88870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33255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84224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532051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47681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520044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64851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25302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94449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97170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84703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75444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32161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974157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324408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934838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96978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425745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23337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24455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828130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>
            <a:noAutofit/>
          </a:bodyPr>
          <a:lstStyle>
            <a:lvl1pPr>
              <a:defRPr sz="3600" cap="none" baseline="0"/>
            </a:lvl1pPr>
            <a:lvl2pPr>
              <a:defRPr sz="3200" cap="none" baseline="0"/>
            </a:lvl2pPr>
            <a:lvl3pPr>
              <a:defRPr sz="2800" cap="none" baseline="0"/>
            </a:lvl3pPr>
            <a:lvl4pPr>
              <a:defRPr sz="2400" cap="none" baseline="0"/>
            </a:lvl4pPr>
            <a:lvl5pPr>
              <a:defRPr sz="2400" cap="none" baseline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543803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215095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379657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43626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52531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75201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2288313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89651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915004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0454209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78677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190022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892136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611676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090462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66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1" name="Rectangle 10"/>
          <p:cNvSpPr/>
          <p:nvPr/>
        </p:nvSpPr>
        <p:spPr>
          <a:xfrm>
            <a:off x="1" y="0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4108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63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36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32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8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8/17/2020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913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  <p:sldLayoutId id="21474837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36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32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28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24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24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1" name="Rectangle 10"/>
          <p:cNvSpPr/>
          <p:nvPr/>
        </p:nvSpPr>
        <p:spPr>
          <a:xfrm>
            <a:off x="106024" y="61519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479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  <p:sldLayoutId id="2147483801" r:id="rId14"/>
    <p:sldLayoutId id="2147483802" r:id="rId15"/>
    <p:sldLayoutId id="2147483803" r:id="rId16"/>
    <p:sldLayoutId id="214748380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1" name="Rectangle 10"/>
          <p:cNvSpPr/>
          <p:nvPr/>
        </p:nvSpPr>
        <p:spPr>
          <a:xfrm>
            <a:off x="381000" y="61519"/>
            <a:ext cx="11125199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13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B9814E9-AA5A-44D6-AC60-BAD70EFEA6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Pseudo-CODIGO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518F2013-4D40-4305-9C6C-77B2D54E26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sz="1800" kern="1400" spc="-5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CONCEPTOS BASICOS</a:t>
            </a:r>
            <a:endParaRPr lang="es-CL" sz="1800" kern="1400" spc="-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23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274ACA-D4BC-485B-985B-829E1C7C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objetivos</a:t>
            </a:r>
            <a:endParaRPr lang="es-CL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CBA8ED9-7B10-41FF-A749-A414E997D4D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CL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8276553-2A79-437F-B57F-448598174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989602"/>
              </p:ext>
            </p:extLst>
          </p:nvPr>
        </p:nvGraphicFramePr>
        <p:xfrm>
          <a:off x="685799" y="1772960"/>
          <a:ext cx="10515601" cy="400139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999444">
                  <a:extLst>
                    <a:ext uri="{9D8B030D-6E8A-4147-A177-3AD203B41FA5}">
                      <a16:colId xmlns:a16="http://schemas.microsoft.com/office/drawing/2014/main" val="2332767990"/>
                    </a:ext>
                  </a:extLst>
                </a:gridCol>
                <a:gridCol w="8516157">
                  <a:extLst>
                    <a:ext uri="{9D8B030D-6E8A-4147-A177-3AD203B41FA5}">
                      <a16:colId xmlns:a16="http://schemas.microsoft.com/office/drawing/2014/main" val="3367803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R="14732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kern="50" dirty="0">
                          <a:effectLst/>
                          <a:latin typeface="HP Simplified" panose="020B0604020204020204" pitchFamily="34" charset="0"/>
                        </a:rPr>
                        <a:t>Propósito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  <a:latin typeface="HP Simplified" panose="020B0604020204020204" pitchFamily="34" charset="0"/>
                        </a:rPr>
                        <a:t>Resolver problemas definiendo formalmente un modelo de computación.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53596175"/>
                  </a:ext>
                </a:extLst>
              </a:tr>
              <a:tr h="2209800">
                <a:tc>
                  <a:txBody>
                    <a:bodyPr/>
                    <a:lstStyle/>
                    <a:p>
                      <a:pPr marR="14732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kern="50" dirty="0">
                          <a:effectLst/>
                          <a:latin typeface="HP Simplified" panose="020B0604020204020204" pitchFamily="34" charset="0"/>
                        </a:rPr>
                        <a:t>Objetivos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811213" indent="-811213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11213" algn="l"/>
                        </a:tabLst>
                      </a:pPr>
                      <a:r>
                        <a:rPr lang="es-ES" sz="1800" b="1" kern="50" dirty="0">
                          <a:effectLst/>
                          <a:latin typeface="HP Simplified" panose="020B0604020204020204" pitchFamily="34" charset="0"/>
                        </a:rPr>
                        <a:t>OA 3 </a:t>
                      </a:r>
                      <a:r>
                        <a:rPr lang="es-ES" sz="1800" kern="50" dirty="0">
                          <a:effectLst/>
                          <a:latin typeface="HP Simplified" panose="020B0604020204020204" pitchFamily="34" charset="0"/>
                        </a:rPr>
                        <a:t>	</a:t>
                      </a:r>
                      <a:r>
                        <a:rPr lang="es-MX" sz="1800" kern="50" dirty="0">
                          <a:effectLst/>
                          <a:latin typeface="HP Simplified" panose="020B0604020204020204" pitchFamily="34" charset="0"/>
                        </a:rPr>
                        <a:t>Desarrollar y programar algoritmos para ejecutar procedimientos matemáticos, realizar cálculos y obtener términos definidos por una regla o patrón.</a:t>
                      </a:r>
                    </a:p>
                    <a:p>
                      <a:pPr marL="811213" indent="-811213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11213" algn="l"/>
                        </a:tabLst>
                      </a:pPr>
                      <a:r>
                        <a:rPr lang="es-ES" sz="1800" b="1" kern="50" dirty="0">
                          <a:effectLst/>
                          <a:latin typeface="HP Simplified" panose="020B0604020204020204" pitchFamily="34" charset="0"/>
                        </a:rPr>
                        <a:t>OA g </a:t>
                      </a:r>
                      <a:r>
                        <a:rPr lang="es-ES" sz="1800" kern="50" dirty="0">
                          <a:effectLst/>
                          <a:latin typeface="HP Simplified" panose="020B0604020204020204" pitchFamily="34" charset="0"/>
                        </a:rPr>
                        <a:t>	Elaborar representaciones, tanto en forma manual como digital, y justificar cómo una misma información puede ser utilizada según el tipo de representación.</a:t>
                      </a:r>
                    </a:p>
                    <a:p>
                      <a:pPr marL="811213" indent="-811213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11213" algn="l"/>
                        </a:tabLst>
                      </a:pPr>
                      <a:r>
                        <a:rPr lang="es-MX" sz="1800" b="1" kern="50" dirty="0"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OA j</a:t>
                      </a:r>
                      <a:r>
                        <a:rPr lang="es-MX" sz="1800" kern="50" dirty="0"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Desarrollar un trabajo colaborativo en línea para discusión y resolución de tareas matemáticas, usando herramientas electrónicas de productividad, entornos virtuales y redes sociales.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35054022"/>
                  </a:ext>
                </a:extLst>
              </a:tr>
              <a:tr h="967826">
                <a:tc>
                  <a:txBody>
                    <a:bodyPr/>
                    <a:lstStyle/>
                    <a:p>
                      <a:pPr marR="14732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kern="50" dirty="0">
                          <a:effectLst/>
                          <a:latin typeface="HP Simplified" panose="020B0604020204020204" pitchFamily="34" charset="0"/>
                        </a:rPr>
                        <a:t>Actitudes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kern="50" dirty="0">
                          <a:effectLst/>
                          <a:latin typeface="HP Simplified" panose="020B0604020204020204" pitchFamily="34" charset="0"/>
                        </a:rPr>
                        <a:t>Aprovechar las herramientas disponibles para aprender y resolver problemas.</a:t>
                      </a:r>
                      <a:endParaRPr lang="es-ES" sz="1800" kern="50" dirty="0">
                        <a:effectLst/>
                        <a:latin typeface="HP Simplified" panose="020B0604020204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kern="50" dirty="0"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Trabajar colaborativamente en la generación, desarrollo y gestión de proyectos y la resolución de problemas, integrando las diferentes ideas y puntos de vista.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608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0105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95A470-AFCC-4E9B-AA0D-767DAC49C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5400" dirty="0" err="1"/>
              <a:t>Pseudo-código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1FFB15-4807-4FBB-9DD0-16E26DB82A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1" y="2590800"/>
            <a:ext cx="10396881" cy="3311189"/>
          </a:xfrm>
        </p:spPr>
        <p:txBody>
          <a:bodyPr/>
          <a:lstStyle/>
          <a:p>
            <a:r>
              <a:rPr lang="es-MX" sz="2800" dirty="0">
                <a:solidFill>
                  <a:schemeClr val="bg2">
                    <a:lumMod val="50000"/>
                  </a:schemeClr>
                </a:solidFill>
              </a:rPr>
              <a:t>El </a:t>
            </a:r>
            <a:r>
              <a:rPr lang="es-MX" sz="2800" b="1" dirty="0" err="1">
                <a:solidFill>
                  <a:schemeClr val="bg2">
                    <a:lumMod val="50000"/>
                  </a:schemeClr>
                </a:solidFill>
              </a:rPr>
              <a:t>Pseudo-código</a:t>
            </a:r>
            <a:r>
              <a:rPr lang="es-MX" sz="2800" dirty="0">
                <a:solidFill>
                  <a:schemeClr val="bg2">
                    <a:lumMod val="50000"/>
                  </a:schemeClr>
                </a:solidFill>
              </a:rPr>
              <a:t>    Las características del este </a:t>
            </a:r>
            <a:r>
              <a:rPr lang="es-MX" sz="2800" dirty="0" err="1">
                <a:solidFill>
                  <a:schemeClr val="bg2">
                    <a:lumMod val="50000"/>
                  </a:schemeClr>
                </a:solidFill>
              </a:rPr>
              <a:t>pseudolenguaje</a:t>
            </a:r>
            <a:r>
              <a:rPr lang="es-MX" sz="2800" dirty="0">
                <a:solidFill>
                  <a:schemeClr val="bg2">
                    <a:lumMod val="50000"/>
                  </a:schemeClr>
                </a:solidFill>
              </a:rPr>
              <a:t> fueron propuestas en 2001 por el responsable de la asignatura Fundamentos de Programación de la carrera de Ingeniería Informática de la </a:t>
            </a:r>
            <a:r>
              <a:rPr lang="es-MX" sz="2800" b="1" dirty="0">
                <a:solidFill>
                  <a:srgbClr val="1863AF"/>
                </a:solidFill>
              </a:rPr>
              <a:t>FICH-UNL</a:t>
            </a:r>
            <a:r>
              <a:rPr lang="es-MX" sz="2800" dirty="0">
                <a:solidFill>
                  <a:schemeClr val="bg2">
                    <a:lumMod val="50000"/>
                  </a:schemeClr>
                </a:solidFill>
              </a:rPr>
              <a:t>. </a:t>
            </a:r>
          </a:p>
          <a:p>
            <a:pPr>
              <a:tabLst>
                <a:tab pos="2865438" algn="l"/>
              </a:tabLst>
            </a:pPr>
            <a:r>
              <a:rPr lang="es-MX" sz="2800" dirty="0">
                <a:solidFill>
                  <a:schemeClr val="bg2">
                    <a:lumMod val="50000"/>
                  </a:schemeClr>
                </a:solidFill>
              </a:rPr>
              <a:t>Las premisas son: </a:t>
            </a:r>
            <a:r>
              <a:rPr lang="es-MX" sz="2800" i="1" dirty="0">
                <a:solidFill>
                  <a:schemeClr val="bg2">
                    <a:lumMod val="50000"/>
                  </a:schemeClr>
                </a:solidFill>
              </a:rPr>
              <a:t>Sintaxis sencilla</a:t>
            </a:r>
            <a:r>
              <a:rPr lang="es-MX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>
              <a:tabLst>
                <a:tab pos="2865438" algn="l"/>
              </a:tabLst>
            </a:pPr>
            <a:r>
              <a:rPr lang="es-MX" sz="2800" dirty="0">
                <a:solidFill>
                  <a:schemeClr val="bg2">
                    <a:lumMod val="50000"/>
                  </a:schemeClr>
                </a:solidFill>
              </a:rPr>
              <a:t>Manejo de las estructuras básicas de control </a:t>
            </a:r>
          </a:p>
          <a:p>
            <a:pPr>
              <a:tabLst>
                <a:tab pos="2865438" algn="l"/>
              </a:tabLst>
            </a:pPr>
            <a:r>
              <a:rPr lang="es-MX" sz="2800" dirty="0">
                <a:solidFill>
                  <a:schemeClr val="bg2">
                    <a:lumMod val="50000"/>
                  </a:schemeClr>
                </a:solidFill>
              </a:rPr>
              <a:t>Solo 3 tipos de datos básicos: numérico, carácter /cadenas de caracteres y lógico (verdadero-falso). Estructuras de datos: arreglos </a:t>
            </a:r>
            <a:endParaRPr lang="es-CL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026" name="Picture 2" descr="Facultad de Ingenier�a y Ciencias H�dricas">
            <a:extLst>
              <a:ext uri="{FF2B5EF4-FFF2-40B4-BE49-F238E27FC236}">
                <a16:creationId xmlns:a16="http://schemas.microsoft.com/office/drawing/2014/main" id="{41B59046-46E3-4190-8D34-7D21B703E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671233"/>
            <a:ext cx="5915025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6351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50CD8A7-E3F3-484D-82AE-C1FD20F79B5C}"/>
              </a:ext>
            </a:extLst>
          </p:cNvPr>
          <p:cNvSpPr/>
          <p:nvPr/>
        </p:nvSpPr>
        <p:spPr>
          <a:xfrm>
            <a:off x="990600" y="3178792"/>
            <a:ext cx="5334000" cy="2993408"/>
          </a:xfrm>
          <a:prstGeom prst="roundRect">
            <a:avLst>
              <a:gd name="adj" fmla="val 7548"/>
            </a:avLst>
          </a:prstGeom>
          <a:solidFill>
            <a:srgbClr val="FFF2CC"/>
          </a:solidFill>
          <a:ln w="38100">
            <a:solidFill>
              <a:srgbClr val="B24A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6ABCAF-C836-4F03-9461-3187346E2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Forma General de un Algoritmo en Pseudocódigo </a:t>
            </a:r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3B98002-F752-4D88-BED1-4A7F88781DEC}"/>
              </a:ext>
            </a:extLst>
          </p:cNvPr>
          <p:cNvSpPr/>
          <p:nvPr/>
        </p:nvSpPr>
        <p:spPr>
          <a:xfrm>
            <a:off x="6510683" y="2133600"/>
            <a:ext cx="4572000" cy="685800"/>
          </a:xfrm>
          <a:prstGeom prst="rect">
            <a:avLst/>
          </a:prstGeom>
          <a:solidFill>
            <a:srgbClr val="FFF2CC"/>
          </a:solidFill>
          <a:ln w="28575">
            <a:solidFill>
              <a:srgbClr val="CFA56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800" dirty="0">
                <a:solidFill>
                  <a:srgbClr val="5D4BCE"/>
                </a:solidFill>
              </a:rPr>
              <a:t>Algoritmo </a:t>
            </a:r>
            <a:r>
              <a:rPr lang="es-CL" sz="2800" dirty="0" err="1">
                <a:solidFill>
                  <a:schemeClr val="tx1"/>
                </a:solidFill>
              </a:rPr>
              <a:t>nombre_proyecto</a:t>
            </a:r>
            <a:endParaRPr lang="es-CL" sz="2800" dirty="0">
              <a:solidFill>
                <a:srgbClr val="5D4BCE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60708AF-4C7D-4B3F-B7DE-A42B583A05B3}"/>
              </a:ext>
            </a:extLst>
          </p:cNvPr>
          <p:cNvSpPr/>
          <p:nvPr/>
        </p:nvSpPr>
        <p:spPr>
          <a:xfrm>
            <a:off x="6510683" y="4876800"/>
            <a:ext cx="4572000" cy="685800"/>
          </a:xfrm>
          <a:prstGeom prst="rect">
            <a:avLst/>
          </a:prstGeom>
          <a:solidFill>
            <a:srgbClr val="FFF2CC"/>
          </a:solidFill>
          <a:ln w="28575">
            <a:solidFill>
              <a:srgbClr val="CFA56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800" dirty="0" err="1">
                <a:solidFill>
                  <a:srgbClr val="5D4BCE"/>
                </a:solidFill>
              </a:rPr>
              <a:t>FinAlgoritmo</a:t>
            </a:r>
            <a:endParaRPr lang="es-CL" sz="2800" dirty="0">
              <a:solidFill>
                <a:srgbClr val="5D4BCE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6B9FEC0-2A27-4420-945C-931470C53113}"/>
              </a:ext>
            </a:extLst>
          </p:cNvPr>
          <p:cNvSpPr/>
          <p:nvPr/>
        </p:nvSpPr>
        <p:spPr>
          <a:xfrm>
            <a:off x="6705600" y="3062381"/>
            <a:ext cx="4267200" cy="1662019"/>
          </a:xfrm>
          <a:prstGeom prst="rect">
            <a:avLst/>
          </a:prstGeom>
          <a:solidFill>
            <a:srgbClr val="E5FFE5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600" dirty="0">
                <a:solidFill>
                  <a:schemeClr val="bg2">
                    <a:lumMod val="50000"/>
                  </a:schemeClr>
                </a:solidFill>
              </a:rPr>
              <a:t>// Cuerpo del Algoritmo</a:t>
            </a:r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acción 1;          </a:t>
            </a:r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acción 2;               </a:t>
            </a:r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.       .       .          </a:t>
            </a:r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acción n;     </a:t>
            </a:r>
          </a:p>
        </p:txBody>
      </p:sp>
      <p:sp>
        <p:nvSpPr>
          <p:cNvPr id="14" name="Círculo: vacío 13">
            <a:extLst>
              <a:ext uri="{FF2B5EF4-FFF2-40B4-BE49-F238E27FC236}">
                <a16:creationId xmlns:a16="http://schemas.microsoft.com/office/drawing/2014/main" id="{5FB4F54F-DC74-4F5B-8FDD-6C235EDED62F}"/>
              </a:ext>
            </a:extLst>
          </p:cNvPr>
          <p:cNvSpPr/>
          <p:nvPr/>
        </p:nvSpPr>
        <p:spPr>
          <a:xfrm>
            <a:off x="6741995" y="3178792"/>
            <a:ext cx="900000" cy="900000"/>
          </a:xfrm>
          <a:prstGeom prst="donut">
            <a:avLst>
              <a:gd name="adj" fmla="val 25155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BC86C4-5594-4182-853D-DFDF2CA31FAD}"/>
              </a:ext>
            </a:extLst>
          </p:cNvPr>
          <p:cNvSpPr txBox="1"/>
          <p:nvPr/>
        </p:nvSpPr>
        <p:spPr>
          <a:xfrm>
            <a:off x="1239672" y="3332890"/>
            <a:ext cx="4892722" cy="2677656"/>
          </a:xfrm>
          <a:prstGeom prst="rect">
            <a:avLst/>
          </a:prstGeom>
          <a:solidFill>
            <a:srgbClr val="FFF2CC">
              <a:alpha val="5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s-MX" sz="2800" dirty="0">
                <a:solidFill>
                  <a:srgbClr val="0070C0"/>
                </a:solidFill>
              </a:rPr>
              <a:t>Algoritmo</a:t>
            </a:r>
            <a:r>
              <a:rPr lang="es-MX" sz="2800" dirty="0"/>
              <a:t> </a:t>
            </a:r>
            <a:r>
              <a:rPr lang="es-CL" sz="2800" dirty="0" err="1">
                <a:solidFill>
                  <a:schemeClr val="tx1"/>
                </a:solidFill>
              </a:rPr>
              <a:t>nombre_proyecto</a:t>
            </a:r>
            <a:r>
              <a:rPr lang="es-MX" sz="2800" dirty="0"/>
              <a:t>          </a:t>
            </a:r>
          </a:p>
          <a:p>
            <a:pPr algn="ctr"/>
            <a:r>
              <a:rPr lang="es-MX" sz="2800" dirty="0"/>
              <a:t>acción 1;          </a:t>
            </a:r>
          </a:p>
          <a:p>
            <a:pPr algn="ctr"/>
            <a:r>
              <a:rPr lang="es-MX" sz="2800" dirty="0"/>
              <a:t>acción 2;               </a:t>
            </a:r>
          </a:p>
          <a:p>
            <a:pPr algn="ctr"/>
            <a:r>
              <a:rPr lang="es-MX" sz="2800" dirty="0"/>
              <a:t>.          .          .          </a:t>
            </a:r>
          </a:p>
          <a:p>
            <a:pPr algn="ctr"/>
            <a:r>
              <a:rPr lang="es-MX" sz="2800" dirty="0"/>
              <a:t>acción n;     </a:t>
            </a:r>
          </a:p>
          <a:p>
            <a:pPr algn="ctr"/>
            <a:r>
              <a:rPr lang="es-MX" sz="2800" dirty="0" err="1">
                <a:solidFill>
                  <a:srgbClr val="0070C0"/>
                </a:solidFill>
              </a:rPr>
              <a:t>FinAlgoritmo</a:t>
            </a:r>
            <a:endParaRPr lang="es-CL" sz="2800" dirty="0">
              <a:solidFill>
                <a:srgbClr val="0070C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4E29E51-A107-4307-A8F6-583F6CAFEFC4}"/>
              </a:ext>
            </a:extLst>
          </p:cNvPr>
          <p:cNvSpPr txBox="1"/>
          <p:nvPr/>
        </p:nvSpPr>
        <p:spPr>
          <a:xfrm>
            <a:off x="838200" y="2108274"/>
            <a:ext cx="56724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Todo algoritmo en pseudocódigo tiene la siguiente estructura general: 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1091599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BAD61-B030-478F-9EFC-587E811BE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229" y="407188"/>
            <a:ext cx="9736758" cy="1244622"/>
          </a:xfrm>
        </p:spPr>
        <p:txBody>
          <a:bodyPr>
            <a:normAutofit/>
          </a:bodyPr>
          <a:lstStyle/>
          <a:p>
            <a:r>
              <a:rPr lang="es-CL" dirty="0"/>
              <a:t>Estructura de la codificación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57E754A6-66B7-456E-A016-12FB96832AFE}"/>
              </a:ext>
            </a:extLst>
          </p:cNvPr>
          <p:cNvGrpSpPr/>
          <p:nvPr/>
        </p:nvGrpSpPr>
        <p:grpSpPr>
          <a:xfrm rot="3886631">
            <a:off x="2140682" y="-1161659"/>
            <a:ext cx="6679853" cy="9181317"/>
            <a:chOff x="1944676" y="2642739"/>
            <a:chExt cx="6679853" cy="9181317"/>
          </a:xfrm>
        </p:grpSpPr>
        <p:sp>
          <p:nvSpPr>
            <p:cNvPr id="28" name="Círculo: vacío 27">
              <a:extLst>
                <a:ext uri="{FF2B5EF4-FFF2-40B4-BE49-F238E27FC236}">
                  <a16:creationId xmlns:a16="http://schemas.microsoft.com/office/drawing/2014/main" id="{81988146-547E-4594-9A44-F1325FF5EB59}"/>
                </a:ext>
              </a:extLst>
            </p:cNvPr>
            <p:cNvSpPr/>
            <p:nvPr/>
          </p:nvSpPr>
          <p:spPr>
            <a:xfrm>
              <a:off x="1944676" y="9658438"/>
              <a:ext cx="1550442" cy="1550442"/>
            </a:xfrm>
            <a:prstGeom prst="donut">
              <a:avLst>
                <a:gd name="adj" fmla="val 20000"/>
              </a:avLst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72E4869D-D481-4CF4-BB90-EF9B58C97103}"/>
                </a:ext>
              </a:extLst>
            </p:cNvPr>
            <p:cNvSpPr/>
            <p:nvPr/>
          </p:nvSpPr>
          <p:spPr>
            <a:xfrm rot="17700000">
              <a:off x="2474887" y="8366128"/>
              <a:ext cx="1927371" cy="928844"/>
            </a:xfrm>
            <a:custGeom>
              <a:avLst/>
              <a:gdLst>
                <a:gd name="connsiteX0" fmla="*/ 0 w 1927371"/>
                <a:gd name="connsiteY0" fmla="*/ 0 h 928844"/>
                <a:gd name="connsiteX1" fmla="*/ 1927371 w 1927371"/>
                <a:gd name="connsiteY1" fmla="*/ 0 h 928844"/>
                <a:gd name="connsiteX2" fmla="*/ 1927371 w 1927371"/>
                <a:gd name="connsiteY2" fmla="*/ 928844 h 928844"/>
                <a:gd name="connsiteX3" fmla="*/ 0 w 1927371"/>
                <a:gd name="connsiteY3" fmla="*/ 928844 h 928844"/>
                <a:gd name="connsiteX4" fmla="*/ 0 w 1927371"/>
                <a:gd name="connsiteY4" fmla="*/ 0 h 928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7371" h="928844">
                  <a:moveTo>
                    <a:pt x="0" y="0"/>
                  </a:moveTo>
                  <a:lnTo>
                    <a:pt x="1927371" y="0"/>
                  </a:lnTo>
                  <a:lnTo>
                    <a:pt x="1927371" y="928844"/>
                  </a:lnTo>
                  <a:lnTo>
                    <a:pt x="0" y="9288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79" tIns="0" rIns="0" bIns="-1" numCol="1" spcCol="1270" anchor="ctr" anchorCtr="0">
              <a:noAutofit/>
            </a:bodyPr>
            <a:lstStyle/>
            <a:p>
              <a:pPr marL="0" lvl="0" indent="0" algn="l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CL" sz="2700" kern="1200" dirty="0"/>
                <a:t>Primitivas Secuenciales </a:t>
              </a:r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38A85866-089E-42D3-B2C8-4F063BCDE5FC}"/>
                </a:ext>
              </a:extLst>
            </p:cNvPr>
            <p:cNvSpPr/>
            <p:nvPr/>
          </p:nvSpPr>
          <p:spPr>
            <a:xfrm>
              <a:off x="4145272" y="9558963"/>
              <a:ext cx="804777" cy="804777"/>
            </a:xfrm>
            <a:prstGeom prst="ellipse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1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2C98837C-1D06-4C96-9C9F-B0AC909F3C31}"/>
                </a:ext>
              </a:extLst>
            </p:cNvPr>
            <p:cNvSpPr/>
            <p:nvPr/>
          </p:nvSpPr>
          <p:spPr>
            <a:xfrm rot="17700000">
              <a:off x="3396380" y="10588476"/>
              <a:ext cx="1667267" cy="803893"/>
            </a:xfrm>
            <a:custGeom>
              <a:avLst/>
              <a:gdLst>
                <a:gd name="connsiteX0" fmla="*/ 0 w 1667267"/>
                <a:gd name="connsiteY0" fmla="*/ 0 h 803893"/>
                <a:gd name="connsiteX1" fmla="*/ 1667267 w 1667267"/>
                <a:gd name="connsiteY1" fmla="*/ 0 h 803893"/>
                <a:gd name="connsiteX2" fmla="*/ 1667267 w 1667267"/>
                <a:gd name="connsiteY2" fmla="*/ 803893 h 803893"/>
                <a:gd name="connsiteX3" fmla="*/ 0 w 1667267"/>
                <a:gd name="connsiteY3" fmla="*/ 803893 h 803893"/>
                <a:gd name="connsiteX4" fmla="*/ 0 w 1667267"/>
                <a:gd name="connsiteY4" fmla="*/ 0 h 80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267" h="803893">
                  <a:moveTo>
                    <a:pt x="0" y="0"/>
                  </a:moveTo>
                  <a:lnTo>
                    <a:pt x="1667267" y="0"/>
                  </a:lnTo>
                  <a:lnTo>
                    <a:pt x="1667267" y="803893"/>
                  </a:lnTo>
                  <a:lnTo>
                    <a:pt x="0" y="80389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-1" tIns="0" rIns="53340" bIns="-1" numCol="1" spcCol="1270" anchor="ctr" anchorCtr="0">
              <a:noAutofit/>
            </a:bodyPr>
            <a:lstStyle/>
            <a:p>
              <a:pPr marL="0" lvl="0" indent="0" defTabSz="933450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s-CL" sz="2100" b="1" i="1" kern="1200" dirty="0"/>
                <a:t>Asignación</a:t>
              </a:r>
              <a:r>
                <a:rPr lang="es-CL" sz="2100" kern="1200" dirty="0"/>
                <a:t> </a:t>
              </a:r>
            </a:p>
            <a:p>
              <a:pPr marL="0" lvl="1" algn="l" defTabSz="711200">
                <a:lnSpc>
                  <a:spcPct val="90000"/>
                </a:lnSpc>
                <a:spcBef>
                  <a:spcPct val="0"/>
                </a:spcBef>
              </a:pPr>
              <a:r>
                <a:rPr lang="es-CL" sz="2100" b="1" i="1" dirty="0"/>
                <a:t>Lectura </a:t>
              </a:r>
            </a:p>
            <a:p>
              <a:pPr marL="0" lvl="1" algn="l" defTabSz="711200">
                <a:lnSpc>
                  <a:spcPct val="90000"/>
                </a:lnSpc>
                <a:spcBef>
                  <a:spcPct val="0"/>
                </a:spcBef>
              </a:pPr>
              <a:r>
                <a:rPr lang="es-CL" sz="2100" b="1" i="1" dirty="0"/>
                <a:t>Escritura </a:t>
              </a:r>
            </a:p>
            <a:p>
              <a:pPr marL="0" lvl="0" indent="0" algn="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CL" sz="2100" kern="1200" dirty="0"/>
            </a:p>
          </p:txBody>
        </p:sp>
        <p:sp>
          <p:nvSpPr>
            <p:cNvPr id="33" name="Círculo: vacío 32">
              <a:extLst>
                <a:ext uri="{FF2B5EF4-FFF2-40B4-BE49-F238E27FC236}">
                  <a16:creationId xmlns:a16="http://schemas.microsoft.com/office/drawing/2014/main" id="{B43AF25E-5AAE-4CEB-9012-D9C592CCD598}"/>
                </a:ext>
              </a:extLst>
            </p:cNvPr>
            <p:cNvSpPr/>
            <p:nvPr/>
          </p:nvSpPr>
          <p:spPr>
            <a:xfrm>
              <a:off x="4138452" y="5001240"/>
              <a:ext cx="1550442" cy="1550442"/>
            </a:xfrm>
            <a:prstGeom prst="donut">
              <a:avLst>
                <a:gd name="adj" fmla="val 20000"/>
              </a:avLst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dirty="0"/>
            </a:p>
          </p:txBody>
        </p:sp>
        <p:sp>
          <p:nvSpPr>
            <p:cNvPr id="34" name="Forma libre: forma 33">
              <a:extLst>
                <a:ext uri="{FF2B5EF4-FFF2-40B4-BE49-F238E27FC236}">
                  <a16:creationId xmlns:a16="http://schemas.microsoft.com/office/drawing/2014/main" id="{DD59D016-81D1-4135-8FB8-AD8E8CCA2940}"/>
                </a:ext>
              </a:extLst>
            </p:cNvPr>
            <p:cNvSpPr/>
            <p:nvPr/>
          </p:nvSpPr>
          <p:spPr>
            <a:xfrm rot="17700000">
              <a:off x="4700302" y="3636717"/>
              <a:ext cx="1927371" cy="928844"/>
            </a:xfrm>
            <a:custGeom>
              <a:avLst/>
              <a:gdLst>
                <a:gd name="connsiteX0" fmla="*/ 0 w 1927371"/>
                <a:gd name="connsiteY0" fmla="*/ 0 h 928844"/>
                <a:gd name="connsiteX1" fmla="*/ 1927371 w 1927371"/>
                <a:gd name="connsiteY1" fmla="*/ 0 h 928844"/>
                <a:gd name="connsiteX2" fmla="*/ 1927371 w 1927371"/>
                <a:gd name="connsiteY2" fmla="*/ 928844 h 928844"/>
                <a:gd name="connsiteX3" fmla="*/ 0 w 1927371"/>
                <a:gd name="connsiteY3" fmla="*/ 928844 h 928844"/>
                <a:gd name="connsiteX4" fmla="*/ 0 w 1927371"/>
                <a:gd name="connsiteY4" fmla="*/ 0 h 928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7371" h="928844">
                  <a:moveTo>
                    <a:pt x="0" y="0"/>
                  </a:moveTo>
                  <a:lnTo>
                    <a:pt x="1927371" y="0"/>
                  </a:lnTo>
                  <a:lnTo>
                    <a:pt x="1927371" y="928844"/>
                  </a:lnTo>
                  <a:lnTo>
                    <a:pt x="0" y="9288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79" tIns="0" rIns="0" bIns="-1" numCol="1" spcCol="1270" anchor="ctr" anchorCtr="0">
              <a:noAutofit/>
            </a:bodyPr>
            <a:lstStyle/>
            <a:p>
              <a:pPr marL="0" lvl="0" indent="0" algn="l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CL" sz="2700" kern="1200" dirty="0"/>
                <a:t>Estructuras de Control </a:t>
              </a:r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6EF13FCC-192C-428C-BFC7-AC23E7D5E995}"/>
                </a:ext>
              </a:extLst>
            </p:cNvPr>
            <p:cNvSpPr/>
            <p:nvPr/>
          </p:nvSpPr>
          <p:spPr>
            <a:xfrm>
              <a:off x="6149321" y="4635129"/>
              <a:ext cx="804777" cy="804777"/>
            </a:xfrm>
            <a:prstGeom prst="ellipse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4955217"/>
                <a:satOff val="1767"/>
                <a:lumOff val="-4510"/>
                <a:alphaOff val="0"/>
              </a:schemeClr>
            </a:fillRef>
            <a:effectRef idx="1">
              <a:schemeClr val="accent5">
                <a:hueOff val="4955217"/>
                <a:satOff val="1767"/>
                <a:lumOff val="-451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914CECFC-60F0-48F0-B556-397231E07E2D}"/>
                </a:ext>
              </a:extLst>
            </p:cNvPr>
            <p:cNvSpPr/>
            <p:nvPr/>
          </p:nvSpPr>
          <p:spPr>
            <a:xfrm rot="17700000">
              <a:off x="5150515" y="5840454"/>
              <a:ext cx="1667267" cy="803893"/>
            </a:xfrm>
            <a:custGeom>
              <a:avLst/>
              <a:gdLst>
                <a:gd name="connsiteX0" fmla="*/ 0 w 1667267"/>
                <a:gd name="connsiteY0" fmla="*/ 0 h 803893"/>
                <a:gd name="connsiteX1" fmla="*/ 1667267 w 1667267"/>
                <a:gd name="connsiteY1" fmla="*/ 0 h 803893"/>
                <a:gd name="connsiteX2" fmla="*/ 1667267 w 1667267"/>
                <a:gd name="connsiteY2" fmla="*/ 803893 h 803893"/>
                <a:gd name="connsiteX3" fmla="*/ 0 w 1667267"/>
                <a:gd name="connsiteY3" fmla="*/ 803893 h 803893"/>
                <a:gd name="connsiteX4" fmla="*/ 0 w 1667267"/>
                <a:gd name="connsiteY4" fmla="*/ 0 h 80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267" h="803893">
                  <a:moveTo>
                    <a:pt x="0" y="0"/>
                  </a:moveTo>
                  <a:lnTo>
                    <a:pt x="1667267" y="0"/>
                  </a:lnTo>
                  <a:lnTo>
                    <a:pt x="1667267" y="803893"/>
                  </a:lnTo>
                  <a:lnTo>
                    <a:pt x="0" y="80389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-1" tIns="0" rIns="53340" bIns="-1" numCol="1" spcCol="1270" anchor="ctr" anchorCtr="0">
              <a:noAutofit/>
            </a:bodyPr>
            <a:lstStyle/>
            <a:p>
              <a:pPr marL="0" lvl="0" indent="0" algn="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CL" sz="2100" b="1" i="1" kern="1200" dirty="0"/>
                <a:t>Condicionales</a:t>
              </a:r>
            </a:p>
          </p:txBody>
        </p:sp>
        <p:sp>
          <p:nvSpPr>
            <p:cNvPr id="37" name="Forma libre: forma 36">
              <a:extLst>
                <a:ext uri="{FF2B5EF4-FFF2-40B4-BE49-F238E27FC236}">
                  <a16:creationId xmlns:a16="http://schemas.microsoft.com/office/drawing/2014/main" id="{02052D6A-C9E2-496A-BD7E-85A17D6F3B43}"/>
                </a:ext>
              </a:extLst>
            </p:cNvPr>
            <p:cNvSpPr/>
            <p:nvPr/>
          </p:nvSpPr>
          <p:spPr>
            <a:xfrm rot="17700000">
              <a:off x="6321091" y="3281443"/>
              <a:ext cx="2081302" cy="803893"/>
            </a:xfrm>
            <a:custGeom>
              <a:avLst/>
              <a:gdLst>
                <a:gd name="connsiteX0" fmla="*/ 0 w 1667267"/>
                <a:gd name="connsiteY0" fmla="*/ 0 h 803893"/>
                <a:gd name="connsiteX1" fmla="*/ 1667267 w 1667267"/>
                <a:gd name="connsiteY1" fmla="*/ 0 h 803893"/>
                <a:gd name="connsiteX2" fmla="*/ 1667267 w 1667267"/>
                <a:gd name="connsiteY2" fmla="*/ 803893 h 803893"/>
                <a:gd name="connsiteX3" fmla="*/ 0 w 1667267"/>
                <a:gd name="connsiteY3" fmla="*/ 803893 h 803893"/>
                <a:gd name="connsiteX4" fmla="*/ 0 w 1667267"/>
                <a:gd name="connsiteY4" fmla="*/ 0 h 80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267" h="803893">
                  <a:moveTo>
                    <a:pt x="0" y="0"/>
                  </a:moveTo>
                  <a:lnTo>
                    <a:pt x="1667267" y="0"/>
                  </a:lnTo>
                  <a:lnTo>
                    <a:pt x="1667267" y="803893"/>
                  </a:lnTo>
                  <a:lnTo>
                    <a:pt x="0" y="80389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39" tIns="0" rIns="0" bIns="-1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Symbol" panose="05050102010706020507" pitchFamily="18" charset="2"/>
                <a:buChar char=""/>
              </a:pPr>
              <a:r>
                <a:rPr lang="es-CL" sz="1600" kern="1200" dirty="0"/>
                <a:t>Si-Entonces</a:t>
              </a:r>
              <a:endParaRPr lang="es-CL" sz="1600" dirty="0"/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Symbol" panose="05050102010706020507" pitchFamily="18" charset="2"/>
                <a:buChar char=""/>
              </a:pPr>
              <a:r>
                <a:rPr lang="es-CL" sz="1600" kern="1200" dirty="0"/>
                <a:t>Selección Múltiple </a:t>
              </a: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C4157982-BC36-4510-A814-0B767FFCABEF}"/>
                </a:ext>
              </a:extLst>
            </p:cNvPr>
            <p:cNvSpPr/>
            <p:nvPr/>
          </p:nvSpPr>
          <p:spPr>
            <a:xfrm>
              <a:off x="7236091" y="5147053"/>
              <a:ext cx="804777" cy="804777"/>
            </a:xfrm>
            <a:prstGeom prst="ellipse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9910433"/>
                <a:satOff val="3534"/>
                <a:lumOff val="-9020"/>
                <a:alphaOff val="0"/>
              </a:schemeClr>
            </a:fillRef>
            <a:effectRef idx="1">
              <a:schemeClr val="accent5">
                <a:hueOff val="9910433"/>
                <a:satOff val="3534"/>
                <a:lumOff val="-902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B91CA52B-8547-4A53-9BD9-6BC92F11D482}"/>
                </a:ext>
              </a:extLst>
            </p:cNvPr>
            <p:cNvSpPr/>
            <p:nvPr/>
          </p:nvSpPr>
          <p:spPr>
            <a:xfrm rot="17700000">
              <a:off x="6263672" y="6403117"/>
              <a:ext cx="1667267" cy="803893"/>
            </a:xfrm>
            <a:custGeom>
              <a:avLst/>
              <a:gdLst>
                <a:gd name="connsiteX0" fmla="*/ 0 w 1667267"/>
                <a:gd name="connsiteY0" fmla="*/ 0 h 803893"/>
                <a:gd name="connsiteX1" fmla="*/ 1667267 w 1667267"/>
                <a:gd name="connsiteY1" fmla="*/ 0 h 803893"/>
                <a:gd name="connsiteX2" fmla="*/ 1667267 w 1667267"/>
                <a:gd name="connsiteY2" fmla="*/ 803893 h 803893"/>
                <a:gd name="connsiteX3" fmla="*/ 0 w 1667267"/>
                <a:gd name="connsiteY3" fmla="*/ 803893 h 803893"/>
                <a:gd name="connsiteX4" fmla="*/ 0 w 1667267"/>
                <a:gd name="connsiteY4" fmla="*/ 0 h 80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267" h="803893">
                  <a:moveTo>
                    <a:pt x="0" y="0"/>
                  </a:moveTo>
                  <a:lnTo>
                    <a:pt x="1667267" y="0"/>
                  </a:lnTo>
                  <a:lnTo>
                    <a:pt x="1667267" y="803893"/>
                  </a:lnTo>
                  <a:lnTo>
                    <a:pt x="0" y="80389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-1" tIns="0" rIns="53340" bIns="-1" numCol="1" spcCol="1270" anchor="ctr" anchorCtr="0">
              <a:noAutofit/>
            </a:bodyPr>
            <a:lstStyle/>
            <a:p>
              <a:pPr marL="0" lvl="0" indent="0" algn="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CL" sz="2100" b="1" i="1" kern="1200" dirty="0"/>
                <a:t>Repetitivas</a:t>
              </a:r>
              <a:endParaRPr lang="es-CL" sz="2100" kern="1200" dirty="0"/>
            </a:p>
          </p:txBody>
        </p:sp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3A8670EC-CA12-4C7C-BA64-6AD01C9CC160}"/>
                </a:ext>
              </a:extLst>
            </p:cNvPr>
            <p:cNvSpPr/>
            <p:nvPr/>
          </p:nvSpPr>
          <p:spPr>
            <a:xfrm rot="17700000">
              <a:off x="7388949" y="3907492"/>
              <a:ext cx="1667267" cy="803893"/>
            </a:xfrm>
            <a:custGeom>
              <a:avLst/>
              <a:gdLst>
                <a:gd name="connsiteX0" fmla="*/ 0 w 1667267"/>
                <a:gd name="connsiteY0" fmla="*/ 0 h 803893"/>
                <a:gd name="connsiteX1" fmla="*/ 1667267 w 1667267"/>
                <a:gd name="connsiteY1" fmla="*/ 0 h 803893"/>
                <a:gd name="connsiteX2" fmla="*/ 1667267 w 1667267"/>
                <a:gd name="connsiteY2" fmla="*/ 803893 h 803893"/>
                <a:gd name="connsiteX3" fmla="*/ 0 w 1667267"/>
                <a:gd name="connsiteY3" fmla="*/ 803893 h 803893"/>
                <a:gd name="connsiteX4" fmla="*/ 0 w 1667267"/>
                <a:gd name="connsiteY4" fmla="*/ 0 h 80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7267" h="803893">
                  <a:moveTo>
                    <a:pt x="0" y="0"/>
                  </a:moveTo>
                  <a:lnTo>
                    <a:pt x="1667267" y="0"/>
                  </a:lnTo>
                  <a:lnTo>
                    <a:pt x="1667267" y="803893"/>
                  </a:lnTo>
                  <a:lnTo>
                    <a:pt x="0" y="80389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39" tIns="0" rIns="0" bIns="-1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Symbol" panose="05050102010706020507" pitchFamily="18" charset="2"/>
                <a:buChar char=""/>
              </a:pPr>
              <a:r>
                <a:rPr lang="es-CL" sz="1600" kern="1200" dirty="0"/>
                <a:t>Mientras 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Symbol" panose="05050102010706020507" pitchFamily="18" charset="2"/>
                <a:buChar char=""/>
              </a:pPr>
              <a:r>
                <a:rPr lang="es-CL" sz="1600" kern="1200" dirty="0"/>
                <a:t>Repetir 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Symbol" panose="05050102010706020507" pitchFamily="18" charset="2"/>
                <a:buChar char=""/>
              </a:pPr>
              <a:r>
                <a:rPr lang="es-CL" sz="1600" kern="1200" dirty="0"/>
                <a:t>Para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4411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5E6A7AC-08FD-41D8-8D24-59A78A1AD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2521437"/>
          </a:xfrm>
        </p:spPr>
        <p:txBody>
          <a:bodyPr/>
          <a:lstStyle/>
          <a:p>
            <a:pPr algn="ctr"/>
            <a:r>
              <a:rPr lang="es-C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Primitivas Secuenciales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FF4696-9463-4BA9-B01C-68BF2F917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3962399"/>
            <a:ext cx="10394707" cy="1419481"/>
          </a:xfrm>
        </p:spPr>
        <p:txBody>
          <a:bodyPr/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buNone/>
            </a:pPr>
            <a:r>
              <a:rPr lang="es-CL" sz="2100" b="1" i="1" kern="1200" dirty="0"/>
              <a:t>Asignación</a:t>
            </a:r>
            <a:r>
              <a:rPr lang="es-CL" sz="2100" kern="1200" dirty="0"/>
              <a:t> </a:t>
            </a:r>
          </a:p>
          <a:p>
            <a:pPr marL="0" lvl="1" algn="ctr" defTabSz="711200">
              <a:lnSpc>
                <a:spcPct val="90000"/>
              </a:lnSpc>
              <a:spcBef>
                <a:spcPct val="0"/>
              </a:spcBef>
            </a:pPr>
            <a:r>
              <a:rPr lang="es-CL" sz="2100" b="1" i="1" dirty="0"/>
              <a:t>Lectura </a:t>
            </a:r>
          </a:p>
          <a:p>
            <a:pPr marL="0" lvl="1" algn="ctr" defTabSz="711200">
              <a:lnSpc>
                <a:spcPct val="90000"/>
              </a:lnSpc>
              <a:spcBef>
                <a:spcPct val="0"/>
              </a:spcBef>
            </a:pPr>
            <a:r>
              <a:rPr lang="es-CL" sz="2100" b="1" i="1" dirty="0"/>
              <a:t>Escritura </a:t>
            </a:r>
          </a:p>
        </p:txBody>
      </p:sp>
      <p:sp>
        <p:nvSpPr>
          <p:cNvPr id="7" name="Círculo: vacío 6">
            <a:extLst>
              <a:ext uri="{FF2B5EF4-FFF2-40B4-BE49-F238E27FC236}">
                <a16:creationId xmlns:a16="http://schemas.microsoft.com/office/drawing/2014/main" id="{9F24FCE6-B052-4EA8-917D-1DC0AA4B4762}"/>
              </a:ext>
            </a:extLst>
          </p:cNvPr>
          <p:cNvSpPr/>
          <p:nvPr/>
        </p:nvSpPr>
        <p:spPr>
          <a:xfrm rot="3886631">
            <a:off x="297718" y="2244236"/>
            <a:ext cx="1800000" cy="1800000"/>
          </a:xfrm>
          <a:prstGeom prst="donut">
            <a:avLst>
              <a:gd name="adj" fmla="val 19138"/>
            </a:avLst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C52CFA3-0320-4F40-8FB7-6D766DBA9D81}"/>
              </a:ext>
            </a:extLst>
          </p:cNvPr>
          <p:cNvSpPr/>
          <p:nvPr/>
        </p:nvSpPr>
        <p:spPr>
          <a:xfrm rot="3886631">
            <a:off x="4171709" y="4095509"/>
            <a:ext cx="804777" cy="804777"/>
          </a:xfrm>
          <a:prstGeom prst="ellipse">
            <a:avLst/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1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71477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F60035-71BE-45EE-86B3-7C9952AAD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399" y="685800"/>
            <a:ext cx="9406283" cy="1151965"/>
          </a:xfrm>
        </p:spPr>
        <p:txBody>
          <a:bodyPr/>
          <a:lstStyle/>
          <a:p>
            <a:r>
              <a:rPr lang="es-CL" dirty="0"/>
              <a:t>Asignación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0019BA-28DD-4C95-BE10-76EBE9F77E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403" y="2057400"/>
            <a:ext cx="7924799" cy="3311189"/>
          </a:xfrm>
        </p:spPr>
        <p:txBody>
          <a:bodyPr/>
          <a:lstStyle/>
          <a:p>
            <a:pPr marL="0" indent="0">
              <a:buNone/>
            </a:pPr>
            <a:r>
              <a:rPr lang="es-MX" sz="2800" dirty="0"/>
              <a:t>La instrucción de asignación permite almacenar una valor en una variable.</a:t>
            </a:r>
          </a:p>
          <a:p>
            <a:pPr marL="0" indent="0">
              <a:buNone/>
            </a:pPr>
            <a:r>
              <a:rPr lang="es-MX" sz="2800" b="1" dirty="0"/>
              <a:t>      &lt;variable &gt; &lt;- &lt;expresión&gt; </a:t>
            </a:r>
            <a:r>
              <a:rPr lang="es-MX" sz="2800" dirty="0"/>
              <a:t>; </a:t>
            </a:r>
          </a:p>
          <a:p>
            <a:pPr marL="0" indent="0">
              <a:buNone/>
            </a:pPr>
            <a:r>
              <a:rPr lang="es-MX" sz="2800" dirty="0"/>
              <a:t>   Al ejecutarse la asignación, primero se evalúa la expresión de la derecha y luego se asigna el resultado a la variable de la izquierda. 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DF6BA23-965C-4E39-B01F-682144CC0F21}"/>
              </a:ext>
            </a:extLst>
          </p:cNvPr>
          <p:cNvSpPr/>
          <p:nvPr/>
        </p:nvSpPr>
        <p:spPr>
          <a:xfrm rot="3886631">
            <a:off x="738512" y="818908"/>
            <a:ext cx="804777" cy="804777"/>
          </a:xfrm>
          <a:prstGeom prst="ellipse">
            <a:avLst/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1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C59153B-05ED-4033-8AAC-60ED39D83CD2}"/>
              </a:ext>
            </a:extLst>
          </p:cNvPr>
          <p:cNvSpPr/>
          <p:nvPr/>
        </p:nvSpPr>
        <p:spPr>
          <a:xfrm>
            <a:off x="8748394" y="3603329"/>
            <a:ext cx="2667000" cy="685800"/>
          </a:xfrm>
          <a:prstGeom prst="rect">
            <a:avLst/>
          </a:prstGeom>
          <a:solidFill>
            <a:srgbClr val="FFFF96"/>
          </a:solidFill>
          <a:ln w="28575">
            <a:solidFill>
              <a:srgbClr val="66666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800" dirty="0">
                <a:solidFill>
                  <a:schemeClr val="accent5">
                    <a:lumMod val="50000"/>
                  </a:schemeClr>
                </a:solidFill>
              </a:rPr>
              <a:t>A ← 2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3D5A4BD-DC5F-4FA2-A5C7-B6DB293B3CBC}"/>
              </a:ext>
            </a:extLst>
          </p:cNvPr>
          <p:cNvPicPr/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915399" y="614332"/>
            <a:ext cx="2332989" cy="1294899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83758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FDFBE8-05C9-46E0-BE37-ECEE1A91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399" y="685800"/>
            <a:ext cx="9406283" cy="1151965"/>
          </a:xfrm>
        </p:spPr>
        <p:txBody>
          <a:bodyPr/>
          <a:lstStyle/>
          <a:p>
            <a:r>
              <a:rPr lang="es-CL" dirty="0"/>
              <a:t>Lectura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5E9075-8E84-4B09-B00D-78438F3CEF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5607" y="1941761"/>
            <a:ext cx="8149986" cy="3311189"/>
          </a:xfrm>
        </p:spPr>
        <p:txBody>
          <a:bodyPr/>
          <a:lstStyle/>
          <a:p>
            <a:pPr marL="0" indent="0">
              <a:buNone/>
            </a:pPr>
            <a:r>
              <a:rPr lang="es-MX" sz="2800" dirty="0"/>
              <a:t> La instrucción Leer permite ingresar información desde el ambiente. </a:t>
            </a:r>
          </a:p>
          <a:p>
            <a:pPr marL="0" indent="0">
              <a:buNone/>
            </a:pPr>
            <a:r>
              <a:rPr lang="es-MX" sz="2800" dirty="0"/>
              <a:t>      </a:t>
            </a:r>
            <a:r>
              <a:rPr lang="es-MX" sz="2800" b="1" dirty="0"/>
              <a:t>Leer &lt;variable1&gt; , &lt;variable2&gt; , ... , </a:t>
            </a:r>
            <a:r>
              <a:rPr lang="es-MX" sz="2800" dirty="0"/>
              <a:t>&lt;</a:t>
            </a:r>
            <a:r>
              <a:rPr lang="es-MX" sz="2800" dirty="0" err="1"/>
              <a:t>variableN</a:t>
            </a:r>
            <a:r>
              <a:rPr lang="es-MX" sz="2800" dirty="0"/>
              <a:t>&gt; ; </a:t>
            </a:r>
          </a:p>
          <a:p>
            <a:pPr marL="0" indent="0">
              <a:buNone/>
            </a:pPr>
            <a:r>
              <a:rPr lang="es-MX" sz="2800" dirty="0"/>
              <a:t>   Esta instrucción toma </a:t>
            </a:r>
            <a:r>
              <a:rPr lang="es-MX" sz="2800" b="1" dirty="0"/>
              <a:t>N</a:t>
            </a:r>
            <a:r>
              <a:rPr lang="es-MX" sz="2800" dirty="0"/>
              <a:t> valores desde el ambiente (en este caso el teclado) y los asigna a las </a:t>
            </a:r>
            <a:r>
              <a:rPr lang="es-MX" sz="2800" b="1" dirty="0"/>
              <a:t>N</a:t>
            </a:r>
            <a:r>
              <a:rPr lang="es-MX" sz="2800" dirty="0"/>
              <a:t> variables mencionadas. Pueden incluirse una o más variables, por lo tanto, el comando leerá uno o más valores.</a:t>
            </a:r>
            <a:endParaRPr lang="es-CL" sz="280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56A0598-D8B9-45AC-B074-302D00677EB6}"/>
              </a:ext>
            </a:extLst>
          </p:cNvPr>
          <p:cNvSpPr/>
          <p:nvPr/>
        </p:nvSpPr>
        <p:spPr>
          <a:xfrm rot="3886631">
            <a:off x="738512" y="818908"/>
            <a:ext cx="804777" cy="804777"/>
          </a:xfrm>
          <a:prstGeom prst="ellipse">
            <a:avLst/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1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779D8EE-C37D-4A11-8ADA-1BA3675D78DC}"/>
              </a:ext>
            </a:extLst>
          </p:cNvPr>
          <p:cNvPicPr/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799393" y="613782"/>
            <a:ext cx="2667000" cy="13242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87752DE2-8D57-453A-9837-9932F0B20445}"/>
              </a:ext>
            </a:extLst>
          </p:cNvPr>
          <p:cNvSpPr/>
          <p:nvPr/>
        </p:nvSpPr>
        <p:spPr>
          <a:xfrm>
            <a:off x="8799393" y="3086100"/>
            <a:ext cx="26670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800" dirty="0">
                <a:solidFill>
                  <a:schemeClr val="accent5">
                    <a:lumMod val="50000"/>
                  </a:schemeClr>
                </a:solidFill>
              </a:rPr>
              <a:t>Leer  </a:t>
            </a:r>
            <a:r>
              <a:rPr lang="es-CL" sz="2800" dirty="0">
                <a:solidFill>
                  <a:schemeClr val="tx1"/>
                </a:solidFill>
              </a:rPr>
              <a:t>Var1</a:t>
            </a:r>
          </a:p>
        </p:txBody>
      </p:sp>
    </p:spTree>
    <p:extLst>
      <p:ext uri="{BB962C8B-B14F-4D97-AF65-F5344CB8AC3E}">
        <p14:creationId xmlns:p14="http://schemas.microsoft.com/office/powerpoint/2010/main" val="2078886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FDFBE8-05C9-46E0-BE37-ECEE1A91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399" y="685800"/>
            <a:ext cx="9406283" cy="1151965"/>
          </a:xfrm>
        </p:spPr>
        <p:txBody>
          <a:bodyPr/>
          <a:lstStyle/>
          <a:p>
            <a:r>
              <a:rPr lang="es-CL" dirty="0"/>
              <a:t>Escritura 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5E9075-8E84-4B09-B00D-78438F3CEF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1" y="1837765"/>
            <a:ext cx="8149986" cy="3311189"/>
          </a:xfrm>
        </p:spPr>
        <p:txBody>
          <a:bodyPr/>
          <a:lstStyle/>
          <a:p>
            <a:pPr marL="0" indent="0">
              <a:buNone/>
            </a:pPr>
            <a:r>
              <a:rPr lang="es-MX" sz="2800" dirty="0"/>
              <a:t>  La instrucción Escribir permite mostrar valores al ambiente.</a:t>
            </a:r>
          </a:p>
          <a:p>
            <a:pPr marL="0" indent="0">
              <a:buNone/>
            </a:pPr>
            <a:r>
              <a:rPr lang="es-MX" sz="2800" dirty="0"/>
              <a:t>      </a:t>
            </a:r>
            <a:r>
              <a:rPr lang="es-MX" sz="2800" b="1" dirty="0"/>
              <a:t>Escribir &lt;</a:t>
            </a:r>
            <a:r>
              <a:rPr lang="es-MX" sz="2800" b="1" dirty="0" err="1"/>
              <a:t>exprl</a:t>
            </a:r>
            <a:r>
              <a:rPr lang="es-MX" sz="2800" b="1" dirty="0"/>
              <a:t>&gt; , &lt;expr2&gt; , ... , &lt;</a:t>
            </a:r>
            <a:r>
              <a:rPr lang="es-MX" sz="2800" b="1" dirty="0" err="1"/>
              <a:t>exprN</a:t>
            </a:r>
            <a:r>
              <a:rPr lang="es-MX" sz="2800" b="1" dirty="0"/>
              <a:t>&gt; ; </a:t>
            </a:r>
          </a:p>
          <a:p>
            <a:pPr marL="0" indent="0">
              <a:buNone/>
            </a:pPr>
            <a:r>
              <a:rPr lang="es-MX" sz="2800" dirty="0"/>
              <a:t>   Esta instrucción informa al ambiente (en este caso escribiendo en pantalla) los valores obtenidos de evaluar N expresiones. Dado que puede incluir una o más expresiones, mostrará uno o más valores. </a:t>
            </a:r>
            <a:endParaRPr lang="es-CL" sz="280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56A0598-D8B9-45AC-B074-302D00677EB6}"/>
              </a:ext>
            </a:extLst>
          </p:cNvPr>
          <p:cNvSpPr/>
          <p:nvPr/>
        </p:nvSpPr>
        <p:spPr>
          <a:xfrm rot="3886631">
            <a:off x="738512" y="818908"/>
            <a:ext cx="804777" cy="804777"/>
          </a:xfrm>
          <a:prstGeom prst="ellipse">
            <a:avLst/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1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752DE2-8D57-453A-9837-9932F0B20445}"/>
              </a:ext>
            </a:extLst>
          </p:cNvPr>
          <p:cNvSpPr/>
          <p:nvPr/>
        </p:nvSpPr>
        <p:spPr>
          <a:xfrm>
            <a:off x="8835787" y="3086100"/>
            <a:ext cx="2667000" cy="6858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800" dirty="0">
                <a:solidFill>
                  <a:schemeClr val="accent5">
                    <a:lumMod val="50000"/>
                  </a:schemeClr>
                </a:solidFill>
              </a:rPr>
              <a:t>Escribir  </a:t>
            </a:r>
            <a:r>
              <a:rPr lang="es-CL" sz="2800" dirty="0">
                <a:solidFill>
                  <a:schemeClr val="tx1"/>
                </a:solidFill>
              </a:rPr>
              <a:t>Var1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6316741-0CD3-473C-8535-98BF92C73DA6}"/>
              </a:ext>
            </a:extLst>
          </p:cNvPr>
          <p:cNvPicPr/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835787" y="838200"/>
            <a:ext cx="2667000" cy="134457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47388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FDFBE8-05C9-46E0-BE37-ECEE1A91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399" y="685800"/>
            <a:ext cx="9406283" cy="1151965"/>
          </a:xfrm>
        </p:spPr>
        <p:txBody>
          <a:bodyPr/>
          <a:lstStyle/>
          <a:p>
            <a:r>
              <a:rPr lang="es-CL" dirty="0"/>
              <a:t>Escritura 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5E9075-8E84-4B09-B00D-78438F3CEF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2000" y="1861649"/>
            <a:ext cx="10896600" cy="3311189"/>
          </a:xfrm>
        </p:spPr>
        <p:txBody>
          <a:bodyPr/>
          <a:lstStyle/>
          <a:p>
            <a:pPr marL="0" indent="0">
              <a:buNone/>
            </a:pPr>
            <a:r>
              <a:rPr lang="es-MX" sz="2800" dirty="0"/>
              <a:t> Si en algún punto de la línea se encuentran las palabras clave "SIN SALTAR" o "SIN BAJAR" los valores se muestran en la pantalla, pero no se avanza a la línea siguiente, de modo que la próxima acción de lectura o escritura continuará en la misma línea. En caso contrario, se añade un salto de línea luego de las expresiones mostradas.</a:t>
            </a:r>
          </a:p>
          <a:p>
            <a:pPr marL="0" indent="0">
              <a:buNone/>
            </a:pPr>
            <a:r>
              <a:rPr lang="es-MX" sz="2800" b="1" dirty="0"/>
              <a:t>      Escribir Sin Saltar &lt;</a:t>
            </a:r>
            <a:r>
              <a:rPr lang="es-MX" sz="2800" b="1" dirty="0" err="1"/>
              <a:t>exprl</a:t>
            </a:r>
            <a:r>
              <a:rPr lang="es-MX" sz="2800" b="1" dirty="0"/>
              <a:t>&gt; , ... , &lt;</a:t>
            </a:r>
            <a:r>
              <a:rPr lang="es-MX" sz="2800" b="1" dirty="0" err="1"/>
              <a:t>exprN</a:t>
            </a:r>
            <a:r>
              <a:rPr lang="es-MX" sz="2800" b="1" dirty="0"/>
              <a:t>&gt;;</a:t>
            </a:r>
          </a:p>
          <a:p>
            <a:pPr marL="0" indent="0">
              <a:buNone/>
            </a:pPr>
            <a:r>
              <a:rPr lang="es-MX" sz="2800" b="1" dirty="0"/>
              <a:t>      Escribir &lt;</a:t>
            </a:r>
            <a:r>
              <a:rPr lang="es-MX" sz="2800" b="1" dirty="0" err="1"/>
              <a:t>exprl</a:t>
            </a:r>
            <a:r>
              <a:rPr lang="es-MX" sz="2800" b="1" dirty="0"/>
              <a:t>&gt; , ... , &lt;</a:t>
            </a:r>
            <a:r>
              <a:rPr lang="es-MX" sz="2800" b="1" dirty="0" err="1"/>
              <a:t>exprN</a:t>
            </a:r>
            <a:r>
              <a:rPr lang="es-MX" sz="2800" b="1" dirty="0"/>
              <a:t>&gt; Sin Saltar; </a:t>
            </a:r>
            <a:endParaRPr lang="es-CL" sz="2800" b="1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56A0598-D8B9-45AC-B074-302D00677EB6}"/>
              </a:ext>
            </a:extLst>
          </p:cNvPr>
          <p:cNvSpPr/>
          <p:nvPr/>
        </p:nvSpPr>
        <p:spPr>
          <a:xfrm rot="3886631">
            <a:off x="738512" y="818908"/>
            <a:ext cx="804777" cy="804777"/>
          </a:xfrm>
          <a:prstGeom prst="ellipse">
            <a:avLst/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1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84440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EFD78F-59F3-41F8-95AD-771532A86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1" y="660783"/>
            <a:ext cx="9482482" cy="1151965"/>
          </a:xfrm>
        </p:spPr>
        <p:txBody>
          <a:bodyPr/>
          <a:lstStyle/>
          <a:p>
            <a:r>
              <a:rPr lang="es-CL" dirty="0"/>
              <a:t>Ejemplo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47F338-844A-43E6-8475-59F09642A9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1" y="2063396"/>
            <a:ext cx="5410199" cy="3311189"/>
          </a:xfrm>
        </p:spPr>
        <p:txBody>
          <a:bodyPr/>
          <a:lstStyle/>
          <a:p>
            <a:pPr marL="0" indent="0">
              <a:buNone/>
            </a:pPr>
            <a:r>
              <a:rPr lang="es-CL" sz="2800" dirty="0"/>
              <a:t>Escribe un </a:t>
            </a:r>
            <a:r>
              <a:rPr lang="es-CL" sz="2800" dirty="0" err="1"/>
              <a:t>Pseudo-código</a:t>
            </a:r>
            <a:r>
              <a:rPr lang="es-CL" sz="2800" dirty="0"/>
              <a:t>, que:</a:t>
            </a:r>
          </a:p>
          <a:p>
            <a:pPr marL="742950" indent="-742950">
              <a:buFont typeface="+mj-lt"/>
              <a:buAutoNum type="alphaLcPeriod"/>
            </a:pPr>
            <a:r>
              <a:rPr lang="es-CL" sz="2800" dirty="0"/>
              <a:t>Salude</a:t>
            </a:r>
          </a:p>
          <a:p>
            <a:pPr marL="742950" indent="-742950">
              <a:buFont typeface="+mj-lt"/>
              <a:buAutoNum type="alphaLcPeriod"/>
            </a:pPr>
            <a:r>
              <a:rPr lang="es-CL" sz="2800" dirty="0"/>
              <a:t>Pida el nombre al </a:t>
            </a:r>
            <a:r>
              <a:rPr lang="es-CL" sz="2800" dirty="0">
                <a:solidFill>
                  <a:schemeClr val="accent1">
                    <a:lumMod val="75000"/>
                  </a:schemeClr>
                </a:solidFill>
              </a:rPr>
              <a:t>usuario</a:t>
            </a:r>
          </a:p>
          <a:p>
            <a:pPr marL="742950" indent="-742950">
              <a:buFont typeface="+mj-lt"/>
              <a:buAutoNum type="alphaLcPeriod"/>
            </a:pPr>
            <a:r>
              <a:rPr lang="es-CL" sz="2800" dirty="0"/>
              <a:t>Salude al </a:t>
            </a:r>
            <a:r>
              <a:rPr lang="es-CL" sz="2800" dirty="0">
                <a:solidFill>
                  <a:schemeClr val="accent1">
                    <a:lumMod val="75000"/>
                  </a:schemeClr>
                </a:solidFill>
              </a:rPr>
              <a:t>usuario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C4DB69C-1CF1-462A-AEB1-E479C163D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066" y="444146"/>
            <a:ext cx="7497693" cy="16192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38A677F-CC7C-44FF-9D13-EBC54A6C5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594" y="3712166"/>
            <a:ext cx="6181165" cy="1876425"/>
          </a:xfrm>
          <a:prstGeom prst="rect">
            <a:avLst/>
          </a:prstGeom>
        </p:spPr>
      </p:pic>
      <p:sp>
        <p:nvSpPr>
          <p:cNvPr id="9" name="Círculo: vacío 8">
            <a:extLst>
              <a:ext uri="{FF2B5EF4-FFF2-40B4-BE49-F238E27FC236}">
                <a16:creationId xmlns:a16="http://schemas.microsoft.com/office/drawing/2014/main" id="{DAFC8B9C-03A5-44C8-9634-961D47CF6A00}"/>
              </a:ext>
            </a:extLst>
          </p:cNvPr>
          <p:cNvSpPr/>
          <p:nvPr/>
        </p:nvSpPr>
        <p:spPr>
          <a:xfrm>
            <a:off x="533400" y="804765"/>
            <a:ext cx="900000" cy="864000"/>
          </a:xfrm>
          <a:prstGeom prst="donut">
            <a:avLst>
              <a:gd name="adj" fmla="val 25546"/>
            </a:avLst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954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5E6A7AC-08FD-41D8-8D24-59A78A1AD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1"/>
            <a:ext cx="10394707" cy="2057400"/>
          </a:xfrm>
        </p:spPr>
        <p:txBody>
          <a:bodyPr/>
          <a:lstStyle/>
          <a:p>
            <a:pPr algn="ctr"/>
            <a:r>
              <a:rPr lang="es-C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Estructuras de Control </a:t>
            </a:r>
          </a:p>
        </p:txBody>
      </p:sp>
      <p:sp>
        <p:nvSpPr>
          <p:cNvPr id="7" name="Círculo: vacío 6">
            <a:extLst>
              <a:ext uri="{FF2B5EF4-FFF2-40B4-BE49-F238E27FC236}">
                <a16:creationId xmlns:a16="http://schemas.microsoft.com/office/drawing/2014/main" id="{9F24FCE6-B052-4EA8-917D-1DC0AA4B4762}"/>
              </a:ext>
            </a:extLst>
          </p:cNvPr>
          <p:cNvSpPr/>
          <p:nvPr/>
        </p:nvSpPr>
        <p:spPr>
          <a:xfrm rot="3886631">
            <a:off x="239050" y="1623017"/>
            <a:ext cx="1800000" cy="1800000"/>
          </a:xfrm>
          <a:prstGeom prst="donut">
            <a:avLst>
              <a:gd name="adj" fmla="val 21839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34907EA4-20A4-4CE2-B323-A276C10C93EF}"/>
              </a:ext>
            </a:extLst>
          </p:cNvPr>
          <p:cNvSpPr/>
          <p:nvPr/>
        </p:nvSpPr>
        <p:spPr>
          <a:xfrm rot="21586631">
            <a:off x="7011952" y="3129899"/>
            <a:ext cx="2932824" cy="803893"/>
          </a:xfrm>
          <a:custGeom>
            <a:avLst/>
            <a:gdLst>
              <a:gd name="connsiteX0" fmla="*/ 0 w 1667267"/>
              <a:gd name="connsiteY0" fmla="*/ 0 h 803893"/>
              <a:gd name="connsiteX1" fmla="*/ 1667267 w 1667267"/>
              <a:gd name="connsiteY1" fmla="*/ 0 h 803893"/>
              <a:gd name="connsiteX2" fmla="*/ 1667267 w 1667267"/>
              <a:gd name="connsiteY2" fmla="*/ 803893 h 803893"/>
              <a:gd name="connsiteX3" fmla="*/ 0 w 1667267"/>
              <a:gd name="connsiteY3" fmla="*/ 803893 h 803893"/>
              <a:gd name="connsiteX4" fmla="*/ 0 w 1667267"/>
              <a:gd name="connsiteY4" fmla="*/ 0 h 80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7267" h="803893">
                <a:moveTo>
                  <a:pt x="0" y="0"/>
                </a:moveTo>
                <a:lnTo>
                  <a:pt x="1667267" y="0"/>
                </a:lnTo>
                <a:lnTo>
                  <a:pt x="1667267" y="803893"/>
                </a:lnTo>
                <a:lnTo>
                  <a:pt x="0" y="80389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39" tIns="0" rIns="0" bIns="-1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Symbol" panose="05050102010706020507" pitchFamily="18" charset="2"/>
              <a:buChar char=""/>
            </a:pPr>
            <a:r>
              <a:rPr lang="es-CL" sz="2400" kern="1200" dirty="0">
                <a:solidFill>
                  <a:schemeClr val="bg2">
                    <a:lumMod val="50000"/>
                  </a:schemeClr>
                </a:solidFill>
              </a:rPr>
              <a:t>Si-Entonces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Symbol" panose="05050102010706020507" pitchFamily="18" charset="2"/>
              <a:buChar char=""/>
            </a:pPr>
            <a:r>
              <a:rPr lang="es-CL" sz="2400" kern="1200" dirty="0">
                <a:solidFill>
                  <a:schemeClr val="bg2">
                    <a:lumMod val="50000"/>
                  </a:schemeClr>
                </a:solidFill>
              </a:rPr>
              <a:t>Selección Múltiple </a:t>
            </a:r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55C89E95-493A-4796-B82E-5CC18827A70D}"/>
              </a:ext>
            </a:extLst>
          </p:cNvPr>
          <p:cNvSpPr/>
          <p:nvPr/>
        </p:nvSpPr>
        <p:spPr>
          <a:xfrm rot="21586631">
            <a:off x="7011954" y="4319583"/>
            <a:ext cx="2349395" cy="803893"/>
          </a:xfrm>
          <a:custGeom>
            <a:avLst/>
            <a:gdLst>
              <a:gd name="connsiteX0" fmla="*/ 0 w 1667267"/>
              <a:gd name="connsiteY0" fmla="*/ 0 h 803893"/>
              <a:gd name="connsiteX1" fmla="*/ 1667267 w 1667267"/>
              <a:gd name="connsiteY1" fmla="*/ 0 h 803893"/>
              <a:gd name="connsiteX2" fmla="*/ 1667267 w 1667267"/>
              <a:gd name="connsiteY2" fmla="*/ 803893 h 803893"/>
              <a:gd name="connsiteX3" fmla="*/ 0 w 1667267"/>
              <a:gd name="connsiteY3" fmla="*/ 803893 h 803893"/>
              <a:gd name="connsiteX4" fmla="*/ 0 w 1667267"/>
              <a:gd name="connsiteY4" fmla="*/ 0 h 80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7267" h="803893">
                <a:moveTo>
                  <a:pt x="0" y="0"/>
                </a:moveTo>
                <a:lnTo>
                  <a:pt x="1667267" y="0"/>
                </a:lnTo>
                <a:lnTo>
                  <a:pt x="1667267" y="803893"/>
                </a:lnTo>
                <a:lnTo>
                  <a:pt x="0" y="80389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39" tIns="0" rIns="0" bIns="-1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Symbol" panose="05050102010706020507" pitchFamily="18" charset="2"/>
              <a:buChar char=""/>
            </a:pPr>
            <a:r>
              <a:rPr lang="es-CL" sz="2400" kern="1200" dirty="0">
                <a:solidFill>
                  <a:schemeClr val="bg2">
                    <a:lumMod val="50000"/>
                  </a:schemeClr>
                </a:solidFill>
              </a:rPr>
              <a:t>Mientras </a:t>
            </a: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Symbol" panose="05050102010706020507" pitchFamily="18" charset="2"/>
              <a:buChar char=""/>
            </a:pPr>
            <a:r>
              <a:rPr lang="es-CL" sz="2400" kern="1200" dirty="0">
                <a:solidFill>
                  <a:schemeClr val="bg2">
                    <a:lumMod val="50000"/>
                  </a:schemeClr>
                </a:solidFill>
              </a:rPr>
              <a:t>Repetir </a:t>
            </a: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Symbol" panose="05050102010706020507" pitchFamily="18" charset="2"/>
              <a:buChar char=""/>
            </a:pPr>
            <a:r>
              <a:rPr lang="es-CL" sz="2400" kern="1200" dirty="0">
                <a:solidFill>
                  <a:schemeClr val="bg2">
                    <a:lumMod val="50000"/>
                  </a:schemeClr>
                </a:solidFill>
              </a:rPr>
              <a:t>Para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4E9202B-096A-4132-BF5F-F13717ED8BB0}"/>
              </a:ext>
            </a:extLst>
          </p:cNvPr>
          <p:cNvSpPr/>
          <p:nvPr/>
        </p:nvSpPr>
        <p:spPr>
          <a:xfrm rot="3886631">
            <a:off x="5791919" y="3065941"/>
            <a:ext cx="900000" cy="900000"/>
          </a:xfrm>
          <a:prstGeom prst="ellipse">
            <a:avLst/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4955217"/>
              <a:satOff val="1767"/>
              <a:lumOff val="-4510"/>
              <a:alphaOff val="0"/>
            </a:schemeClr>
          </a:fillRef>
          <a:effectRef idx="1">
            <a:schemeClr val="accent5">
              <a:hueOff val="4955217"/>
              <a:satOff val="1767"/>
              <a:lumOff val="-451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BCB3EF67-7FA6-4AB2-8C0D-F19004694B7B}"/>
              </a:ext>
            </a:extLst>
          </p:cNvPr>
          <p:cNvSpPr/>
          <p:nvPr/>
        </p:nvSpPr>
        <p:spPr>
          <a:xfrm rot="21586631">
            <a:off x="3352539" y="3109946"/>
            <a:ext cx="2288967" cy="803893"/>
          </a:xfrm>
          <a:custGeom>
            <a:avLst/>
            <a:gdLst>
              <a:gd name="connsiteX0" fmla="*/ 0 w 1667267"/>
              <a:gd name="connsiteY0" fmla="*/ 0 h 803893"/>
              <a:gd name="connsiteX1" fmla="*/ 1667267 w 1667267"/>
              <a:gd name="connsiteY1" fmla="*/ 0 h 803893"/>
              <a:gd name="connsiteX2" fmla="*/ 1667267 w 1667267"/>
              <a:gd name="connsiteY2" fmla="*/ 803893 h 803893"/>
              <a:gd name="connsiteX3" fmla="*/ 0 w 1667267"/>
              <a:gd name="connsiteY3" fmla="*/ 803893 h 803893"/>
              <a:gd name="connsiteX4" fmla="*/ 0 w 1667267"/>
              <a:gd name="connsiteY4" fmla="*/ 0 h 80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7267" h="803893">
                <a:moveTo>
                  <a:pt x="0" y="0"/>
                </a:moveTo>
                <a:lnTo>
                  <a:pt x="1667267" y="0"/>
                </a:lnTo>
                <a:lnTo>
                  <a:pt x="1667267" y="803893"/>
                </a:lnTo>
                <a:lnTo>
                  <a:pt x="0" y="80389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-1" tIns="0" rIns="53340" bIns="-1" numCol="1" spcCol="1270" anchor="ctr" anchorCtr="0">
            <a:noAutofit/>
          </a:bodyPr>
          <a:lstStyle/>
          <a:p>
            <a:pPr marL="0" lvl="0" indent="0" algn="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CL" sz="2800" b="1" i="1" kern="1200" dirty="0">
                <a:solidFill>
                  <a:schemeClr val="accent2">
                    <a:lumMod val="50000"/>
                  </a:schemeClr>
                </a:solidFill>
              </a:rPr>
              <a:t>Condicionales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2CE329E-9C31-482D-BC98-2168F7F36C25}"/>
              </a:ext>
            </a:extLst>
          </p:cNvPr>
          <p:cNvSpPr/>
          <p:nvPr/>
        </p:nvSpPr>
        <p:spPr>
          <a:xfrm rot="3886631">
            <a:off x="5791919" y="4352740"/>
            <a:ext cx="900000" cy="900000"/>
          </a:xfrm>
          <a:prstGeom prst="ellipse">
            <a:avLst/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9910433"/>
              <a:satOff val="3534"/>
              <a:lumOff val="-9020"/>
              <a:alphaOff val="0"/>
            </a:schemeClr>
          </a:fillRef>
          <a:effectRef idx="1">
            <a:schemeClr val="accent5">
              <a:hueOff val="9910433"/>
              <a:satOff val="3534"/>
              <a:lumOff val="-9020"/>
              <a:alphaOff val="0"/>
            </a:schemeClr>
          </a:effectRef>
          <a:fontRef idx="minor">
            <a:schemeClr val="lt1"/>
          </a:fontRef>
        </p:style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98808393-1987-48D6-BC12-E55B6B66D000}"/>
              </a:ext>
            </a:extLst>
          </p:cNvPr>
          <p:cNvSpPr/>
          <p:nvPr/>
        </p:nvSpPr>
        <p:spPr>
          <a:xfrm rot="21586631">
            <a:off x="3378697" y="4402003"/>
            <a:ext cx="2288967" cy="803893"/>
          </a:xfrm>
          <a:custGeom>
            <a:avLst/>
            <a:gdLst>
              <a:gd name="connsiteX0" fmla="*/ 0 w 1667267"/>
              <a:gd name="connsiteY0" fmla="*/ 0 h 803893"/>
              <a:gd name="connsiteX1" fmla="*/ 1667267 w 1667267"/>
              <a:gd name="connsiteY1" fmla="*/ 0 h 803893"/>
              <a:gd name="connsiteX2" fmla="*/ 1667267 w 1667267"/>
              <a:gd name="connsiteY2" fmla="*/ 803893 h 803893"/>
              <a:gd name="connsiteX3" fmla="*/ 0 w 1667267"/>
              <a:gd name="connsiteY3" fmla="*/ 803893 h 803893"/>
              <a:gd name="connsiteX4" fmla="*/ 0 w 1667267"/>
              <a:gd name="connsiteY4" fmla="*/ 0 h 80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7267" h="803893">
                <a:moveTo>
                  <a:pt x="0" y="0"/>
                </a:moveTo>
                <a:lnTo>
                  <a:pt x="1667267" y="0"/>
                </a:lnTo>
                <a:lnTo>
                  <a:pt x="1667267" y="803893"/>
                </a:lnTo>
                <a:lnTo>
                  <a:pt x="0" y="80389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-1" tIns="0" rIns="53340" bIns="-1" numCol="1" spcCol="1270" anchor="ctr" anchorCtr="0">
            <a:noAutofit/>
          </a:bodyPr>
          <a:lstStyle/>
          <a:p>
            <a:pPr marL="0" lvl="0" indent="0" algn="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CL" sz="2800" b="1" i="1" kern="1200" dirty="0">
                <a:solidFill>
                  <a:schemeClr val="accent2">
                    <a:lumMod val="50000"/>
                  </a:schemeClr>
                </a:solidFill>
              </a:rPr>
              <a:t>Repetitivas</a:t>
            </a:r>
            <a:endParaRPr lang="es-CL" sz="2800" kern="12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994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1255B-7731-4249-8352-7B5FBB08C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519" y="685800"/>
            <a:ext cx="9199164" cy="1151965"/>
          </a:xfrm>
        </p:spPr>
        <p:txBody>
          <a:bodyPr/>
          <a:lstStyle/>
          <a:p>
            <a:r>
              <a:rPr lang="es-CL" dirty="0"/>
              <a:t>Condicionales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48F516-ADE9-43DD-A0A9-12754CDAE9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154405"/>
            <a:ext cx="6134667" cy="3311189"/>
          </a:xfrm>
        </p:spPr>
        <p:txBody>
          <a:bodyPr/>
          <a:lstStyle/>
          <a:p>
            <a:pPr marL="0" indent="0">
              <a:buNone/>
            </a:pPr>
            <a:r>
              <a:rPr lang="es-MX" sz="2800" dirty="0"/>
              <a:t> La secuencia de instrucciones ejecutadas por la instrucción </a:t>
            </a:r>
            <a:r>
              <a:rPr lang="es-MX" sz="2400" b="1" dirty="0"/>
              <a:t>Si-Entonces-Sino </a:t>
            </a:r>
            <a:r>
              <a:rPr lang="es-MX" sz="2400" dirty="0"/>
              <a:t>depende del valor de una condición lógica.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MX" sz="2400" b="1" dirty="0"/>
              <a:t>      Si &lt;condición&gt; Entonces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MX" sz="2400" b="1" dirty="0"/>
              <a:t>            &lt;instrucciones&gt;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MX" sz="2400" b="1" dirty="0"/>
              <a:t>      Sino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MX" sz="2400" b="1" dirty="0"/>
              <a:t>            &lt;instrucciones&gt;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MX" sz="2400" b="1" dirty="0"/>
              <a:t>      </a:t>
            </a:r>
            <a:r>
              <a:rPr lang="es-MX" sz="2400" b="1" dirty="0" err="1"/>
              <a:t>FinSi</a:t>
            </a:r>
            <a:r>
              <a:rPr lang="es-MX" sz="2400" dirty="0"/>
              <a:t> </a:t>
            </a:r>
            <a:endParaRPr lang="es-CL" sz="240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01C04E5-DF36-41EA-BE5B-5AA8662CBB39}"/>
              </a:ext>
            </a:extLst>
          </p:cNvPr>
          <p:cNvSpPr/>
          <p:nvPr/>
        </p:nvSpPr>
        <p:spPr>
          <a:xfrm rot="3886631">
            <a:off x="834659" y="710431"/>
            <a:ext cx="900000" cy="900000"/>
          </a:xfrm>
          <a:prstGeom prst="ellips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4955217"/>
              <a:satOff val="1767"/>
              <a:lumOff val="-4510"/>
              <a:alphaOff val="0"/>
            </a:schemeClr>
          </a:fillRef>
          <a:effectRef idx="1">
            <a:schemeClr val="accent5">
              <a:hueOff val="4955217"/>
              <a:satOff val="1767"/>
              <a:lumOff val="-4510"/>
              <a:alphaOff val="0"/>
            </a:schemeClr>
          </a:effectRef>
          <a:fontRef idx="minor">
            <a:schemeClr val="lt1"/>
          </a:fontRef>
        </p:style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8A71774-33B8-46C4-808A-BD0CD46918D7}"/>
              </a:ext>
            </a:extLst>
          </p:cNvPr>
          <p:cNvPicPr/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1" r="3269"/>
          <a:stretch/>
        </p:blipFill>
        <p:spPr bwMode="auto">
          <a:xfrm>
            <a:off x="7010400" y="561571"/>
            <a:ext cx="4572000" cy="2029225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001CE8C-5B13-43A9-A54F-4D09AE80A4A8}"/>
              </a:ext>
            </a:extLst>
          </p:cNvPr>
          <p:cNvSpPr/>
          <p:nvPr/>
        </p:nvSpPr>
        <p:spPr>
          <a:xfrm>
            <a:off x="6878846" y="3352800"/>
            <a:ext cx="4017754" cy="1828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54B12CE-A623-46C2-A179-3C682C05E326}"/>
              </a:ext>
            </a:extLst>
          </p:cNvPr>
          <p:cNvCxnSpPr>
            <a:cxnSpLocks/>
          </p:cNvCxnSpPr>
          <p:nvPr/>
        </p:nvCxnSpPr>
        <p:spPr>
          <a:xfrm>
            <a:off x="6878846" y="3352800"/>
            <a:ext cx="2008877" cy="9144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6E8834A-88BE-4242-9052-66A5FBEB9C2C}"/>
              </a:ext>
            </a:extLst>
          </p:cNvPr>
          <p:cNvCxnSpPr>
            <a:cxnSpLocks/>
          </p:cNvCxnSpPr>
          <p:nvPr/>
        </p:nvCxnSpPr>
        <p:spPr>
          <a:xfrm flipV="1">
            <a:off x="8887723" y="3386418"/>
            <a:ext cx="2008877" cy="88078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1E5E0B67-725A-4EE5-8C94-6528DB63602B}"/>
              </a:ext>
            </a:extLst>
          </p:cNvPr>
          <p:cNvCxnSpPr>
            <a:cxnSpLocks/>
            <a:stCxn id="7" idx="2"/>
          </p:cNvCxnSpPr>
          <p:nvPr/>
        </p:nvCxnSpPr>
        <p:spPr>
          <a:xfrm flipV="1">
            <a:off x="8887723" y="4267200"/>
            <a:ext cx="0" cy="9144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53ECDCA6-6B0C-40E8-B057-60C1BAA68E81}"/>
              </a:ext>
            </a:extLst>
          </p:cNvPr>
          <p:cNvCxnSpPr>
            <a:endCxn id="7" idx="3"/>
          </p:cNvCxnSpPr>
          <p:nvPr/>
        </p:nvCxnSpPr>
        <p:spPr>
          <a:xfrm>
            <a:off x="6878846" y="4267200"/>
            <a:ext cx="401775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209BBA4-3E0A-4A6A-B14B-86FE242FAD1B}"/>
              </a:ext>
            </a:extLst>
          </p:cNvPr>
          <p:cNvSpPr txBox="1"/>
          <p:nvPr/>
        </p:nvSpPr>
        <p:spPr>
          <a:xfrm>
            <a:off x="7106615" y="3714305"/>
            <a:ext cx="559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>
                <a:solidFill>
                  <a:srgbClr val="C00000"/>
                </a:solidFill>
              </a:rPr>
              <a:t>Si</a:t>
            </a:r>
            <a:endParaRPr lang="es-CL" sz="2800" dirty="0">
              <a:solidFill>
                <a:srgbClr val="C0000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20FDD88-EFFF-45EA-94F5-10936D1D779A}"/>
              </a:ext>
            </a:extLst>
          </p:cNvPr>
          <p:cNvSpPr txBox="1"/>
          <p:nvPr/>
        </p:nvSpPr>
        <p:spPr>
          <a:xfrm>
            <a:off x="10103319" y="3708006"/>
            <a:ext cx="7845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>
                <a:solidFill>
                  <a:srgbClr val="C00000"/>
                </a:solidFill>
              </a:rPr>
              <a:t>No</a:t>
            </a:r>
            <a:endParaRPr lang="es-CL" sz="2800" dirty="0">
              <a:solidFill>
                <a:srgbClr val="C00000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CFF0A-EC9B-4FB2-9995-DACB7FA6A697}"/>
              </a:ext>
            </a:extLst>
          </p:cNvPr>
          <p:cNvSpPr txBox="1"/>
          <p:nvPr/>
        </p:nvSpPr>
        <p:spPr>
          <a:xfrm>
            <a:off x="8258032" y="3352800"/>
            <a:ext cx="14172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/>
              <a:t>Expresión Lógica</a:t>
            </a:r>
            <a:endParaRPr lang="es-CL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46A8EBA-8D24-4D25-B80B-FAD611972AAE}"/>
              </a:ext>
            </a:extLst>
          </p:cNvPr>
          <p:cNvSpPr txBox="1"/>
          <p:nvPr/>
        </p:nvSpPr>
        <p:spPr>
          <a:xfrm>
            <a:off x="7347085" y="4511994"/>
            <a:ext cx="1259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/>
              <a:t>Acción Verdadera</a:t>
            </a:r>
            <a:endParaRPr lang="es-CL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F589A56-C1F5-4940-B4C1-3BC176FDB135}"/>
              </a:ext>
            </a:extLst>
          </p:cNvPr>
          <p:cNvSpPr txBox="1"/>
          <p:nvPr/>
        </p:nvSpPr>
        <p:spPr>
          <a:xfrm>
            <a:off x="9355962" y="4511994"/>
            <a:ext cx="1259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/>
              <a:t>Acción Falsa</a:t>
            </a:r>
            <a:endParaRPr lang="es-CL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2A84B2F-BF61-4253-82F4-0F98678C1788}"/>
              </a:ext>
            </a:extLst>
          </p:cNvPr>
          <p:cNvSpPr txBox="1"/>
          <p:nvPr/>
        </p:nvSpPr>
        <p:spPr>
          <a:xfrm>
            <a:off x="1910814" y="1588162"/>
            <a:ext cx="6134668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s-CL" sz="3200" b="1" kern="1200" dirty="0">
                <a:solidFill>
                  <a:srgbClr val="EE8011"/>
                </a:solidFill>
              </a:rPr>
              <a:t>Si-Entonces-Sino </a:t>
            </a:r>
            <a:endParaRPr lang="es-CL" sz="3200" b="1" dirty="0">
              <a:solidFill>
                <a:srgbClr val="EE8011"/>
              </a:solidFill>
            </a:endParaRPr>
          </a:p>
          <a:p>
            <a:pPr marL="0" lvl="1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s-CL" sz="3200" b="1" dirty="0">
              <a:solidFill>
                <a:srgbClr val="EE80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499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1255B-7731-4249-8352-7B5FBB08C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518" y="337824"/>
            <a:ext cx="9199164" cy="1151965"/>
          </a:xfrm>
        </p:spPr>
        <p:txBody>
          <a:bodyPr/>
          <a:lstStyle/>
          <a:p>
            <a:r>
              <a:rPr lang="es-CL" dirty="0"/>
              <a:t>Condicionales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48F516-ADE9-43DD-A0A9-12754CDAE9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2355" y="2110678"/>
            <a:ext cx="7609647" cy="3250892"/>
          </a:xfrm>
        </p:spPr>
        <p:txBody>
          <a:bodyPr/>
          <a:lstStyle/>
          <a:p>
            <a:pPr marL="0" indent="0">
              <a:buNone/>
            </a:pPr>
            <a:r>
              <a:rPr lang="es-MX" sz="2800" dirty="0"/>
              <a:t>La secuencia de instrucciones ejecutada por una instrucción </a:t>
            </a:r>
            <a:r>
              <a:rPr lang="es-MX" sz="2800" b="1" dirty="0"/>
              <a:t>Según</a:t>
            </a:r>
            <a:r>
              <a:rPr lang="es-MX" sz="2800" dirty="0"/>
              <a:t> depende del valor de una variable numérica.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400" b="1" dirty="0"/>
              <a:t>      </a:t>
            </a:r>
            <a:r>
              <a:rPr lang="es-MX" sz="2400" b="1" dirty="0" err="1"/>
              <a:t>Segun</a:t>
            </a:r>
            <a:r>
              <a:rPr lang="es-MX" sz="2400" b="1" dirty="0"/>
              <a:t> &lt;variable&gt; Hacer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400" b="1" dirty="0"/>
              <a:t>            &lt;número1&gt;: &lt;instrucciones&gt;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400" b="1" dirty="0"/>
              <a:t>            &lt;número2&gt;,&lt;número3&gt;: &lt;instrucciones&gt;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400" b="1" dirty="0"/>
              <a:t>            &lt;...&gt;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400" b="1" dirty="0"/>
              <a:t>            De Otro Modo: &lt;instrucciones&gt;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400" b="1" dirty="0"/>
              <a:t>      </a:t>
            </a:r>
            <a:r>
              <a:rPr lang="es-MX" sz="2400" b="1" dirty="0" err="1"/>
              <a:t>FinSegun</a:t>
            </a:r>
            <a:r>
              <a:rPr lang="es-MX" sz="2400" b="1" dirty="0"/>
              <a:t> </a:t>
            </a:r>
            <a:endParaRPr lang="es-CL" sz="2400" b="1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01C04E5-DF36-41EA-BE5B-5AA8662CBB39}"/>
              </a:ext>
            </a:extLst>
          </p:cNvPr>
          <p:cNvSpPr/>
          <p:nvPr/>
        </p:nvSpPr>
        <p:spPr>
          <a:xfrm rot="3886631">
            <a:off x="834659" y="710431"/>
            <a:ext cx="900000" cy="900000"/>
          </a:xfrm>
          <a:prstGeom prst="ellips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4955217"/>
              <a:satOff val="1767"/>
              <a:lumOff val="-4510"/>
              <a:alphaOff val="0"/>
            </a:schemeClr>
          </a:fillRef>
          <a:effectRef idx="1">
            <a:schemeClr val="accent5">
              <a:hueOff val="4955217"/>
              <a:satOff val="1767"/>
              <a:lumOff val="-4510"/>
              <a:alphaOff val="0"/>
            </a:schemeClr>
          </a:effectRef>
          <a:fontRef idx="minor">
            <a:schemeClr val="lt1"/>
          </a:fontRef>
        </p:style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F8113C-28F3-4609-AEF3-AC64F3662DF8}"/>
              </a:ext>
            </a:extLst>
          </p:cNvPr>
          <p:cNvSpPr txBox="1"/>
          <p:nvPr/>
        </p:nvSpPr>
        <p:spPr>
          <a:xfrm>
            <a:off x="1912546" y="1196279"/>
            <a:ext cx="6134668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s-CL" sz="3200" b="1" kern="1200" dirty="0">
                <a:solidFill>
                  <a:srgbClr val="EE8011"/>
                </a:solidFill>
              </a:rPr>
              <a:t>Selección Múltiple </a:t>
            </a:r>
            <a:endParaRPr lang="es-CL" sz="3200" b="1" dirty="0">
              <a:solidFill>
                <a:srgbClr val="EE8011"/>
              </a:solidFill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ECEE2820-7133-4107-A606-172C5E08F2A7}"/>
              </a:ext>
            </a:extLst>
          </p:cNvPr>
          <p:cNvPicPr/>
          <p:nvPr/>
        </p:nvPicPr>
        <p:blipFill rotWithShape="1">
          <a:blip r:embed="rId2"/>
          <a:srcRect l="50923" t="12714" r="31164" b="65866"/>
          <a:stretch/>
        </p:blipFill>
        <p:spPr bwMode="auto">
          <a:xfrm>
            <a:off x="7616250" y="412350"/>
            <a:ext cx="3778977" cy="291912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39" name="Grupo 38">
            <a:extLst>
              <a:ext uri="{FF2B5EF4-FFF2-40B4-BE49-F238E27FC236}">
                <a16:creationId xmlns:a16="http://schemas.microsoft.com/office/drawing/2014/main" id="{079A1455-AB7E-45A1-8F88-9C9934D6C7A3}"/>
              </a:ext>
            </a:extLst>
          </p:cNvPr>
          <p:cNvGrpSpPr/>
          <p:nvPr/>
        </p:nvGrpSpPr>
        <p:grpSpPr>
          <a:xfrm>
            <a:off x="7467600" y="3576263"/>
            <a:ext cx="4047016" cy="1844800"/>
            <a:chOff x="7846826" y="3424350"/>
            <a:chExt cx="4047016" cy="1844800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8001CE8C-5B13-43A9-A54F-4D09AE80A4A8}"/>
                </a:ext>
              </a:extLst>
            </p:cNvPr>
            <p:cNvSpPr/>
            <p:nvPr/>
          </p:nvSpPr>
          <p:spPr>
            <a:xfrm>
              <a:off x="7876088" y="3424350"/>
              <a:ext cx="4017754" cy="1828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454B12CE-A623-46C2-A179-3C682C05E326}"/>
                </a:ext>
              </a:extLst>
            </p:cNvPr>
            <p:cNvCxnSpPr>
              <a:cxnSpLocks/>
              <a:endCxn id="7" idx="3"/>
            </p:cNvCxnSpPr>
            <p:nvPr/>
          </p:nvCxnSpPr>
          <p:spPr>
            <a:xfrm>
              <a:off x="7876088" y="3424350"/>
              <a:ext cx="4017754" cy="91440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1E5E0B67-725A-4EE5-8C94-6528DB636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1973" y="3613150"/>
              <a:ext cx="0" cy="165600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53ECDCA6-6B0C-40E8-B057-60C1BAA68E81}"/>
                </a:ext>
              </a:extLst>
            </p:cNvPr>
            <p:cNvCxnSpPr>
              <a:cxnSpLocks/>
              <a:endCxn id="7" idx="3"/>
            </p:cNvCxnSpPr>
            <p:nvPr/>
          </p:nvCxnSpPr>
          <p:spPr>
            <a:xfrm>
              <a:off x="7876088" y="4338750"/>
              <a:ext cx="4017754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020FDD88-EFFF-45EA-94F5-10936D1D779A}"/>
                </a:ext>
              </a:extLst>
            </p:cNvPr>
            <p:cNvSpPr txBox="1"/>
            <p:nvPr/>
          </p:nvSpPr>
          <p:spPr>
            <a:xfrm>
              <a:off x="7877120" y="3864733"/>
              <a:ext cx="4672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2800" dirty="0">
                  <a:solidFill>
                    <a:srgbClr val="C00000"/>
                  </a:solidFill>
                </a:rPr>
                <a:t>1</a:t>
              </a:r>
              <a:endParaRPr lang="es-CL" sz="2800" dirty="0">
                <a:solidFill>
                  <a:srgbClr val="C00000"/>
                </a:solidFill>
              </a:endParaRP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68ECFF0A-EC9B-4FB2-9995-DACB7FA6A697}"/>
                </a:ext>
              </a:extLst>
            </p:cNvPr>
            <p:cNvSpPr txBox="1"/>
            <p:nvPr/>
          </p:nvSpPr>
          <p:spPr>
            <a:xfrm>
              <a:off x="9884965" y="3512218"/>
              <a:ext cx="12593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1800" b="1" dirty="0"/>
                <a:t>variable</a:t>
              </a:r>
              <a:endParaRPr lang="es-CL" dirty="0"/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E46A8EBA-8D24-4D25-B80B-FAD611972AAE}"/>
                </a:ext>
              </a:extLst>
            </p:cNvPr>
            <p:cNvSpPr txBox="1"/>
            <p:nvPr/>
          </p:nvSpPr>
          <p:spPr>
            <a:xfrm>
              <a:off x="7846826" y="4443435"/>
              <a:ext cx="88514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b="1" dirty="0"/>
                <a:t>Acción 1</a:t>
              </a:r>
              <a:endParaRPr lang="es-CL" dirty="0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8F589A56-C1F5-4940-B4C1-3BC176FDB135}"/>
                </a:ext>
              </a:extLst>
            </p:cNvPr>
            <p:cNvSpPr txBox="1"/>
            <p:nvPr/>
          </p:nvSpPr>
          <p:spPr>
            <a:xfrm>
              <a:off x="10353204" y="4583544"/>
              <a:ext cx="125938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1800" b="1" dirty="0"/>
                <a:t>Acción Falso</a:t>
              </a:r>
              <a:endParaRPr lang="es-CL" dirty="0"/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D6A5680E-14FE-4559-8193-77CFE398EDB4}"/>
                </a:ext>
              </a:extLst>
            </p:cNvPr>
            <p:cNvSpPr txBox="1"/>
            <p:nvPr/>
          </p:nvSpPr>
          <p:spPr>
            <a:xfrm>
              <a:off x="8857027" y="3858486"/>
              <a:ext cx="4672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2800" dirty="0">
                  <a:solidFill>
                    <a:srgbClr val="C00000"/>
                  </a:solidFill>
                </a:rPr>
                <a:t>2</a:t>
              </a:r>
              <a:endParaRPr lang="es-CL" sz="2800" dirty="0">
                <a:solidFill>
                  <a:srgbClr val="C00000"/>
                </a:solidFill>
              </a:endParaRP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8901359E-E72B-41C0-8C07-7CFD09C1363A}"/>
                </a:ext>
              </a:extLst>
            </p:cNvPr>
            <p:cNvSpPr txBox="1"/>
            <p:nvPr/>
          </p:nvSpPr>
          <p:spPr>
            <a:xfrm>
              <a:off x="9636525" y="3858486"/>
              <a:ext cx="4672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2800" dirty="0">
                  <a:solidFill>
                    <a:srgbClr val="C00000"/>
                  </a:solidFill>
                </a:rPr>
                <a:t>3</a:t>
              </a:r>
              <a:endParaRPr lang="es-CL" sz="2800" dirty="0">
                <a:solidFill>
                  <a:srgbClr val="C00000"/>
                </a:solidFill>
              </a:endParaRP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AC14B570-7CAE-4011-BDF8-75DF27F410DB}"/>
                </a:ext>
              </a:extLst>
            </p:cNvPr>
            <p:cNvSpPr txBox="1"/>
            <p:nvPr/>
          </p:nvSpPr>
          <p:spPr>
            <a:xfrm>
              <a:off x="10398697" y="3864733"/>
              <a:ext cx="4672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2800" dirty="0">
                  <a:solidFill>
                    <a:srgbClr val="C00000"/>
                  </a:solidFill>
                </a:rPr>
                <a:t>…</a:t>
              </a:r>
              <a:endParaRPr lang="es-CL" sz="2800" dirty="0">
                <a:solidFill>
                  <a:srgbClr val="C00000"/>
                </a:solidFill>
              </a:endParaRPr>
            </a:p>
          </p:txBody>
        </p: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6819A1AD-14B4-4D50-A55F-85011055D0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1200" y="3809300"/>
              <a:ext cx="0" cy="144000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6C8AB60E-982D-438A-9635-AE5D1C47B6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87000" y="3984866"/>
              <a:ext cx="0" cy="126000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F701EE05-CB45-4651-B1A6-5DA7D6CD55B4}"/>
                </a:ext>
              </a:extLst>
            </p:cNvPr>
            <p:cNvSpPr txBox="1"/>
            <p:nvPr/>
          </p:nvSpPr>
          <p:spPr>
            <a:xfrm>
              <a:off x="8761235" y="4480079"/>
              <a:ext cx="88514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b="1" dirty="0"/>
                <a:t>Acción 2</a:t>
              </a:r>
              <a:endParaRPr lang="es-CL" dirty="0"/>
            </a:p>
          </p:txBody>
        </p:sp>
      </p:grpSp>
    </p:spTree>
    <p:extLst>
      <p:ext uri="{BB962C8B-B14F-4D97-AF65-F5344CB8AC3E}">
        <p14:creationId xmlns:p14="http://schemas.microsoft.com/office/powerpoint/2010/main" val="2830807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1255B-7731-4249-8352-7B5FBB08C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518" y="337824"/>
            <a:ext cx="9199164" cy="1151965"/>
          </a:xfrm>
        </p:spPr>
        <p:txBody>
          <a:bodyPr/>
          <a:lstStyle/>
          <a:p>
            <a:r>
              <a:rPr lang="es-CL" dirty="0"/>
              <a:t>Repetitivas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48F516-ADE9-43DD-A0A9-12754CDAE9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7890" y="1902087"/>
            <a:ext cx="7653794" cy="3250892"/>
          </a:xfrm>
        </p:spPr>
        <p:txBody>
          <a:bodyPr/>
          <a:lstStyle/>
          <a:p>
            <a:pPr marL="0" indent="0">
              <a:buNone/>
            </a:pPr>
            <a:r>
              <a:rPr lang="es-MX" sz="2800" dirty="0"/>
              <a:t> La instrucción </a:t>
            </a:r>
            <a:r>
              <a:rPr lang="es-MX" sz="2800" b="1" dirty="0"/>
              <a:t>Mientras</a:t>
            </a:r>
            <a:r>
              <a:rPr lang="es-MX" sz="2800" dirty="0"/>
              <a:t> ejecuta una secuencia de instrucciones mientras una condición sea verdadera. </a:t>
            </a:r>
          </a:p>
          <a:p>
            <a:pPr marL="0" indent="0">
              <a:buNone/>
            </a:pPr>
            <a:r>
              <a:rPr lang="es-MX" sz="2800" dirty="0"/>
              <a:t>      </a:t>
            </a:r>
            <a:r>
              <a:rPr lang="es-MX" sz="2800" b="1" dirty="0"/>
              <a:t>Mientras &lt;condición&gt; Hacer </a:t>
            </a:r>
          </a:p>
          <a:p>
            <a:pPr marL="0" indent="0">
              <a:buNone/>
            </a:pPr>
            <a:r>
              <a:rPr lang="es-MX" sz="2800" b="1" dirty="0"/>
              <a:t>            &lt;instrucciones&gt; </a:t>
            </a:r>
          </a:p>
          <a:p>
            <a:pPr marL="0" indent="0">
              <a:buNone/>
            </a:pPr>
            <a:r>
              <a:rPr lang="es-MX" sz="2800" b="1" dirty="0"/>
              <a:t>      </a:t>
            </a:r>
            <a:r>
              <a:rPr lang="es-MX" sz="2800" b="1" dirty="0" err="1"/>
              <a:t>FinMientras</a:t>
            </a:r>
            <a:r>
              <a:rPr lang="es-MX" sz="2800" b="1" dirty="0"/>
              <a:t> 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01C04E5-DF36-41EA-BE5B-5AA8662CBB39}"/>
              </a:ext>
            </a:extLst>
          </p:cNvPr>
          <p:cNvSpPr/>
          <p:nvPr/>
        </p:nvSpPr>
        <p:spPr>
          <a:xfrm rot="3886631">
            <a:off x="834658" y="746279"/>
            <a:ext cx="900000" cy="900000"/>
          </a:xfrm>
          <a:prstGeom prst="ellipse">
            <a:avLst/>
          </a:prstGeom>
          <a:solidFill>
            <a:srgbClr val="B24A4B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4955217"/>
              <a:satOff val="1767"/>
              <a:lumOff val="-4510"/>
              <a:alphaOff val="0"/>
            </a:schemeClr>
          </a:fillRef>
          <a:effectRef idx="1">
            <a:schemeClr val="accent5">
              <a:hueOff val="4955217"/>
              <a:satOff val="1767"/>
              <a:lumOff val="-4510"/>
              <a:alphaOff val="0"/>
            </a:schemeClr>
          </a:effectRef>
          <a:fontRef idx="minor">
            <a:schemeClr val="lt1"/>
          </a:fontRef>
        </p:style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F8113C-28F3-4609-AEF3-AC64F3662DF8}"/>
              </a:ext>
            </a:extLst>
          </p:cNvPr>
          <p:cNvSpPr txBox="1"/>
          <p:nvPr/>
        </p:nvSpPr>
        <p:spPr>
          <a:xfrm>
            <a:off x="1912546" y="1196279"/>
            <a:ext cx="6134668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s-CL" sz="3200" b="1" kern="1200" dirty="0">
                <a:solidFill>
                  <a:srgbClr val="EE8011"/>
                </a:solidFill>
              </a:rPr>
              <a:t>Mientras que</a:t>
            </a:r>
            <a:endParaRPr lang="es-CL" sz="3200" b="1" dirty="0">
              <a:solidFill>
                <a:srgbClr val="EE8011"/>
              </a:solidFill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E800296B-B4C4-4494-9E28-FEB938578B1B}"/>
              </a:ext>
            </a:extLst>
          </p:cNvPr>
          <p:cNvPicPr/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98" t="6410" r="2701" b="3304"/>
          <a:stretch/>
        </p:blipFill>
        <p:spPr bwMode="auto">
          <a:xfrm>
            <a:off x="8335004" y="174149"/>
            <a:ext cx="3171197" cy="2579789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CFC4F4B8-BDFD-4DE2-A17B-65C35978875B}"/>
              </a:ext>
            </a:extLst>
          </p:cNvPr>
          <p:cNvSpPr txBox="1"/>
          <p:nvPr/>
        </p:nvSpPr>
        <p:spPr>
          <a:xfrm>
            <a:off x="3944934" y="4019869"/>
            <a:ext cx="7653794" cy="2308324"/>
          </a:xfrm>
          <a:prstGeom prst="rect">
            <a:avLst/>
          </a:prstGeom>
          <a:solidFill>
            <a:srgbClr val="F2CCFF"/>
          </a:solidFill>
          <a:ln w="28575">
            <a:solidFill>
              <a:srgbClr val="9D61C8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Al ejecutarse esta instrucción, la condición es evaluada. Si la condición resulta </a:t>
            </a:r>
            <a:r>
              <a:rPr lang="es-MX" sz="2400" b="1" dirty="0">
                <a:solidFill>
                  <a:schemeClr val="bg2">
                    <a:lumMod val="50000"/>
                  </a:schemeClr>
                </a:solidFill>
              </a:rPr>
              <a:t>verdadera</a:t>
            </a:r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, se ejecuta una vez la secuencia de instrucciones que forman el cuerpo del ciclo. Al finalizar la ejecución del cuerpo del ciclo se vuelve a evaluar la condición y, si es verdadera, la ejecución se repite. 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F2259BDD-2EAD-4B88-8ECC-5E2BB1798A98}"/>
              </a:ext>
            </a:extLst>
          </p:cNvPr>
          <p:cNvGrpSpPr/>
          <p:nvPr/>
        </p:nvGrpSpPr>
        <p:grpSpPr>
          <a:xfrm>
            <a:off x="8411202" y="2917613"/>
            <a:ext cx="3171198" cy="968978"/>
            <a:chOff x="8047214" y="3352799"/>
            <a:chExt cx="3171198" cy="968978"/>
          </a:xfrm>
        </p:grpSpPr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D7B2036B-8AFD-434C-A653-2E09A57F1A3B}"/>
                </a:ext>
              </a:extLst>
            </p:cNvPr>
            <p:cNvSpPr/>
            <p:nvPr/>
          </p:nvSpPr>
          <p:spPr>
            <a:xfrm>
              <a:off x="8047214" y="3352799"/>
              <a:ext cx="3171197" cy="954910"/>
            </a:xfrm>
            <a:custGeom>
              <a:avLst/>
              <a:gdLst>
                <a:gd name="connsiteX0" fmla="*/ 0 w 3171197"/>
                <a:gd name="connsiteY0" fmla="*/ 0 h 954910"/>
                <a:gd name="connsiteX1" fmla="*/ 3171197 w 3171197"/>
                <a:gd name="connsiteY1" fmla="*/ 0 h 954910"/>
                <a:gd name="connsiteX2" fmla="*/ 3171197 w 3171197"/>
                <a:gd name="connsiteY2" fmla="*/ 477455 h 954910"/>
                <a:gd name="connsiteX3" fmla="*/ 487187 w 3171197"/>
                <a:gd name="connsiteY3" fmla="*/ 477455 h 954910"/>
                <a:gd name="connsiteX4" fmla="*/ 487187 w 3171197"/>
                <a:gd name="connsiteY4" fmla="*/ 954910 h 954910"/>
                <a:gd name="connsiteX5" fmla="*/ 1 w 3171197"/>
                <a:gd name="connsiteY5" fmla="*/ 954910 h 954910"/>
                <a:gd name="connsiteX6" fmla="*/ 1 w 3171197"/>
                <a:gd name="connsiteY6" fmla="*/ 477455 h 954910"/>
                <a:gd name="connsiteX7" fmla="*/ 0 w 3171197"/>
                <a:gd name="connsiteY7" fmla="*/ 477455 h 954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71197" h="954910">
                  <a:moveTo>
                    <a:pt x="0" y="0"/>
                  </a:moveTo>
                  <a:lnTo>
                    <a:pt x="3171197" y="0"/>
                  </a:lnTo>
                  <a:lnTo>
                    <a:pt x="3171197" y="477455"/>
                  </a:lnTo>
                  <a:lnTo>
                    <a:pt x="487187" y="477455"/>
                  </a:lnTo>
                  <a:lnTo>
                    <a:pt x="487187" y="954910"/>
                  </a:lnTo>
                  <a:lnTo>
                    <a:pt x="1" y="954910"/>
                  </a:lnTo>
                  <a:lnTo>
                    <a:pt x="1" y="477455"/>
                  </a:lnTo>
                  <a:lnTo>
                    <a:pt x="0" y="477455"/>
                  </a:lnTo>
                  <a:close/>
                </a:path>
              </a:pathLst>
            </a:custGeom>
            <a:solidFill>
              <a:srgbClr val="F2CCFF"/>
            </a:solidFill>
            <a:ln w="28575">
              <a:solidFill>
                <a:srgbClr val="9D61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108000" rtlCol="0" anchor="t" anchorCtr="0">
              <a:noAutofit/>
            </a:bodyPr>
            <a:lstStyle/>
            <a:p>
              <a:pPr algn="ctr"/>
              <a:r>
                <a:rPr lang="es-CL" dirty="0">
                  <a:solidFill>
                    <a:srgbClr val="0070C0"/>
                  </a:solidFill>
                </a:rPr>
                <a:t>Mientras </a:t>
              </a:r>
              <a:r>
                <a:rPr lang="es-CL" dirty="0">
                  <a:solidFill>
                    <a:sysClr val="windowText" lastClr="000000"/>
                  </a:solidFill>
                </a:rPr>
                <a:t>&lt;Expresión lógica&gt;</a:t>
              </a:r>
              <a:endParaRPr lang="es-CL" dirty="0">
                <a:solidFill>
                  <a:srgbClr val="0070C0"/>
                </a:solidFill>
              </a:endParaRP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138C8BC2-1F8D-4B03-BA51-55AAF2F6C6E6}"/>
                </a:ext>
              </a:extLst>
            </p:cNvPr>
            <p:cNvSpPr/>
            <p:nvPr/>
          </p:nvSpPr>
          <p:spPr>
            <a:xfrm>
              <a:off x="8534402" y="3844322"/>
              <a:ext cx="2684010" cy="477455"/>
            </a:xfrm>
            <a:prstGeom prst="rect">
              <a:avLst/>
            </a:prstGeom>
            <a:solidFill>
              <a:srgbClr val="E5FFE5"/>
            </a:solidFill>
            <a:ln w="28575">
              <a:solidFill>
                <a:srgbClr val="90D7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0070C0"/>
                  </a:solidFill>
                </a:rPr>
                <a:t>Acciones …</a:t>
              </a:r>
              <a:endParaRPr lang="es-CL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4081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1255B-7731-4249-8352-7B5FBB08C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518" y="337824"/>
            <a:ext cx="9199164" cy="1151965"/>
          </a:xfrm>
        </p:spPr>
        <p:txBody>
          <a:bodyPr/>
          <a:lstStyle/>
          <a:p>
            <a:r>
              <a:rPr lang="es-CL" dirty="0"/>
              <a:t>Repetitivas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48F516-ADE9-43DD-A0A9-12754CDAE9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2356" y="2338450"/>
            <a:ext cx="7653794" cy="3023119"/>
          </a:xfrm>
        </p:spPr>
        <p:txBody>
          <a:bodyPr/>
          <a:lstStyle/>
          <a:p>
            <a:pPr marL="0" indent="0">
              <a:buNone/>
            </a:pPr>
            <a:r>
              <a:rPr lang="es-MX" sz="2800" dirty="0"/>
              <a:t> La instrucción </a:t>
            </a:r>
            <a:r>
              <a:rPr lang="es-MX" sz="2800" b="1" dirty="0"/>
              <a:t>Repetir-Hasta Que </a:t>
            </a:r>
            <a:r>
              <a:rPr lang="es-MX" sz="2800" dirty="0"/>
              <a:t>ejecuta una secuencia de instrucciones hasta que la condición sea verdadera.</a:t>
            </a:r>
          </a:p>
          <a:p>
            <a:pPr marL="0" indent="0">
              <a:buNone/>
            </a:pPr>
            <a:r>
              <a:rPr lang="es-MX" sz="2800" b="1" dirty="0"/>
              <a:t>      Repetir </a:t>
            </a:r>
          </a:p>
          <a:p>
            <a:pPr marL="0" indent="0">
              <a:buNone/>
            </a:pPr>
            <a:r>
              <a:rPr lang="es-MX" sz="2800" b="1" dirty="0"/>
              <a:t>            &lt;instrucciones&gt; </a:t>
            </a:r>
          </a:p>
          <a:p>
            <a:pPr marL="0" indent="0">
              <a:buNone/>
            </a:pPr>
            <a:r>
              <a:rPr lang="es-MX" sz="2800" b="1" dirty="0"/>
              <a:t>      Hasta Que &lt;condición&gt; </a:t>
            </a:r>
          </a:p>
          <a:p>
            <a:pPr marL="0" indent="0">
              <a:buNone/>
            </a:pPr>
            <a:r>
              <a:rPr lang="es-MX" sz="2800" dirty="0"/>
              <a:t> </a:t>
            </a:r>
            <a:endParaRPr lang="es-CL" sz="2400" b="1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01C04E5-DF36-41EA-BE5B-5AA8662CBB39}"/>
              </a:ext>
            </a:extLst>
          </p:cNvPr>
          <p:cNvSpPr/>
          <p:nvPr/>
        </p:nvSpPr>
        <p:spPr>
          <a:xfrm rot="3886631">
            <a:off x="834658" y="746279"/>
            <a:ext cx="900000" cy="900000"/>
          </a:xfrm>
          <a:prstGeom prst="ellipse">
            <a:avLst/>
          </a:prstGeom>
          <a:solidFill>
            <a:srgbClr val="B24A4B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4955217"/>
              <a:satOff val="1767"/>
              <a:lumOff val="-4510"/>
              <a:alphaOff val="0"/>
            </a:schemeClr>
          </a:fillRef>
          <a:effectRef idx="1">
            <a:schemeClr val="accent5">
              <a:hueOff val="4955217"/>
              <a:satOff val="1767"/>
              <a:lumOff val="-4510"/>
              <a:alphaOff val="0"/>
            </a:schemeClr>
          </a:effectRef>
          <a:fontRef idx="minor">
            <a:schemeClr val="lt1"/>
          </a:fontRef>
        </p:style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F8113C-28F3-4609-AEF3-AC64F3662DF8}"/>
              </a:ext>
            </a:extLst>
          </p:cNvPr>
          <p:cNvSpPr txBox="1"/>
          <p:nvPr/>
        </p:nvSpPr>
        <p:spPr>
          <a:xfrm>
            <a:off x="1912546" y="1196279"/>
            <a:ext cx="6134668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s-CL" sz="3200" b="1" kern="1200" dirty="0">
                <a:solidFill>
                  <a:srgbClr val="EE8011"/>
                </a:solidFill>
              </a:rPr>
              <a:t>Repetir</a:t>
            </a:r>
            <a:endParaRPr lang="es-CL" sz="3200" b="1" dirty="0">
              <a:solidFill>
                <a:srgbClr val="EE8011"/>
              </a:solidFill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128AD266-FA25-4217-942B-B15C836C98CD}"/>
              </a:ext>
            </a:extLst>
          </p:cNvPr>
          <p:cNvPicPr/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995" r="10850" b="7645"/>
          <a:stretch/>
        </p:blipFill>
        <p:spPr bwMode="auto">
          <a:xfrm>
            <a:off x="8657021" y="258590"/>
            <a:ext cx="2684010" cy="2410908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65D365F4-306C-4657-AFDF-A6C34F4A0E8D}"/>
              </a:ext>
            </a:extLst>
          </p:cNvPr>
          <p:cNvSpPr txBox="1"/>
          <p:nvPr/>
        </p:nvSpPr>
        <p:spPr>
          <a:xfrm>
            <a:off x="4495800" y="4149134"/>
            <a:ext cx="7130142" cy="2308324"/>
          </a:xfrm>
          <a:prstGeom prst="rect">
            <a:avLst/>
          </a:prstGeom>
          <a:solidFill>
            <a:srgbClr val="CCB2FF"/>
          </a:solidFill>
          <a:ln w="28575">
            <a:solidFill>
              <a:srgbClr val="5D4BCE"/>
            </a:solidFill>
          </a:ln>
        </p:spPr>
        <p:txBody>
          <a:bodyPr wrap="square">
            <a:spAutoFit/>
          </a:bodyPr>
          <a:lstStyle/>
          <a:p>
            <a:r>
              <a:rPr lang="es-MX" sz="2400" dirty="0"/>
              <a:t>Al ejecutarse esta instrucción, la secuencia de instrucciones que forma el cuerpo del ciclo se ejecuta una vez y luego se evalúa la condición. Si la condición es falsa, el cuerpo del ciclo se ejecuta nuevamente y se vuelve a evaluar la condición. Esto se repite hasta que la condición sea verdadera. </a:t>
            </a:r>
            <a:endParaRPr lang="es-CL" sz="2400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D921D314-3C5C-495B-A974-EE02D51FB852}"/>
              </a:ext>
            </a:extLst>
          </p:cNvPr>
          <p:cNvGrpSpPr/>
          <p:nvPr/>
        </p:nvGrpSpPr>
        <p:grpSpPr>
          <a:xfrm>
            <a:off x="8164391" y="2817556"/>
            <a:ext cx="3176640" cy="1032453"/>
            <a:chOff x="8270370" y="3401465"/>
            <a:chExt cx="3176640" cy="1032453"/>
          </a:xfrm>
        </p:grpSpPr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3F155E56-EEE6-4EDA-B983-D387A7BDA309}"/>
                </a:ext>
              </a:extLst>
            </p:cNvPr>
            <p:cNvSpPr/>
            <p:nvPr/>
          </p:nvSpPr>
          <p:spPr>
            <a:xfrm>
              <a:off x="8270370" y="3450642"/>
              <a:ext cx="3171197" cy="983276"/>
            </a:xfrm>
            <a:custGeom>
              <a:avLst/>
              <a:gdLst>
                <a:gd name="connsiteX0" fmla="*/ 0 w 3171197"/>
                <a:gd name="connsiteY0" fmla="*/ 0 h 873316"/>
                <a:gd name="connsiteX1" fmla="*/ 487187 w 3171197"/>
                <a:gd name="connsiteY1" fmla="*/ 0 h 873316"/>
                <a:gd name="connsiteX2" fmla="*/ 487187 w 3171197"/>
                <a:gd name="connsiteY2" fmla="*/ 395861 h 873316"/>
                <a:gd name="connsiteX3" fmla="*/ 3171197 w 3171197"/>
                <a:gd name="connsiteY3" fmla="*/ 395861 h 873316"/>
                <a:gd name="connsiteX4" fmla="*/ 3171197 w 3171197"/>
                <a:gd name="connsiteY4" fmla="*/ 873316 h 873316"/>
                <a:gd name="connsiteX5" fmla="*/ 487187 w 3171197"/>
                <a:gd name="connsiteY5" fmla="*/ 873316 h 873316"/>
                <a:gd name="connsiteX6" fmla="*/ 0 w 3171197"/>
                <a:gd name="connsiteY6" fmla="*/ 873316 h 8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1197" h="873316">
                  <a:moveTo>
                    <a:pt x="0" y="0"/>
                  </a:moveTo>
                  <a:lnTo>
                    <a:pt x="487187" y="0"/>
                  </a:lnTo>
                  <a:lnTo>
                    <a:pt x="487187" y="395861"/>
                  </a:lnTo>
                  <a:lnTo>
                    <a:pt x="3171197" y="395861"/>
                  </a:lnTo>
                  <a:lnTo>
                    <a:pt x="3171197" y="873316"/>
                  </a:lnTo>
                  <a:lnTo>
                    <a:pt x="487187" y="873316"/>
                  </a:lnTo>
                  <a:lnTo>
                    <a:pt x="0" y="873316"/>
                  </a:lnTo>
                  <a:close/>
                </a:path>
              </a:pathLst>
            </a:custGeom>
            <a:solidFill>
              <a:srgbClr val="CCB2FF"/>
            </a:solidFill>
            <a:ln w="28575">
              <a:solidFill>
                <a:srgbClr val="5D4B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bIns="72000" rtlCol="0" anchor="b" anchorCtr="0">
              <a:noAutofit/>
            </a:bodyPr>
            <a:lstStyle/>
            <a:p>
              <a:pPr algn="ctr"/>
              <a:r>
                <a:rPr lang="es-CL" dirty="0">
                  <a:solidFill>
                    <a:srgbClr val="0070C0"/>
                  </a:solidFill>
                </a:rPr>
                <a:t>Hasta Que </a:t>
              </a:r>
              <a:r>
                <a:rPr lang="es-CL" dirty="0">
                  <a:solidFill>
                    <a:sysClr val="windowText" lastClr="000000"/>
                  </a:solidFill>
                </a:rPr>
                <a:t>&lt;Expresión lógica&gt;</a:t>
              </a:r>
              <a:endParaRPr lang="es-CL" dirty="0">
                <a:solidFill>
                  <a:srgbClr val="0070C0"/>
                </a:solidFill>
              </a:endParaRP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FE7BF401-071E-4FB6-93BC-E42BD6AF00F7}"/>
                </a:ext>
              </a:extLst>
            </p:cNvPr>
            <p:cNvSpPr/>
            <p:nvPr/>
          </p:nvSpPr>
          <p:spPr>
            <a:xfrm>
              <a:off x="8763000" y="3401465"/>
              <a:ext cx="2684010" cy="477455"/>
            </a:xfrm>
            <a:prstGeom prst="rect">
              <a:avLst/>
            </a:prstGeom>
            <a:solidFill>
              <a:srgbClr val="E5FFE5"/>
            </a:solidFill>
            <a:ln w="28575">
              <a:solidFill>
                <a:srgbClr val="90D7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0070C0"/>
                  </a:solidFill>
                </a:rPr>
                <a:t>Acciones …</a:t>
              </a:r>
              <a:endParaRPr lang="es-CL" dirty="0">
                <a:solidFill>
                  <a:schemeClr val="tx1"/>
                </a:solidFill>
              </a:endParaRPr>
            </a:p>
          </p:txBody>
        </p:sp>
      </p:grp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856A257-A0E7-4DAA-9010-6C9102BF28DB}"/>
              </a:ext>
            </a:extLst>
          </p:cNvPr>
          <p:cNvSpPr txBox="1"/>
          <p:nvPr/>
        </p:nvSpPr>
        <p:spPr>
          <a:xfrm>
            <a:off x="182356" y="5429583"/>
            <a:ext cx="4161044" cy="830997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En Python, no existe esta estructura.</a:t>
            </a:r>
            <a:endParaRPr lang="es-CL" sz="24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37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1255B-7731-4249-8352-7B5FBB08C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518" y="337824"/>
            <a:ext cx="9199164" cy="1151965"/>
          </a:xfrm>
        </p:spPr>
        <p:txBody>
          <a:bodyPr/>
          <a:lstStyle/>
          <a:p>
            <a:r>
              <a:rPr lang="es-CL" dirty="0"/>
              <a:t>Repetitivas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48F516-ADE9-43DD-A0A9-12754CDAE9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2274" y="1917440"/>
            <a:ext cx="7739742" cy="3023119"/>
          </a:xfrm>
        </p:spPr>
        <p:txBody>
          <a:bodyPr/>
          <a:lstStyle/>
          <a:p>
            <a:pPr marL="0" indent="0">
              <a:buNone/>
            </a:pPr>
            <a:r>
              <a:rPr lang="es-MX" sz="2800" dirty="0"/>
              <a:t>La instrucción Para ejecuta una secuencia de instrucciones un número determinado de veces. </a:t>
            </a:r>
          </a:p>
          <a:p>
            <a:pPr marL="0" indent="0">
              <a:buNone/>
            </a:pPr>
            <a:r>
              <a:rPr lang="es-MX" sz="2000" b="1" dirty="0"/>
              <a:t>      Para </a:t>
            </a:r>
            <a:r>
              <a:rPr lang="es-MX" sz="2000" b="1" i="1" dirty="0"/>
              <a:t>&lt;variable&gt; </a:t>
            </a:r>
            <a:r>
              <a:rPr lang="es-MX" sz="2000" b="1" dirty="0"/>
              <a:t>&lt;- &lt;</a:t>
            </a:r>
            <a:r>
              <a:rPr lang="es-MX" sz="2000" b="1" i="1" dirty="0"/>
              <a:t>inicial</a:t>
            </a:r>
            <a:r>
              <a:rPr lang="es-MX" sz="2000" b="1" dirty="0"/>
              <a:t>&gt; Hasta &lt;</a:t>
            </a:r>
            <a:r>
              <a:rPr lang="es-MX" sz="2000" b="1" i="1" dirty="0"/>
              <a:t>final</a:t>
            </a:r>
            <a:r>
              <a:rPr lang="es-MX" sz="2000" b="1" dirty="0"/>
              <a:t>&gt; Con Paso &lt;</a:t>
            </a:r>
            <a:r>
              <a:rPr lang="es-MX" sz="2000" b="1" i="1" dirty="0"/>
              <a:t>paso</a:t>
            </a:r>
            <a:r>
              <a:rPr lang="es-MX" sz="2000" b="1" dirty="0"/>
              <a:t>&gt; Hacer </a:t>
            </a:r>
          </a:p>
          <a:p>
            <a:pPr marL="0" indent="0">
              <a:buNone/>
            </a:pPr>
            <a:r>
              <a:rPr lang="es-MX" sz="2000" b="1" dirty="0"/>
              <a:t>            &lt;</a:t>
            </a:r>
            <a:r>
              <a:rPr lang="es-MX" sz="2000" b="1" i="1" dirty="0"/>
              <a:t>instrucciones</a:t>
            </a:r>
            <a:r>
              <a:rPr lang="es-MX" sz="2000" b="1" dirty="0"/>
              <a:t>&gt; </a:t>
            </a:r>
          </a:p>
          <a:p>
            <a:pPr marL="0" indent="0">
              <a:buNone/>
            </a:pPr>
            <a:r>
              <a:rPr lang="es-MX" sz="2000" b="1" dirty="0"/>
              <a:t>      </a:t>
            </a:r>
            <a:r>
              <a:rPr lang="es-MX" sz="2000" b="1" dirty="0" err="1"/>
              <a:t>FinPara</a:t>
            </a:r>
            <a:r>
              <a:rPr lang="es-MX" sz="2800" b="1" dirty="0"/>
              <a:t> 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01C04E5-DF36-41EA-BE5B-5AA8662CBB39}"/>
              </a:ext>
            </a:extLst>
          </p:cNvPr>
          <p:cNvSpPr/>
          <p:nvPr/>
        </p:nvSpPr>
        <p:spPr>
          <a:xfrm rot="3886631">
            <a:off x="834658" y="746279"/>
            <a:ext cx="900000" cy="900000"/>
          </a:xfrm>
          <a:prstGeom prst="ellipse">
            <a:avLst/>
          </a:prstGeom>
          <a:solidFill>
            <a:srgbClr val="B24A4B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4955217"/>
              <a:satOff val="1767"/>
              <a:lumOff val="-4510"/>
              <a:alphaOff val="0"/>
            </a:schemeClr>
          </a:fillRef>
          <a:effectRef idx="1">
            <a:schemeClr val="accent5">
              <a:hueOff val="4955217"/>
              <a:satOff val="1767"/>
              <a:lumOff val="-4510"/>
              <a:alphaOff val="0"/>
            </a:schemeClr>
          </a:effectRef>
          <a:fontRef idx="minor">
            <a:schemeClr val="lt1"/>
          </a:fontRef>
        </p:style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F8113C-28F3-4609-AEF3-AC64F3662DF8}"/>
              </a:ext>
            </a:extLst>
          </p:cNvPr>
          <p:cNvSpPr txBox="1"/>
          <p:nvPr/>
        </p:nvSpPr>
        <p:spPr>
          <a:xfrm>
            <a:off x="1912546" y="1196279"/>
            <a:ext cx="6134668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s-CL" sz="3200" b="1">
                <a:solidFill>
                  <a:srgbClr val="EE8011"/>
                </a:solidFill>
              </a:rPr>
              <a:t>Lazos Para </a:t>
            </a:r>
            <a:endParaRPr lang="es-CL" sz="3200" b="1" dirty="0">
              <a:solidFill>
                <a:srgbClr val="EE8011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5D365F4-306C-4657-AFDF-A6C34F4A0E8D}"/>
              </a:ext>
            </a:extLst>
          </p:cNvPr>
          <p:cNvSpPr txBox="1"/>
          <p:nvPr/>
        </p:nvSpPr>
        <p:spPr>
          <a:xfrm>
            <a:off x="1783545" y="4815096"/>
            <a:ext cx="9597536" cy="1631216"/>
          </a:xfrm>
          <a:prstGeom prst="rect">
            <a:avLst/>
          </a:prstGeom>
          <a:solidFill>
            <a:srgbClr val="CCB2FF"/>
          </a:solidFill>
          <a:ln w="28575">
            <a:solidFill>
              <a:srgbClr val="5D4BCE"/>
            </a:solidFill>
          </a:ln>
        </p:spPr>
        <p:txBody>
          <a:bodyPr wrap="square">
            <a:spAutoFit/>
          </a:bodyPr>
          <a:lstStyle/>
          <a:p>
            <a:r>
              <a:rPr lang="es-MX" sz="2000" dirty="0"/>
              <a:t> Al ingresar al bloque, la variable &lt;</a:t>
            </a:r>
            <a:r>
              <a:rPr lang="es-MX" sz="2000" i="1" dirty="0"/>
              <a:t>variable</a:t>
            </a:r>
            <a:r>
              <a:rPr lang="es-MX" sz="2000" dirty="0"/>
              <a:t>&gt; recibe el valor &lt;</a:t>
            </a:r>
            <a:r>
              <a:rPr lang="es-MX" sz="2000" i="1" dirty="0"/>
              <a:t>inicial</a:t>
            </a:r>
            <a:r>
              <a:rPr lang="es-MX" sz="2000" dirty="0"/>
              <a:t>&gt; y se ejecuta la secuencia de instrucciones que forma el cuerpo del ciclo.  Luego se incrementa la variable &lt;</a:t>
            </a:r>
            <a:r>
              <a:rPr lang="es-MX" sz="2000" i="1" dirty="0"/>
              <a:t>variable</a:t>
            </a:r>
            <a:r>
              <a:rPr lang="es-MX" sz="2000" dirty="0"/>
              <a:t>&gt; en &lt;</a:t>
            </a:r>
            <a:r>
              <a:rPr lang="es-MX" sz="2000" i="1" dirty="0"/>
              <a:t>paso</a:t>
            </a:r>
            <a:r>
              <a:rPr lang="es-MX" sz="2000" dirty="0"/>
              <a:t>&gt; unidades y se evalúa si el valor almacenado en &lt;</a:t>
            </a:r>
            <a:r>
              <a:rPr lang="es-MX" sz="2000" i="1" dirty="0"/>
              <a:t>variable</a:t>
            </a:r>
            <a:r>
              <a:rPr lang="es-MX" sz="2000" dirty="0"/>
              <a:t>&gt; superó al valor &lt;</a:t>
            </a:r>
            <a:r>
              <a:rPr lang="es-MX" sz="2000" i="1" dirty="0"/>
              <a:t>final</a:t>
            </a:r>
            <a:r>
              <a:rPr lang="es-MX" sz="2000" dirty="0"/>
              <a:t>&gt;. Si esto es </a:t>
            </a:r>
            <a:r>
              <a:rPr lang="es-MX" sz="2000" b="1" dirty="0"/>
              <a:t>falso</a:t>
            </a:r>
            <a:r>
              <a:rPr lang="es-MX" sz="2000" dirty="0"/>
              <a:t> se repite hasta que &lt;</a:t>
            </a:r>
            <a:r>
              <a:rPr lang="es-MX" sz="2000" i="1" dirty="0"/>
              <a:t>variable</a:t>
            </a:r>
            <a:r>
              <a:rPr lang="es-MX" sz="2000" dirty="0"/>
              <a:t>&gt; supere a &lt;</a:t>
            </a:r>
            <a:r>
              <a:rPr lang="es-MX" sz="2000" i="1" dirty="0"/>
              <a:t>final</a:t>
            </a:r>
            <a:r>
              <a:rPr lang="es-MX" sz="2000" dirty="0"/>
              <a:t>&gt;. </a:t>
            </a:r>
            <a:r>
              <a:rPr lang="es-MX" sz="2000" dirty="0">
                <a:solidFill>
                  <a:srgbClr val="B24A4B"/>
                </a:solidFill>
              </a:rPr>
              <a:t>Si se omite la cláusula </a:t>
            </a:r>
            <a:r>
              <a:rPr lang="es-MX" sz="2000" b="1" dirty="0">
                <a:solidFill>
                  <a:srgbClr val="B24A4B"/>
                </a:solidFill>
              </a:rPr>
              <a:t>Con Paso </a:t>
            </a:r>
            <a:r>
              <a:rPr lang="es-MX" sz="2000" dirty="0">
                <a:solidFill>
                  <a:srgbClr val="B24A4B"/>
                </a:solidFill>
              </a:rPr>
              <a:t>&lt;</a:t>
            </a:r>
            <a:r>
              <a:rPr lang="es-MX" sz="2000" i="1" dirty="0">
                <a:solidFill>
                  <a:srgbClr val="B24A4B"/>
                </a:solidFill>
              </a:rPr>
              <a:t>paso</a:t>
            </a:r>
            <a:r>
              <a:rPr lang="es-MX" sz="2000" dirty="0">
                <a:solidFill>
                  <a:srgbClr val="B24A4B"/>
                </a:solidFill>
              </a:rPr>
              <a:t>&gt;, la variable &lt;</a:t>
            </a:r>
            <a:r>
              <a:rPr lang="es-MX" sz="2000" i="1" dirty="0">
                <a:solidFill>
                  <a:srgbClr val="B24A4B"/>
                </a:solidFill>
              </a:rPr>
              <a:t>variable</a:t>
            </a:r>
            <a:r>
              <a:rPr lang="es-MX" sz="2000" dirty="0">
                <a:solidFill>
                  <a:srgbClr val="B24A4B"/>
                </a:solidFill>
              </a:rPr>
              <a:t>&gt; se incrementará en 1.</a:t>
            </a:r>
            <a:endParaRPr lang="es-CL" sz="2000" dirty="0">
              <a:solidFill>
                <a:srgbClr val="B24A4B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C83F28A-30B0-473C-ABEF-13077B7CDDBF}"/>
              </a:ext>
            </a:extLst>
          </p:cNvPr>
          <p:cNvPicPr/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457" r="8957" b="15407"/>
          <a:stretch/>
        </p:blipFill>
        <p:spPr bwMode="auto">
          <a:xfrm>
            <a:off x="8244384" y="1248680"/>
            <a:ext cx="3105988" cy="174103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E46506A4-0FA0-4B29-998D-D4FDABF5685F}"/>
              </a:ext>
            </a:extLst>
          </p:cNvPr>
          <p:cNvGrpSpPr/>
          <p:nvPr/>
        </p:nvGrpSpPr>
        <p:grpSpPr>
          <a:xfrm>
            <a:off x="7915588" y="3511551"/>
            <a:ext cx="3420000" cy="1008000"/>
            <a:chOff x="8047214" y="3352799"/>
            <a:chExt cx="3171198" cy="968978"/>
          </a:xfrm>
        </p:grpSpPr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45E4BF85-F130-4116-8FC0-DA05634FD9E6}"/>
                </a:ext>
              </a:extLst>
            </p:cNvPr>
            <p:cNvSpPr/>
            <p:nvPr/>
          </p:nvSpPr>
          <p:spPr>
            <a:xfrm>
              <a:off x="8047214" y="3352799"/>
              <a:ext cx="3171197" cy="954910"/>
            </a:xfrm>
            <a:custGeom>
              <a:avLst/>
              <a:gdLst>
                <a:gd name="connsiteX0" fmla="*/ 0 w 3171197"/>
                <a:gd name="connsiteY0" fmla="*/ 0 h 954910"/>
                <a:gd name="connsiteX1" fmla="*/ 3171197 w 3171197"/>
                <a:gd name="connsiteY1" fmla="*/ 0 h 954910"/>
                <a:gd name="connsiteX2" fmla="*/ 3171197 w 3171197"/>
                <a:gd name="connsiteY2" fmla="*/ 477455 h 954910"/>
                <a:gd name="connsiteX3" fmla="*/ 487187 w 3171197"/>
                <a:gd name="connsiteY3" fmla="*/ 477455 h 954910"/>
                <a:gd name="connsiteX4" fmla="*/ 487187 w 3171197"/>
                <a:gd name="connsiteY4" fmla="*/ 954910 h 954910"/>
                <a:gd name="connsiteX5" fmla="*/ 1 w 3171197"/>
                <a:gd name="connsiteY5" fmla="*/ 954910 h 954910"/>
                <a:gd name="connsiteX6" fmla="*/ 1 w 3171197"/>
                <a:gd name="connsiteY6" fmla="*/ 477455 h 954910"/>
                <a:gd name="connsiteX7" fmla="*/ 0 w 3171197"/>
                <a:gd name="connsiteY7" fmla="*/ 477455 h 954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71197" h="954910">
                  <a:moveTo>
                    <a:pt x="0" y="0"/>
                  </a:moveTo>
                  <a:lnTo>
                    <a:pt x="3171197" y="0"/>
                  </a:lnTo>
                  <a:lnTo>
                    <a:pt x="3171197" y="477455"/>
                  </a:lnTo>
                  <a:lnTo>
                    <a:pt x="487187" y="477455"/>
                  </a:lnTo>
                  <a:lnTo>
                    <a:pt x="487187" y="954910"/>
                  </a:lnTo>
                  <a:lnTo>
                    <a:pt x="1" y="954910"/>
                  </a:lnTo>
                  <a:lnTo>
                    <a:pt x="1" y="477455"/>
                  </a:lnTo>
                  <a:lnTo>
                    <a:pt x="0" y="477455"/>
                  </a:lnTo>
                  <a:close/>
                </a:path>
              </a:pathLst>
            </a:custGeom>
            <a:solidFill>
              <a:srgbClr val="F2CCFF"/>
            </a:solidFill>
            <a:ln w="28575">
              <a:solidFill>
                <a:srgbClr val="9D61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108000" rtlCol="0" anchor="t" anchorCtr="0">
              <a:noAutofit/>
            </a:bodyPr>
            <a:lstStyle/>
            <a:p>
              <a:pPr algn="ctr"/>
              <a:r>
                <a:rPr lang="es-MX" sz="1050" b="1" dirty="0">
                  <a:solidFill>
                    <a:srgbClr val="0070C0"/>
                  </a:solidFill>
                </a:rPr>
                <a:t>Para</a:t>
              </a:r>
              <a:r>
                <a:rPr lang="es-MX" sz="1050" dirty="0">
                  <a:solidFill>
                    <a:srgbClr val="0070C0"/>
                  </a:solidFill>
                </a:rPr>
                <a:t> </a:t>
              </a:r>
              <a:r>
                <a:rPr lang="es-MX" sz="1050" dirty="0">
                  <a:solidFill>
                    <a:schemeClr val="tx1"/>
                  </a:solidFill>
                </a:rPr>
                <a:t>&lt;variable&gt; </a:t>
              </a:r>
              <a:r>
                <a:rPr lang="es-MX" sz="1050" dirty="0">
                  <a:solidFill>
                    <a:srgbClr val="0070C0"/>
                  </a:solidFill>
                </a:rPr>
                <a:t>&lt;- </a:t>
              </a:r>
              <a:r>
                <a:rPr lang="es-MX" sz="1050" dirty="0">
                  <a:solidFill>
                    <a:schemeClr val="tx1"/>
                  </a:solidFill>
                </a:rPr>
                <a:t>&lt;inicial&gt; </a:t>
              </a:r>
              <a:r>
                <a:rPr lang="es-MX" sz="1050" b="1" dirty="0">
                  <a:solidFill>
                    <a:srgbClr val="0070C0"/>
                  </a:solidFill>
                </a:rPr>
                <a:t>Hasta</a:t>
              </a:r>
              <a:r>
                <a:rPr lang="es-MX" sz="1050" dirty="0">
                  <a:solidFill>
                    <a:srgbClr val="0070C0"/>
                  </a:solidFill>
                </a:rPr>
                <a:t> </a:t>
              </a:r>
              <a:r>
                <a:rPr lang="es-MX" sz="1050" dirty="0">
                  <a:solidFill>
                    <a:schemeClr val="tx1"/>
                  </a:solidFill>
                </a:rPr>
                <a:t>&lt;final&gt; </a:t>
              </a:r>
              <a:r>
                <a:rPr lang="es-MX" sz="1050" b="1" dirty="0">
                  <a:solidFill>
                    <a:srgbClr val="0070C0"/>
                  </a:solidFill>
                </a:rPr>
                <a:t>Con Paso </a:t>
              </a:r>
              <a:r>
                <a:rPr lang="es-MX" sz="1050" dirty="0">
                  <a:solidFill>
                    <a:schemeClr val="tx1"/>
                  </a:solidFill>
                </a:rPr>
                <a:t>&lt;paso&gt; </a:t>
              </a:r>
              <a:endParaRPr lang="es-CL" sz="105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957025BE-8788-4274-9993-1BEC1CB376FA}"/>
                </a:ext>
              </a:extLst>
            </p:cNvPr>
            <p:cNvSpPr/>
            <p:nvPr/>
          </p:nvSpPr>
          <p:spPr>
            <a:xfrm>
              <a:off x="8534402" y="3844322"/>
              <a:ext cx="2684010" cy="477455"/>
            </a:xfrm>
            <a:prstGeom prst="rect">
              <a:avLst/>
            </a:prstGeom>
            <a:solidFill>
              <a:srgbClr val="E5FFE5"/>
            </a:solidFill>
            <a:ln w="28575">
              <a:solidFill>
                <a:srgbClr val="90D7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0070C0"/>
                  </a:solidFill>
                </a:rPr>
                <a:t>Acciones …</a:t>
              </a:r>
              <a:endParaRPr lang="es-CL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3210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9BCC3-54F3-45B1-90C5-312212562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801" y="685800"/>
            <a:ext cx="9496882" cy="1151965"/>
          </a:xfrm>
        </p:spPr>
        <p:txBody>
          <a:bodyPr/>
          <a:lstStyle/>
          <a:p>
            <a:r>
              <a:rPr lang="es-CL" dirty="0"/>
              <a:t>Ejemplo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A084C5-4B5D-4D00-A228-20B95AF1C7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7826" y="1785995"/>
            <a:ext cx="10892832" cy="984604"/>
          </a:xfrm>
        </p:spPr>
        <p:txBody>
          <a:bodyPr/>
          <a:lstStyle/>
          <a:p>
            <a:r>
              <a:rPr lang="es-CL" sz="2800" dirty="0"/>
              <a:t>Escribe un algoritmo, que escriba una lista de números de dos en dos que inicie con un número ingresado por el </a:t>
            </a:r>
            <a:r>
              <a:rPr lang="es-CL" sz="2800" dirty="0">
                <a:solidFill>
                  <a:srgbClr val="0070C0"/>
                </a:solidFill>
              </a:rPr>
              <a:t>usuario</a:t>
            </a:r>
            <a:r>
              <a:rPr lang="es-CL" sz="2800" dirty="0"/>
              <a:t> mayores que 6.</a:t>
            </a:r>
          </a:p>
        </p:txBody>
      </p:sp>
      <p:sp>
        <p:nvSpPr>
          <p:cNvPr id="5" name="Círculo: vacío 4">
            <a:extLst>
              <a:ext uri="{FF2B5EF4-FFF2-40B4-BE49-F238E27FC236}">
                <a16:creationId xmlns:a16="http://schemas.microsoft.com/office/drawing/2014/main" id="{0746830C-70FC-45DF-921B-31251DE589AB}"/>
              </a:ext>
            </a:extLst>
          </p:cNvPr>
          <p:cNvSpPr/>
          <p:nvPr/>
        </p:nvSpPr>
        <p:spPr>
          <a:xfrm>
            <a:off x="685800" y="829782"/>
            <a:ext cx="900000" cy="864000"/>
          </a:xfrm>
          <a:prstGeom prst="donut">
            <a:avLst>
              <a:gd name="adj" fmla="val 25546"/>
            </a:avLst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AC37487-C5C8-4F49-A824-D359D023FD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399" y="2862812"/>
            <a:ext cx="7026085" cy="330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024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ppt/theme/theme2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Personalizado 1">
      <a:majorFont>
        <a:latin typeface="Impact"/>
        <a:ea typeface=""/>
        <a:cs typeface=""/>
      </a:majorFont>
      <a:minorFont>
        <a:latin typeface="HP Simplified"/>
        <a:ea typeface=""/>
        <a:cs typeface="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3.xml><?xml version="1.0" encoding="utf-8"?>
<a:theme xmlns:a="http://schemas.openxmlformats.org/drawingml/2006/main" name="2_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Personalizado 1">
      <a:majorFont>
        <a:latin typeface="Impact"/>
        <a:ea typeface=""/>
        <a:cs typeface=""/>
      </a:majorFont>
      <a:minorFont>
        <a:latin typeface="HP Simplified"/>
        <a:ea typeface=""/>
        <a:cs typeface="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4.xml><?xml version="1.0" encoding="utf-8"?>
<a:theme xmlns:a="http://schemas.openxmlformats.org/drawingml/2006/main" name="3_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Personalizado 1">
      <a:majorFont>
        <a:latin typeface="Impact"/>
        <a:ea typeface=""/>
        <a:cs typeface=""/>
      </a:majorFont>
      <a:minorFont>
        <a:latin typeface="HP Simplified"/>
        <a:ea typeface=""/>
        <a:cs typeface="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principal</Template>
  <TotalTime>1815</TotalTime>
  <Words>1095</Words>
  <Application>Microsoft Office PowerPoint</Application>
  <PresentationFormat>Panorámica</PresentationFormat>
  <Paragraphs>142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18</vt:i4>
      </vt:variant>
    </vt:vector>
  </HeadingPairs>
  <TitlesOfParts>
    <vt:vector size="27" baseType="lpstr">
      <vt:lpstr>Arial</vt:lpstr>
      <vt:lpstr>Calibri Light</vt:lpstr>
      <vt:lpstr>HP Simplified</vt:lpstr>
      <vt:lpstr>Impact</vt:lpstr>
      <vt:lpstr>Symbol</vt:lpstr>
      <vt:lpstr>1_Evento principal</vt:lpstr>
      <vt:lpstr>Evento principal</vt:lpstr>
      <vt:lpstr>2_Evento principal</vt:lpstr>
      <vt:lpstr>3_Evento principal</vt:lpstr>
      <vt:lpstr>Pseudo-CODIGO</vt:lpstr>
      <vt:lpstr>objetivos</vt:lpstr>
      <vt:lpstr>Pseudo-código</vt:lpstr>
      <vt:lpstr>Forma General de un Algoritmo en Pseudocódigo </vt:lpstr>
      <vt:lpstr>Estructura de la codificación</vt:lpstr>
      <vt:lpstr>Primitivas Secuenciales </vt:lpstr>
      <vt:lpstr>Asignación</vt:lpstr>
      <vt:lpstr>Lectura </vt:lpstr>
      <vt:lpstr>Escritura  </vt:lpstr>
      <vt:lpstr>Escritura  </vt:lpstr>
      <vt:lpstr>Ejemplo</vt:lpstr>
      <vt:lpstr>Estructuras de Control </vt:lpstr>
      <vt:lpstr>Condicionales</vt:lpstr>
      <vt:lpstr>Condicionales</vt:lpstr>
      <vt:lpstr>Repetitivas</vt:lpstr>
      <vt:lpstr>Repetitivas</vt:lpstr>
      <vt:lpstr>Repetitivas</vt:lpstr>
      <vt:lpstr>Ejemplo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de Grafos</dc:title>
  <dc:creator>Rolando E. Montero A.</dc:creator>
  <cp:lastModifiedBy>Rolando E. Montero A.</cp:lastModifiedBy>
  <cp:revision>85</cp:revision>
  <dcterms:created xsi:type="dcterms:W3CDTF">2020-07-09T09:00:48Z</dcterms:created>
  <dcterms:modified xsi:type="dcterms:W3CDTF">2020-08-17T16:15:39Z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2012-05-19T00:00:00Z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2020-07-09T00:00:00Z</vt:filetime>
  </property>
</Properties>
</file>