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smtClean="0"/>
              <a:t>ALGORITMOS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6287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OBJETIVOS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Algoritmo</a:t>
            </a:r>
          </a:p>
          <a:p>
            <a:r>
              <a:rPr lang="es-CL" dirty="0" smtClean="0"/>
              <a:t>Representación</a:t>
            </a:r>
          </a:p>
          <a:p>
            <a:r>
              <a:rPr lang="es-CL" dirty="0"/>
              <a:t>Estructuras de control: condicionales y </a:t>
            </a:r>
            <a:r>
              <a:rPr lang="es-CL" dirty="0" smtClean="0"/>
              <a:t>bucles</a:t>
            </a:r>
          </a:p>
          <a:p>
            <a:r>
              <a:rPr lang="es-CL" dirty="0"/>
              <a:t>Estructura de </a:t>
            </a:r>
            <a:r>
              <a:rPr lang="es-CL" dirty="0" smtClean="0"/>
              <a:t>repetición indexada</a:t>
            </a:r>
          </a:p>
          <a:p>
            <a:r>
              <a:rPr lang="es-CL" dirty="0"/>
              <a:t>Estructura repetitiva </a:t>
            </a:r>
            <a:r>
              <a:rPr lang="es-CL" dirty="0" smtClean="0"/>
              <a:t>condicional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391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Algoritmo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L" dirty="0"/>
              <a:t>El proceso de </a:t>
            </a:r>
            <a:r>
              <a:rPr lang="es-CL" dirty="0" smtClean="0"/>
              <a:t>resolución </a:t>
            </a:r>
            <a:r>
              <a:rPr lang="es-CL" dirty="0"/>
              <a:t>de problemas en un ordenador conduce a la escritura de un programa </a:t>
            </a:r>
            <a:r>
              <a:rPr lang="es-CL" dirty="0" smtClean="0"/>
              <a:t>y su ejecución</a:t>
            </a:r>
            <a:r>
              <a:rPr lang="es-CL" dirty="0"/>
              <a:t>. Las fases en el desarrollo de un programa pueden resumirse de la siguiente forma</a:t>
            </a:r>
            <a:r>
              <a:rPr lang="es-CL" dirty="0" smtClean="0"/>
              <a:t>:</a:t>
            </a:r>
          </a:p>
          <a:p>
            <a:pPr lvl="1"/>
            <a:r>
              <a:rPr lang="es-CL" dirty="0"/>
              <a:t>Analizar el </a:t>
            </a:r>
            <a:r>
              <a:rPr lang="es-CL" dirty="0" smtClean="0"/>
              <a:t>problema</a:t>
            </a:r>
          </a:p>
          <a:p>
            <a:pPr lvl="1"/>
            <a:r>
              <a:rPr lang="es-CL" dirty="0" err="1" smtClean="0"/>
              <a:t>Planifcación</a:t>
            </a:r>
            <a:endParaRPr lang="es-CL" dirty="0" smtClean="0"/>
          </a:p>
          <a:p>
            <a:pPr lvl="1"/>
            <a:r>
              <a:rPr lang="es-CL" dirty="0" smtClean="0"/>
              <a:t>Edición</a:t>
            </a:r>
          </a:p>
          <a:p>
            <a:pPr lvl="1"/>
            <a:r>
              <a:rPr lang="es-CL" dirty="0" smtClean="0"/>
              <a:t>Compilación </a:t>
            </a:r>
            <a:r>
              <a:rPr lang="es-CL"/>
              <a:t>y </a:t>
            </a:r>
            <a:r>
              <a:rPr lang="es-CL" smtClean="0"/>
              <a:t>ejecución</a:t>
            </a:r>
          </a:p>
          <a:p>
            <a:pPr lvl="1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436847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</TotalTime>
  <Words>62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Tw Cen MT</vt:lpstr>
      <vt:lpstr>Circuito</vt:lpstr>
      <vt:lpstr>ALGORITMOS</vt:lpstr>
      <vt:lpstr>OBJETIVOS</vt:lpstr>
      <vt:lpstr>Algoritmo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</dc:title>
  <dc:creator>Rolando E. Montero A.</dc:creator>
  <cp:lastModifiedBy>Rolando E. Montero A.</cp:lastModifiedBy>
  <cp:revision>1</cp:revision>
  <dcterms:created xsi:type="dcterms:W3CDTF">2016-07-04T12:40:17Z</dcterms:created>
  <dcterms:modified xsi:type="dcterms:W3CDTF">2016-07-04T12:45:44Z</dcterms:modified>
</cp:coreProperties>
</file>